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57" r:id="rId5"/>
  </p:sldMasterIdLst>
  <p:notesMasterIdLst>
    <p:notesMasterId r:id="rId113"/>
  </p:notesMasterIdLst>
  <p:handoutMasterIdLst>
    <p:handoutMasterId r:id="rId114"/>
  </p:handoutMasterIdLst>
  <p:sldIdLst>
    <p:sldId id="4743" r:id="rId6"/>
    <p:sldId id="537" r:id="rId7"/>
    <p:sldId id="536" r:id="rId8"/>
    <p:sldId id="475" r:id="rId9"/>
    <p:sldId id="476" r:id="rId10"/>
    <p:sldId id="419" r:id="rId11"/>
    <p:sldId id="420" r:id="rId12"/>
    <p:sldId id="439" r:id="rId13"/>
    <p:sldId id="470" r:id="rId14"/>
    <p:sldId id="260" r:id="rId15"/>
    <p:sldId id="440" r:id="rId16"/>
    <p:sldId id="471" r:id="rId17"/>
    <p:sldId id="341" r:id="rId18"/>
    <p:sldId id="261" r:id="rId19"/>
    <p:sldId id="459" r:id="rId20"/>
    <p:sldId id="370" r:id="rId21"/>
    <p:sldId id="421" r:id="rId22"/>
    <p:sldId id="265" r:id="rId23"/>
    <p:sldId id="266" r:id="rId24"/>
    <p:sldId id="272" r:id="rId25"/>
    <p:sldId id="371" r:id="rId26"/>
    <p:sldId id="372" r:id="rId27"/>
    <p:sldId id="373" r:id="rId28"/>
    <p:sldId id="399" r:id="rId29"/>
    <p:sldId id="422" r:id="rId30"/>
    <p:sldId id="415" r:id="rId31"/>
    <p:sldId id="337" r:id="rId32"/>
    <p:sldId id="338" r:id="rId33"/>
    <p:sldId id="339" r:id="rId34"/>
    <p:sldId id="375" r:id="rId35"/>
    <p:sldId id="467" r:id="rId36"/>
    <p:sldId id="294" r:id="rId37"/>
    <p:sldId id="340" r:id="rId38"/>
    <p:sldId id="390" r:id="rId39"/>
    <p:sldId id="443" r:id="rId40"/>
    <p:sldId id="460" r:id="rId41"/>
    <p:sldId id="403" r:id="rId42"/>
    <p:sldId id="448" r:id="rId43"/>
    <p:sldId id="379" r:id="rId44"/>
    <p:sldId id="382" r:id="rId45"/>
    <p:sldId id="388" r:id="rId46"/>
    <p:sldId id="389" r:id="rId47"/>
    <p:sldId id="423" r:id="rId48"/>
    <p:sldId id="395" r:id="rId49"/>
    <p:sldId id="396" r:id="rId50"/>
    <p:sldId id="397" r:id="rId51"/>
    <p:sldId id="398" r:id="rId52"/>
    <p:sldId id="468" r:id="rId53"/>
    <p:sldId id="461" r:id="rId54"/>
    <p:sldId id="469" r:id="rId55"/>
    <p:sldId id="458" r:id="rId56"/>
    <p:sldId id="424" r:id="rId57"/>
    <p:sldId id="447" r:id="rId58"/>
    <p:sldId id="425" r:id="rId59"/>
    <p:sldId id="275" r:id="rId60"/>
    <p:sldId id="268" r:id="rId61"/>
    <p:sldId id="426" r:id="rId62"/>
    <p:sldId id="271" r:id="rId63"/>
    <p:sldId id="427" r:id="rId64"/>
    <p:sldId id="428" r:id="rId65"/>
    <p:sldId id="279" r:id="rId66"/>
    <p:sldId id="429" r:id="rId67"/>
    <p:sldId id="405" r:id="rId68"/>
    <p:sldId id="282" r:id="rId69"/>
    <p:sldId id="430" r:id="rId70"/>
    <p:sldId id="446" r:id="rId71"/>
    <p:sldId id="431" r:id="rId72"/>
    <p:sldId id="445" r:id="rId73"/>
    <p:sldId id="406" r:id="rId74"/>
    <p:sldId id="432" r:id="rId75"/>
    <p:sldId id="410" r:id="rId76"/>
    <p:sldId id="412" r:id="rId77"/>
    <p:sldId id="466" r:id="rId78"/>
    <p:sldId id="462" r:id="rId79"/>
    <p:sldId id="465" r:id="rId80"/>
    <p:sldId id="433" r:id="rId81"/>
    <p:sldId id="309" r:id="rId82"/>
    <p:sldId id="434" r:id="rId83"/>
    <p:sldId id="351" r:id="rId84"/>
    <p:sldId id="314" r:id="rId85"/>
    <p:sldId id="435" r:id="rId86"/>
    <p:sldId id="436" r:id="rId87"/>
    <p:sldId id="363" r:id="rId88"/>
    <p:sldId id="365" r:id="rId89"/>
    <p:sldId id="366" r:id="rId90"/>
    <p:sldId id="449" r:id="rId91"/>
    <p:sldId id="316" r:id="rId92"/>
    <p:sldId id="408" r:id="rId93"/>
    <p:sldId id="409" r:id="rId94"/>
    <p:sldId id="437" r:id="rId95"/>
    <p:sldId id="368" r:id="rId96"/>
    <p:sldId id="472" r:id="rId97"/>
    <p:sldId id="474" r:id="rId98"/>
    <p:sldId id="473" r:id="rId99"/>
    <p:sldId id="305" r:id="rId100"/>
    <p:sldId id="477" r:id="rId101"/>
    <p:sldId id="356" r:id="rId102"/>
    <p:sldId id="416" r:id="rId103"/>
    <p:sldId id="450" r:id="rId104"/>
    <p:sldId id="451" r:id="rId105"/>
    <p:sldId id="452" r:id="rId106"/>
    <p:sldId id="453" r:id="rId107"/>
    <p:sldId id="454" r:id="rId108"/>
    <p:sldId id="455" r:id="rId109"/>
    <p:sldId id="456" r:id="rId110"/>
    <p:sldId id="457" r:id="rId111"/>
    <p:sldId id="4790" r:id="rId112"/>
  </p:sldIdLst>
  <p:sldSz cx="12192000" cy="6858000"/>
  <p:notesSz cx="7315200" cy="9601200"/>
  <p:custDataLst>
    <p:tags r:id="rId11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537"/>
            <p14:sldId id="536"/>
            <p14:sldId id="475"/>
            <p14:sldId id="476"/>
            <p14:sldId id="419"/>
            <p14:sldId id="420"/>
            <p14:sldId id="439"/>
            <p14:sldId id="470"/>
            <p14:sldId id="260"/>
            <p14:sldId id="440"/>
            <p14:sldId id="471"/>
            <p14:sldId id="341"/>
            <p14:sldId id="261"/>
            <p14:sldId id="459"/>
            <p14:sldId id="370"/>
            <p14:sldId id="421"/>
            <p14:sldId id="265"/>
            <p14:sldId id="266"/>
            <p14:sldId id="272"/>
            <p14:sldId id="371"/>
            <p14:sldId id="372"/>
            <p14:sldId id="373"/>
            <p14:sldId id="399"/>
            <p14:sldId id="422"/>
            <p14:sldId id="415"/>
            <p14:sldId id="337"/>
            <p14:sldId id="338"/>
            <p14:sldId id="339"/>
            <p14:sldId id="375"/>
            <p14:sldId id="467"/>
            <p14:sldId id="294"/>
            <p14:sldId id="340"/>
            <p14:sldId id="390"/>
            <p14:sldId id="443"/>
            <p14:sldId id="460"/>
            <p14:sldId id="403"/>
            <p14:sldId id="448"/>
            <p14:sldId id="379"/>
            <p14:sldId id="382"/>
            <p14:sldId id="388"/>
            <p14:sldId id="389"/>
            <p14:sldId id="423"/>
            <p14:sldId id="395"/>
            <p14:sldId id="396"/>
            <p14:sldId id="397"/>
            <p14:sldId id="398"/>
            <p14:sldId id="468"/>
            <p14:sldId id="461"/>
            <p14:sldId id="469"/>
            <p14:sldId id="458"/>
            <p14:sldId id="424"/>
            <p14:sldId id="447"/>
            <p14:sldId id="425"/>
            <p14:sldId id="275"/>
            <p14:sldId id="268"/>
            <p14:sldId id="426"/>
            <p14:sldId id="271"/>
            <p14:sldId id="427"/>
            <p14:sldId id="428"/>
            <p14:sldId id="279"/>
            <p14:sldId id="429"/>
            <p14:sldId id="405"/>
            <p14:sldId id="282"/>
            <p14:sldId id="430"/>
            <p14:sldId id="446"/>
            <p14:sldId id="431"/>
            <p14:sldId id="445"/>
            <p14:sldId id="406"/>
            <p14:sldId id="432"/>
            <p14:sldId id="410"/>
            <p14:sldId id="412"/>
            <p14:sldId id="466"/>
            <p14:sldId id="462"/>
            <p14:sldId id="465"/>
            <p14:sldId id="433"/>
            <p14:sldId id="309"/>
            <p14:sldId id="434"/>
            <p14:sldId id="351"/>
            <p14:sldId id="314"/>
            <p14:sldId id="435"/>
            <p14:sldId id="436"/>
            <p14:sldId id="363"/>
            <p14:sldId id="365"/>
            <p14:sldId id="366"/>
            <p14:sldId id="449"/>
            <p14:sldId id="316"/>
            <p14:sldId id="408"/>
            <p14:sldId id="409"/>
            <p14:sldId id="437"/>
            <p14:sldId id="368"/>
            <p14:sldId id="472"/>
            <p14:sldId id="474"/>
            <p14:sldId id="473"/>
            <p14:sldId id="305"/>
            <p14:sldId id="477"/>
            <p14:sldId id="356"/>
            <p14:sldId id="416"/>
            <p14:sldId id="450"/>
            <p14:sldId id="451"/>
            <p14:sldId id="452"/>
            <p14:sldId id="453"/>
            <p14:sldId id="454"/>
            <p14:sldId id="455"/>
            <p14:sldId id="456"/>
            <p14:sldId id="457"/>
            <p14:sldId id="47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D5DB9"/>
    <a:srgbClr val="3366FF"/>
    <a:srgbClr val="D723BD"/>
    <a:srgbClr val="C1C6CC"/>
    <a:srgbClr val="5A84FF"/>
    <a:srgbClr val="BDBDBD"/>
    <a:srgbClr val="5858FF"/>
    <a:srgbClr val="BBCDE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956622-E112-4737-ACE9-C888D468760D}" v="252" dt="2023-12-26T12:38:02.960"/>
    <p1510:client id="{CBE3CC5F-A8B0-4542-B1CA-B84D45E33A7A}" v="46" dt="2023-12-27T10:37:50.7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644" y="-11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presProps" Target="presProps.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slide" Target="slides/slide77.xml"/><Relationship Id="rId90" Type="http://schemas.openxmlformats.org/officeDocument/2006/relationships/slide" Target="slides/slide85.xml"/><Relationship Id="rId95" Type="http://schemas.openxmlformats.org/officeDocument/2006/relationships/slide" Target="slides/slide90.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13" Type="http://schemas.openxmlformats.org/officeDocument/2006/relationships/notesMaster" Target="notesMasters/notesMaster1.xml"/><Relationship Id="rId118"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12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slide" Target="slides/slide103.xml"/><Relationship Id="rId116" Type="http://schemas.openxmlformats.org/officeDocument/2006/relationships/commentAuthors" Target="commentAuthor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handoutMaster" Target="handoutMasters/handoutMaster1.xml"/><Relationship Id="rId119"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rit Meroyan" userId="630a6349-7c61-463e-804c-816773a1019c" providerId="ADAL" clId="{CBE3CC5F-A8B0-4542-B1CA-B84D45E33A7A}"/>
    <pc:docChg chg="undo custSel addSld delSld modSld modSection">
      <pc:chgData name="Margarit Meroyan" userId="630a6349-7c61-463e-804c-816773a1019c" providerId="ADAL" clId="{CBE3CC5F-A8B0-4542-B1CA-B84D45E33A7A}" dt="2023-12-27T10:37:50.712" v="141"/>
      <pc:docMkLst>
        <pc:docMk/>
      </pc:docMkLst>
      <pc:sldChg chg="modSp mod">
        <pc:chgData name="Margarit Meroyan" userId="630a6349-7c61-463e-804c-816773a1019c" providerId="ADAL" clId="{CBE3CC5F-A8B0-4542-B1CA-B84D45E33A7A}" dt="2023-12-27T10:27:58.732" v="13" actId="1076"/>
        <pc:sldMkLst>
          <pc:docMk/>
          <pc:sldMk cId="0" sldId="265"/>
        </pc:sldMkLst>
        <pc:spChg chg="mod">
          <ac:chgData name="Margarit Meroyan" userId="630a6349-7c61-463e-804c-816773a1019c" providerId="ADAL" clId="{CBE3CC5F-A8B0-4542-B1CA-B84D45E33A7A}" dt="2023-12-27T10:27:01.465" v="11" actId="113"/>
          <ac:spMkLst>
            <pc:docMk/>
            <pc:sldMk cId="0" sldId="265"/>
            <ac:spMk id="23596" creationId="{38AD9425-8E9E-DD96-0080-E8730EAFBDD0}"/>
          </ac:spMkLst>
        </pc:spChg>
        <pc:graphicFrameChg chg="mod modGraphic">
          <ac:chgData name="Margarit Meroyan" userId="630a6349-7c61-463e-804c-816773a1019c" providerId="ADAL" clId="{CBE3CC5F-A8B0-4542-B1CA-B84D45E33A7A}" dt="2023-12-27T10:27:58.732" v="13" actId="1076"/>
          <ac:graphicFrameMkLst>
            <pc:docMk/>
            <pc:sldMk cId="0" sldId="265"/>
            <ac:graphicFrameMk id="16460" creationId="{FE2543A1-2969-4E74-8515-435BD7309A90}"/>
          </ac:graphicFrameMkLst>
        </pc:graphicFrameChg>
      </pc:sldChg>
      <pc:sldChg chg="modSp mod">
        <pc:chgData name="Margarit Meroyan" userId="630a6349-7c61-463e-804c-816773a1019c" providerId="ADAL" clId="{CBE3CC5F-A8B0-4542-B1CA-B84D45E33A7A}" dt="2023-12-27T10:36:37.780" v="131" actId="14100"/>
        <pc:sldMkLst>
          <pc:docMk/>
          <pc:sldMk cId="0" sldId="268"/>
        </pc:sldMkLst>
        <pc:spChg chg="mod">
          <ac:chgData name="Margarit Meroyan" userId="630a6349-7c61-463e-804c-816773a1019c" providerId="ADAL" clId="{CBE3CC5F-A8B0-4542-B1CA-B84D45E33A7A}" dt="2023-12-27T10:36:26.674" v="126" actId="255"/>
          <ac:spMkLst>
            <pc:docMk/>
            <pc:sldMk cId="0" sldId="268"/>
            <ac:spMk id="52254" creationId="{287020DE-ED99-4316-BD54-7804FA9EF519}"/>
          </ac:spMkLst>
        </pc:spChg>
        <pc:grpChg chg="mod">
          <ac:chgData name="Margarit Meroyan" userId="630a6349-7c61-463e-804c-816773a1019c" providerId="ADAL" clId="{CBE3CC5F-A8B0-4542-B1CA-B84D45E33A7A}" dt="2023-12-27T10:36:37.780" v="131" actId="14100"/>
          <ac:grpSpMkLst>
            <pc:docMk/>
            <pc:sldMk cId="0" sldId="268"/>
            <ac:grpSpMk id="3" creationId="{404BE641-569F-4371-AB6C-424CB7B2E3EC}"/>
          </ac:grpSpMkLst>
        </pc:grpChg>
      </pc:sldChg>
      <pc:sldChg chg="modSp mod">
        <pc:chgData name="Margarit Meroyan" userId="630a6349-7c61-463e-804c-816773a1019c" providerId="ADAL" clId="{CBE3CC5F-A8B0-4542-B1CA-B84D45E33A7A}" dt="2023-12-27T10:33:29.458" v="85" actId="207"/>
        <pc:sldMkLst>
          <pc:docMk/>
          <pc:sldMk cId="0" sldId="337"/>
        </pc:sldMkLst>
        <pc:spChg chg="mod">
          <ac:chgData name="Margarit Meroyan" userId="630a6349-7c61-463e-804c-816773a1019c" providerId="ADAL" clId="{CBE3CC5F-A8B0-4542-B1CA-B84D45E33A7A}" dt="2023-12-27T10:33:17.499" v="81" actId="14100"/>
          <ac:spMkLst>
            <pc:docMk/>
            <pc:sldMk cId="0" sldId="337"/>
            <ac:spMk id="32774" creationId="{4F97D723-1F95-AF59-CE32-3862D6566D8E}"/>
          </ac:spMkLst>
        </pc:spChg>
        <pc:spChg chg="mod">
          <ac:chgData name="Margarit Meroyan" userId="630a6349-7c61-463e-804c-816773a1019c" providerId="ADAL" clId="{CBE3CC5F-A8B0-4542-B1CA-B84D45E33A7A}" dt="2023-12-27T10:33:17.499" v="81" actId="14100"/>
          <ac:spMkLst>
            <pc:docMk/>
            <pc:sldMk cId="0" sldId="337"/>
            <ac:spMk id="32775" creationId="{3B1BC2D9-40C7-5359-342A-16E8F5A526FD}"/>
          </ac:spMkLst>
        </pc:spChg>
        <pc:spChg chg="mod">
          <ac:chgData name="Margarit Meroyan" userId="630a6349-7c61-463e-804c-816773a1019c" providerId="ADAL" clId="{CBE3CC5F-A8B0-4542-B1CA-B84D45E33A7A}" dt="2023-12-27T10:33:17.499" v="81" actId="14100"/>
          <ac:spMkLst>
            <pc:docMk/>
            <pc:sldMk cId="0" sldId="337"/>
            <ac:spMk id="32776" creationId="{3AC60A18-F6AC-72EE-BF28-00ABDDF4873A}"/>
          </ac:spMkLst>
        </pc:spChg>
        <pc:spChg chg="mod">
          <ac:chgData name="Margarit Meroyan" userId="630a6349-7c61-463e-804c-816773a1019c" providerId="ADAL" clId="{CBE3CC5F-A8B0-4542-B1CA-B84D45E33A7A}" dt="2023-12-27T10:33:17.499" v="81" actId="14100"/>
          <ac:spMkLst>
            <pc:docMk/>
            <pc:sldMk cId="0" sldId="337"/>
            <ac:spMk id="32777" creationId="{543DF024-F08C-AADA-BBE4-BE4F48A64629}"/>
          </ac:spMkLst>
        </pc:spChg>
        <pc:spChg chg="mod">
          <ac:chgData name="Margarit Meroyan" userId="630a6349-7c61-463e-804c-816773a1019c" providerId="ADAL" clId="{CBE3CC5F-A8B0-4542-B1CA-B84D45E33A7A}" dt="2023-12-27T10:33:17.499" v="81" actId="14100"/>
          <ac:spMkLst>
            <pc:docMk/>
            <pc:sldMk cId="0" sldId="337"/>
            <ac:spMk id="32778" creationId="{32C39FF9-1EFB-570C-E7FB-649592D2F7CD}"/>
          </ac:spMkLst>
        </pc:spChg>
        <pc:spChg chg="mod">
          <ac:chgData name="Margarit Meroyan" userId="630a6349-7c61-463e-804c-816773a1019c" providerId="ADAL" clId="{CBE3CC5F-A8B0-4542-B1CA-B84D45E33A7A}" dt="2023-12-27T10:33:17.499" v="81" actId="14100"/>
          <ac:spMkLst>
            <pc:docMk/>
            <pc:sldMk cId="0" sldId="337"/>
            <ac:spMk id="32779" creationId="{163116E6-F9EB-5714-9994-D2AB345D9A6E}"/>
          </ac:spMkLst>
        </pc:spChg>
        <pc:spChg chg="mod">
          <ac:chgData name="Margarit Meroyan" userId="630a6349-7c61-463e-804c-816773a1019c" providerId="ADAL" clId="{CBE3CC5F-A8B0-4542-B1CA-B84D45E33A7A}" dt="2023-12-27T10:33:17.499" v="81" actId="14100"/>
          <ac:spMkLst>
            <pc:docMk/>
            <pc:sldMk cId="0" sldId="337"/>
            <ac:spMk id="32780" creationId="{71DFE6A7-C127-DAB9-A9C1-11EFD1F3E142}"/>
          </ac:spMkLst>
        </pc:spChg>
        <pc:spChg chg="mod">
          <ac:chgData name="Margarit Meroyan" userId="630a6349-7c61-463e-804c-816773a1019c" providerId="ADAL" clId="{CBE3CC5F-A8B0-4542-B1CA-B84D45E33A7A}" dt="2023-12-27T10:33:17.499" v="81" actId="14100"/>
          <ac:spMkLst>
            <pc:docMk/>
            <pc:sldMk cId="0" sldId="337"/>
            <ac:spMk id="32781" creationId="{3108FAF8-8620-43F1-7FD6-86AA952C1F4B}"/>
          </ac:spMkLst>
        </pc:spChg>
        <pc:spChg chg="mod">
          <ac:chgData name="Margarit Meroyan" userId="630a6349-7c61-463e-804c-816773a1019c" providerId="ADAL" clId="{CBE3CC5F-A8B0-4542-B1CA-B84D45E33A7A}" dt="2023-12-27T10:33:17.499" v="81" actId="14100"/>
          <ac:spMkLst>
            <pc:docMk/>
            <pc:sldMk cId="0" sldId="337"/>
            <ac:spMk id="32782" creationId="{D8F6BF4D-E375-952C-29B5-480F2E7A7A6E}"/>
          </ac:spMkLst>
        </pc:spChg>
        <pc:spChg chg="mod">
          <ac:chgData name="Margarit Meroyan" userId="630a6349-7c61-463e-804c-816773a1019c" providerId="ADAL" clId="{CBE3CC5F-A8B0-4542-B1CA-B84D45E33A7A}" dt="2023-12-27T10:33:17.499" v="81" actId="14100"/>
          <ac:spMkLst>
            <pc:docMk/>
            <pc:sldMk cId="0" sldId="337"/>
            <ac:spMk id="32783" creationId="{B2F6C3C8-8B37-756D-C8BF-3B3195049219}"/>
          </ac:spMkLst>
        </pc:spChg>
        <pc:spChg chg="mod">
          <ac:chgData name="Margarit Meroyan" userId="630a6349-7c61-463e-804c-816773a1019c" providerId="ADAL" clId="{CBE3CC5F-A8B0-4542-B1CA-B84D45E33A7A}" dt="2023-12-27T10:33:17.499" v="81" actId="14100"/>
          <ac:spMkLst>
            <pc:docMk/>
            <pc:sldMk cId="0" sldId="337"/>
            <ac:spMk id="32784" creationId="{F04FBB05-5124-1A44-EDE0-81C35191DFD5}"/>
          </ac:spMkLst>
        </pc:spChg>
        <pc:spChg chg="mod">
          <ac:chgData name="Margarit Meroyan" userId="630a6349-7c61-463e-804c-816773a1019c" providerId="ADAL" clId="{CBE3CC5F-A8B0-4542-B1CA-B84D45E33A7A}" dt="2023-12-27T10:33:17.499" v="81" actId="14100"/>
          <ac:spMkLst>
            <pc:docMk/>
            <pc:sldMk cId="0" sldId="337"/>
            <ac:spMk id="32785" creationId="{492F6B1C-33BE-B4A2-6492-D63A9031B03D}"/>
          </ac:spMkLst>
        </pc:spChg>
        <pc:spChg chg="mod">
          <ac:chgData name="Margarit Meroyan" userId="630a6349-7c61-463e-804c-816773a1019c" providerId="ADAL" clId="{CBE3CC5F-A8B0-4542-B1CA-B84D45E33A7A}" dt="2023-12-27T10:33:17.499" v="81" actId="14100"/>
          <ac:spMkLst>
            <pc:docMk/>
            <pc:sldMk cId="0" sldId="337"/>
            <ac:spMk id="32786" creationId="{C4A91601-74D0-3575-BF62-F59A7403A676}"/>
          </ac:spMkLst>
        </pc:spChg>
        <pc:spChg chg="mod">
          <ac:chgData name="Margarit Meroyan" userId="630a6349-7c61-463e-804c-816773a1019c" providerId="ADAL" clId="{CBE3CC5F-A8B0-4542-B1CA-B84D45E33A7A}" dt="2023-12-27T10:33:17.499" v="81" actId="14100"/>
          <ac:spMkLst>
            <pc:docMk/>
            <pc:sldMk cId="0" sldId="337"/>
            <ac:spMk id="32787" creationId="{DBEA270B-CACE-9038-4833-261F10150B40}"/>
          </ac:spMkLst>
        </pc:spChg>
        <pc:spChg chg="mod">
          <ac:chgData name="Margarit Meroyan" userId="630a6349-7c61-463e-804c-816773a1019c" providerId="ADAL" clId="{CBE3CC5F-A8B0-4542-B1CA-B84D45E33A7A}" dt="2023-12-27T10:33:17.499" v="81" actId="14100"/>
          <ac:spMkLst>
            <pc:docMk/>
            <pc:sldMk cId="0" sldId="337"/>
            <ac:spMk id="32788" creationId="{DD7F3AC3-65F1-BE77-D726-DF782650C292}"/>
          </ac:spMkLst>
        </pc:spChg>
        <pc:spChg chg="mod">
          <ac:chgData name="Margarit Meroyan" userId="630a6349-7c61-463e-804c-816773a1019c" providerId="ADAL" clId="{CBE3CC5F-A8B0-4542-B1CA-B84D45E33A7A}" dt="2023-12-27T10:33:17.499" v="81" actId="14100"/>
          <ac:spMkLst>
            <pc:docMk/>
            <pc:sldMk cId="0" sldId="337"/>
            <ac:spMk id="32789" creationId="{7E61A87E-F5DD-83D2-090A-537F1EBA7131}"/>
          </ac:spMkLst>
        </pc:spChg>
        <pc:spChg chg="mod">
          <ac:chgData name="Margarit Meroyan" userId="630a6349-7c61-463e-804c-816773a1019c" providerId="ADAL" clId="{CBE3CC5F-A8B0-4542-B1CA-B84D45E33A7A}" dt="2023-12-27T10:33:17.499" v="81" actId="14100"/>
          <ac:spMkLst>
            <pc:docMk/>
            <pc:sldMk cId="0" sldId="337"/>
            <ac:spMk id="32790" creationId="{0A4D1CBC-E3F3-EB84-DB6C-5EF8D7783140}"/>
          </ac:spMkLst>
        </pc:spChg>
        <pc:spChg chg="mod">
          <ac:chgData name="Margarit Meroyan" userId="630a6349-7c61-463e-804c-816773a1019c" providerId="ADAL" clId="{CBE3CC5F-A8B0-4542-B1CA-B84D45E33A7A}" dt="2023-12-27T10:33:17.499" v="81" actId="14100"/>
          <ac:spMkLst>
            <pc:docMk/>
            <pc:sldMk cId="0" sldId="337"/>
            <ac:spMk id="32791" creationId="{B98BEBC0-EAE4-5FB2-A174-B82817B2556F}"/>
          </ac:spMkLst>
        </pc:spChg>
        <pc:spChg chg="mod">
          <ac:chgData name="Margarit Meroyan" userId="630a6349-7c61-463e-804c-816773a1019c" providerId="ADAL" clId="{CBE3CC5F-A8B0-4542-B1CA-B84D45E33A7A}" dt="2023-12-27T10:33:17.499" v="81" actId="14100"/>
          <ac:spMkLst>
            <pc:docMk/>
            <pc:sldMk cId="0" sldId="337"/>
            <ac:spMk id="32792" creationId="{2A7B82C6-C602-3ABE-309B-ACC0B5BFD442}"/>
          </ac:spMkLst>
        </pc:spChg>
        <pc:spChg chg="mod">
          <ac:chgData name="Margarit Meroyan" userId="630a6349-7c61-463e-804c-816773a1019c" providerId="ADAL" clId="{CBE3CC5F-A8B0-4542-B1CA-B84D45E33A7A}" dt="2023-12-27T10:33:17.499" v="81" actId="14100"/>
          <ac:spMkLst>
            <pc:docMk/>
            <pc:sldMk cId="0" sldId="337"/>
            <ac:spMk id="32793" creationId="{F3BF7B4C-3817-0E1A-53E0-57C7AD6D1435}"/>
          </ac:spMkLst>
        </pc:spChg>
        <pc:spChg chg="mod">
          <ac:chgData name="Margarit Meroyan" userId="630a6349-7c61-463e-804c-816773a1019c" providerId="ADAL" clId="{CBE3CC5F-A8B0-4542-B1CA-B84D45E33A7A}" dt="2023-12-27T10:33:17.499" v="81" actId="14100"/>
          <ac:spMkLst>
            <pc:docMk/>
            <pc:sldMk cId="0" sldId="337"/>
            <ac:spMk id="32794" creationId="{38D743B1-CC8B-1E5A-3A9D-BB25F650CEA2}"/>
          </ac:spMkLst>
        </pc:spChg>
        <pc:spChg chg="mod">
          <ac:chgData name="Margarit Meroyan" userId="630a6349-7c61-463e-804c-816773a1019c" providerId="ADAL" clId="{CBE3CC5F-A8B0-4542-B1CA-B84D45E33A7A}" dt="2023-12-27T10:33:17.499" v="81" actId="14100"/>
          <ac:spMkLst>
            <pc:docMk/>
            <pc:sldMk cId="0" sldId="337"/>
            <ac:spMk id="32795" creationId="{D3F385F0-B963-33CA-192C-5C30DFCC37F1}"/>
          </ac:spMkLst>
        </pc:spChg>
        <pc:spChg chg="mod">
          <ac:chgData name="Margarit Meroyan" userId="630a6349-7c61-463e-804c-816773a1019c" providerId="ADAL" clId="{CBE3CC5F-A8B0-4542-B1CA-B84D45E33A7A}" dt="2023-12-27T10:33:17.499" v="81" actId="14100"/>
          <ac:spMkLst>
            <pc:docMk/>
            <pc:sldMk cId="0" sldId="337"/>
            <ac:spMk id="32796" creationId="{36ABBDC2-2123-BB74-E061-ABA3DBEDD54F}"/>
          </ac:spMkLst>
        </pc:spChg>
        <pc:spChg chg="mod">
          <ac:chgData name="Margarit Meroyan" userId="630a6349-7c61-463e-804c-816773a1019c" providerId="ADAL" clId="{CBE3CC5F-A8B0-4542-B1CA-B84D45E33A7A}" dt="2023-12-27T10:33:17.499" v="81" actId="14100"/>
          <ac:spMkLst>
            <pc:docMk/>
            <pc:sldMk cId="0" sldId="337"/>
            <ac:spMk id="32797" creationId="{F3815A9A-2439-7F9E-527A-D02E82CD480E}"/>
          </ac:spMkLst>
        </pc:spChg>
        <pc:spChg chg="mod">
          <ac:chgData name="Margarit Meroyan" userId="630a6349-7c61-463e-804c-816773a1019c" providerId="ADAL" clId="{CBE3CC5F-A8B0-4542-B1CA-B84D45E33A7A}" dt="2023-12-27T10:33:17.499" v="81" actId="14100"/>
          <ac:spMkLst>
            <pc:docMk/>
            <pc:sldMk cId="0" sldId="337"/>
            <ac:spMk id="32798" creationId="{FE882BED-22BC-7522-0329-A33BC1944EF3}"/>
          </ac:spMkLst>
        </pc:spChg>
        <pc:spChg chg="mod">
          <ac:chgData name="Margarit Meroyan" userId="630a6349-7c61-463e-804c-816773a1019c" providerId="ADAL" clId="{CBE3CC5F-A8B0-4542-B1CA-B84D45E33A7A}" dt="2023-12-27T10:33:17.499" v="81" actId="14100"/>
          <ac:spMkLst>
            <pc:docMk/>
            <pc:sldMk cId="0" sldId="337"/>
            <ac:spMk id="32799" creationId="{D51F0539-8F03-3B31-6A50-76B4C9654A98}"/>
          </ac:spMkLst>
        </pc:spChg>
        <pc:spChg chg="mod">
          <ac:chgData name="Margarit Meroyan" userId="630a6349-7c61-463e-804c-816773a1019c" providerId="ADAL" clId="{CBE3CC5F-A8B0-4542-B1CA-B84D45E33A7A}" dt="2023-12-27T10:33:17.499" v="81" actId="14100"/>
          <ac:spMkLst>
            <pc:docMk/>
            <pc:sldMk cId="0" sldId="337"/>
            <ac:spMk id="32800" creationId="{7EC8CB09-4B8C-DF76-8ACE-37E0AD888846}"/>
          </ac:spMkLst>
        </pc:spChg>
        <pc:spChg chg="mod">
          <ac:chgData name="Margarit Meroyan" userId="630a6349-7c61-463e-804c-816773a1019c" providerId="ADAL" clId="{CBE3CC5F-A8B0-4542-B1CA-B84D45E33A7A}" dt="2023-12-27T10:33:17.499" v="81" actId="14100"/>
          <ac:spMkLst>
            <pc:docMk/>
            <pc:sldMk cId="0" sldId="337"/>
            <ac:spMk id="32801" creationId="{39490139-BA3D-9196-AAF5-023B2FF28DAF}"/>
          </ac:spMkLst>
        </pc:spChg>
        <pc:spChg chg="mod">
          <ac:chgData name="Margarit Meroyan" userId="630a6349-7c61-463e-804c-816773a1019c" providerId="ADAL" clId="{CBE3CC5F-A8B0-4542-B1CA-B84D45E33A7A}" dt="2023-12-27T10:33:17.499" v="81" actId="14100"/>
          <ac:spMkLst>
            <pc:docMk/>
            <pc:sldMk cId="0" sldId="337"/>
            <ac:spMk id="32802" creationId="{597C9099-4304-E565-B5BD-EA8616800F3B}"/>
          </ac:spMkLst>
        </pc:spChg>
        <pc:spChg chg="mod">
          <ac:chgData name="Margarit Meroyan" userId="630a6349-7c61-463e-804c-816773a1019c" providerId="ADAL" clId="{CBE3CC5F-A8B0-4542-B1CA-B84D45E33A7A}" dt="2023-12-27T10:33:17.499" v="81" actId="14100"/>
          <ac:spMkLst>
            <pc:docMk/>
            <pc:sldMk cId="0" sldId="337"/>
            <ac:spMk id="32803" creationId="{DA6B9D53-9E09-FC94-7F60-0046F6EA4DBD}"/>
          </ac:spMkLst>
        </pc:spChg>
        <pc:spChg chg="mod">
          <ac:chgData name="Margarit Meroyan" userId="630a6349-7c61-463e-804c-816773a1019c" providerId="ADAL" clId="{CBE3CC5F-A8B0-4542-B1CA-B84D45E33A7A}" dt="2023-12-27T10:33:17.499" v="81" actId="14100"/>
          <ac:spMkLst>
            <pc:docMk/>
            <pc:sldMk cId="0" sldId="337"/>
            <ac:spMk id="32804" creationId="{67290326-4759-A601-C2D6-80D6100A5C97}"/>
          </ac:spMkLst>
        </pc:spChg>
        <pc:spChg chg="mod">
          <ac:chgData name="Margarit Meroyan" userId="630a6349-7c61-463e-804c-816773a1019c" providerId="ADAL" clId="{CBE3CC5F-A8B0-4542-B1CA-B84D45E33A7A}" dt="2023-12-27T10:33:21.542" v="82" actId="207"/>
          <ac:spMkLst>
            <pc:docMk/>
            <pc:sldMk cId="0" sldId="337"/>
            <ac:spMk id="32805" creationId="{0B76C967-88CE-59EE-EBD2-7B6C70E914EF}"/>
          </ac:spMkLst>
        </pc:spChg>
        <pc:spChg chg="mod">
          <ac:chgData name="Margarit Meroyan" userId="630a6349-7c61-463e-804c-816773a1019c" providerId="ADAL" clId="{CBE3CC5F-A8B0-4542-B1CA-B84D45E33A7A}" dt="2023-12-27T10:33:17.499" v="81" actId="14100"/>
          <ac:spMkLst>
            <pc:docMk/>
            <pc:sldMk cId="0" sldId="337"/>
            <ac:spMk id="32806" creationId="{7D42FF71-87E2-0B0A-EF2B-F16AF3BBB87D}"/>
          </ac:spMkLst>
        </pc:spChg>
        <pc:spChg chg="mod">
          <ac:chgData name="Margarit Meroyan" userId="630a6349-7c61-463e-804c-816773a1019c" providerId="ADAL" clId="{CBE3CC5F-A8B0-4542-B1CA-B84D45E33A7A}" dt="2023-12-27T10:33:28.544" v="84" actId="14100"/>
          <ac:spMkLst>
            <pc:docMk/>
            <pc:sldMk cId="0" sldId="337"/>
            <ac:spMk id="32807" creationId="{D2348D36-877D-2C2E-9AAF-3CBED578EF68}"/>
          </ac:spMkLst>
        </pc:spChg>
        <pc:spChg chg="mod">
          <ac:chgData name="Margarit Meroyan" userId="630a6349-7c61-463e-804c-816773a1019c" providerId="ADAL" clId="{CBE3CC5F-A8B0-4542-B1CA-B84D45E33A7A}" dt="2023-12-27T10:33:28.544" v="84" actId="14100"/>
          <ac:spMkLst>
            <pc:docMk/>
            <pc:sldMk cId="0" sldId="337"/>
            <ac:spMk id="32808" creationId="{400D9D50-FE02-4198-FC1A-06F067A354C3}"/>
          </ac:spMkLst>
        </pc:spChg>
        <pc:spChg chg="mod">
          <ac:chgData name="Margarit Meroyan" userId="630a6349-7c61-463e-804c-816773a1019c" providerId="ADAL" clId="{CBE3CC5F-A8B0-4542-B1CA-B84D45E33A7A}" dt="2023-12-27T10:33:28.544" v="84" actId="14100"/>
          <ac:spMkLst>
            <pc:docMk/>
            <pc:sldMk cId="0" sldId="337"/>
            <ac:spMk id="32809" creationId="{E1B40E9E-19FA-1D18-832C-8A27A596C8C0}"/>
          </ac:spMkLst>
        </pc:spChg>
        <pc:spChg chg="mod">
          <ac:chgData name="Margarit Meroyan" userId="630a6349-7c61-463e-804c-816773a1019c" providerId="ADAL" clId="{CBE3CC5F-A8B0-4542-B1CA-B84D45E33A7A}" dt="2023-12-27T10:33:28.544" v="84" actId="14100"/>
          <ac:spMkLst>
            <pc:docMk/>
            <pc:sldMk cId="0" sldId="337"/>
            <ac:spMk id="32810" creationId="{BEE84324-A494-643C-7FFF-4555A4DF7C37}"/>
          </ac:spMkLst>
        </pc:spChg>
        <pc:spChg chg="mod">
          <ac:chgData name="Margarit Meroyan" userId="630a6349-7c61-463e-804c-816773a1019c" providerId="ADAL" clId="{CBE3CC5F-A8B0-4542-B1CA-B84D45E33A7A}" dt="2023-12-27T10:33:28.544" v="84" actId="14100"/>
          <ac:spMkLst>
            <pc:docMk/>
            <pc:sldMk cId="0" sldId="337"/>
            <ac:spMk id="32811" creationId="{0E1D0394-C07D-A955-2219-544B70C2354A}"/>
          </ac:spMkLst>
        </pc:spChg>
        <pc:spChg chg="mod">
          <ac:chgData name="Margarit Meroyan" userId="630a6349-7c61-463e-804c-816773a1019c" providerId="ADAL" clId="{CBE3CC5F-A8B0-4542-B1CA-B84D45E33A7A}" dt="2023-12-27T10:33:28.544" v="84" actId="14100"/>
          <ac:spMkLst>
            <pc:docMk/>
            <pc:sldMk cId="0" sldId="337"/>
            <ac:spMk id="32812" creationId="{CC95D640-33FC-2C28-89C8-5C33CF3548CA}"/>
          </ac:spMkLst>
        </pc:spChg>
        <pc:spChg chg="mod">
          <ac:chgData name="Margarit Meroyan" userId="630a6349-7c61-463e-804c-816773a1019c" providerId="ADAL" clId="{CBE3CC5F-A8B0-4542-B1CA-B84D45E33A7A}" dt="2023-12-27T10:33:28.544" v="84" actId="14100"/>
          <ac:spMkLst>
            <pc:docMk/>
            <pc:sldMk cId="0" sldId="337"/>
            <ac:spMk id="32813" creationId="{0C54ED32-006C-4196-8DCD-C4442140CC49}"/>
          </ac:spMkLst>
        </pc:spChg>
        <pc:spChg chg="mod">
          <ac:chgData name="Margarit Meroyan" userId="630a6349-7c61-463e-804c-816773a1019c" providerId="ADAL" clId="{CBE3CC5F-A8B0-4542-B1CA-B84D45E33A7A}" dt="2023-12-27T10:33:28.544" v="84" actId="14100"/>
          <ac:spMkLst>
            <pc:docMk/>
            <pc:sldMk cId="0" sldId="337"/>
            <ac:spMk id="32814" creationId="{138EA7A4-56B6-E177-36A4-278A1143117E}"/>
          </ac:spMkLst>
        </pc:spChg>
        <pc:spChg chg="mod">
          <ac:chgData name="Margarit Meroyan" userId="630a6349-7c61-463e-804c-816773a1019c" providerId="ADAL" clId="{CBE3CC5F-A8B0-4542-B1CA-B84D45E33A7A}" dt="2023-12-27T10:33:28.544" v="84" actId="14100"/>
          <ac:spMkLst>
            <pc:docMk/>
            <pc:sldMk cId="0" sldId="337"/>
            <ac:spMk id="32815" creationId="{A9C2339B-D600-8F63-86EB-AB3946EAE16A}"/>
          </ac:spMkLst>
        </pc:spChg>
        <pc:spChg chg="mod">
          <ac:chgData name="Margarit Meroyan" userId="630a6349-7c61-463e-804c-816773a1019c" providerId="ADAL" clId="{CBE3CC5F-A8B0-4542-B1CA-B84D45E33A7A}" dt="2023-12-27T10:33:28.544" v="84" actId="14100"/>
          <ac:spMkLst>
            <pc:docMk/>
            <pc:sldMk cId="0" sldId="337"/>
            <ac:spMk id="32816" creationId="{CEFCC2CC-F837-9265-0C75-47A918FF32E0}"/>
          </ac:spMkLst>
        </pc:spChg>
        <pc:spChg chg="mod">
          <ac:chgData name="Margarit Meroyan" userId="630a6349-7c61-463e-804c-816773a1019c" providerId="ADAL" clId="{CBE3CC5F-A8B0-4542-B1CA-B84D45E33A7A}" dt="2023-12-27T10:33:28.544" v="84" actId="14100"/>
          <ac:spMkLst>
            <pc:docMk/>
            <pc:sldMk cId="0" sldId="337"/>
            <ac:spMk id="32817" creationId="{E2DEC000-CEA6-0A23-BF3C-3DF13ACCB697}"/>
          </ac:spMkLst>
        </pc:spChg>
        <pc:spChg chg="mod">
          <ac:chgData name="Margarit Meroyan" userId="630a6349-7c61-463e-804c-816773a1019c" providerId="ADAL" clId="{CBE3CC5F-A8B0-4542-B1CA-B84D45E33A7A}" dt="2023-12-27T10:33:28.544" v="84" actId="14100"/>
          <ac:spMkLst>
            <pc:docMk/>
            <pc:sldMk cId="0" sldId="337"/>
            <ac:spMk id="32818" creationId="{E69D6210-F3DE-1989-0A9C-B908A1037055}"/>
          </ac:spMkLst>
        </pc:spChg>
        <pc:spChg chg="mod">
          <ac:chgData name="Margarit Meroyan" userId="630a6349-7c61-463e-804c-816773a1019c" providerId="ADAL" clId="{CBE3CC5F-A8B0-4542-B1CA-B84D45E33A7A}" dt="2023-12-27T10:33:28.544" v="84" actId="14100"/>
          <ac:spMkLst>
            <pc:docMk/>
            <pc:sldMk cId="0" sldId="337"/>
            <ac:spMk id="32819" creationId="{C8057401-5BF7-26B9-9041-4F839AD537B1}"/>
          </ac:spMkLst>
        </pc:spChg>
        <pc:spChg chg="mod">
          <ac:chgData name="Margarit Meroyan" userId="630a6349-7c61-463e-804c-816773a1019c" providerId="ADAL" clId="{CBE3CC5F-A8B0-4542-B1CA-B84D45E33A7A}" dt="2023-12-27T10:33:28.544" v="84" actId="14100"/>
          <ac:spMkLst>
            <pc:docMk/>
            <pc:sldMk cId="0" sldId="337"/>
            <ac:spMk id="32820" creationId="{923862C9-162E-F50F-D422-9750937883FF}"/>
          </ac:spMkLst>
        </pc:spChg>
        <pc:spChg chg="mod">
          <ac:chgData name="Margarit Meroyan" userId="630a6349-7c61-463e-804c-816773a1019c" providerId="ADAL" clId="{CBE3CC5F-A8B0-4542-B1CA-B84D45E33A7A}" dt="2023-12-27T10:33:28.544" v="84" actId="14100"/>
          <ac:spMkLst>
            <pc:docMk/>
            <pc:sldMk cId="0" sldId="337"/>
            <ac:spMk id="32821" creationId="{2949CAFC-715B-C0B3-8FA7-F36883C31B96}"/>
          </ac:spMkLst>
        </pc:spChg>
        <pc:spChg chg="mod">
          <ac:chgData name="Margarit Meroyan" userId="630a6349-7c61-463e-804c-816773a1019c" providerId="ADAL" clId="{CBE3CC5F-A8B0-4542-B1CA-B84D45E33A7A}" dt="2023-12-27T10:33:28.544" v="84" actId="14100"/>
          <ac:spMkLst>
            <pc:docMk/>
            <pc:sldMk cId="0" sldId="337"/>
            <ac:spMk id="32822" creationId="{2535FC38-EFDB-FE09-19DB-C4CC03940B22}"/>
          </ac:spMkLst>
        </pc:spChg>
        <pc:spChg chg="mod">
          <ac:chgData name="Margarit Meroyan" userId="630a6349-7c61-463e-804c-816773a1019c" providerId="ADAL" clId="{CBE3CC5F-A8B0-4542-B1CA-B84D45E33A7A}" dt="2023-12-27T10:33:28.544" v="84" actId="14100"/>
          <ac:spMkLst>
            <pc:docMk/>
            <pc:sldMk cId="0" sldId="337"/>
            <ac:spMk id="32823" creationId="{F70653F1-4D42-43F7-7938-95B3B99F0E9A}"/>
          </ac:spMkLst>
        </pc:spChg>
        <pc:spChg chg="mod">
          <ac:chgData name="Margarit Meroyan" userId="630a6349-7c61-463e-804c-816773a1019c" providerId="ADAL" clId="{CBE3CC5F-A8B0-4542-B1CA-B84D45E33A7A}" dt="2023-12-27T10:33:28.544" v="84" actId="14100"/>
          <ac:spMkLst>
            <pc:docMk/>
            <pc:sldMk cId="0" sldId="337"/>
            <ac:spMk id="32824" creationId="{8149B7F3-938B-E0EA-5712-C35258306F25}"/>
          </ac:spMkLst>
        </pc:spChg>
        <pc:spChg chg="mod">
          <ac:chgData name="Margarit Meroyan" userId="630a6349-7c61-463e-804c-816773a1019c" providerId="ADAL" clId="{CBE3CC5F-A8B0-4542-B1CA-B84D45E33A7A}" dt="2023-12-27T10:33:28.544" v="84" actId="14100"/>
          <ac:spMkLst>
            <pc:docMk/>
            <pc:sldMk cId="0" sldId="337"/>
            <ac:spMk id="32825" creationId="{F8B6D9F6-D0AE-3155-0662-545DFB65B1CD}"/>
          </ac:spMkLst>
        </pc:spChg>
        <pc:spChg chg="mod">
          <ac:chgData name="Margarit Meroyan" userId="630a6349-7c61-463e-804c-816773a1019c" providerId="ADAL" clId="{CBE3CC5F-A8B0-4542-B1CA-B84D45E33A7A}" dt="2023-12-27T10:33:28.544" v="84" actId="14100"/>
          <ac:spMkLst>
            <pc:docMk/>
            <pc:sldMk cId="0" sldId="337"/>
            <ac:spMk id="32826" creationId="{8E22F69F-EEC8-F1C5-4EEF-7D25262A3F2B}"/>
          </ac:spMkLst>
        </pc:spChg>
        <pc:spChg chg="mod">
          <ac:chgData name="Margarit Meroyan" userId="630a6349-7c61-463e-804c-816773a1019c" providerId="ADAL" clId="{CBE3CC5F-A8B0-4542-B1CA-B84D45E33A7A}" dt="2023-12-27T10:33:28.544" v="84" actId="14100"/>
          <ac:spMkLst>
            <pc:docMk/>
            <pc:sldMk cId="0" sldId="337"/>
            <ac:spMk id="32827" creationId="{6911FCB0-137D-D04B-3636-3F3F171E1AF0}"/>
          </ac:spMkLst>
        </pc:spChg>
        <pc:spChg chg="mod">
          <ac:chgData name="Margarit Meroyan" userId="630a6349-7c61-463e-804c-816773a1019c" providerId="ADAL" clId="{CBE3CC5F-A8B0-4542-B1CA-B84D45E33A7A}" dt="2023-12-27T10:33:28.544" v="84" actId="14100"/>
          <ac:spMkLst>
            <pc:docMk/>
            <pc:sldMk cId="0" sldId="337"/>
            <ac:spMk id="32828" creationId="{ECEA600E-3596-F9DE-A3D3-EC07FBD87DA2}"/>
          </ac:spMkLst>
        </pc:spChg>
        <pc:spChg chg="mod">
          <ac:chgData name="Margarit Meroyan" userId="630a6349-7c61-463e-804c-816773a1019c" providerId="ADAL" clId="{CBE3CC5F-A8B0-4542-B1CA-B84D45E33A7A}" dt="2023-12-27T10:33:28.544" v="84" actId="14100"/>
          <ac:spMkLst>
            <pc:docMk/>
            <pc:sldMk cId="0" sldId="337"/>
            <ac:spMk id="32829" creationId="{01DD26E3-DE4D-8D1B-8FBE-CA57E1CA4707}"/>
          </ac:spMkLst>
        </pc:spChg>
        <pc:spChg chg="mod">
          <ac:chgData name="Margarit Meroyan" userId="630a6349-7c61-463e-804c-816773a1019c" providerId="ADAL" clId="{CBE3CC5F-A8B0-4542-B1CA-B84D45E33A7A}" dt="2023-12-27T10:33:28.544" v="84" actId="14100"/>
          <ac:spMkLst>
            <pc:docMk/>
            <pc:sldMk cId="0" sldId="337"/>
            <ac:spMk id="32830" creationId="{EEE14024-4937-755A-3463-D73143E73DE2}"/>
          </ac:spMkLst>
        </pc:spChg>
        <pc:spChg chg="mod">
          <ac:chgData name="Margarit Meroyan" userId="630a6349-7c61-463e-804c-816773a1019c" providerId="ADAL" clId="{CBE3CC5F-A8B0-4542-B1CA-B84D45E33A7A}" dt="2023-12-27T10:33:28.544" v="84" actId="14100"/>
          <ac:spMkLst>
            <pc:docMk/>
            <pc:sldMk cId="0" sldId="337"/>
            <ac:spMk id="32831" creationId="{3058220D-26A6-353C-A9B5-52AFEF155804}"/>
          </ac:spMkLst>
        </pc:spChg>
        <pc:spChg chg="mod">
          <ac:chgData name="Margarit Meroyan" userId="630a6349-7c61-463e-804c-816773a1019c" providerId="ADAL" clId="{CBE3CC5F-A8B0-4542-B1CA-B84D45E33A7A}" dt="2023-12-27T10:33:28.544" v="84" actId="14100"/>
          <ac:spMkLst>
            <pc:docMk/>
            <pc:sldMk cId="0" sldId="337"/>
            <ac:spMk id="32832" creationId="{AC45FA60-9258-39A2-D353-8EC80516FD31}"/>
          </ac:spMkLst>
        </pc:spChg>
        <pc:spChg chg="mod">
          <ac:chgData name="Margarit Meroyan" userId="630a6349-7c61-463e-804c-816773a1019c" providerId="ADAL" clId="{CBE3CC5F-A8B0-4542-B1CA-B84D45E33A7A}" dt="2023-12-27T10:33:28.544" v="84" actId="14100"/>
          <ac:spMkLst>
            <pc:docMk/>
            <pc:sldMk cId="0" sldId="337"/>
            <ac:spMk id="32833" creationId="{F4F6766F-11A2-F7FE-C08F-4EDA4476ACA3}"/>
          </ac:spMkLst>
        </pc:spChg>
        <pc:spChg chg="mod">
          <ac:chgData name="Margarit Meroyan" userId="630a6349-7c61-463e-804c-816773a1019c" providerId="ADAL" clId="{CBE3CC5F-A8B0-4542-B1CA-B84D45E33A7A}" dt="2023-12-27T10:33:28.544" v="84" actId="14100"/>
          <ac:spMkLst>
            <pc:docMk/>
            <pc:sldMk cId="0" sldId="337"/>
            <ac:spMk id="32834" creationId="{248DF304-B804-0DE9-6740-3CE221EA0323}"/>
          </ac:spMkLst>
        </pc:spChg>
        <pc:spChg chg="mod">
          <ac:chgData name="Margarit Meroyan" userId="630a6349-7c61-463e-804c-816773a1019c" providerId="ADAL" clId="{CBE3CC5F-A8B0-4542-B1CA-B84D45E33A7A}" dt="2023-12-27T10:33:28.544" v="84" actId="14100"/>
          <ac:spMkLst>
            <pc:docMk/>
            <pc:sldMk cId="0" sldId="337"/>
            <ac:spMk id="32835" creationId="{61A5A559-4516-0DEA-6889-902DFB045E34}"/>
          </ac:spMkLst>
        </pc:spChg>
        <pc:spChg chg="mod">
          <ac:chgData name="Margarit Meroyan" userId="630a6349-7c61-463e-804c-816773a1019c" providerId="ADAL" clId="{CBE3CC5F-A8B0-4542-B1CA-B84D45E33A7A}" dt="2023-12-27T10:33:28.544" v="84" actId="14100"/>
          <ac:spMkLst>
            <pc:docMk/>
            <pc:sldMk cId="0" sldId="337"/>
            <ac:spMk id="32836" creationId="{7AB347A8-A967-6A51-9C53-17B7C70C2DB0}"/>
          </ac:spMkLst>
        </pc:spChg>
        <pc:spChg chg="mod">
          <ac:chgData name="Margarit Meroyan" userId="630a6349-7c61-463e-804c-816773a1019c" providerId="ADAL" clId="{CBE3CC5F-A8B0-4542-B1CA-B84D45E33A7A}" dt="2023-12-27T10:33:28.544" v="84" actId="14100"/>
          <ac:spMkLst>
            <pc:docMk/>
            <pc:sldMk cId="0" sldId="337"/>
            <ac:spMk id="32837" creationId="{7C20867A-7BFC-FC3C-DDD6-C5E1FB1D2759}"/>
          </ac:spMkLst>
        </pc:spChg>
        <pc:spChg chg="mod">
          <ac:chgData name="Margarit Meroyan" userId="630a6349-7c61-463e-804c-816773a1019c" providerId="ADAL" clId="{CBE3CC5F-A8B0-4542-B1CA-B84D45E33A7A}" dt="2023-12-27T10:33:29.458" v="85" actId="207"/>
          <ac:spMkLst>
            <pc:docMk/>
            <pc:sldMk cId="0" sldId="337"/>
            <ac:spMk id="32838" creationId="{70745B54-FCEA-0F18-62CD-DF38CABDFE0B}"/>
          </ac:spMkLst>
        </pc:spChg>
        <pc:spChg chg="mod">
          <ac:chgData name="Margarit Meroyan" userId="630a6349-7c61-463e-804c-816773a1019c" providerId="ADAL" clId="{CBE3CC5F-A8B0-4542-B1CA-B84D45E33A7A}" dt="2023-12-27T10:33:28.544" v="84" actId="14100"/>
          <ac:spMkLst>
            <pc:docMk/>
            <pc:sldMk cId="0" sldId="337"/>
            <ac:spMk id="32839" creationId="{4EFD7C7E-CC48-68C9-688E-F651A09C78CC}"/>
          </ac:spMkLst>
        </pc:spChg>
        <pc:spChg chg="mod">
          <ac:chgData name="Margarit Meroyan" userId="630a6349-7c61-463e-804c-816773a1019c" providerId="ADAL" clId="{CBE3CC5F-A8B0-4542-B1CA-B84D45E33A7A}" dt="2023-12-27T10:33:28.544" v="84" actId="14100"/>
          <ac:spMkLst>
            <pc:docMk/>
            <pc:sldMk cId="0" sldId="337"/>
            <ac:spMk id="32840" creationId="{A99A7680-FD50-03BC-A809-3C0318870A64}"/>
          </ac:spMkLst>
        </pc:spChg>
        <pc:grpChg chg="mod">
          <ac:chgData name="Margarit Meroyan" userId="630a6349-7c61-463e-804c-816773a1019c" providerId="ADAL" clId="{CBE3CC5F-A8B0-4542-B1CA-B84D45E33A7A}" dt="2023-12-27T10:33:28.544" v="84" actId="14100"/>
          <ac:grpSpMkLst>
            <pc:docMk/>
            <pc:sldMk cId="0" sldId="337"/>
            <ac:grpSpMk id="32771" creationId="{4A97B05F-F4A5-24AA-656F-6E961B8E422B}"/>
          </ac:grpSpMkLst>
        </pc:grpChg>
        <pc:grpChg chg="mod">
          <ac:chgData name="Margarit Meroyan" userId="630a6349-7c61-463e-804c-816773a1019c" providerId="ADAL" clId="{CBE3CC5F-A8B0-4542-B1CA-B84D45E33A7A}" dt="2023-12-27T10:33:17.499" v="81" actId="14100"/>
          <ac:grpSpMkLst>
            <pc:docMk/>
            <pc:sldMk cId="0" sldId="337"/>
            <ac:grpSpMk id="32772" creationId="{98507C9B-1F84-06CD-39C3-EBF50338498E}"/>
          </ac:grpSpMkLst>
        </pc:grpChg>
      </pc:sldChg>
      <pc:sldChg chg="modSp mod">
        <pc:chgData name="Margarit Meroyan" userId="630a6349-7c61-463e-804c-816773a1019c" providerId="ADAL" clId="{CBE3CC5F-A8B0-4542-B1CA-B84D45E33A7A}" dt="2023-12-27T10:33:55.603" v="93" actId="207"/>
        <pc:sldMkLst>
          <pc:docMk/>
          <pc:sldMk cId="0" sldId="338"/>
        </pc:sldMkLst>
        <pc:spChg chg="mod">
          <ac:chgData name="Margarit Meroyan" userId="630a6349-7c61-463e-804c-816773a1019c" providerId="ADAL" clId="{CBE3CC5F-A8B0-4542-B1CA-B84D45E33A7A}" dt="2023-12-27T10:33:36.491" v="86" actId="207"/>
          <ac:spMkLst>
            <pc:docMk/>
            <pc:sldMk cId="0" sldId="338"/>
            <ac:spMk id="33799" creationId="{045128E5-0ED0-99A3-DADE-CF61D524F957}"/>
          </ac:spMkLst>
        </pc:spChg>
        <pc:spChg chg="mod">
          <ac:chgData name="Margarit Meroyan" userId="630a6349-7c61-463e-804c-816773a1019c" providerId="ADAL" clId="{CBE3CC5F-A8B0-4542-B1CA-B84D45E33A7A}" dt="2023-12-27T10:33:38.844" v="87" actId="207"/>
          <ac:spMkLst>
            <pc:docMk/>
            <pc:sldMk cId="0" sldId="338"/>
            <ac:spMk id="33806" creationId="{022E4644-A6E2-31A5-6687-776E19C65A5C}"/>
          </ac:spMkLst>
        </pc:spChg>
        <pc:spChg chg="mod">
          <ac:chgData name="Margarit Meroyan" userId="630a6349-7c61-463e-804c-816773a1019c" providerId="ADAL" clId="{CBE3CC5F-A8B0-4542-B1CA-B84D45E33A7A}" dt="2023-12-27T10:33:44.084" v="89" actId="207"/>
          <ac:spMkLst>
            <pc:docMk/>
            <pc:sldMk cId="0" sldId="338"/>
            <ac:spMk id="33807" creationId="{1A59B73D-D7F8-1026-90EF-3C9515B18CC1}"/>
          </ac:spMkLst>
        </pc:spChg>
        <pc:spChg chg="mod">
          <ac:chgData name="Margarit Meroyan" userId="630a6349-7c61-463e-804c-816773a1019c" providerId="ADAL" clId="{CBE3CC5F-A8B0-4542-B1CA-B84D45E33A7A}" dt="2023-12-27T10:33:41.421" v="88" actId="207"/>
          <ac:spMkLst>
            <pc:docMk/>
            <pc:sldMk cId="0" sldId="338"/>
            <ac:spMk id="33814" creationId="{58692DD6-710E-962B-6C02-513F48FF442F}"/>
          </ac:spMkLst>
        </pc:spChg>
        <pc:spChg chg="mod">
          <ac:chgData name="Margarit Meroyan" userId="630a6349-7c61-463e-804c-816773a1019c" providerId="ADAL" clId="{CBE3CC5F-A8B0-4542-B1CA-B84D45E33A7A}" dt="2023-12-27T10:33:46.906" v="90" actId="207"/>
          <ac:spMkLst>
            <pc:docMk/>
            <pc:sldMk cId="0" sldId="338"/>
            <ac:spMk id="33816" creationId="{C90D67D2-5E02-8316-532C-91379BBD275F}"/>
          </ac:spMkLst>
        </pc:spChg>
        <pc:spChg chg="mod">
          <ac:chgData name="Margarit Meroyan" userId="630a6349-7c61-463e-804c-816773a1019c" providerId="ADAL" clId="{CBE3CC5F-A8B0-4542-B1CA-B84D45E33A7A}" dt="2023-12-27T10:33:49.582" v="91" actId="207"/>
          <ac:spMkLst>
            <pc:docMk/>
            <pc:sldMk cId="0" sldId="338"/>
            <ac:spMk id="33823" creationId="{0D844B7E-9702-0C91-D99D-9447FC71C4AD}"/>
          </ac:spMkLst>
        </pc:spChg>
        <pc:spChg chg="mod">
          <ac:chgData name="Margarit Meroyan" userId="630a6349-7c61-463e-804c-816773a1019c" providerId="ADAL" clId="{CBE3CC5F-A8B0-4542-B1CA-B84D45E33A7A}" dt="2023-12-27T10:33:55.603" v="93" actId="207"/>
          <ac:spMkLst>
            <pc:docMk/>
            <pc:sldMk cId="0" sldId="338"/>
            <ac:spMk id="33824" creationId="{BBCB155A-2F79-BECE-FF86-F9430EF81501}"/>
          </ac:spMkLst>
        </pc:spChg>
        <pc:spChg chg="mod">
          <ac:chgData name="Margarit Meroyan" userId="630a6349-7c61-463e-804c-816773a1019c" providerId="ADAL" clId="{CBE3CC5F-A8B0-4542-B1CA-B84D45E33A7A}" dt="2023-12-27T10:33:52.452" v="92" actId="207"/>
          <ac:spMkLst>
            <pc:docMk/>
            <pc:sldMk cId="0" sldId="338"/>
            <ac:spMk id="33831" creationId="{6A9ADFCB-2335-FFEC-B8F1-B6C2BA64FF9B}"/>
          </ac:spMkLst>
        </pc:spChg>
      </pc:sldChg>
      <pc:sldChg chg="modSp mod">
        <pc:chgData name="Margarit Meroyan" userId="630a6349-7c61-463e-804c-816773a1019c" providerId="ADAL" clId="{CBE3CC5F-A8B0-4542-B1CA-B84D45E33A7A}" dt="2023-12-27T10:26:50.821" v="9" actId="207"/>
        <pc:sldMkLst>
          <pc:docMk/>
          <pc:sldMk cId="0" sldId="370"/>
        </pc:sldMkLst>
        <pc:spChg chg="mod">
          <ac:chgData name="Margarit Meroyan" userId="630a6349-7c61-463e-804c-816773a1019c" providerId="ADAL" clId="{CBE3CC5F-A8B0-4542-B1CA-B84D45E33A7A}" dt="2023-12-27T10:26:50.821" v="9" actId="207"/>
          <ac:spMkLst>
            <pc:docMk/>
            <pc:sldMk cId="0" sldId="370"/>
            <ac:spMk id="21654" creationId="{0E44C249-6BB2-0A0B-8F36-F3EDD8583E15}"/>
          </ac:spMkLst>
        </pc:spChg>
      </pc:sldChg>
      <pc:sldChg chg="modSp mod">
        <pc:chgData name="Margarit Meroyan" userId="630a6349-7c61-463e-804c-816773a1019c" providerId="ADAL" clId="{CBE3CC5F-A8B0-4542-B1CA-B84D45E33A7A}" dt="2023-12-27T10:30:00.154" v="34" actId="207"/>
        <pc:sldMkLst>
          <pc:docMk/>
          <pc:sldMk cId="0" sldId="399"/>
        </pc:sldMkLst>
        <pc:spChg chg="mod">
          <ac:chgData name="Margarit Meroyan" userId="630a6349-7c61-463e-804c-816773a1019c" providerId="ADAL" clId="{CBE3CC5F-A8B0-4542-B1CA-B84D45E33A7A}" dt="2023-12-27T10:28:50.381" v="20" actId="1076"/>
          <ac:spMkLst>
            <pc:docMk/>
            <pc:sldMk cId="0" sldId="399"/>
            <ac:spMk id="29701" creationId="{01F03C1A-B2AE-622A-602F-539743E71F33}"/>
          </ac:spMkLst>
        </pc:spChg>
        <pc:spChg chg="mod">
          <ac:chgData name="Margarit Meroyan" userId="630a6349-7c61-463e-804c-816773a1019c" providerId="ADAL" clId="{CBE3CC5F-A8B0-4542-B1CA-B84D45E33A7A}" dt="2023-12-27T10:28:50.381" v="20" actId="1076"/>
          <ac:spMkLst>
            <pc:docMk/>
            <pc:sldMk cId="0" sldId="399"/>
            <ac:spMk id="29702" creationId="{388B0466-A9B2-2966-DE9E-7CF3CCA8A659}"/>
          </ac:spMkLst>
        </pc:spChg>
        <pc:spChg chg="mod">
          <ac:chgData name="Margarit Meroyan" userId="630a6349-7c61-463e-804c-816773a1019c" providerId="ADAL" clId="{CBE3CC5F-A8B0-4542-B1CA-B84D45E33A7A}" dt="2023-12-27T10:28:50.381" v="20" actId="1076"/>
          <ac:spMkLst>
            <pc:docMk/>
            <pc:sldMk cId="0" sldId="399"/>
            <ac:spMk id="29703" creationId="{75E74DDC-F0CB-E583-0B3D-D16BBA388B4D}"/>
          </ac:spMkLst>
        </pc:spChg>
        <pc:spChg chg="mod">
          <ac:chgData name="Margarit Meroyan" userId="630a6349-7c61-463e-804c-816773a1019c" providerId="ADAL" clId="{CBE3CC5F-A8B0-4542-B1CA-B84D45E33A7A}" dt="2023-12-27T10:28:50.381" v="20" actId="1076"/>
          <ac:spMkLst>
            <pc:docMk/>
            <pc:sldMk cId="0" sldId="399"/>
            <ac:spMk id="29704" creationId="{1FC9A448-F1C3-7553-A724-337314AA70E1}"/>
          </ac:spMkLst>
        </pc:spChg>
        <pc:spChg chg="mod">
          <ac:chgData name="Margarit Meroyan" userId="630a6349-7c61-463e-804c-816773a1019c" providerId="ADAL" clId="{CBE3CC5F-A8B0-4542-B1CA-B84D45E33A7A}" dt="2023-12-27T10:28:50.381" v="20" actId="1076"/>
          <ac:spMkLst>
            <pc:docMk/>
            <pc:sldMk cId="0" sldId="399"/>
            <ac:spMk id="29705" creationId="{2C00F35C-66E2-AB3F-F1E5-B6983F0FE066}"/>
          </ac:spMkLst>
        </pc:spChg>
        <pc:spChg chg="mod">
          <ac:chgData name="Margarit Meroyan" userId="630a6349-7c61-463e-804c-816773a1019c" providerId="ADAL" clId="{CBE3CC5F-A8B0-4542-B1CA-B84D45E33A7A}" dt="2023-12-27T10:28:50.381" v="20" actId="1076"/>
          <ac:spMkLst>
            <pc:docMk/>
            <pc:sldMk cId="0" sldId="399"/>
            <ac:spMk id="29706" creationId="{9A371D98-C434-BD70-30D5-4578508F7D02}"/>
          </ac:spMkLst>
        </pc:spChg>
        <pc:spChg chg="mod">
          <ac:chgData name="Margarit Meroyan" userId="630a6349-7c61-463e-804c-816773a1019c" providerId="ADAL" clId="{CBE3CC5F-A8B0-4542-B1CA-B84D45E33A7A}" dt="2023-12-27T10:28:50.381" v="20" actId="1076"/>
          <ac:spMkLst>
            <pc:docMk/>
            <pc:sldMk cId="0" sldId="399"/>
            <ac:spMk id="29707" creationId="{A63D7514-3427-ACDE-738C-92E8295FA09D}"/>
          </ac:spMkLst>
        </pc:spChg>
        <pc:spChg chg="mod">
          <ac:chgData name="Margarit Meroyan" userId="630a6349-7c61-463e-804c-816773a1019c" providerId="ADAL" clId="{CBE3CC5F-A8B0-4542-B1CA-B84D45E33A7A}" dt="2023-12-27T10:28:50.381" v="20" actId="1076"/>
          <ac:spMkLst>
            <pc:docMk/>
            <pc:sldMk cId="0" sldId="399"/>
            <ac:spMk id="29708" creationId="{81B8EA13-AE0E-C0E7-600A-3C7622F43D4B}"/>
          </ac:spMkLst>
        </pc:spChg>
        <pc:spChg chg="mod">
          <ac:chgData name="Margarit Meroyan" userId="630a6349-7c61-463e-804c-816773a1019c" providerId="ADAL" clId="{CBE3CC5F-A8B0-4542-B1CA-B84D45E33A7A}" dt="2023-12-27T10:28:50.381" v="20" actId="1076"/>
          <ac:spMkLst>
            <pc:docMk/>
            <pc:sldMk cId="0" sldId="399"/>
            <ac:spMk id="29709" creationId="{05B35F10-DD1B-7DC4-E04F-02BF34002B80}"/>
          </ac:spMkLst>
        </pc:spChg>
        <pc:spChg chg="mod">
          <ac:chgData name="Margarit Meroyan" userId="630a6349-7c61-463e-804c-816773a1019c" providerId="ADAL" clId="{CBE3CC5F-A8B0-4542-B1CA-B84D45E33A7A}" dt="2023-12-27T10:28:50.381" v="20" actId="1076"/>
          <ac:spMkLst>
            <pc:docMk/>
            <pc:sldMk cId="0" sldId="399"/>
            <ac:spMk id="29710" creationId="{EA303233-3E8F-2EB5-0962-6D0AF8CA4714}"/>
          </ac:spMkLst>
        </pc:spChg>
        <pc:spChg chg="mod">
          <ac:chgData name="Margarit Meroyan" userId="630a6349-7c61-463e-804c-816773a1019c" providerId="ADAL" clId="{CBE3CC5F-A8B0-4542-B1CA-B84D45E33A7A}" dt="2023-12-27T10:28:50.381" v="20" actId="1076"/>
          <ac:spMkLst>
            <pc:docMk/>
            <pc:sldMk cId="0" sldId="399"/>
            <ac:spMk id="29711" creationId="{018FE7D6-9CA2-8982-69FB-CF4ACD6434C0}"/>
          </ac:spMkLst>
        </pc:spChg>
        <pc:spChg chg="mod">
          <ac:chgData name="Margarit Meroyan" userId="630a6349-7c61-463e-804c-816773a1019c" providerId="ADAL" clId="{CBE3CC5F-A8B0-4542-B1CA-B84D45E33A7A}" dt="2023-12-27T10:28:50.381" v="20" actId="1076"/>
          <ac:spMkLst>
            <pc:docMk/>
            <pc:sldMk cId="0" sldId="399"/>
            <ac:spMk id="29712" creationId="{E17FD224-3E37-2777-2A94-CB0A5651E797}"/>
          </ac:spMkLst>
        </pc:spChg>
        <pc:spChg chg="mod">
          <ac:chgData name="Margarit Meroyan" userId="630a6349-7c61-463e-804c-816773a1019c" providerId="ADAL" clId="{CBE3CC5F-A8B0-4542-B1CA-B84D45E33A7A}" dt="2023-12-27T10:28:50.381" v="20" actId="1076"/>
          <ac:spMkLst>
            <pc:docMk/>
            <pc:sldMk cId="0" sldId="399"/>
            <ac:spMk id="29713" creationId="{8E41809A-8DEB-D239-D78C-31F5A9829A77}"/>
          </ac:spMkLst>
        </pc:spChg>
        <pc:spChg chg="mod">
          <ac:chgData name="Margarit Meroyan" userId="630a6349-7c61-463e-804c-816773a1019c" providerId="ADAL" clId="{CBE3CC5F-A8B0-4542-B1CA-B84D45E33A7A}" dt="2023-12-27T10:28:50.381" v="20" actId="1076"/>
          <ac:spMkLst>
            <pc:docMk/>
            <pc:sldMk cId="0" sldId="399"/>
            <ac:spMk id="29714" creationId="{5606A9A1-3C35-04EF-B22B-5383BB5A9D8A}"/>
          </ac:spMkLst>
        </pc:spChg>
        <pc:spChg chg="mod">
          <ac:chgData name="Margarit Meroyan" userId="630a6349-7c61-463e-804c-816773a1019c" providerId="ADAL" clId="{CBE3CC5F-A8B0-4542-B1CA-B84D45E33A7A}" dt="2023-12-27T10:28:50.381" v="20" actId="1076"/>
          <ac:spMkLst>
            <pc:docMk/>
            <pc:sldMk cId="0" sldId="399"/>
            <ac:spMk id="29715" creationId="{373EE050-1BA2-EA16-8393-D64842B19C8E}"/>
          </ac:spMkLst>
        </pc:spChg>
        <pc:spChg chg="mod">
          <ac:chgData name="Margarit Meroyan" userId="630a6349-7c61-463e-804c-816773a1019c" providerId="ADAL" clId="{CBE3CC5F-A8B0-4542-B1CA-B84D45E33A7A}" dt="2023-12-27T10:28:50.381" v="20" actId="1076"/>
          <ac:spMkLst>
            <pc:docMk/>
            <pc:sldMk cId="0" sldId="399"/>
            <ac:spMk id="29716" creationId="{6645B960-7E2A-D89C-207B-CB5D3C04BC8D}"/>
          </ac:spMkLst>
        </pc:spChg>
        <pc:spChg chg="mod">
          <ac:chgData name="Margarit Meroyan" userId="630a6349-7c61-463e-804c-816773a1019c" providerId="ADAL" clId="{CBE3CC5F-A8B0-4542-B1CA-B84D45E33A7A}" dt="2023-12-27T10:28:50.381" v="20" actId="1076"/>
          <ac:spMkLst>
            <pc:docMk/>
            <pc:sldMk cId="0" sldId="399"/>
            <ac:spMk id="29717" creationId="{ADCA9131-460B-D2F5-C118-87896DE5970A}"/>
          </ac:spMkLst>
        </pc:spChg>
        <pc:spChg chg="mod">
          <ac:chgData name="Margarit Meroyan" userId="630a6349-7c61-463e-804c-816773a1019c" providerId="ADAL" clId="{CBE3CC5F-A8B0-4542-B1CA-B84D45E33A7A}" dt="2023-12-27T10:28:50.381" v="20" actId="1076"/>
          <ac:spMkLst>
            <pc:docMk/>
            <pc:sldMk cId="0" sldId="399"/>
            <ac:spMk id="29718" creationId="{08C08E5D-CD2D-4C41-C250-5A5A498428BB}"/>
          </ac:spMkLst>
        </pc:spChg>
        <pc:spChg chg="mod">
          <ac:chgData name="Margarit Meroyan" userId="630a6349-7c61-463e-804c-816773a1019c" providerId="ADAL" clId="{CBE3CC5F-A8B0-4542-B1CA-B84D45E33A7A}" dt="2023-12-27T10:28:50.381" v="20" actId="1076"/>
          <ac:spMkLst>
            <pc:docMk/>
            <pc:sldMk cId="0" sldId="399"/>
            <ac:spMk id="29719" creationId="{74292D5C-8D56-7BC7-A6F6-A83D4149E540}"/>
          </ac:spMkLst>
        </pc:spChg>
        <pc:spChg chg="mod">
          <ac:chgData name="Margarit Meroyan" userId="630a6349-7c61-463e-804c-816773a1019c" providerId="ADAL" clId="{CBE3CC5F-A8B0-4542-B1CA-B84D45E33A7A}" dt="2023-12-27T10:28:50.381" v="20" actId="1076"/>
          <ac:spMkLst>
            <pc:docMk/>
            <pc:sldMk cId="0" sldId="399"/>
            <ac:spMk id="29720" creationId="{FD234C7D-CFD6-CA56-4B21-535DE2C2B42E}"/>
          </ac:spMkLst>
        </pc:spChg>
        <pc:spChg chg="mod">
          <ac:chgData name="Margarit Meroyan" userId="630a6349-7c61-463e-804c-816773a1019c" providerId="ADAL" clId="{CBE3CC5F-A8B0-4542-B1CA-B84D45E33A7A}" dt="2023-12-27T10:28:50.381" v="20" actId="1076"/>
          <ac:spMkLst>
            <pc:docMk/>
            <pc:sldMk cId="0" sldId="399"/>
            <ac:spMk id="29721" creationId="{A54773B1-3C69-1C71-2FD3-897F2A667483}"/>
          </ac:spMkLst>
        </pc:spChg>
        <pc:spChg chg="mod">
          <ac:chgData name="Margarit Meroyan" userId="630a6349-7c61-463e-804c-816773a1019c" providerId="ADAL" clId="{CBE3CC5F-A8B0-4542-B1CA-B84D45E33A7A}" dt="2023-12-27T10:28:59.457" v="22" actId="207"/>
          <ac:spMkLst>
            <pc:docMk/>
            <pc:sldMk cId="0" sldId="399"/>
            <ac:spMk id="29722" creationId="{8B22ACF5-79A5-801C-31F3-3ADB24326F32}"/>
          </ac:spMkLst>
        </pc:spChg>
        <pc:spChg chg="mod">
          <ac:chgData name="Margarit Meroyan" userId="630a6349-7c61-463e-804c-816773a1019c" providerId="ADAL" clId="{CBE3CC5F-A8B0-4542-B1CA-B84D45E33A7A}" dt="2023-12-27T10:28:50.381" v="20" actId="1076"/>
          <ac:spMkLst>
            <pc:docMk/>
            <pc:sldMk cId="0" sldId="399"/>
            <ac:spMk id="29723" creationId="{B5BBF4F0-BD63-61F2-EEEC-0D406B28228E}"/>
          </ac:spMkLst>
        </pc:spChg>
        <pc:spChg chg="mod">
          <ac:chgData name="Margarit Meroyan" userId="630a6349-7c61-463e-804c-816773a1019c" providerId="ADAL" clId="{CBE3CC5F-A8B0-4542-B1CA-B84D45E33A7A}" dt="2023-12-27T10:29:02.925" v="23" actId="207"/>
          <ac:spMkLst>
            <pc:docMk/>
            <pc:sldMk cId="0" sldId="399"/>
            <ac:spMk id="29724" creationId="{AE765A42-F8AF-3A97-5B8A-77B2AD24A301}"/>
          </ac:spMkLst>
        </pc:spChg>
        <pc:spChg chg="mod">
          <ac:chgData name="Margarit Meroyan" userId="630a6349-7c61-463e-804c-816773a1019c" providerId="ADAL" clId="{CBE3CC5F-A8B0-4542-B1CA-B84D45E33A7A}" dt="2023-12-27T10:29:28.078" v="28" actId="207"/>
          <ac:spMkLst>
            <pc:docMk/>
            <pc:sldMk cId="0" sldId="399"/>
            <ac:spMk id="29725" creationId="{3CEEAC2E-C492-E761-4B66-856A3D949BA8}"/>
          </ac:spMkLst>
        </pc:spChg>
        <pc:spChg chg="mod">
          <ac:chgData name="Margarit Meroyan" userId="630a6349-7c61-463e-804c-816773a1019c" providerId="ADAL" clId="{CBE3CC5F-A8B0-4542-B1CA-B84D45E33A7A}" dt="2023-12-27T10:29:18.974" v="26" actId="207"/>
          <ac:spMkLst>
            <pc:docMk/>
            <pc:sldMk cId="0" sldId="399"/>
            <ac:spMk id="29726" creationId="{9C0B6650-2F41-BE46-0B29-2F4E413CCD42}"/>
          </ac:spMkLst>
        </pc:spChg>
        <pc:spChg chg="mod">
          <ac:chgData name="Margarit Meroyan" userId="630a6349-7c61-463e-804c-816773a1019c" providerId="ADAL" clId="{CBE3CC5F-A8B0-4542-B1CA-B84D45E33A7A}" dt="2023-12-27T10:28:55.576" v="21" actId="207"/>
          <ac:spMkLst>
            <pc:docMk/>
            <pc:sldMk cId="0" sldId="399"/>
            <ac:spMk id="29727" creationId="{1CC71A61-4D2C-6259-D43F-E214465E3EA7}"/>
          </ac:spMkLst>
        </pc:spChg>
        <pc:spChg chg="mod">
          <ac:chgData name="Margarit Meroyan" userId="630a6349-7c61-463e-804c-816773a1019c" providerId="ADAL" clId="{CBE3CC5F-A8B0-4542-B1CA-B84D45E33A7A}" dt="2023-12-27T10:28:50.381" v="20" actId="1076"/>
          <ac:spMkLst>
            <pc:docMk/>
            <pc:sldMk cId="0" sldId="399"/>
            <ac:spMk id="29728" creationId="{0B412140-9EDE-9E45-A255-06C78D94C0BC}"/>
          </ac:spMkLst>
        </pc:spChg>
        <pc:spChg chg="mod">
          <ac:chgData name="Margarit Meroyan" userId="630a6349-7c61-463e-804c-816773a1019c" providerId="ADAL" clId="{CBE3CC5F-A8B0-4542-B1CA-B84D45E33A7A}" dt="2023-12-27T10:28:50.381" v="20" actId="1076"/>
          <ac:spMkLst>
            <pc:docMk/>
            <pc:sldMk cId="0" sldId="399"/>
            <ac:spMk id="29729" creationId="{4BE28685-4682-F522-CB5B-785589331D09}"/>
          </ac:spMkLst>
        </pc:spChg>
        <pc:spChg chg="mod">
          <ac:chgData name="Margarit Meroyan" userId="630a6349-7c61-463e-804c-816773a1019c" providerId="ADAL" clId="{CBE3CC5F-A8B0-4542-B1CA-B84D45E33A7A}" dt="2023-12-27T10:28:50.381" v="20" actId="1076"/>
          <ac:spMkLst>
            <pc:docMk/>
            <pc:sldMk cId="0" sldId="399"/>
            <ac:spMk id="29730" creationId="{DD140A48-64F9-C9CC-3461-B81ACA25AAC1}"/>
          </ac:spMkLst>
        </pc:spChg>
        <pc:spChg chg="mod">
          <ac:chgData name="Margarit Meroyan" userId="630a6349-7c61-463e-804c-816773a1019c" providerId="ADAL" clId="{CBE3CC5F-A8B0-4542-B1CA-B84D45E33A7A}" dt="2023-12-27T10:29:10.306" v="24" actId="207"/>
          <ac:spMkLst>
            <pc:docMk/>
            <pc:sldMk cId="0" sldId="399"/>
            <ac:spMk id="29731" creationId="{8580C53F-1677-583F-C7BD-7B7D1EA2520A}"/>
          </ac:spMkLst>
        </pc:spChg>
        <pc:spChg chg="mod">
          <ac:chgData name="Margarit Meroyan" userId="630a6349-7c61-463e-804c-816773a1019c" providerId="ADAL" clId="{CBE3CC5F-A8B0-4542-B1CA-B84D45E33A7A}" dt="2023-12-27T10:29:13.059" v="25" actId="207"/>
          <ac:spMkLst>
            <pc:docMk/>
            <pc:sldMk cId="0" sldId="399"/>
            <ac:spMk id="29732" creationId="{77CD80CE-AACA-C972-E87B-B896F3CA3DFA}"/>
          </ac:spMkLst>
        </pc:spChg>
        <pc:spChg chg="mod">
          <ac:chgData name="Margarit Meroyan" userId="630a6349-7c61-463e-804c-816773a1019c" providerId="ADAL" clId="{CBE3CC5F-A8B0-4542-B1CA-B84D45E33A7A}" dt="2023-12-27T10:29:10.306" v="24" actId="207"/>
          <ac:spMkLst>
            <pc:docMk/>
            <pc:sldMk cId="0" sldId="399"/>
            <ac:spMk id="29733" creationId="{DC6BBC02-EEFF-CC03-A037-E052EE00049F}"/>
          </ac:spMkLst>
        </pc:spChg>
        <pc:spChg chg="mod">
          <ac:chgData name="Margarit Meroyan" userId="630a6349-7c61-463e-804c-816773a1019c" providerId="ADAL" clId="{CBE3CC5F-A8B0-4542-B1CA-B84D45E33A7A}" dt="2023-12-27T10:29:10.306" v="24" actId="207"/>
          <ac:spMkLst>
            <pc:docMk/>
            <pc:sldMk cId="0" sldId="399"/>
            <ac:spMk id="29734" creationId="{0A2CF520-5B15-3114-B362-C0A9AD58C41C}"/>
          </ac:spMkLst>
        </pc:spChg>
        <pc:spChg chg="mod">
          <ac:chgData name="Margarit Meroyan" userId="630a6349-7c61-463e-804c-816773a1019c" providerId="ADAL" clId="{CBE3CC5F-A8B0-4542-B1CA-B84D45E33A7A}" dt="2023-12-27T10:28:50.381" v="20" actId="1076"/>
          <ac:spMkLst>
            <pc:docMk/>
            <pc:sldMk cId="0" sldId="399"/>
            <ac:spMk id="29735" creationId="{2321F746-7F84-7041-7386-C470F4A2FDB3}"/>
          </ac:spMkLst>
        </pc:spChg>
        <pc:spChg chg="mod">
          <ac:chgData name="Margarit Meroyan" userId="630a6349-7c61-463e-804c-816773a1019c" providerId="ADAL" clId="{CBE3CC5F-A8B0-4542-B1CA-B84D45E33A7A}" dt="2023-12-27T10:28:50.381" v="20" actId="1076"/>
          <ac:spMkLst>
            <pc:docMk/>
            <pc:sldMk cId="0" sldId="399"/>
            <ac:spMk id="29736" creationId="{DE29EC3C-E33E-DF0C-B870-1BFFCBC2C7A1}"/>
          </ac:spMkLst>
        </pc:spChg>
        <pc:spChg chg="mod">
          <ac:chgData name="Margarit Meroyan" userId="630a6349-7c61-463e-804c-816773a1019c" providerId="ADAL" clId="{CBE3CC5F-A8B0-4542-B1CA-B84D45E33A7A}" dt="2023-12-27T10:28:50.381" v="20" actId="1076"/>
          <ac:spMkLst>
            <pc:docMk/>
            <pc:sldMk cId="0" sldId="399"/>
            <ac:spMk id="29737" creationId="{00C5CD9D-2772-44E4-2734-CA41F322EBD3}"/>
          </ac:spMkLst>
        </pc:spChg>
        <pc:spChg chg="mod">
          <ac:chgData name="Margarit Meroyan" userId="630a6349-7c61-463e-804c-816773a1019c" providerId="ADAL" clId="{CBE3CC5F-A8B0-4542-B1CA-B84D45E33A7A}" dt="2023-12-27T10:28:50.381" v="20" actId="1076"/>
          <ac:spMkLst>
            <pc:docMk/>
            <pc:sldMk cId="0" sldId="399"/>
            <ac:spMk id="29738" creationId="{93749614-D7BC-BCDD-F1DA-172414252B2C}"/>
          </ac:spMkLst>
        </pc:spChg>
        <pc:spChg chg="mod">
          <ac:chgData name="Margarit Meroyan" userId="630a6349-7c61-463e-804c-816773a1019c" providerId="ADAL" clId="{CBE3CC5F-A8B0-4542-B1CA-B84D45E33A7A}" dt="2023-12-27T10:29:18.974" v="26" actId="207"/>
          <ac:spMkLst>
            <pc:docMk/>
            <pc:sldMk cId="0" sldId="399"/>
            <ac:spMk id="29739" creationId="{37518B78-3CC9-AA50-BEB5-CC4FFBD216FB}"/>
          </ac:spMkLst>
        </pc:spChg>
        <pc:spChg chg="mod">
          <ac:chgData name="Margarit Meroyan" userId="630a6349-7c61-463e-804c-816773a1019c" providerId="ADAL" clId="{CBE3CC5F-A8B0-4542-B1CA-B84D45E33A7A}" dt="2023-12-27T10:29:43.601" v="30" actId="207"/>
          <ac:spMkLst>
            <pc:docMk/>
            <pc:sldMk cId="0" sldId="399"/>
            <ac:spMk id="29740" creationId="{2DF9D050-875F-F607-E193-155B46EC9DBF}"/>
          </ac:spMkLst>
        </pc:spChg>
        <pc:spChg chg="mod">
          <ac:chgData name="Margarit Meroyan" userId="630a6349-7c61-463e-804c-816773a1019c" providerId="ADAL" clId="{CBE3CC5F-A8B0-4542-B1CA-B84D45E33A7A}" dt="2023-12-27T10:29:32.308" v="29" actId="207"/>
          <ac:spMkLst>
            <pc:docMk/>
            <pc:sldMk cId="0" sldId="399"/>
            <ac:spMk id="29741" creationId="{8BF0EE97-B613-3BA3-FAF5-2E2C5DA2C002}"/>
          </ac:spMkLst>
        </pc:spChg>
        <pc:spChg chg="mod">
          <ac:chgData name="Margarit Meroyan" userId="630a6349-7c61-463e-804c-816773a1019c" providerId="ADAL" clId="{CBE3CC5F-A8B0-4542-B1CA-B84D45E33A7A}" dt="2023-12-27T10:29:32.308" v="29" actId="207"/>
          <ac:spMkLst>
            <pc:docMk/>
            <pc:sldMk cId="0" sldId="399"/>
            <ac:spMk id="29742" creationId="{E7C28E06-33E0-0515-94F9-BE4940EFC343}"/>
          </ac:spMkLst>
        </pc:spChg>
        <pc:spChg chg="mod">
          <ac:chgData name="Margarit Meroyan" userId="630a6349-7c61-463e-804c-816773a1019c" providerId="ADAL" clId="{CBE3CC5F-A8B0-4542-B1CA-B84D45E33A7A}" dt="2023-12-27T10:29:54.390" v="32" actId="207"/>
          <ac:spMkLst>
            <pc:docMk/>
            <pc:sldMk cId="0" sldId="399"/>
            <ac:spMk id="29743" creationId="{61E7974D-7C65-9B58-279A-6933F58FBDBC}"/>
          </ac:spMkLst>
        </pc:spChg>
        <pc:spChg chg="mod">
          <ac:chgData name="Margarit Meroyan" userId="630a6349-7c61-463e-804c-816773a1019c" providerId="ADAL" clId="{CBE3CC5F-A8B0-4542-B1CA-B84D45E33A7A}" dt="2023-12-27T10:29:23.543" v="27" actId="207"/>
          <ac:spMkLst>
            <pc:docMk/>
            <pc:sldMk cId="0" sldId="399"/>
            <ac:spMk id="29744" creationId="{F7A86434-E36A-C254-030E-66271A1F946C}"/>
          </ac:spMkLst>
        </pc:spChg>
        <pc:spChg chg="mod">
          <ac:chgData name="Margarit Meroyan" userId="630a6349-7c61-463e-804c-816773a1019c" providerId="ADAL" clId="{CBE3CC5F-A8B0-4542-B1CA-B84D45E33A7A}" dt="2023-12-27T10:29:32.308" v="29" actId="207"/>
          <ac:spMkLst>
            <pc:docMk/>
            <pc:sldMk cId="0" sldId="399"/>
            <ac:spMk id="29745" creationId="{0E5DAA17-CE3C-1118-275C-C0B97C96F23E}"/>
          </ac:spMkLst>
        </pc:spChg>
        <pc:spChg chg="mod">
          <ac:chgData name="Margarit Meroyan" userId="630a6349-7c61-463e-804c-816773a1019c" providerId="ADAL" clId="{CBE3CC5F-A8B0-4542-B1CA-B84D45E33A7A}" dt="2023-12-27T10:29:50.856" v="31" actId="207"/>
          <ac:spMkLst>
            <pc:docMk/>
            <pc:sldMk cId="0" sldId="399"/>
            <ac:spMk id="29746" creationId="{F5806D16-09EA-B159-83F5-6D831D314BF6}"/>
          </ac:spMkLst>
        </pc:spChg>
        <pc:spChg chg="mod">
          <ac:chgData name="Margarit Meroyan" userId="630a6349-7c61-463e-804c-816773a1019c" providerId="ADAL" clId="{CBE3CC5F-A8B0-4542-B1CA-B84D45E33A7A}" dt="2023-12-27T10:28:50.381" v="20" actId="1076"/>
          <ac:spMkLst>
            <pc:docMk/>
            <pc:sldMk cId="0" sldId="399"/>
            <ac:spMk id="29747" creationId="{0539138A-B371-93C4-D4C0-6B4895B0B3C2}"/>
          </ac:spMkLst>
        </pc:spChg>
        <pc:spChg chg="mod">
          <ac:chgData name="Margarit Meroyan" userId="630a6349-7c61-463e-804c-816773a1019c" providerId="ADAL" clId="{CBE3CC5F-A8B0-4542-B1CA-B84D45E33A7A}" dt="2023-12-27T10:28:50.381" v="20" actId="1076"/>
          <ac:spMkLst>
            <pc:docMk/>
            <pc:sldMk cId="0" sldId="399"/>
            <ac:spMk id="29748" creationId="{7F43EFB7-8C0B-C490-4EF1-BCD6F0A9CAC5}"/>
          </ac:spMkLst>
        </pc:spChg>
        <pc:spChg chg="mod">
          <ac:chgData name="Margarit Meroyan" userId="630a6349-7c61-463e-804c-816773a1019c" providerId="ADAL" clId="{CBE3CC5F-A8B0-4542-B1CA-B84D45E33A7A}" dt="2023-12-27T10:28:50.381" v="20" actId="1076"/>
          <ac:spMkLst>
            <pc:docMk/>
            <pc:sldMk cId="0" sldId="399"/>
            <ac:spMk id="29749" creationId="{20765119-992B-E70C-6E42-DFCE588F934B}"/>
          </ac:spMkLst>
        </pc:spChg>
        <pc:spChg chg="mod">
          <ac:chgData name="Margarit Meroyan" userId="630a6349-7c61-463e-804c-816773a1019c" providerId="ADAL" clId="{CBE3CC5F-A8B0-4542-B1CA-B84D45E33A7A}" dt="2023-12-27T10:28:50.381" v="20" actId="1076"/>
          <ac:spMkLst>
            <pc:docMk/>
            <pc:sldMk cId="0" sldId="399"/>
            <ac:spMk id="29750" creationId="{786E4597-ED5E-6088-ADEF-DE675D38FD6F}"/>
          </ac:spMkLst>
        </pc:spChg>
        <pc:spChg chg="mod">
          <ac:chgData name="Margarit Meroyan" userId="630a6349-7c61-463e-804c-816773a1019c" providerId="ADAL" clId="{CBE3CC5F-A8B0-4542-B1CA-B84D45E33A7A}" dt="2023-12-27T10:28:50.381" v="20" actId="1076"/>
          <ac:spMkLst>
            <pc:docMk/>
            <pc:sldMk cId="0" sldId="399"/>
            <ac:spMk id="29751" creationId="{4A078C0D-D1F3-5FB7-8151-3672F25C8B7A}"/>
          </ac:spMkLst>
        </pc:spChg>
        <pc:spChg chg="mod">
          <ac:chgData name="Margarit Meroyan" userId="630a6349-7c61-463e-804c-816773a1019c" providerId="ADAL" clId="{CBE3CC5F-A8B0-4542-B1CA-B84D45E33A7A}" dt="2023-12-27T10:28:50.381" v="20" actId="1076"/>
          <ac:spMkLst>
            <pc:docMk/>
            <pc:sldMk cId="0" sldId="399"/>
            <ac:spMk id="29752" creationId="{BC8F5792-657E-F147-BF16-114D021E6428}"/>
          </ac:spMkLst>
        </pc:spChg>
        <pc:spChg chg="mod">
          <ac:chgData name="Margarit Meroyan" userId="630a6349-7c61-463e-804c-816773a1019c" providerId="ADAL" clId="{CBE3CC5F-A8B0-4542-B1CA-B84D45E33A7A}" dt="2023-12-27T10:28:50.381" v="20" actId="1076"/>
          <ac:spMkLst>
            <pc:docMk/>
            <pc:sldMk cId="0" sldId="399"/>
            <ac:spMk id="29753" creationId="{157A5960-3484-99A5-8954-6B3377A12CCC}"/>
          </ac:spMkLst>
        </pc:spChg>
        <pc:spChg chg="mod">
          <ac:chgData name="Margarit Meroyan" userId="630a6349-7c61-463e-804c-816773a1019c" providerId="ADAL" clId="{CBE3CC5F-A8B0-4542-B1CA-B84D45E33A7A}" dt="2023-12-27T10:28:50.381" v="20" actId="1076"/>
          <ac:spMkLst>
            <pc:docMk/>
            <pc:sldMk cId="0" sldId="399"/>
            <ac:spMk id="29754" creationId="{E88F52CB-6664-A96E-83CA-2107EB78D354}"/>
          </ac:spMkLst>
        </pc:spChg>
        <pc:spChg chg="mod">
          <ac:chgData name="Margarit Meroyan" userId="630a6349-7c61-463e-804c-816773a1019c" providerId="ADAL" clId="{CBE3CC5F-A8B0-4542-B1CA-B84D45E33A7A}" dt="2023-12-27T10:29:57.203" v="33" actId="207"/>
          <ac:spMkLst>
            <pc:docMk/>
            <pc:sldMk cId="0" sldId="399"/>
            <ac:spMk id="29755" creationId="{57D725D2-D4ED-7F91-B3B1-3D35C452FDA9}"/>
          </ac:spMkLst>
        </pc:spChg>
        <pc:spChg chg="mod">
          <ac:chgData name="Margarit Meroyan" userId="630a6349-7c61-463e-804c-816773a1019c" providerId="ADAL" clId="{CBE3CC5F-A8B0-4542-B1CA-B84D45E33A7A}" dt="2023-12-27T10:30:00.154" v="34" actId="207"/>
          <ac:spMkLst>
            <pc:docMk/>
            <pc:sldMk cId="0" sldId="399"/>
            <ac:spMk id="29756" creationId="{608D03C5-DC0F-188D-0D49-1D94AB87A7B9}"/>
          </ac:spMkLst>
        </pc:spChg>
        <pc:spChg chg="mod">
          <ac:chgData name="Margarit Meroyan" userId="630a6349-7c61-463e-804c-816773a1019c" providerId="ADAL" clId="{CBE3CC5F-A8B0-4542-B1CA-B84D45E33A7A}" dt="2023-12-27T10:28:50.381" v="20" actId="1076"/>
          <ac:spMkLst>
            <pc:docMk/>
            <pc:sldMk cId="0" sldId="399"/>
            <ac:spMk id="29757" creationId="{963FCE16-D6C9-5F21-6C1D-1025DDCA7C58}"/>
          </ac:spMkLst>
        </pc:spChg>
        <pc:spChg chg="mod">
          <ac:chgData name="Margarit Meroyan" userId="630a6349-7c61-463e-804c-816773a1019c" providerId="ADAL" clId="{CBE3CC5F-A8B0-4542-B1CA-B84D45E33A7A}" dt="2023-12-27T10:28:50.381" v="20" actId="1076"/>
          <ac:spMkLst>
            <pc:docMk/>
            <pc:sldMk cId="0" sldId="399"/>
            <ac:spMk id="29758" creationId="{22ED24AF-154B-C85F-1448-4F61BC890CD5}"/>
          </ac:spMkLst>
        </pc:spChg>
        <pc:spChg chg="mod">
          <ac:chgData name="Margarit Meroyan" userId="630a6349-7c61-463e-804c-816773a1019c" providerId="ADAL" clId="{CBE3CC5F-A8B0-4542-B1CA-B84D45E33A7A}" dt="2023-12-27T10:28:50.381" v="20" actId="1076"/>
          <ac:spMkLst>
            <pc:docMk/>
            <pc:sldMk cId="0" sldId="399"/>
            <ac:spMk id="29759" creationId="{220318DA-E140-6743-CBB3-094E8337AED3}"/>
          </ac:spMkLst>
        </pc:spChg>
        <pc:spChg chg="mod">
          <ac:chgData name="Margarit Meroyan" userId="630a6349-7c61-463e-804c-816773a1019c" providerId="ADAL" clId="{CBE3CC5F-A8B0-4542-B1CA-B84D45E33A7A}" dt="2023-12-27T10:28:50.381" v="20" actId="1076"/>
          <ac:spMkLst>
            <pc:docMk/>
            <pc:sldMk cId="0" sldId="399"/>
            <ac:spMk id="29760" creationId="{E12D36D9-4A3A-49D3-1427-4F71761B91E3}"/>
          </ac:spMkLst>
        </pc:spChg>
        <pc:spChg chg="mod">
          <ac:chgData name="Margarit Meroyan" userId="630a6349-7c61-463e-804c-816773a1019c" providerId="ADAL" clId="{CBE3CC5F-A8B0-4542-B1CA-B84D45E33A7A}" dt="2023-12-27T10:28:50.381" v="20" actId="1076"/>
          <ac:spMkLst>
            <pc:docMk/>
            <pc:sldMk cId="0" sldId="399"/>
            <ac:spMk id="29761" creationId="{78B72883-6B62-1819-1123-C94823C51B69}"/>
          </ac:spMkLst>
        </pc:spChg>
        <pc:spChg chg="mod">
          <ac:chgData name="Margarit Meroyan" userId="630a6349-7c61-463e-804c-816773a1019c" providerId="ADAL" clId="{CBE3CC5F-A8B0-4542-B1CA-B84D45E33A7A}" dt="2023-12-27T10:28:50.381" v="20" actId="1076"/>
          <ac:spMkLst>
            <pc:docMk/>
            <pc:sldMk cId="0" sldId="399"/>
            <ac:spMk id="29762" creationId="{C82FE2C7-D60F-D97B-6DB1-6FA5744BBDB9}"/>
          </ac:spMkLst>
        </pc:spChg>
        <pc:grpChg chg="mod">
          <ac:chgData name="Margarit Meroyan" userId="630a6349-7c61-463e-804c-816773a1019c" providerId="ADAL" clId="{CBE3CC5F-A8B0-4542-B1CA-B84D45E33A7A}" dt="2023-12-27T10:28:50.381" v="20" actId="1076"/>
          <ac:grpSpMkLst>
            <pc:docMk/>
            <pc:sldMk cId="0" sldId="399"/>
            <ac:grpSpMk id="29700" creationId="{FBE93B06-3257-E32D-7F7A-7C56843261BC}"/>
          </ac:grpSpMkLst>
        </pc:grpChg>
      </pc:sldChg>
      <pc:sldChg chg="modSp mod">
        <pc:chgData name="Margarit Meroyan" userId="630a6349-7c61-463e-804c-816773a1019c" providerId="ADAL" clId="{CBE3CC5F-A8B0-4542-B1CA-B84D45E33A7A}" dt="2023-12-27T10:30:54.830" v="43" actId="207"/>
        <pc:sldMkLst>
          <pc:docMk/>
          <pc:sldMk cId="0" sldId="422"/>
        </pc:sldMkLst>
        <pc:spChg chg="mod">
          <ac:chgData name="Margarit Meroyan" userId="630a6349-7c61-463e-804c-816773a1019c" providerId="ADAL" clId="{CBE3CC5F-A8B0-4542-B1CA-B84D45E33A7A}" dt="2023-12-27T10:30:07.019" v="35" actId="207"/>
          <ac:spMkLst>
            <pc:docMk/>
            <pc:sldMk cId="0" sldId="422"/>
            <ac:spMk id="30743" creationId="{C00759F8-A2AE-2167-8832-BC2F44722F85}"/>
          </ac:spMkLst>
        </pc:spChg>
        <pc:spChg chg="mod">
          <ac:chgData name="Margarit Meroyan" userId="630a6349-7c61-463e-804c-816773a1019c" providerId="ADAL" clId="{CBE3CC5F-A8B0-4542-B1CA-B84D45E33A7A}" dt="2023-12-27T10:30:21.989" v="37" actId="207"/>
          <ac:spMkLst>
            <pc:docMk/>
            <pc:sldMk cId="0" sldId="422"/>
            <ac:spMk id="30744" creationId="{7F5AA6D2-3AAB-650A-F73B-E8CBF638B0D7}"/>
          </ac:spMkLst>
        </pc:spChg>
        <pc:spChg chg="mod">
          <ac:chgData name="Margarit Meroyan" userId="630a6349-7c61-463e-804c-816773a1019c" providerId="ADAL" clId="{CBE3CC5F-A8B0-4542-B1CA-B84D45E33A7A}" dt="2023-12-27T10:30:21.989" v="37" actId="207"/>
          <ac:spMkLst>
            <pc:docMk/>
            <pc:sldMk cId="0" sldId="422"/>
            <ac:spMk id="30745" creationId="{ABB0E75B-E193-4E4E-D77A-2E23DB6DB136}"/>
          </ac:spMkLst>
        </pc:spChg>
        <pc:spChg chg="mod">
          <ac:chgData name="Margarit Meroyan" userId="630a6349-7c61-463e-804c-816773a1019c" providerId="ADAL" clId="{CBE3CC5F-A8B0-4542-B1CA-B84D45E33A7A}" dt="2023-12-27T10:30:15.924" v="36" actId="207"/>
          <ac:spMkLst>
            <pc:docMk/>
            <pc:sldMk cId="0" sldId="422"/>
            <ac:spMk id="30746" creationId="{D7619C77-F8F9-F35C-9ACE-DFB07FE5ECB2}"/>
          </ac:spMkLst>
        </pc:spChg>
        <pc:spChg chg="mod">
          <ac:chgData name="Margarit Meroyan" userId="630a6349-7c61-463e-804c-816773a1019c" providerId="ADAL" clId="{CBE3CC5F-A8B0-4542-B1CA-B84D45E33A7A}" dt="2023-12-27T10:30:15.924" v="36" actId="207"/>
          <ac:spMkLst>
            <pc:docMk/>
            <pc:sldMk cId="0" sldId="422"/>
            <ac:spMk id="30747" creationId="{1D7BADF9-2F7A-C558-5AB9-893D9C28056F}"/>
          </ac:spMkLst>
        </pc:spChg>
        <pc:spChg chg="mod">
          <ac:chgData name="Margarit Meroyan" userId="630a6349-7c61-463e-804c-816773a1019c" providerId="ADAL" clId="{CBE3CC5F-A8B0-4542-B1CA-B84D45E33A7A}" dt="2023-12-27T10:30:15.924" v="36" actId="207"/>
          <ac:spMkLst>
            <pc:docMk/>
            <pc:sldMk cId="0" sldId="422"/>
            <ac:spMk id="30748" creationId="{72AD7AF7-7C94-709D-743E-AFBA6295DB9B}"/>
          </ac:spMkLst>
        </pc:spChg>
        <pc:spChg chg="mod">
          <ac:chgData name="Margarit Meroyan" userId="630a6349-7c61-463e-804c-816773a1019c" providerId="ADAL" clId="{CBE3CC5F-A8B0-4542-B1CA-B84D45E33A7A}" dt="2023-12-27T10:30:35.617" v="38" actId="207"/>
          <ac:spMkLst>
            <pc:docMk/>
            <pc:sldMk cId="0" sldId="422"/>
            <ac:spMk id="30749" creationId="{40948223-CBD5-4807-3B6F-0C5304C453CB}"/>
          </ac:spMkLst>
        </pc:spChg>
        <pc:spChg chg="mod">
          <ac:chgData name="Margarit Meroyan" userId="630a6349-7c61-463e-804c-816773a1019c" providerId="ADAL" clId="{CBE3CC5F-A8B0-4542-B1CA-B84D45E33A7A}" dt="2023-12-27T10:30:21.989" v="37" actId="207"/>
          <ac:spMkLst>
            <pc:docMk/>
            <pc:sldMk cId="0" sldId="422"/>
            <ac:spMk id="30750" creationId="{9227A8BC-8089-B62F-687F-84F8E8FCD623}"/>
          </ac:spMkLst>
        </pc:spChg>
        <pc:spChg chg="mod">
          <ac:chgData name="Margarit Meroyan" userId="630a6349-7c61-463e-804c-816773a1019c" providerId="ADAL" clId="{CBE3CC5F-A8B0-4542-B1CA-B84D45E33A7A}" dt="2023-12-27T10:30:47.694" v="41" actId="207"/>
          <ac:spMkLst>
            <pc:docMk/>
            <pc:sldMk cId="0" sldId="422"/>
            <ac:spMk id="30751" creationId="{26B2D0ED-9BAC-E3D3-B0ED-8284449B26CE}"/>
          </ac:spMkLst>
        </pc:spChg>
        <pc:spChg chg="mod">
          <ac:chgData name="Margarit Meroyan" userId="630a6349-7c61-463e-804c-816773a1019c" providerId="ADAL" clId="{CBE3CC5F-A8B0-4542-B1CA-B84D45E33A7A}" dt="2023-12-27T10:30:47.694" v="41" actId="207"/>
          <ac:spMkLst>
            <pc:docMk/>
            <pc:sldMk cId="0" sldId="422"/>
            <ac:spMk id="30752" creationId="{B4AD0D3E-4E0E-0C06-492F-B8406F7D5850}"/>
          </ac:spMkLst>
        </pc:spChg>
        <pc:spChg chg="mod">
          <ac:chgData name="Margarit Meroyan" userId="630a6349-7c61-463e-804c-816773a1019c" providerId="ADAL" clId="{CBE3CC5F-A8B0-4542-B1CA-B84D45E33A7A}" dt="2023-12-27T10:30:44.285" v="40" actId="207"/>
          <ac:spMkLst>
            <pc:docMk/>
            <pc:sldMk cId="0" sldId="422"/>
            <ac:spMk id="30753" creationId="{EB2D359D-153B-EA04-86FB-82564E6CD1E4}"/>
          </ac:spMkLst>
        </pc:spChg>
        <pc:spChg chg="mod">
          <ac:chgData name="Margarit Meroyan" userId="630a6349-7c61-463e-804c-816773a1019c" providerId="ADAL" clId="{CBE3CC5F-A8B0-4542-B1CA-B84D45E33A7A}" dt="2023-12-27T10:30:54.830" v="43" actId="207"/>
          <ac:spMkLst>
            <pc:docMk/>
            <pc:sldMk cId="0" sldId="422"/>
            <ac:spMk id="30754" creationId="{D4D166D4-7221-9E45-BC6A-80CE4B1FE583}"/>
          </ac:spMkLst>
        </pc:spChg>
        <pc:spChg chg="mod">
          <ac:chgData name="Margarit Meroyan" userId="630a6349-7c61-463e-804c-816773a1019c" providerId="ADAL" clId="{CBE3CC5F-A8B0-4542-B1CA-B84D45E33A7A}" dt="2023-12-27T10:30:54.830" v="43" actId="207"/>
          <ac:spMkLst>
            <pc:docMk/>
            <pc:sldMk cId="0" sldId="422"/>
            <ac:spMk id="30755" creationId="{1320DF32-383A-8870-04E9-6B442541A16E}"/>
          </ac:spMkLst>
        </pc:spChg>
        <pc:spChg chg="mod">
          <ac:chgData name="Margarit Meroyan" userId="630a6349-7c61-463e-804c-816773a1019c" providerId="ADAL" clId="{CBE3CC5F-A8B0-4542-B1CA-B84D45E33A7A}" dt="2023-12-27T10:30:50.866" v="42" actId="207"/>
          <ac:spMkLst>
            <pc:docMk/>
            <pc:sldMk cId="0" sldId="422"/>
            <ac:spMk id="30756" creationId="{28535F9B-745C-7ADB-DB26-A517B7A2E73A}"/>
          </ac:spMkLst>
        </pc:spChg>
        <pc:spChg chg="mod">
          <ac:chgData name="Margarit Meroyan" userId="630a6349-7c61-463e-804c-816773a1019c" providerId="ADAL" clId="{CBE3CC5F-A8B0-4542-B1CA-B84D45E33A7A}" dt="2023-12-27T10:30:50.866" v="42" actId="207"/>
          <ac:spMkLst>
            <pc:docMk/>
            <pc:sldMk cId="0" sldId="422"/>
            <ac:spMk id="30757" creationId="{49783331-A66E-AEC9-DE31-A48E935BF425}"/>
          </ac:spMkLst>
        </pc:spChg>
        <pc:spChg chg="mod">
          <ac:chgData name="Margarit Meroyan" userId="630a6349-7c61-463e-804c-816773a1019c" providerId="ADAL" clId="{CBE3CC5F-A8B0-4542-B1CA-B84D45E33A7A}" dt="2023-12-27T10:30:50.866" v="42" actId="207"/>
          <ac:spMkLst>
            <pc:docMk/>
            <pc:sldMk cId="0" sldId="422"/>
            <ac:spMk id="30758" creationId="{36355F54-E545-C66E-05C4-324416A2DD00}"/>
          </ac:spMkLst>
        </pc:spChg>
        <pc:spChg chg="mod">
          <ac:chgData name="Margarit Meroyan" userId="630a6349-7c61-463e-804c-816773a1019c" providerId="ADAL" clId="{CBE3CC5F-A8B0-4542-B1CA-B84D45E33A7A}" dt="2023-12-27T10:30:15.924" v="36" actId="207"/>
          <ac:spMkLst>
            <pc:docMk/>
            <pc:sldMk cId="0" sldId="422"/>
            <ac:spMk id="30762" creationId="{12B72CBB-4084-9F64-5887-4531B1B5998E}"/>
          </ac:spMkLst>
        </pc:spChg>
        <pc:spChg chg="mod">
          <ac:chgData name="Margarit Meroyan" userId="630a6349-7c61-463e-804c-816773a1019c" providerId="ADAL" clId="{CBE3CC5F-A8B0-4542-B1CA-B84D45E33A7A}" dt="2023-12-27T10:30:38.562" v="39" actId="207"/>
          <ac:spMkLst>
            <pc:docMk/>
            <pc:sldMk cId="0" sldId="422"/>
            <ac:spMk id="30763" creationId="{ACCB344F-DB95-2194-68E7-27B0301CBC56}"/>
          </ac:spMkLst>
        </pc:spChg>
      </pc:sldChg>
      <pc:sldChg chg="modSp mod">
        <pc:chgData name="Margarit Meroyan" userId="630a6349-7c61-463e-804c-816773a1019c" providerId="ADAL" clId="{CBE3CC5F-A8B0-4542-B1CA-B84D45E33A7A}" dt="2023-12-27T10:36:05.248" v="124" actId="207"/>
        <pc:sldMkLst>
          <pc:docMk/>
          <pc:sldMk cId="0" sldId="458"/>
        </pc:sldMkLst>
        <pc:spChg chg="mod">
          <ac:chgData name="Margarit Meroyan" userId="630a6349-7c61-463e-804c-816773a1019c" providerId="ADAL" clId="{CBE3CC5F-A8B0-4542-B1CA-B84D45E33A7A}" dt="2023-12-27T10:36:03.180" v="123" actId="207"/>
          <ac:spMkLst>
            <pc:docMk/>
            <pc:sldMk cId="0" sldId="458"/>
            <ac:spMk id="1028" creationId="{A0695265-0E4A-4CA8-A995-55D7614BA62C}"/>
          </ac:spMkLst>
        </pc:spChg>
        <pc:spChg chg="mod">
          <ac:chgData name="Margarit Meroyan" userId="630a6349-7c61-463e-804c-816773a1019c" providerId="ADAL" clId="{CBE3CC5F-A8B0-4542-B1CA-B84D45E33A7A}" dt="2023-12-27T10:36:05.248" v="124" actId="207"/>
          <ac:spMkLst>
            <pc:docMk/>
            <pc:sldMk cId="0" sldId="458"/>
            <ac:spMk id="1029" creationId="{AD29B47B-8272-43EF-9CF1-3C605663ED6F}"/>
          </ac:spMkLst>
        </pc:spChg>
      </pc:sldChg>
      <pc:sldChg chg="modSp mod">
        <pc:chgData name="Margarit Meroyan" userId="630a6349-7c61-463e-804c-816773a1019c" providerId="ADAL" clId="{CBE3CC5F-A8B0-4542-B1CA-B84D45E33A7A}" dt="2023-12-27T10:26:46.920" v="8" actId="207"/>
        <pc:sldMkLst>
          <pc:docMk/>
          <pc:sldMk cId="0" sldId="459"/>
        </pc:sldMkLst>
        <pc:spChg chg="mod">
          <ac:chgData name="Margarit Meroyan" userId="630a6349-7c61-463e-804c-816773a1019c" providerId="ADAL" clId="{CBE3CC5F-A8B0-4542-B1CA-B84D45E33A7A}" dt="2023-12-27T10:26:43.178" v="7" actId="207"/>
          <ac:spMkLst>
            <pc:docMk/>
            <pc:sldMk cId="0" sldId="459"/>
            <ac:spMk id="20491" creationId="{AC15DB10-EF1B-35B9-D9CE-EBD8CB30DD1B}"/>
          </ac:spMkLst>
        </pc:spChg>
        <pc:spChg chg="mod">
          <ac:chgData name="Margarit Meroyan" userId="630a6349-7c61-463e-804c-816773a1019c" providerId="ADAL" clId="{CBE3CC5F-A8B0-4542-B1CA-B84D45E33A7A}" dt="2023-12-27T10:26:46.920" v="8" actId="207"/>
          <ac:spMkLst>
            <pc:docMk/>
            <pc:sldMk cId="0" sldId="459"/>
            <ac:spMk id="20533" creationId="{C6F3D2D8-8223-FC5B-A625-2BFB267953C7}"/>
          </ac:spMkLst>
        </pc:spChg>
      </pc:sldChg>
      <pc:sldChg chg="modSp mod">
        <pc:chgData name="Margarit Meroyan" userId="630a6349-7c61-463e-804c-816773a1019c" providerId="ADAL" clId="{CBE3CC5F-A8B0-4542-B1CA-B84D45E33A7A}" dt="2023-12-27T10:35:54.190" v="122" actId="207"/>
        <pc:sldMkLst>
          <pc:docMk/>
          <pc:sldMk cId="0" sldId="461"/>
        </pc:sldMkLst>
        <pc:spChg chg="mod">
          <ac:chgData name="Margarit Meroyan" userId="630a6349-7c61-463e-804c-816773a1019c" providerId="ADAL" clId="{CBE3CC5F-A8B0-4542-B1CA-B84D45E33A7A}" dt="2023-12-27T10:35:40.250" v="117" actId="1076"/>
          <ac:spMkLst>
            <pc:docMk/>
            <pc:sldMk cId="0" sldId="461"/>
            <ac:spMk id="2052" creationId="{CD282A4F-EA0A-42C4-BDAE-479872EAD2DC}"/>
          </ac:spMkLst>
        </pc:spChg>
        <pc:spChg chg="mod">
          <ac:chgData name="Margarit Meroyan" userId="630a6349-7c61-463e-804c-816773a1019c" providerId="ADAL" clId="{CBE3CC5F-A8B0-4542-B1CA-B84D45E33A7A}" dt="2023-12-27T10:35:40.250" v="117" actId="1076"/>
          <ac:spMkLst>
            <pc:docMk/>
            <pc:sldMk cId="0" sldId="461"/>
            <ac:spMk id="2065" creationId="{5EC3582D-5FDF-4419-AA0B-EF8D1C66A5FF}"/>
          </ac:spMkLst>
        </pc:spChg>
        <pc:spChg chg="mod">
          <ac:chgData name="Margarit Meroyan" userId="630a6349-7c61-463e-804c-816773a1019c" providerId="ADAL" clId="{CBE3CC5F-A8B0-4542-B1CA-B84D45E33A7A}" dt="2023-12-27T10:35:40.250" v="117" actId="1076"/>
          <ac:spMkLst>
            <pc:docMk/>
            <pc:sldMk cId="0" sldId="461"/>
            <ac:spMk id="2079" creationId="{FCAB124A-4E64-49FB-AF81-2E376356ABB1}"/>
          </ac:spMkLst>
        </pc:spChg>
        <pc:spChg chg="mod">
          <ac:chgData name="Margarit Meroyan" userId="630a6349-7c61-463e-804c-816773a1019c" providerId="ADAL" clId="{CBE3CC5F-A8B0-4542-B1CA-B84D45E33A7A}" dt="2023-12-27T10:35:40.250" v="117" actId="1076"/>
          <ac:spMkLst>
            <pc:docMk/>
            <pc:sldMk cId="0" sldId="461"/>
            <ac:spMk id="55300" creationId="{E6DEE54B-1C2E-EF76-A699-8D8044E33116}"/>
          </ac:spMkLst>
        </pc:spChg>
        <pc:spChg chg="mod">
          <ac:chgData name="Margarit Meroyan" userId="630a6349-7c61-463e-804c-816773a1019c" providerId="ADAL" clId="{CBE3CC5F-A8B0-4542-B1CA-B84D45E33A7A}" dt="2023-12-27T10:35:40.250" v="117" actId="1076"/>
          <ac:spMkLst>
            <pc:docMk/>
            <pc:sldMk cId="0" sldId="461"/>
            <ac:spMk id="55302" creationId="{9FD25D90-A8A4-CE79-7762-DEA32A2D1E9A}"/>
          </ac:spMkLst>
        </pc:spChg>
        <pc:spChg chg="mod">
          <ac:chgData name="Margarit Meroyan" userId="630a6349-7c61-463e-804c-816773a1019c" providerId="ADAL" clId="{CBE3CC5F-A8B0-4542-B1CA-B84D45E33A7A}" dt="2023-12-27T10:35:40.250" v="117" actId="1076"/>
          <ac:spMkLst>
            <pc:docMk/>
            <pc:sldMk cId="0" sldId="461"/>
            <ac:spMk id="55304" creationId="{454A7428-7B74-A666-EE8F-524DCD43D24C}"/>
          </ac:spMkLst>
        </pc:spChg>
        <pc:spChg chg="mod">
          <ac:chgData name="Margarit Meroyan" userId="630a6349-7c61-463e-804c-816773a1019c" providerId="ADAL" clId="{CBE3CC5F-A8B0-4542-B1CA-B84D45E33A7A}" dt="2023-12-27T10:35:40.250" v="117" actId="1076"/>
          <ac:spMkLst>
            <pc:docMk/>
            <pc:sldMk cId="0" sldId="461"/>
            <ac:spMk id="55305" creationId="{1A4B77DF-00CB-92F5-8B09-454DA371796D}"/>
          </ac:spMkLst>
        </pc:spChg>
        <pc:spChg chg="mod">
          <ac:chgData name="Margarit Meroyan" userId="630a6349-7c61-463e-804c-816773a1019c" providerId="ADAL" clId="{CBE3CC5F-A8B0-4542-B1CA-B84D45E33A7A}" dt="2023-12-27T10:35:40.250" v="117" actId="1076"/>
          <ac:spMkLst>
            <pc:docMk/>
            <pc:sldMk cId="0" sldId="461"/>
            <ac:spMk id="55306" creationId="{D9253962-6E65-E4E1-74B7-F860A5876DFE}"/>
          </ac:spMkLst>
        </pc:spChg>
        <pc:spChg chg="mod">
          <ac:chgData name="Margarit Meroyan" userId="630a6349-7c61-463e-804c-816773a1019c" providerId="ADAL" clId="{CBE3CC5F-A8B0-4542-B1CA-B84D45E33A7A}" dt="2023-12-27T10:35:40.250" v="117" actId="1076"/>
          <ac:spMkLst>
            <pc:docMk/>
            <pc:sldMk cId="0" sldId="461"/>
            <ac:spMk id="55307" creationId="{7EDDC58E-3D7E-CFF5-67CD-A7ED7DF2152B}"/>
          </ac:spMkLst>
        </pc:spChg>
        <pc:spChg chg="mod">
          <ac:chgData name="Margarit Meroyan" userId="630a6349-7c61-463e-804c-816773a1019c" providerId="ADAL" clId="{CBE3CC5F-A8B0-4542-B1CA-B84D45E33A7A}" dt="2023-12-27T10:35:40.250" v="117" actId="1076"/>
          <ac:spMkLst>
            <pc:docMk/>
            <pc:sldMk cId="0" sldId="461"/>
            <ac:spMk id="55308" creationId="{71A0F2E3-5D48-E3BC-6D81-DC6E1EA591B5}"/>
          </ac:spMkLst>
        </pc:spChg>
        <pc:spChg chg="mod">
          <ac:chgData name="Margarit Meroyan" userId="630a6349-7c61-463e-804c-816773a1019c" providerId="ADAL" clId="{CBE3CC5F-A8B0-4542-B1CA-B84D45E33A7A}" dt="2023-12-27T10:35:40.250" v="117" actId="1076"/>
          <ac:spMkLst>
            <pc:docMk/>
            <pc:sldMk cId="0" sldId="461"/>
            <ac:spMk id="55310" creationId="{9085B090-E235-656B-EE2C-661E15F38344}"/>
          </ac:spMkLst>
        </pc:spChg>
        <pc:spChg chg="mod">
          <ac:chgData name="Margarit Meroyan" userId="630a6349-7c61-463e-804c-816773a1019c" providerId="ADAL" clId="{CBE3CC5F-A8B0-4542-B1CA-B84D45E33A7A}" dt="2023-12-27T10:35:40.250" v="117" actId="1076"/>
          <ac:spMkLst>
            <pc:docMk/>
            <pc:sldMk cId="0" sldId="461"/>
            <ac:spMk id="55312" creationId="{DA786027-802A-EFD1-3B8F-645800154558}"/>
          </ac:spMkLst>
        </pc:spChg>
        <pc:spChg chg="mod">
          <ac:chgData name="Margarit Meroyan" userId="630a6349-7c61-463e-804c-816773a1019c" providerId="ADAL" clId="{CBE3CC5F-A8B0-4542-B1CA-B84D45E33A7A}" dt="2023-12-27T10:35:40.250" v="117" actId="1076"/>
          <ac:spMkLst>
            <pc:docMk/>
            <pc:sldMk cId="0" sldId="461"/>
            <ac:spMk id="55313" creationId="{2DFD26D9-61C2-F8B2-FCBF-38C2A8F273D5}"/>
          </ac:spMkLst>
        </pc:spChg>
        <pc:spChg chg="mod">
          <ac:chgData name="Margarit Meroyan" userId="630a6349-7c61-463e-804c-816773a1019c" providerId="ADAL" clId="{CBE3CC5F-A8B0-4542-B1CA-B84D45E33A7A}" dt="2023-12-27T10:35:40.250" v="117" actId="1076"/>
          <ac:spMkLst>
            <pc:docMk/>
            <pc:sldMk cId="0" sldId="461"/>
            <ac:spMk id="55314" creationId="{FDC1FE5A-461A-308C-E3C1-95284DC34867}"/>
          </ac:spMkLst>
        </pc:spChg>
        <pc:spChg chg="mod">
          <ac:chgData name="Margarit Meroyan" userId="630a6349-7c61-463e-804c-816773a1019c" providerId="ADAL" clId="{CBE3CC5F-A8B0-4542-B1CA-B84D45E33A7A}" dt="2023-12-27T10:35:40.250" v="117" actId="1076"/>
          <ac:spMkLst>
            <pc:docMk/>
            <pc:sldMk cId="0" sldId="461"/>
            <ac:spMk id="55315" creationId="{9C311443-4422-4388-9C24-A70B9C99C2B2}"/>
          </ac:spMkLst>
        </pc:spChg>
        <pc:spChg chg="mod">
          <ac:chgData name="Margarit Meroyan" userId="630a6349-7c61-463e-804c-816773a1019c" providerId="ADAL" clId="{CBE3CC5F-A8B0-4542-B1CA-B84D45E33A7A}" dt="2023-12-27T10:35:40.250" v="117" actId="1076"/>
          <ac:spMkLst>
            <pc:docMk/>
            <pc:sldMk cId="0" sldId="461"/>
            <ac:spMk id="55316" creationId="{A5BA5B80-01F5-CC90-5CE0-C3024F83ABF4}"/>
          </ac:spMkLst>
        </pc:spChg>
        <pc:spChg chg="mod">
          <ac:chgData name="Margarit Meroyan" userId="630a6349-7c61-463e-804c-816773a1019c" providerId="ADAL" clId="{CBE3CC5F-A8B0-4542-B1CA-B84D45E33A7A}" dt="2023-12-27T10:35:40.250" v="117" actId="1076"/>
          <ac:spMkLst>
            <pc:docMk/>
            <pc:sldMk cId="0" sldId="461"/>
            <ac:spMk id="55317" creationId="{F3AFCD6D-3CE1-C79D-687B-8EBE8EE591F2}"/>
          </ac:spMkLst>
        </pc:spChg>
        <pc:spChg chg="mod">
          <ac:chgData name="Margarit Meroyan" userId="630a6349-7c61-463e-804c-816773a1019c" providerId="ADAL" clId="{CBE3CC5F-A8B0-4542-B1CA-B84D45E33A7A}" dt="2023-12-27T10:35:40.250" v="117" actId="1076"/>
          <ac:spMkLst>
            <pc:docMk/>
            <pc:sldMk cId="0" sldId="461"/>
            <ac:spMk id="55319" creationId="{19CD36AF-ADAF-2E9A-F414-E6DEFEDAA138}"/>
          </ac:spMkLst>
        </pc:spChg>
        <pc:spChg chg="mod">
          <ac:chgData name="Margarit Meroyan" userId="630a6349-7c61-463e-804c-816773a1019c" providerId="ADAL" clId="{CBE3CC5F-A8B0-4542-B1CA-B84D45E33A7A}" dt="2023-12-27T10:35:40.250" v="117" actId="1076"/>
          <ac:spMkLst>
            <pc:docMk/>
            <pc:sldMk cId="0" sldId="461"/>
            <ac:spMk id="55321" creationId="{4CB81418-7590-EB7C-8BEE-F600EDB825C9}"/>
          </ac:spMkLst>
        </pc:spChg>
        <pc:spChg chg="mod">
          <ac:chgData name="Margarit Meroyan" userId="630a6349-7c61-463e-804c-816773a1019c" providerId="ADAL" clId="{CBE3CC5F-A8B0-4542-B1CA-B84D45E33A7A}" dt="2023-12-27T10:35:40.250" v="117" actId="1076"/>
          <ac:spMkLst>
            <pc:docMk/>
            <pc:sldMk cId="0" sldId="461"/>
            <ac:spMk id="55322" creationId="{3C8AB7F9-7678-CAA5-9E11-43F740990655}"/>
          </ac:spMkLst>
        </pc:spChg>
        <pc:spChg chg="mod">
          <ac:chgData name="Margarit Meroyan" userId="630a6349-7c61-463e-804c-816773a1019c" providerId="ADAL" clId="{CBE3CC5F-A8B0-4542-B1CA-B84D45E33A7A}" dt="2023-12-27T10:35:40.250" v="117" actId="1076"/>
          <ac:spMkLst>
            <pc:docMk/>
            <pc:sldMk cId="0" sldId="461"/>
            <ac:spMk id="55323" creationId="{C29DBFB7-9958-8F20-9F92-A1E267D28288}"/>
          </ac:spMkLst>
        </pc:spChg>
        <pc:spChg chg="mod">
          <ac:chgData name="Margarit Meroyan" userId="630a6349-7c61-463e-804c-816773a1019c" providerId="ADAL" clId="{CBE3CC5F-A8B0-4542-B1CA-B84D45E33A7A}" dt="2023-12-27T10:35:40.250" v="117" actId="1076"/>
          <ac:spMkLst>
            <pc:docMk/>
            <pc:sldMk cId="0" sldId="461"/>
            <ac:spMk id="55324" creationId="{C665A720-A4C5-64FE-0707-7980780AE265}"/>
          </ac:spMkLst>
        </pc:spChg>
        <pc:spChg chg="mod">
          <ac:chgData name="Margarit Meroyan" userId="630a6349-7c61-463e-804c-816773a1019c" providerId="ADAL" clId="{CBE3CC5F-A8B0-4542-B1CA-B84D45E33A7A}" dt="2023-12-27T10:35:40.250" v="117" actId="1076"/>
          <ac:spMkLst>
            <pc:docMk/>
            <pc:sldMk cId="0" sldId="461"/>
            <ac:spMk id="55325" creationId="{24686485-0B49-BC83-1541-6DD1E8DC9A4E}"/>
          </ac:spMkLst>
        </pc:spChg>
        <pc:spChg chg="mod">
          <ac:chgData name="Margarit Meroyan" userId="630a6349-7c61-463e-804c-816773a1019c" providerId="ADAL" clId="{CBE3CC5F-A8B0-4542-B1CA-B84D45E33A7A}" dt="2023-12-27T10:35:40.250" v="117" actId="1076"/>
          <ac:spMkLst>
            <pc:docMk/>
            <pc:sldMk cId="0" sldId="461"/>
            <ac:spMk id="55326" creationId="{D2807EEE-559E-294B-4B2B-1F2549127984}"/>
          </ac:spMkLst>
        </pc:spChg>
        <pc:spChg chg="mod">
          <ac:chgData name="Margarit Meroyan" userId="630a6349-7c61-463e-804c-816773a1019c" providerId="ADAL" clId="{CBE3CC5F-A8B0-4542-B1CA-B84D45E33A7A}" dt="2023-12-27T10:35:40.250" v="117" actId="1076"/>
          <ac:spMkLst>
            <pc:docMk/>
            <pc:sldMk cId="0" sldId="461"/>
            <ac:spMk id="55327" creationId="{5901AF2A-CF96-2F98-DDBE-EE68955CE2D3}"/>
          </ac:spMkLst>
        </pc:spChg>
        <pc:spChg chg="mod">
          <ac:chgData name="Margarit Meroyan" userId="630a6349-7c61-463e-804c-816773a1019c" providerId="ADAL" clId="{CBE3CC5F-A8B0-4542-B1CA-B84D45E33A7A}" dt="2023-12-27T10:35:40.250" v="117" actId="1076"/>
          <ac:spMkLst>
            <pc:docMk/>
            <pc:sldMk cId="0" sldId="461"/>
            <ac:spMk id="55328" creationId="{994E28B0-D45D-CD63-D6B9-83FE1F7B2EE9}"/>
          </ac:spMkLst>
        </pc:spChg>
        <pc:spChg chg="mod">
          <ac:chgData name="Margarit Meroyan" userId="630a6349-7c61-463e-804c-816773a1019c" providerId="ADAL" clId="{CBE3CC5F-A8B0-4542-B1CA-B84D45E33A7A}" dt="2023-12-27T10:35:40.250" v="117" actId="1076"/>
          <ac:spMkLst>
            <pc:docMk/>
            <pc:sldMk cId="0" sldId="461"/>
            <ac:spMk id="55329" creationId="{A212CB84-B694-5AE3-9A09-11F6F94D64CD}"/>
          </ac:spMkLst>
        </pc:spChg>
        <pc:spChg chg="mod">
          <ac:chgData name="Margarit Meroyan" userId="630a6349-7c61-463e-804c-816773a1019c" providerId="ADAL" clId="{CBE3CC5F-A8B0-4542-B1CA-B84D45E33A7A}" dt="2023-12-27T10:35:40.250" v="117" actId="1076"/>
          <ac:spMkLst>
            <pc:docMk/>
            <pc:sldMk cId="0" sldId="461"/>
            <ac:spMk id="55330" creationId="{C2D14CC0-C2F0-03E4-CDBB-DF15DD6EA4CC}"/>
          </ac:spMkLst>
        </pc:spChg>
        <pc:spChg chg="mod">
          <ac:chgData name="Margarit Meroyan" userId="630a6349-7c61-463e-804c-816773a1019c" providerId="ADAL" clId="{CBE3CC5F-A8B0-4542-B1CA-B84D45E33A7A}" dt="2023-12-27T10:35:40.250" v="117" actId="1076"/>
          <ac:spMkLst>
            <pc:docMk/>
            <pc:sldMk cId="0" sldId="461"/>
            <ac:spMk id="55331" creationId="{8FBEB52C-D147-9176-CB7B-0E787537A170}"/>
          </ac:spMkLst>
        </pc:spChg>
        <pc:spChg chg="mod">
          <ac:chgData name="Margarit Meroyan" userId="630a6349-7c61-463e-804c-816773a1019c" providerId="ADAL" clId="{CBE3CC5F-A8B0-4542-B1CA-B84D45E33A7A}" dt="2023-12-27T10:35:40.250" v="117" actId="1076"/>
          <ac:spMkLst>
            <pc:docMk/>
            <pc:sldMk cId="0" sldId="461"/>
            <ac:spMk id="55332" creationId="{0CD0C8D7-EB15-0B8F-EA0C-6039361C3783}"/>
          </ac:spMkLst>
        </pc:spChg>
        <pc:spChg chg="mod">
          <ac:chgData name="Margarit Meroyan" userId="630a6349-7c61-463e-804c-816773a1019c" providerId="ADAL" clId="{CBE3CC5F-A8B0-4542-B1CA-B84D45E33A7A}" dt="2023-12-27T10:35:40.250" v="117" actId="1076"/>
          <ac:spMkLst>
            <pc:docMk/>
            <pc:sldMk cId="0" sldId="461"/>
            <ac:spMk id="55333" creationId="{A3F815E7-CB09-B66D-668F-127FF8C2D36F}"/>
          </ac:spMkLst>
        </pc:spChg>
        <pc:spChg chg="mod">
          <ac:chgData name="Margarit Meroyan" userId="630a6349-7c61-463e-804c-816773a1019c" providerId="ADAL" clId="{CBE3CC5F-A8B0-4542-B1CA-B84D45E33A7A}" dt="2023-12-27T10:35:40.250" v="117" actId="1076"/>
          <ac:spMkLst>
            <pc:docMk/>
            <pc:sldMk cId="0" sldId="461"/>
            <ac:spMk id="55334" creationId="{8F8BE923-E4CF-F6F9-E077-9361A4C2894E}"/>
          </ac:spMkLst>
        </pc:spChg>
        <pc:spChg chg="mod">
          <ac:chgData name="Margarit Meroyan" userId="630a6349-7c61-463e-804c-816773a1019c" providerId="ADAL" clId="{CBE3CC5F-A8B0-4542-B1CA-B84D45E33A7A}" dt="2023-12-27T10:35:42.454" v="118" actId="207"/>
          <ac:spMkLst>
            <pc:docMk/>
            <pc:sldMk cId="0" sldId="461"/>
            <ac:spMk id="55335" creationId="{A2FC211D-C67C-FA95-556B-6EFA84F07D1E}"/>
          </ac:spMkLst>
        </pc:spChg>
        <pc:spChg chg="mod">
          <ac:chgData name="Margarit Meroyan" userId="630a6349-7c61-463e-804c-816773a1019c" providerId="ADAL" clId="{CBE3CC5F-A8B0-4542-B1CA-B84D45E33A7A}" dt="2023-12-27T10:35:44.733" v="119" actId="207"/>
          <ac:spMkLst>
            <pc:docMk/>
            <pc:sldMk cId="0" sldId="461"/>
            <ac:spMk id="55336" creationId="{0EEE5D79-7727-BE0B-D845-E6D4FF15DDC8}"/>
          </ac:spMkLst>
        </pc:spChg>
        <pc:spChg chg="mod">
          <ac:chgData name="Margarit Meroyan" userId="630a6349-7c61-463e-804c-816773a1019c" providerId="ADAL" clId="{CBE3CC5F-A8B0-4542-B1CA-B84D45E33A7A}" dt="2023-12-27T10:35:54.190" v="122" actId="207"/>
          <ac:spMkLst>
            <pc:docMk/>
            <pc:sldMk cId="0" sldId="461"/>
            <ac:spMk id="55337" creationId="{0F90ED1D-5B86-5C2E-5D49-86D97CE3CB13}"/>
          </ac:spMkLst>
        </pc:spChg>
        <pc:spChg chg="mod">
          <ac:chgData name="Margarit Meroyan" userId="630a6349-7c61-463e-804c-816773a1019c" providerId="ADAL" clId="{CBE3CC5F-A8B0-4542-B1CA-B84D45E33A7A}" dt="2023-12-27T10:35:51.216" v="121" actId="207"/>
          <ac:spMkLst>
            <pc:docMk/>
            <pc:sldMk cId="0" sldId="461"/>
            <ac:spMk id="55338" creationId="{C7782F19-CA7A-058B-F957-35D3EF019452}"/>
          </ac:spMkLst>
        </pc:spChg>
        <pc:spChg chg="mod">
          <ac:chgData name="Margarit Meroyan" userId="630a6349-7c61-463e-804c-816773a1019c" providerId="ADAL" clId="{CBE3CC5F-A8B0-4542-B1CA-B84D45E33A7A}" dt="2023-12-27T10:35:47.727" v="120" actId="207"/>
          <ac:spMkLst>
            <pc:docMk/>
            <pc:sldMk cId="0" sldId="461"/>
            <ac:spMk id="55339" creationId="{92FEAB15-C893-D123-3E51-708928528A78}"/>
          </ac:spMkLst>
        </pc:spChg>
        <pc:spChg chg="mod">
          <ac:chgData name="Margarit Meroyan" userId="630a6349-7c61-463e-804c-816773a1019c" providerId="ADAL" clId="{CBE3CC5F-A8B0-4542-B1CA-B84D45E33A7A}" dt="2023-12-27T10:35:40.250" v="117" actId="1076"/>
          <ac:spMkLst>
            <pc:docMk/>
            <pc:sldMk cId="0" sldId="461"/>
            <ac:spMk id="55340" creationId="{97399918-AA00-6BC1-6DE3-E7809BFDF7A5}"/>
          </ac:spMkLst>
        </pc:spChg>
        <pc:spChg chg="mod">
          <ac:chgData name="Margarit Meroyan" userId="630a6349-7c61-463e-804c-816773a1019c" providerId="ADAL" clId="{CBE3CC5F-A8B0-4542-B1CA-B84D45E33A7A}" dt="2023-12-27T10:35:40.250" v="117" actId="1076"/>
          <ac:spMkLst>
            <pc:docMk/>
            <pc:sldMk cId="0" sldId="461"/>
            <ac:spMk id="55341" creationId="{F288753B-D815-51F7-3C97-2273373E3940}"/>
          </ac:spMkLst>
        </pc:spChg>
        <pc:spChg chg="mod">
          <ac:chgData name="Margarit Meroyan" userId="630a6349-7c61-463e-804c-816773a1019c" providerId="ADAL" clId="{CBE3CC5F-A8B0-4542-B1CA-B84D45E33A7A}" dt="2023-12-27T10:35:40.250" v="117" actId="1076"/>
          <ac:spMkLst>
            <pc:docMk/>
            <pc:sldMk cId="0" sldId="461"/>
            <ac:spMk id="55342" creationId="{C1A0C692-D6E1-3574-1427-E4FAAF80502E}"/>
          </ac:spMkLst>
        </pc:spChg>
        <pc:spChg chg="mod">
          <ac:chgData name="Margarit Meroyan" userId="630a6349-7c61-463e-804c-816773a1019c" providerId="ADAL" clId="{CBE3CC5F-A8B0-4542-B1CA-B84D45E33A7A}" dt="2023-12-27T10:35:40.250" v="117" actId="1076"/>
          <ac:spMkLst>
            <pc:docMk/>
            <pc:sldMk cId="0" sldId="461"/>
            <ac:spMk id="55343" creationId="{C17866DB-4991-4817-4F03-D07CE07CD419}"/>
          </ac:spMkLst>
        </pc:spChg>
        <pc:spChg chg="mod">
          <ac:chgData name="Margarit Meroyan" userId="630a6349-7c61-463e-804c-816773a1019c" providerId="ADAL" clId="{CBE3CC5F-A8B0-4542-B1CA-B84D45E33A7A}" dt="2023-12-27T10:35:40.250" v="117" actId="1076"/>
          <ac:spMkLst>
            <pc:docMk/>
            <pc:sldMk cId="0" sldId="461"/>
            <ac:spMk id="55344" creationId="{276392E5-08BD-5925-81EC-ED4FA7454941}"/>
          </ac:spMkLst>
        </pc:spChg>
        <pc:spChg chg="mod">
          <ac:chgData name="Margarit Meroyan" userId="630a6349-7c61-463e-804c-816773a1019c" providerId="ADAL" clId="{CBE3CC5F-A8B0-4542-B1CA-B84D45E33A7A}" dt="2023-12-27T10:35:40.250" v="117" actId="1076"/>
          <ac:spMkLst>
            <pc:docMk/>
            <pc:sldMk cId="0" sldId="461"/>
            <ac:spMk id="55345" creationId="{50FD781A-9635-906D-1AFA-A3CD4FD4AD88}"/>
          </ac:spMkLst>
        </pc:spChg>
        <pc:spChg chg="mod">
          <ac:chgData name="Margarit Meroyan" userId="630a6349-7c61-463e-804c-816773a1019c" providerId="ADAL" clId="{CBE3CC5F-A8B0-4542-B1CA-B84D45E33A7A}" dt="2023-12-27T10:35:40.250" v="117" actId="1076"/>
          <ac:spMkLst>
            <pc:docMk/>
            <pc:sldMk cId="0" sldId="461"/>
            <ac:spMk id="55346" creationId="{AB65EAD0-B81D-AF4B-E39C-18EC4FBC47AE}"/>
          </ac:spMkLst>
        </pc:spChg>
        <pc:spChg chg="mod">
          <ac:chgData name="Margarit Meroyan" userId="630a6349-7c61-463e-804c-816773a1019c" providerId="ADAL" clId="{CBE3CC5F-A8B0-4542-B1CA-B84D45E33A7A}" dt="2023-12-27T10:35:40.250" v="117" actId="1076"/>
          <ac:spMkLst>
            <pc:docMk/>
            <pc:sldMk cId="0" sldId="461"/>
            <ac:spMk id="55347" creationId="{332A8257-39A6-FE1D-35D3-9B196CF6A4AD}"/>
          </ac:spMkLst>
        </pc:spChg>
        <pc:spChg chg="mod">
          <ac:chgData name="Margarit Meroyan" userId="630a6349-7c61-463e-804c-816773a1019c" providerId="ADAL" clId="{CBE3CC5F-A8B0-4542-B1CA-B84D45E33A7A}" dt="2023-12-27T10:35:40.250" v="117" actId="1076"/>
          <ac:spMkLst>
            <pc:docMk/>
            <pc:sldMk cId="0" sldId="461"/>
            <ac:spMk id="55348" creationId="{F40450B6-9091-B15F-0CC6-8742234D0A15}"/>
          </ac:spMkLst>
        </pc:spChg>
        <pc:spChg chg="mod">
          <ac:chgData name="Margarit Meroyan" userId="630a6349-7c61-463e-804c-816773a1019c" providerId="ADAL" clId="{CBE3CC5F-A8B0-4542-B1CA-B84D45E33A7A}" dt="2023-12-27T10:35:40.250" v="117" actId="1076"/>
          <ac:spMkLst>
            <pc:docMk/>
            <pc:sldMk cId="0" sldId="461"/>
            <ac:spMk id="55349" creationId="{3670B246-A2DA-4333-FF5E-0349CCC1D90A}"/>
          </ac:spMkLst>
        </pc:spChg>
        <pc:spChg chg="mod">
          <ac:chgData name="Margarit Meroyan" userId="630a6349-7c61-463e-804c-816773a1019c" providerId="ADAL" clId="{CBE3CC5F-A8B0-4542-B1CA-B84D45E33A7A}" dt="2023-12-27T10:35:40.250" v="117" actId="1076"/>
          <ac:spMkLst>
            <pc:docMk/>
            <pc:sldMk cId="0" sldId="461"/>
            <ac:spMk id="55350" creationId="{9B4D8108-4790-BB1C-735E-3DCB48674582}"/>
          </ac:spMkLst>
        </pc:spChg>
        <pc:spChg chg="mod">
          <ac:chgData name="Margarit Meroyan" userId="630a6349-7c61-463e-804c-816773a1019c" providerId="ADAL" clId="{CBE3CC5F-A8B0-4542-B1CA-B84D45E33A7A}" dt="2023-12-27T10:35:40.250" v="117" actId="1076"/>
          <ac:spMkLst>
            <pc:docMk/>
            <pc:sldMk cId="0" sldId="461"/>
            <ac:spMk id="55351" creationId="{09FC3ABE-EED7-7D33-FA1A-1D72301D1FC0}"/>
          </ac:spMkLst>
        </pc:spChg>
        <pc:spChg chg="mod">
          <ac:chgData name="Margarit Meroyan" userId="630a6349-7c61-463e-804c-816773a1019c" providerId="ADAL" clId="{CBE3CC5F-A8B0-4542-B1CA-B84D45E33A7A}" dt="2023-12-27T10:35:40.250" v="117" actId="1076"/>
          <ac:spMkLst>
            <pc:docMk/>
            <pc:sldMk cId="0" sldId="461"/>
            <ac:spMk id="55352" creationId="{7080D301-0A8E-3F08-AD8E-4EEFE38A817A}"/>
          </ac:spMkLst>
        </pc:spChg>
        <pc:spChg chg="mod">
          <ac:chgData name="Margarit Meroyan" userId="630a6349-7c61-463e-804c-816773a1019c" providerId="ADAL" clId="{CBE3CC5F-A8B0-4542-B1CA-B84D45E33A7A}" dt="2023-12-27T10:35:40.250" v="117" actId="1076"/>
          <ac:spMkLst>
            <pc:docMk/>
            <pc:sldMk cId="0" sldId="461"/>
            <ac:spMk id="55353" creationId="{D85B892E-B31B-9341-B203-31DAA2D2D47B}"/>
          </ac:spMkLst>
        </pc:spChg>
        <pc:spChg chg="mod">
          <ac:chgData name="Margarit Meroyan" userId="630a6349-7c61-463e-804c-816773a1019c" providerId="ADAL" clId="{CBE3CC5F-A8B0-4542-B1CA-B84D45E33A7A}" dt="2023-12-27T10:35:40.250" v="117" actId="1076"/>
          <ac:spMkLst>
            <pc:docMk/>
            <pc:sldMk cId="0" sldId="461"/>
            <ac:spMk id="55354" creationId="{4A3CD8FE-9FFC-3EC7-8A5E-A5A6879AA124}"/>
          </ac:spMkLst>
        </pc:spChg>
        <pc:spChg chg="mod">
          <ac:chgData name="Margarit Meroyan" userId="630a6349-7c61-463e-804c-816773a1019c" providerId="ADAL" clId="{CBE3CC5F-A8B0-4542-B1CA-B84D45E33A7A}" dt="2023-12-27T10:35:40.250" v="117" actId="1076"/>
          <ac:spMkLst>
            <pc:docMk/>
            <pc:sldMk cId="0" sldId="461"/>
            <ac:spMk id="55355" creationId="{5AC05416-F1B7-3A83-12F0-CA397ECA2E91}"/>
          </ac:spMkLst>
        </pc:spChg>
        <pc:spChg chg="mod">
          <ac:chgData name="Margarit Meroyan" userId="630a6349-7c61-463e-804c-816773a1019c" providerId="ADAL" clId="{CBE3CC5F-A8B0-4542-B1CA-B84D45E33A7A}" dt="2023-12-27T10:35:40.250" v="117" actId="1076"/>
          <ac:spMkLst>
            <pc:docMk/>
            <pc:sldMk cId="0" sldId="461"/>
            <ac:spMk id="55356" creationId="{5B58B021-F0CA-F7BC-252C-CEB8347E0C3B}"/>
          </ac:spMkLst>
        </pc:spChg>
        <pc:spChg chg="mod">
          <ac:chgData name="Margarit Meroyan" userId="630a6349-7c61-463e-804c-816773a1019c" providerId="ADAL" clId="{CBE3CC5F-A8B0-4542-B1CA-B84D45E33A7A}" dt="2023-12-27T10:35:40.250" v="117" actId="1076"/>
          <ac:spMkLst>
            <pc:docMk/>
            <pc:sldMk cId="0" sldId="461"/>
            <ac:spMk id="55357" creationId="{0F157CD2-5AC8-4D6C-8201-A29DDDC8C108}"/>
          </ac:spMkLst>
        </pc:spChg>
        <pc:spChg chg="mod">
          <ac:chgData name="Margarit Meroyan" userId="630a6349-7c61-463e-804c-816773a1019c" providerId="ADAL" clId="{CBE3CC5F-A8B0-4542-B1CA-B84D45E33A7A}" dt="2023-12-27T10:35:40.250" v="117" actId="1076"/>
          <ac:spMkLst>
            <pc:docMk/>
            <pc:sldMk cId="0" sldId="461"/>
            <ac:spMk id="55358" creationId="{E3457AC2-32C9-1313-E221-0999D70110C6}"/>
          </ac:spMkLst>
        </pc:spChg>
        <pc:spChg chg="mod">
          <ac:chgData name="Margarit Meroyan" userId="630a6349-7c61-463e-804c-816773a1019c" providerId="ADAL" clId="{CBE3CC5F-A8B0-4542-B1CA-B84D45E33A7A}" dt="2023-12-27T10:35:40.250" v="117" actId="1076"/>
          <ac:spMkLst>
            <pc:docMk/>
            <pc:sldMk cId="0" sldId="461"/>
            <ac:spMk id="55359" creationId="{97700AA1-E5E5-3FB6-3AC6-9AC93D8DDD06}"/>
          </ac:spMkLst>
        </pc:spChg>
        <pc:spChg chg="mod">
          <ac:chgData name="Margarit Meroyan" userId="630a6349-7c61-463e-804c-816773a1019c" providerId="ADAL" clId="{CBE3CC5F-A8B0-4542-B1CA-B84D45E33A7A}" dt="2023-12-27T10:35:40.250" v="117" actId="1076"/>
          <ac:spMkLst>
            <pc:docMk/>
            <pc:sldMk cId="0" sldId="461"/>
            <ac:spMk id="55360" creationId="{EDA0DFB7-E5DA-F782-A7FF-E9B20071241F}"/>
          </ac:spMkLst>
        </pc:spChg>
        <pc:spChg chg="mod">
          <ac:chgData name="Margarit Meroyan" userId="630a6349-7c61-463e-804c-816773a1019c" providerId="ADAL" clId="{CBE3CC5F-A8B0-4542-B1CA-B84D45E33A7A}" dt="2023-12-27T10:35:40.250" v="117" actId="1076"/>
          <ac:spMkLst>
            <pc:docMk/>
            <pc:sldMk cId="0" sldId="461"/>
            <ac:spMk id="55361" creationId="{C988EE24-97F4-0D3C-E0B9-E2621F9B4FFD}"/>
          </ac:spMkLst>
        </pc:spChg>
        <pc:spChg chg="mod">
          <ac:chgData name="Margarit Meroyan" userId="630a6349-7c61-463e-804c-816773a1019c" providerId="ADAL" clId="{CBE3CC5F-A8B0-4542-B1CA-B84D45E33A7A}" dt="2023-12-27T10:35:40.250" v="117" actId="1076"/>
          <ac:spMkLst>
            <pc:docMk/>
            <pc:sldMk cId="0" sldId="461"/>
            <ac:spMk id="55362" creationId="{FF43397A-31BD-3011-BA29-2F8BA2358C4A}"/>
          </ac:spMkLst>
        </pc:spChg>
        <pc:spChg chg="mod">
          <ac:chgData name="Margarit Meroyan" userId="630a6349-7c61-463e-804c-816773a1019c" providerId="ADAL" clId="{CBE3CC5F-A8B0-4542-B1CA-B84D45E33A7A}" dt="2023-12-27T10:35:40.250" v="117" actId="1076"/>
          <ac:spMkLst>
            <pc:docMk/>
            <pc:sldMk cId="0" sldId="461"/>
            <ac:spMk id="55363" creationId="{A4ABDC6D-7B81-642E-A562-4005E4039EF8}"/>
          </ac:spMkLst>
        </pc:spChg>
        <pc:spChg chg="mod">
          <ac:chgData name="Margarit Meroyan" userId="630a6349-7c61-463e-804c-816773a1019c" providerId="ADAL" clId="{CBE3CC5F-A8B0-4542-B1CA-B84D45E33A7A}" dt="2023-12-27T10:35:40.250" v="117" actId="1076"/>
          <ac:spMkLst>
            <pc:docMk/>
            <pc:sldMk cId="0" sldId="461"/>
            <ac:spMk id="55364" creationId="{46319269-4640-C161-0920-DA1F2DF39B21}"/>
          </ac:spMkLst>
        </pc:spChg>
        <pc:spChg chg="mod">
          <ac:chgData name="Margarit Meroyan" userId="630a6349-7c61-463e-804c-816773a1019c" providerId="ADAL" clId="{CBE3CC5F-A8B0-4542-B1CA-B84D45E33A7A}" dt="2023-12-27T10:35:40.250" v="117" actId="1076"/>
          <ac:spMkLst>
            <pc:docMk/>
            <pc:sldMk cId="0" sldId="461"/>
            <ac:spMk id="55365" creationId="{B646414A-B2D8-422E-273B-79AE22BAA823}"/>
          </ac:spMkLst>
        </pc:spChg>
        <pc:spChg chg="mod">
          <ac:chgData name="Margarit Meroyan" userId="630a6349-7c61-463e-804c-816773a1019c" providerId="ADAL" clId="{CBE3CC5F-A8B0-4542-B1CA-B84D45E33A7A}" dt="2023-12-27T10:35:40.250" v="117" actId="1076"/>
          <ac:spMkLst>
            <pc:docMk/>
            <pc:sldMk cId="0" sldId="461"/>
            <ac:spMk id="55366" creationId="{DA3C34A1-B0F2-0AA2-A0BC-F3ED6E9F1534}"/>
          </ac:spMkLst>
        </pc:spChg>
        <pc:spChg chg="mod">
          <ac:chgData name="Margarit Meroyan" userId="630a6349-7c61-463e-804c-816773a1019c" providerId="ADAL" clId="{CBE3CC5F-A8B0-4542-B1CA-B84D45E33A7A}" dt="2023-12-27T10:35:40.250" v="117" actId="1076"/>
          <ac:spMkLst>
            <pc:docMk/>
            <pc:sldMk cId="0" sldId="461"/>
            <ac:spMk id="55367" creationId="{4311AE7B-D4CD-AAC8-E8D4-E8D3AE422B26}"/>
          </ac:spMkLst>
        </pc:spChg>
        <pc:spChg chg="mod">
          <ac:chgData name="Margarit Meroyan" userId="630a6349-7c61-463e-804c-816773a1019c" providerId="ADAL" clId="{CBE3CC5F-A8B0-4542-B1CA-B84D45E33A7A}" dt="2023-12-27T10:35:40.250" v="117" actId="1076"/>
          <ac:spMkLst>
            <pc:docMk/>
            <pc:sldMk cId="0" sldId="461"/>
            <ac:spMk id="55368" creationId="{03889A49-BF72-3EF8-DAB4-25606CD61C5F}"/>
          </ac:spMkLst>
        </pc:spChg>
        <pc:spChg chg="mod">
          <ac:chgData name="Margarit Meroyan" userId="630a6349-7c61-463e-804c-816773a1019c" providerId="ADAL" clId="{CBE3CC5F-A8B0-4542-B1CA-B84D45E33A7A}" dt="2023-12-27T10:35:40.250" v="117" actId="1076"/>
          <ac:spMkLst>
            <pc:docMk/>
            <pc:sldMk cId="0" sldId="461"/>
            <ac:spMk id="55369" creationId="{37E1A692-434B-291F-B0D9-3AF026D70C19}"/>
          </ac:spMkLst>
        </pc:spChg>
        <pc:spChg chg="mod">
          <ac:chgData name="Margarit Meroyan" userId="630a6349-7c61-463e-804c-816773a1019c" providerId="ADAL" clId="{CBE3CC5F-A8B0-4542-B1CA-B84D45E33A7A}" dt="2023-12-27T10:35:40.250" v="117" actId="1076"/>
          <ac:spMkLst>
            <pc:docMk/>
            <pc:sldMk cId="0" sldId="461"/>
            <ac:spMk id="55370" creationId="{6EE590A7-971D-0FDD-732B-73ABA3541FAB}"/>
          </ac:spMkLst>
        </pc:spChg>
        <pc:spChg chg="mod">
          <ac:chgData name="Margarit Meroyan" userId="630a6349-7c61-463e-804c-816773a1019c" providerId="ADAL" clId="{CBE3CC5F-A8B0-4542-B1CA-B84D45E33A7A}" dt="2023-12-27T10:35:40.250" v="117" actId="1076"/>
          <ac:spMkLst>
            <pc:docMk/>
            <pc:sldMk cId="0" sldId="461"/>
            <ac:spMk id="55371" creationId="{93DB701F-FFB4-F0FA-D7F1-4225EEB7B3AE}"/>
          </ac:spMkLst>
        </pc:spChg>
        <pc:spChg chg="mod">
          <ac:chgData name="Margarit Meroyan" userId="630a6349-7c61-463e-804c-816773a1019c" providerId="ADAL" clId="{CBE3CC5F-A8B0-4542-B1CA-B84D45E33A7A}" dt="2023-12-27T10:35:40.250" v="117" actId="1076"/>
          <ac:spMkLst>
            <pc:docMk/>
            <pc:sldMk cId="0" sldId="461"/>
            <ac:spMk id="55372" creationId="{75756D84-AD63-24EC-FB8C-BE6F7D981375}"/>
          </ac:spMkLst>
        </pc:spChg>
        <pc:spChg chg="mod">
          <ac:chgData name="Margarit Meroyan" userId="630a6349-7c61-463e-804c-816773a1019c" providerId="ADAL" clId="{CBE3CC5F-A8B0-4542-B1CA-B84D45E33A7A}" dt="2023-12-27T10:35:40.250" v="117" actId="1076"/>
          <ac:spMkLst>
            <pc:docMk/>
            <pc:sldMk cId="0" sldId="461"/>
            <ac:spMk id="55373" creationId="{488A8EDC-0B87-46DF-6CEF-FBD61BA83347}"/>
          </ac:spMkLst>
        </pc:spChg>
        <pc:spChg chg="mod">
          <ac:chgData name="Margarit Meroyan" userId="630a6349-7c61-463e-804c-816773a1019c" providerId="ADAL" clId="{CBE3CC5F-A8B0-4542-B1CA-B84D45E33A7A}" dt="2023-12-27T10:35:40.250" v="117" actId="1076"/>
          <ac:spMkLst>
            <pc:docMk/>
            <pc:sldMk cId="0" sldId="461"/>
            <ac:spMk id="55374" creationId="{0D46A170-8C40-8CEC-B7A8-EB794C4093B7}"/>
          </ac:spMkLst>
        </pc:spChg>
        <pc:spChg chg="mod">
          <ac:chgData name="Margarit Meroyan" userId="630a6349-7c61-463e-804c-816773a1019c" providerId="ADAL" clId="{CBE3CC5F-A8B0-4542-B1CA-B84D45E33A7A}" dt="2023-12-27T10:35:40.250" v="117" actId="1076"/>
          <ac:spMkLst>
            <pc:docMk/>
            <pc:sldMk cId="0" sldId="461"/>
            <ac:spMk id="55375" creationId="{BA3BE466-21B8-EFBD-FDFC-0E1E69403161}"/>
          </ac:spMkLst>
        </pc:spChg>
        <pc:spChg chg="mod">
          <ac:chgData name="Margarit Meroyan" userId="630a6349-7c61-463e-804c-816773a1019c" providerId="ADAL" clId="{CBE3CC5F-A8B0-4542-B1CA-B84D45E33A7A}" dt="2023-12-27T10:35:40.250" v="117" actId="1076"/>
          <ac:spMkLst>
            <pc:docMk/>
            <pc:sldMk cId="0" sldId="461"/>
            <ac:spMk id="55376" creationId="{6DCE828A-76EB-1C4C-EB61-24036C416520}"/>
          </ac:spMkLst>
        </pc:spChg>
        <pc:spChg chg="mod">
          <ac:chgData name="Margarit Meroyan" userId="630a6349-7c61-463e-804c-816773a1019c" providerId="ADAL" clId="{CBE3CC5F-A8B0-4542-B1CA-B84D45E33A7A}" dt="2023-12-27T10:35:40.250" v="117" actId="1076"/>
          <ac:spMkLst>
            <pc:docMk/>
            <pc:sldMk cId="0" sldId="461"/>
            <ac:spMk id="55377" creationId="{03AA3002-3B4A-1E5F-491D-CE69EFC1FDCD}"/>
          </ac:spMkLst>
        </pc:spChg>
        <pc:spChg chg="mod">
          <ac:chgData name="Margarit Meroyan" userId="630a6349-7c61-463e-804c-816773a1019c" providerId="ADAL" clId="{CBE3CC5F-A8B0-4542-B1CA-B84D45E33A7A}" dt="2023-12-27T10:35:40.250" v="117" actId="1076"/>
          <ac:spMkLst>
            <pc:docMk/>
            <pc:sldMk cId="0" sldId="461"/>
            <ac:spMk id="55378" creationId="{05F6443B-CAD4-A6E9-A3D4-D41F51C8E0AD}"/>
          </ac:spMkLst>
        </pc:spChg>
        <pc:spChg chg="mod">
          <ac:chgData name="Margarit Meroyan" userId="630a6349-7c61-463e-804c-816773a1019c" providerId="ADAL" clId="{CBE3CC5F-A8B0-4542-B1CA-B84D45E33A7A}" dt="2023-12-27T10:35:40.250" v="117" actId="1076"/>
          <ac:spMkLst>
            <pc:docMk/>
            <pc:sldMk cId="0" sldId="461"/>
            <ac:spMk id="55379" creationId="{66C9BD93-CBAF-20A8-79F1-9769898F5358}"/>
          </ac:spMkLst>
        </pc:spChg>
        <pc:spChg chg="mod">
          <ac:chgData name="Margarit Meroyan" userId="630a6349-7c61-463e-804c-816773a1019c" providerId="ADAL" clId="{CBE3CC5F-A8B0-4542-B1CA-B84D45E33A7A}" dt="2023-12-27T10:35:40.250" v="117" actId="1076"/>
          <ac:spMkLst>
            <pc:docMk/>
            <pc:sldMk cId="0" sldId="461"/>
            <ac:spMk id="55380" creationId="{DB9F148B-7378-053A-1212-C69B5CA98933}"/>
          </ac:spMkLst>
        </pc:spChg>
        <pc:spChg chg="mod">
          <ac:chgData name="Margarit Meroyan" userId="630a6349-7c61-463e-804c-816773a1019c" providerId="ADAL" clId="{CBE3CC5F-A8B0-4542-B1CA-B84D45E33A7A}" dt="2023-12-27T10:35:40.250" v="117" actId="1076"/>
          <ac:spMkLst>
            <pc:docMk/>
            <pc:sldMk cId="0" sldId="461"/>
            <ac:spMk id="55381" creationId="{C6A91D50-C5D5-C239-161C-756164B4D7A2}"/>
          </ac:spMkLst>
        </pc:spChg>
        <pc:spChg chg="mod">
          <ac:chgData name="Margarit Meroyan" userId="630a6349-7c61-463e-804c-816773a1019c" providerId="ADAL" clId="{CBE3CC5F-A8B0-4542-B1CA-B84D45E33A7A}" dt="2023-12-27T10:35:40.250" v="117" actId="1076"/>
          <ac:spMkLst>
            <pc:docMk/>
            <pc:sldMk cId="0" sldId="461"/>
            <ac:spMk id="55382" creationId="{DB9034C7-FF99-D083-030D-B11A13CFE866}"/>
          </ac:spMkLst>
        </pc:spChg>
        <pc:spChg chg="mod">
          <ac:chgData name="Margarit Meroyan" userId="630a6349-7c61-463e-804c-816773a1019c" providerId="ADAL" clId="{CBE3CC5F-A8B0-4542-B1CA-B84D45E33A7A}" dt="2023-12-27T10:35:40.250" v="117" actId="1076"/>
          <ac:spMkLst>
            <pc:docMk/>
            <pc:sldMk cId="0" sldId="461"/>
            <ac:spMk id="55383" creationId="{B9070FB3-E23B-971A-8C6B-1517AA836EF8}"/>
          </ac:spMkLst>
        </pc:spChg>
        <pc:spChg chg="mod">
          <ac:chgData name="Margarit Meroyan" userId="630a6349-7c61-463e-804c-816773a1019c" providerId="ADAL" clId="{CBE3CC5F-A8B0-4542-B1CA-B84D45E33A7A}" dt="2023-12-27T10:35:40.250" v="117" actId="1076"/>
          <ac:spMkLst>
            <pc:docMk/>
            <pc:sldMk cId="0" sldId="461"/>
            <ac:spMk id="55384" creationId="{E809C07D-342D-789D-0CC1-9FDA8C32DE49}"/>
          </ac:spMkLst>
        </pc:spChg>
        <pc:spChg chg="mod">
          <ac:chgData name="Margarit Meroyan" userId="630a6349-7c61-463e-804c-816773a1019c" providerId="ADAL" clId="{CBE3CC5F-A8B0-4542-B1CA-B84D45E33A7A}" dt="2023-12-27T10:35:40.250" v="117" actId="1076"/>
          <ac:spMkLst>
            <pc:docMk/>
            <pc:sldMk cId="0" sldId="461"/>
            <ac:spMk id="55385" creationId="{687BED74-9C71-132E-B268-70E99D490725}"/>
          </ac:spMkLst>
        </pc:spChg>
        <pc:spChg chg="mod">
          <ac:chgData name="Margarit Meroyan" userId="630a6349-7c61-463e-804c-816773a1019c" providerId="ADAL" clId="{CBE3CC5F-A8B0-4542-B1CA-B84D45E33A7A}" dt="2023-12-27T10:35:40.250" v="117" actId="1076"/>
          <ac:spMkLst>
            <pc:docMk/>
            <pc:sldMk cId="0" sldId="461"/>
            <ac:spMk id="55386" creationId="{6ECD3DCF-4354-EB87-F0F8-563BC04BDCD4}"/>
          </ac:spMkLst>
        </pc:spChg>
        <pc:spChg chg="mod">
          <ac:chgData name="Margarit Meroyan" userId="630a6349-7c61-463e-804c-816773a1019c" providerId="ADAL" clId="{CBE3CC5F-A8B0-4542-B1CA-B84D45E33A7A}" dt="2023-12-27T10:35:40.250" v="117" actId="1076"/>
          <ac:spMkLst>
            <pc:docMk/>
            <pc:sldMk cId="0" sldId="461"/>
            <ac:spMk id="55387" creationId="{6CA07103-8BCC-D6C3-82FD-E4AE783075EC}"/>
          </ac:spMkLst>
        </pc:spChg>
        <pc:spChg chg="mod">
          <ac:chgData name="Margarit Meroyan" userId="630a6349-7c61-463e-804c-816773a1019c" providerId="ADAL" clId="{CBE3CC5F-A8B0-4542-B1CA-B84D45E33A7A}" dt="2023-12-27T10:35:40.250" v="117" actId="1076"/>
          <ac:spMkLst>
            <pc:docMk/>
            <pc:sldMk cId="0" sldId="461"/>
            <ac:spMk id="55388" creationId="{B2F7EC48-7BEB-1DBA-6C54-D762F1912FA2}"/>
          </ac:spMkLst>
        </pc:spChg>
        <pc:spChg chg="mod">
          <ac:chgData name="Margarit Meroyan" userId="630a6349-7c61-463e-804c-816773a1019c" providerId="ADAL" clId="{CBE3CC5F-A8B0-4542-B1CA-B84D45E33A7A}" dt="2023-12-27T10:35:40.250" v="117" actId="1076"/>
          <ac:spMkLst>
            <pc:docMk/>
            <pc:sldMk cId="0" sldId="461"/>
            <ac:spMk id="55389" creationId="{D3E0495C-F0D8-C86F-1ACF-9EC9FDBC145D}"/>
          </ac:spMkLst>
        </pc:spChg>
        <pc:spChg chg="mod">
          <ac:chgData name="Margarit Meroyan" userId="630a6349-7c61-463e-804c-816773a1019c" providerId="ADAL" clId="{CBE3CC5F-A8B0-4542-B1CA-B84D45E33A7A}" dt="2023-12-27T10:35:40.250" v="117" actId="1076"/>
          <ac:spMkLst>
            <pc:docMk/>
            <pc:sldMk cId="0" sldId="461"/>
            <ac:spMk id="55390" creationId="{DE560F87-8473-7C71-397B-82655AE6BD7A}"/>
          </ac:spMkLst>
        </pc:spChg>
        <pc:spChg chg="mod">
          <ac:chgData name="Margarit Meroyan" userId="630a6349-7c61-463e-804c-816773a1019c" providerId="ADAL" clId="{CBE3CC5F-A8B0-4542-B1CA-B84D45E33A7A}" dt="2023-12-27T10:35:40.250" v="117" actId="1076"/>
          <ac:spMkLst>
            <pc:docMk/>
            <pc:sldMk cId="0" sldId="461"/>
            <ac:spMk id="55391" creationId="{D4659477-E6AB-4E01-0F73-1C62778EE90A}"/>
          </ac:spMkLst>
        </pc:spChg>
        <pc:spChg chg="mod">
          <ac:chgData name="Margarit Meroyan" userId="630a6349-7c61-463e-804c-816773a1019c" providerId="ADAL" clId="{CBE3CC5F-A8B0-4542-B1CA-B84D45E33A7A}" dt="2023-12-27T10:35:40.250" v="117" actId="1076"/>
          <ac:spMkLst>
            <pc:docMk/>
            <pc:sldMk cId="0" sldId="461"/>
            <ac:spMk id="55392" creationId="{26E5DA88-E57E-01E3-9A4D-4D8DF3F38713}"/>
          </ac:spMkLst>
        </pc:spChg>
        <pc:spChg chg="mod">
          <ac:chgData name="Margarit Meroyan" userId="630a6349-7c61-463e-804c-816773a1019c" providerId="ADAL" clId="{CBE3CC5F-A8B0-4542-B1CA-B84D45E33A7A}" dt="2023-12-27T10:35:40.250" v="117" actId="1076"/>
          <ac:spMkLst>
            <pc:docMk/>
            <pc:sldMk cId="0" sldId="461"/>
            <ac:spMk id="55393" creationId="{045D9EB3-5430-B2B1-D0B1-B1DD800F3629}"/>
          </ac:spMkLst>
        </pc:spChg>
        <pc:spChg chg="mod">
          <ac:chgData name="Margarit Meroyan" userId="630a6349-7c61-463e-804c-816773a1019c" providerId="ADAL" clId="{CBE3CC5F-A8B0-4542-B1CA-B84D45E33A7A}" dt="2023-12-27T10:35:40.250" v="117" actId="1076"/>
          <ac:spMkLst>
            <pc:docMk/>
            <pc:sldMk cId="0" sldId="461"/>
            <ac:spMk id="55394" creationId="{067D7295-358B-257B-617E-01E9FAE8963E}"/>
          </ac:spMkLst>
        </pc:spChg>
        <pc:spChg chg="mod">
          <ac:chgData name="Margarit Meroyan" userId="630a6349-7c61-463e-804c-816773a1019c" providerId="ADAL" clId="{CBE3CC5F-A8B0-4542-B1CA-B84D45E33A7A}" dt="2023-12-27T10:35:40.250" v="117" actId="1076"/>
          <ac:spMkLst>
            <pc:docMk/>
            <pc:sldMk cId="0" sldId="461"/>
            <ac:spMk id="55395" creationId="{0D5D4D2C-0531-272F-35B6-832A65A38D67}"/>
          </ac:spMkLst>
        </pc:spChg>
        <pc:spChg chg="mod">
          <ac:chgData name="Margarit Meroyan" userId="630a6349-7c61-463e-804c-816773a1019c" providerId="ADAL" clId="{CBE3CC5F-A8B0-4542-B1CA-B84D45E33A7A}" dt="2023-12-27T10:35:40.250" v="117" actId="1076"/>
          <ac:spMkLst>
            <pc:docMk/>
            <pc:sldMk cId="0" sldId="461"/>
            <ac:spMk id="55396" creationId="{6573E7CA-076E-9FB2-8CDB-BB7ADAF66283}"/>
          </ac:spMkLst>
        </pc:spChg>
        <pc:spChg chg="mod">
          <ac:chgData name="Margarit Meroyan" userId="630a6349-7c61-463e-804c-816773a1019c" providerId="ADAL" clId="{CBE3CC5F-A8B0-4542-B1CA-B84D45E33A7A}" dt="2023-12-27T10:35:40.250" v="117" actId="1076"/>
          <ac:spMkLst>
            <pc:docMk/>
            <pc:sldMk cId="0" sldId="461"/>
            <ac:spMk id="55397" creationId="{E0CD7BC6-8144-B2EC-5096-9FC0DB1AD55F}"/>
          </ac:spMkLst>
        </pc:spChg>
        <pc:spChg chg="mod">
          <ac:chgData name="Margarit Meroyan" userId="630a6349-7c61-463e-804c-816773a1019c" providerId="ADAL" clId="{CBE3CC5F-A8B0-4542-B1CA-B84D45E33A7A}" dt="2023-12-27T10:35:40.250" v="117" actId="1076"/>
          <ac:spMkLst>
            <pc:docMk/>
            <pc:sldMk cId="0" sldId="461"/>
            <ac:spMk id="55398" creationId="{077FA2AD-533E-6106-DD85-952D5D7ABBD6}"/>
          </ac:spMkLst>
        </pc:spChg>
        <pc:spChg chg="mod">
          <ac:chgData name="Margarit Meroyan" userId="630a6349-7c61-463e-804c-816773a1019c" providerId="ADAL" clId="{CBE3CC5F-A8B0-4542-B1CA-B84D45E33A7A}" dt="2023-12-27T10:35:40.250" v="117" actId="1076"/>
          <ac:spMkLst>
            <pc:docMk/>
            <pc:sldMk cId="0" sldId="461"/>
            <ac:spMk id="55399" creationId="{33A8E1E2-4E01-D08A-0EB6-C6997FCCAF7F}"/>
          </ac:spMkLst>
        </pc:spChg>
        <pc:spChg chg="mod">
          <ac:chgData name="Margarit Meroyan" userId="630a6349-7c61-463e-804c-816773a1019c" providerId="ADAL" clId="{CBE3CC5F-A8B0-4542-B1CA-B84D45E33A7A}" dt="2023-12-27T10:35:40.250" v="117" actId="1076"/>
          <ac:spMkLst>
            <pc:docMk/>
            <pc:sldMk cId="0" sldId="461"/>
            <ac:spMk id="55400" creationId="{4D5B9088-A919-5564-6FD7-1D7D0C6F2C79}"/>
          </ac:spMkLst>
        </pc:spChg>
        <pc:spChg chg="mod">
          <ac:chgData name="Margarit Meroyan" userId="630a6349-7c61-463e-804c-816773a1019c" providerId="ADAL" clId="{CBE3CC5F-A8B0-4542-B1CA-B84D45E33A7A}" dt="2023-12-27T10:35:40.250" v="117" actId="1076"/>
          <ac:spMkLst>
            <pc:docMk/>
            <pc:sldMk cId="0" sldId="461"/>
            <ac:spMk id="55401" creationId="{737C4839-13C3-F54B-DFF9-70EFD6266E93}"/>
          </ac:spMkLst>
        </pc:spChg>
        <pc:spChg chg="mod">
          <ac:chgData name="Margarit Meroyan" userId="630a6349-7c61-463e-804c-816773a1019c" providerId="ADAL" clId="{CBE3CC5F-A8B0-4542-B1CA-B84D45E33A7A}" dt="2023-12-27T10:35:40.250" v="117" actId="1076"/>
          <ac:spMkLst>
            <pc:docMk/>
            <pc:sldMk cId="0" sldId="461"/>
            <ac:spMk id="55402" creationId="{9916C33B-37FC-61C2-6EF5-11E9090E13F4}"/>
          </ac:spMkLst>
        </pc:spChg>
        <pc:spChg chg="mod">
          <ac:chgData name="Margarit Meroyan" userId="630a6349-7c61-463e-804c-816773a1019c" providerId="ADAL" clId="{CBE3CC5F-A8B0-4542-B1CA-B84D45E33A7A}" dt="2023-12-27T10:35:40.250" v="117" actId="1076"/>
          <ac:spMkLst>
            <pc:docMk/>
            <pc:sldMk cId="0" sldId="461"/>
            <ac:spMk id="55403" creationId="{723E24B8-5513-1ABC-86F8-564702499B0C}"/>
          </ac:spMkLst>
        </pc:spChg>
        <pc:spChg chg="mod">
          <ac:chgData name="Margarit Meroyan" userId="630a6349-7c61-463e-804c-816773a1019c" providerId="ADAL" clId="{CBE3CC5F-A8B0-4542-B1CA-B84D45E33A7A}" dt="2023-12-27T10:35:40.250" v="117" actId="1076"/>
          <ac:spMkLst>
            <pc:docMk/>
            <pc:sldMk cId="0" sldId="461"/>
            <ac:spMk id="55404" creationId="{36FE31A5-A1AF-C9DE-7B5F-61BFF2C850A9}"/>
          </ac:spMkLst>
        </pc:spChg>
        <pc:spChg chg="mod">
          <ac:chgData name="Margarit Meroyan" userId="630a6349-7c61-463e-804c-816773a1019c" providerId="ADAL" clId="{CBE3CC5F-A8B0-4542-B1CA-B84D45E33A7A}" dt="2023-12-27T10:35:40.250" v="117" actId="1076"/>
          <ac:spMkLst>
            <pc:docMk/>
            <pc:sldMk cId="0" sldId="461"/>
            <ac:spMk id="55405" creationId="{99F75AAA-1790-A5CE-F90C-656853D79CC1}"/>
          </ac:spMkLst>
        </pc:spChg>
        <pc:grpChg chg="mod">
          <ac:chgData name="Margarit Meroyan" userId="630a6349-7c61-463e-804c-816773a1019c" providerId="ADAL" clId="{CBE3CC5F-A8B0-4542-B1CA-B84D45E33A7A}" dt="2023-12-27T10:35:40.250" v="117" actId="1076"/>
          <ac:grpSpMkLst>
            <pc:docMk/>
            <pc:sldMk cId="0" sldId="461"/>
            <ac:grpSpMk id="55299" creationId="{67F0B0DE-BB41-A884-ECAB-BCF302496A62}"/>
          </ac:grpSpMkLst>
        </pc:grpChg>
        <pc:grpChg chg="mod">
          <ac:chgData name="Margarit Meroyan" userId="630a6349-7c61-463e-804c-816773a1019c" providerId="ADAL" clId="{CBE3CC5F-A8B0-4542-B1CA-B84D45E33A7A}" dt="2023-12-27T10:35:40.250" v="117" actId="1076"/>
          <ac:grpSpMkLst>
            <pc:docMk/>
            <pc:sldMk cId="0" sldId="461"/>
            <ac:grpSpMk id="55303" creationId="{0AB7CDE1-5B61-DC88-6967-75552741B6B5}"/>
          </ac:grpSpMkLst>
        </pc:grpChg>
        <pc:grpChg chg="mod">
          <ac:chgData name="Margarit Meroyan" userId="630a6349-7c61-463e-804c-816773a1019c" providerId="ADAL" clId="{CBE3CC5F-A8B0-4542-B1CA-B84D45E33A7A}" dt="2023-12-27T10:35:40.250" v="117" actId="1076"/>
          <ac:grpSpMkLst>
            <pc:docMk/>
            <pc:sldMk cId="0" sldId="461"/>
            <ac:grpSpMk id="55311" creationId="{F4E39E18-F6F8-4587-E702-5E79AE2F57D3}"/>
          </ac:grpSpMkLst>
        </pc:grpChg>
        <pc:grpChg chg="mod">
          <ac:chgData name="Margarit Meroyan" userId="630a6349-7c61-463e-804c-816773a1019c" providerId="ADAL" clId="{CBE3CC5F-A8B0-4542-B1CA-B84D45E33A7A}" dt="2023-12-27T10:35:40.250" v="117" actId="1076"/>
          <ac:grpSpMkLst>
            <pc:docMk/>
            <pc:sldMk cId="0" sldId="461"/>
            <ac:grpSpMk id="55320" creationId="{D291B0A0-D843-31BB-540F-82A800F881FB}"/>
          </ac:grpSpMkLst>
        </pc:grpChg>
      </pc:sldChg>
      <pc:sldChg chg="modSp mod">
        <pc:chgData name="Margarit Meroyan" userId="630a6349-7c61-463e-804c-816773a1019c" providerId="ADAL" clId="{CBE3CC5F-A8B0-4542-B1CA-B84D45E33A7A}" dt="2023-12-27T10:37:16.841" v="137" actId="207"/>
        <pc:sldMkLst>
          <pc:docMk/>
          <pc:sldMk cId="0" sldId="465"/>
        </pc:sldMkLst>
        <pc:spChg chg="mod">
          <ac:chgData name="Margarit Meroyan" userId="630a6349-7c61-463e-804c-816773a1019c" providerId="ADAL" clId="{CBE3CC5F-A8B0-4542-B1CA-B84D45E33A7A}" dt="2023-12-27T10:37:12.124" v="135" actId="207"/>
          <ac:spMkLst>
            <pc:docMk/>
            <pc:sldMk cId="0" sldId="465"/>
            <ac:spMk id="81952" creationId="{51F767BD-A133-F1C6-ACBB-443A7C83A93B}"/>
          </ac:spMkLst>
        </pc:spChg>
        <pc:spChg chg="mod">
          <ac:chgData name="Margarit Meroyan" userId="630a6349-7c61-463e-804c-816773a1019c" providerId="ADAL" clId="{CBE3CC5F-A8B0-4542-B1CA-B84D45E33A7A}" dt="2023-12-27T10:37:14.544" v="136" actId="207"/>
          <ac:spMkLst>
            <pc:docMk/>
            <pc:sldMk cId="0" sldId="465"/>
            <ac:spMk id="81953" creationId="{49F535BC-448C-6277-23F0-30D819E152AD}"/>
          </ac:spMkLst>
        </pc:spChg>
        <pc:spChg chg="mod">
          <ac:chgData name="Margarit Meroyan" userId="630a6349-7c61-463e-804c-816773a1019c" providerId="ADAL" clId="{CBE3CC5F-A8B0-4542-B1CA-B84D45E33A7A}" dt="2023-12-27T10:37:16.841" v="137" actId="207"/>
          <ac:spMkLst>
            <pc:docMk/>
            <pc:sldMk cId="0" sldId="465"/>
            <ac:spMk id="81965" creationId="{E88A58A2-55ED-CAA1-F7D6-0A367F3A7B0E}"/>
          </ac:spMkLst>
        </pc:spChg>
      </pc:sldChg>
      <pc:sldChg chg="modSp mod">
        <pc:chgData name="Margarit Meroyan" userId="630a6349-7c61-463e-804c-816773a1019c" providerId="ADAL" clId="{CBE3CC5F-A8B0-4542-B1CA-B84D45E33A7A}" dt="2023-12-27T10:37:07.544" v="134" actId="207"/>
        <pc:sldMkLst>
          <pc:docMk/>
          <pc:sldMk cId="0" sldId="466"/>
        </pc:sldMkLst>
        <pc:spChg chg="mod">
          <ac:chgData name="Margarit Meroyan" userId="630a6349-7c61-463e-804c-816773a1019c" providerId="ADAL" clId="{CBE3CC5F-A8B0-4542-B1CA-B84D45E33A7A}" dt="2023-12-27T10:37:02.383" v="132" actId="207"/>
          <ac:spMkLst>
            <pc:docMk/>
            <pc:sldMk cId="0" sldId="466"/>
            <ac:spMk id="79895" creationId="{DC5612A4-AB6A-233F-7C63-6CAF73527E97}"/>
          </ac:spMkLst>
        </pc:spChg>
        <pc:spChg chg="mod">
          <ac:chgData name="Margarit Meroyan" userId="630a6349-7c61-463e-804c-816773a1019c" providerId="ADAL" clId="{CBE3CC5F-A8B0-4542-B1CA-B84D45E33A7A}" dt="2023-12-27T10:37:05.111" v="133" actId="207"/>
          <ac:spMkLst>
            <pc:docMk/>
            <pc:sldMk cId="0" sldId="466"/>
            <ac:spMk id="79896" creationId="{DDE70677-489B-5478-B4E2-8284BED289F3}"/>
          </ac:spMkLst>
        </pc:spChg>
        <pc:spChg chg="mod">
          <ac:chgData name="Margarit Meroyan" userId="630a6349-7c61-463e-804c-816773a1019c" providerId="ADAL" clId="{CBE3CC5F-A8B0-4542-B1CA-B84D45E33A7A}" dt="2023-12-27T10:37:07.544" v="134" actId="207"/>
          <ac:spMkLst>
            <pc:docMk/>
            <pc:sldMk cId="0" sldId="466"/>
            <ac:spMk id="79897" creationId="{42B192C7-3A58-2D60-D91E-6532BECD3511}"/>
          </ac:spMkLst>
        </pc:spChg>
      </pc:sldChg>
      <pc:sldChg chg="modSp mod">
        <pc:chgData name="Margarit Meroyan" userId="630a6349-7c61-463e-804c-816773a1019c" providerId="ADAL" clId="{CBE3CC5F-A8B0-4542-B1CA-B84D45E33A7A}" dt="2023-12-27T10:26:08.133" v="2" actId="207"/>
        <pc:sldMkLst>
          <pc:docMk/>
          <pc:sldMk cId="0" sldId="470"/>
        </pc:sldMkLst>
        <pc:spChg chg="mod">
          <ac:chgData name="Margarit Meroyan" userId="630a6349-7c61-463e-804c-816773a1019c" providerId="ADAL" clId="{CBE3CC5F-A8B0-4542-B1CA-B84D45E33A7A}" dt="2023-12-27T10:26:08.133" v="2" actId="207"/>
          <ac:spMkLst>
            <pc:docMk/>
            <pc:sldMk cId="0" sldId="470"/>
            <ac:spMk id="14348" creationId="{CFC4EA65-D752-4FA4-BF82-1DEF2F095C41}"/>
          </ac:spMkLst>
        </pc:spChg>
        <pc:spChg chg="mod">
          <ac:chgData name="Margarit Meroyan" userId="630a6349-7c61-463e-804c-816773a1019c" providerId="ADAL" clId="{CBE3CC5F-A8B0-4542-B1CA-B84D45E33A7A}" dt="2023-12-27T10:26:05.293" v="1" actId="207"/>
          <ac:spMkLst>
            <pc:docMk/>
            <pc:sldMk cId="0" sldId="470"/>
            <ac:spMk id="14349" creationId="{6BEFC276-EED8-4F94-9B62-60251A9972A9}"/>
          </ac:spMkLst>
        </pc:spChg>
        <pc:spChg chg="mod">
          <ac:chgData name="Margarit Meroyan" userId="630a6349-7c61-463e-804c-816773a1019c" providerId="ADAL" clId="{CBE3CC5F-A8B0-4542-B1CA-B84D45E33A7A}" dt="2023-12-27T10:26:05.293" v="1" actId="207"/>
          <ac:spMkLst>
            <pc:docMk/>
            <pc:sldMk cId="0" sldId="470"/>
            <ac:spMk id="14350" creationId="{9DDAE077-6AF1-4139-A790-3EE76B66D25E}"/>
          </ac:spMkLst>
        </pc:spChg>
        <pc:spChg chg="mod">
          <ac:chgData name="Margarit Meroyan" userId="630a6349-7c61-463e-804c-816773a1019c" providerId="ADAL" clId="{CBE3CC5F-A8B0-4542-B1CA-B84D45E33A7A}" dt="2023-12-27T10:26:05.293" v="1" actId="207"/>
          <ac:spMkLst>
            <pc:docMk/>
            <pc:sldMk cId="0" sldId="470"/>
            <ac:spMk id="14351" creationId="{788DCBE3-6AFD-4BD4-A42E-AB65EE18DD42}"/>
          </ac:spMkLst>
        </pc:spChg>
      </pc:sldChg>
      <pc:sldChg chg="modSp mod">
        <pc:chgData name="Margarit Meroyan" userId="630a6349-7c61-463e-804c-816773a1019c" providerId="ADAL" clId="{CBE3CC5F-A8B0-4542-B1CA-B84D45E33A7A}" dt="2023-12-27T10:26:35.689" v="6" actId="207"/>
        <pc:sldMkLst>
          <pc:docMk/>
          <pc:sldMk cId="0" sldId="471"/>
        </pc:sldMkLst>
        <pc:spChg chg="mod">
          <ac:chgData name="Margarit Meroyan" userId="630a6349-7c61-463e-804c-816773a1019c" providerId="ADAL" clId="{CBE3CC5F-A8B0-4542-B1CA-B84D45E33A7A}" dt="2023-12-27T10:26:35.689" v="6" actId="207"/>
          <ac:spMkLst>
            <pc:docMk/>
            <pc:sldMk cId="0" sldId="471"/>
            <ac:spMk id="17420" creationId="{176AC587-4CFA-ABBE-31B1-753C9CA6C890}"/>
          </ac:spMkLst>
        </pc:spChg>
        <pc:spChg chg="mod">
          <ac:chgData name="Margarit Meroyan" userId="630a6349-7c61-463e-804c-816773a1019c" providerId="ADAL" clId="{CBE3CC5F-A8B0-4542-B1CA-B84D45E33A7A}" dt="2023-12-27T10:26:32.742" v="5" actId="207"/>
          <ac:spMkLst>
            <pc:docMk/>
            <pc:sldMk cId="0" sldId="471"/>
            <ac:spMk id="17421" creationId="{11F2F7AF-432F-363E-2906-0D0B0D74EE53}"/>
          </ac:spMkLst>
        </pc:spChg>
        <pc:spChg chg="mod">
          <ac:chgData name="Margarit Meroyan" userId="630a6349-7c61-463e-804c-816773a1019c" providerId="ADAL" clId="{CBE3CC5F-A8B0-4542-B1CA-B84D45E33A7A}" dt="2023-12-27T10:26:32.742" v="5" actId="207"/>
          <ac:spMkLst>
            <pc:docMk/>
            <pc:sldMk cId="0" sldId="471"/>
            <ac:spMk id="17422" creationId="{1AAD1E1F-5B52-2ED9-C373-4775CB97D74E}"/>
          </ac:spMkLst>
        </pc:spChg>
        <pc:spChg chg="mod">
          <ac:chgData name="Margarit Meroyan" userId="630a6349-7c61-463e-804c-816773a1019c" providerId="ADAL" clId="{CBE3CC5F-A8B0-4542-B1CA-B84D45E33A7A}" dt="2023-12-27T10:26:32.742" v="5" actId="207"/>
          <ac:spMkLst>
            <pc:docMk/>
            <pc:sldMk cId="0" sldId="471"/>
            <ac:spMk id="17423" creationId="{22D89C57-8E22-06B8-2488-DD2F5AB83983}"/>
          </ac:spMkLst>
        </pc:spChg>
        <pc:spChg chg="mod">
          <ac:chgData name="Margarit Meroyan" userId="630a6349-7c61-463e-804c-816773a1019c" providerId="ADAL" clId="{CBE3CC5F-A8B0-4542-B1CA-B84D45E33A7A}" dt="2023-12-27T10:26:32.742" v="5" actId="207"/>
          <ac:spMkLst>
            <pc:docMk/>
            <pc:sldMk cId="0" sldId="471"/>
            <ac:spMk id="17427" creationId="{5B6CEF5C-7D15-2AC8-5890-DA1970CDB64C}"/>
          </ac:spMkLst>
        </pc:spChg>
        <pc:spChg chg="mod">
          <ac:chgData name="Margarit Meroyan" userId="630a6349-7c61-463e-804c-816773a1019c" providerId="ADAL" clId="{CBE3CC5F-A8B0-4542-B1CA-B84D45E33A7A}" dt="2023-12-27T10:26:22.310" v="3" actId="207"/>
          <ac:spMkLst>
            <pc:docMk/>
            <pc:sldMk cId="0" sldId="471"/>
            <ac:spMk id="17430" creationId="{3BC68762-2D16-03C0-B58C-EA750257C08C}"/>
          </ac:spMkLst>
        </pc:spChg>
        <pc:spChg chg="mod">
          <ac:chgData name="Margarit Meroyan" userId="630a6349-7c61-463e-804c-816773a1019c" providerId="ADAL" clId="{CBE3CC5F-A8B0-4542-B1CA-B84D45E33A7A}" dt="2023-12-27T10:26:25.191" v="4" actId="207"/>
          <ac:spMkLst>
            <pc:docMk/>
            <pc:sldMk cId="0" sldId="471"/>
            <ac:spMk id="17434" creationId="{072FF7E2-BAA3-E895-5B2D-6DBC7EA6A976}"/>
          </ac:spMkLst>
        </pc:spChg>
      </pc:sldChg>
      <pc:sldChg chg="delSp mod">
        <pc:chgData name="Margarit Meroyan" userId="630a6349-7c61-463e-804c-816773a1019c" providerId="ADAL" clId="{CBE3CC5F-A8B0-4542-B1CA-B84D45E33A7A}" dt="2023-12-27T10:25:52.352" v="0" actId="478"/>
        <pc:sldMkLst>
          <pc:docMk/>
          <pc:sldMk cId="0" sldId="536"/>
        </pc:sldMkLst>
        <pc:spChg chg="del">
          <ac:chgData name="Margarit Meroyan" userId="630a6349-7c61-463e-804c-816773a1019c" providerId="ADAL" clId="{CBE3CC5F-A8B0-4542-B1CA-B84D45E33A7A}" dt="2023-12-27T10:25:52.352" v="0" actId="478"/>
          <ac:spMkLst>
            <pc:docMk/>
            <pc:sldMk cId="0" sldId="536"/>
            <ac:spMk id="2" creationId="{C308CF19-6630-C492-B724-302243C015A0}"/>
          </ac:spMkLst>
        </pc:spChg>
      </pc:sldChg>
      <pc:sldChg chg="del">
        <pc:chgData name="Margarit Meroyan" userId="630a6349-7c61-463e-804c-816773a1019c" providerId="ADAL" clId="{CBE3CC5F-A8B0-4542-B1CA-B84D45E33A7A}" dt="2023-12-27T10:37:48.565" v="140" actId="47"/>
        <pc:sldMkLst>
          <pc:docMk/>
          <pc:sldMk cId="0" sldId="611"/>
        </pc:sldMkLst>
      </pc:sldChg>
      <pc:sldChg chg="new del">
        <pc:chgData name="Margarit Meroyan" userId="630a6349-7c61-463e-804c-816773a1019c" providerId="ADAL" clId="{CBE3CC5F-A8B0-4542-B1CA-B84D45E33A7A}" dt="2023-12-27T10:37:48.110" v="139" actId="47"/>
        <pc:sldMkLst>
          <pc:docMk/>
          <pc:sldMk cId="2176138182" sldId="4744"/>
        </pc:sldMkLst>
      </pc:sldChg>
      <pc:sldChg chg="add">
        <pc:chgData name="Margarit Meroyan" userId="630a6349-7c61-463e-804c-816773a1019c" providerId="ADAL" clId="{CBE3CC5F-A8B0-4542-B1CA-B84D45E33A7A}" dt="2023-12-27T10:37:50.712" v="141"/>
        <pc:sldMkLst>
          <pc:docMk/>
          <pc:sldMk cId="132580393" sldId="47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12/27/2023</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a:solidFill>
                  <a:schemeClr val="tx1"/>
                </a:solidFill>
                <a:effectLst/>
                <a:latin typeface="Arial" pitchFamily="34" charset="0"/>
                <a:ea typeface="+mn-ea"/>
                <a:cs typeface="Arial" pitchFamily="34" charset="0"/>
              </a:rPr>
              <a:t>©2023 Synopsys, Inc. All Rights Reserved.</a:t>
            </a:r>
            <a:endParaRPr lang="en-US" sz="800" b="1">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9DAA041E-1D52-BF5C-FDB6-18220C64C952}"/>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83D5CD-630C-1654-5E08-40F0613B3466}"/>
              </a:ext>
            </a:extLst>
          </p:cNvPr>
          <p:cNvSpPr>
            <a:spLocks noGrp="1" noChangeArrowheads="1"/>
          </p:cNvSpPr>
          <p:nvPr>
            <p:ph type="body" idx="1"/>
          </p:nvPr>
        </p:nvSpPr>
        <p:spPr>
          <a:xfrm>
            <a:off x="947738" y="4306888"/>
            <a:ext cx="5106987" cy="416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5288A296-D3E5-C921-2883-126142193E50}"/>
              </a:ext>
            </a:extLst>
          </p:cNvPr>
          <p:cNvSpPr txBox="1">
            <a:spLocks noGrp="1" noChangeArrowheads="1"/>
          </p:cNvSpPr>
          <p:nvPr/>
        </p:nvSpPr>
        <p:spPr bwMode="auto">
          <a:xfrm>
            <a:off x="3948113" y="8801100"/>
            <a:ext cx="30178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3" tIns="46371" rIns="92743" bIns="46371" anchor="b"/>
          <a:lstStyle>
            <a:lvl1pPr defTabSz="927100">
              <a:defRPr sz="2400" b="1">
                <a:solidFill>
                  <a:schemeClr val="tx1"/>
                </a:solidFill>
                <a:latin typeface="Arial" panose="020B0604020202020204" pitchFamily="34" charset="0"/>
                <a:cs typeface="Arial" panose="020B0604020202020204" pitchFamily="34" charset="0"/>
              </a:defRPr>
            </a:lvl1pPr>
            <a:lvl2pPr marL="742950" indent="-285750" defTabSz="927100">
              <a:defRPr sz="2400" b="1">
                <a:solidFill>
                  <a:schemeClr val="tx1"/>
                </a:solidFill>
                <a:latin typeface="Arial" panose="020B0604020202020204" pitchFamily="34" charset="0"/>
                <a:cs typeface="Arial" panose="020B0604020202020204" pitchFamily="34" charset="0"/>
              </a:defRPr>
            </a:lvl2pPr>
            <a:lvl3pPr marL="1143000" indent="-228600" defTabSz="927100">
              <a:defRPr sz="2400" b="1">
                <a:solidFill>
                  <a:schemeClr val="tx1"/>
                </a:solidFill>
                <a:latin typeface="Arial" panose="020B0604020202020204" pitchFamily="34" charset="0"/>
                <a:cs typeface="Arial" panose="020B0604020202020204" pitchFamily="34" charset="0"/>
              </a:defRPr>
            </a:lvl3pPr>
            <a:lvl4pPr marL="1600200" indent="-228600" defTabSz="927100">
              <a:defRPr sz="2400" b="1">
                <a:solidFill>
                  <a:schemeClr val="tx1"/>
                </a:solidFill>
                <a:latin typeface="Arial" panose="020B0604020202020204" pitchFamily="34" charset="0"/>
                <a:cs typeface="Arial" panose="020B0604020202020204" pitchFamily="34" charset="0"/>
              </a:defRPr>
            </a:lvl4pPr>
            <a:lvl5pPr marL="2057400" indent="-228600" defTabSz="927100">
              <a:defRPr sz="2400" b="1">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fld id="{86EA1A44-60BD-4A42-A058-CD52E570853A}" type="slidenum">
              <a:rPr lang="en-US" altLang="en-US" sz="1200" b="0"/>
              <a:pPr algn="r" eaLnBrk="1" hangingPunct="1"/>
              <a:t>2</a:t>
            </a:fld>
            <a:endParaRPr lang="en-US" altLang="en-US" sz="1200" b="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tags r:id="rId1"/>
            </p:custDataLst>
          </p:nvPr>
        </p:nvSpPr>
        <p:spPr>
          <a:xfrm>
            <a:off x="456555" y="1554480"/>
            <a:ext cx="11278244" cy="4846320"/>
          </a:xfrm>
        </p:spPr>
        <p:txBody>
          <a:bodyPr vert="horz" lIns="91440" tIns="45720" rIns="91440" bIns="45720" rtlCol="0">
            <a:normAutofit/>
          </a:bodyPr>
          <a:lstStyle>
            <a:lvl1pPr>
              <a:defRPr baseline="0"/>
            </a:lvl1pPr>
            <a:lvl2pPr>
              <a:defRPr/>
            </a:lvl2pPr>
            <a:lvl3pPr>
              <a:defRPr/>
            </a:lvl3pPr>
            <a:lvl4pPr>
              <a:defRPr/>
            </a:lvl4pPr>
            <a:lvl5pPr>
              <a:defRPr/>
            </a:lvl5pPr>
            <a:lvl6pPr>
              <a:defRPr/>
            </a:lvl6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Text Placeholder 6"/>
          <p:cNvSpPr>
            <a:spLocks noGrp="1"/>
          </p:cNvSpPr>
          <p:nvPr>
            <p:ph type="body" sz="quarter" idx="12" hasCustomPrompt="1"/>
            <p:custDataLst>
              <p:tags r:id="rId2"/>
            </p:custDataLst>
          </p:nvPr>
        </p:nvSpPr>
        <p:spPr>
          <a:xfrm>
            <a:off x="456555" y="1005839"/>
            <a:ext cx="11278244" cy="365760"/>
          </a:xfrm>
        </p:spPr>
        <p:txBody>
          <a:bodyPr>
            <a:noAutofit/>
          </a:bodyPr>
          <a:lstStyle>
            <a:lvl1pPr marL="0" indent="0">
              <a:spcBef>
                <a:spcPts val="0"/>
              </a:spcBef>
              <a:buFont typeface="Arial" panose="020B0604020202020204" pitchFamily="34" charset="0"/>
              <a:buNone/>
              <a:defRPr sz="1650" i="0">
                <a:solidFill>
                  <a:schemeClr val="tx1"/>
                </a:solidFill>
              </a:defRPr>
            </a:lvl1pPr>
            <a:lvl2pPr marL="0" indent="0">
              <a:spcBef>
                <a:spcPts val="0"/>
              </a:spcBef>
              <a:buNone/>
              <a:defRPr sz="1800">
                <a:solidFill>
                  <a:schemeClr val="tx1">
                    <a:lumMod val="65000"/>
                    <a:lumOff val="35000"/>
                  </a:schemeClr>
                </a:solidFill>
              </a:defRPr>
            </a:lvl2pPr>
            <a:lvl3pPr marL="0" indent="0">
              <a:spcBef>
                <a:spcPts val="0"/>
              </a:spcBef>
              <a:buNone/>
              <a:defRPr sz="1800">
                <a:solidFill>
                  <a:schemeClr val="tx1">
                    <a:lumMod val="65000"/>
                    <a:lumOff val="35000"/>
                  </a:schemeClr>
                </a:solidFill>
              </a:defRPr>
            </a:lvl3pPr>
            <a:lvl4pPr marL="0" indent="0">
              <a:spcBef>
                <a:spcPts val="0"/>
              </a:spcBef>
              <a:buNone/>
              <a:defRPr sz="1800">
                <a:solidFill>
                  <a:schemeClr val="tx1">
                    <a:lumMod val="65000"/>
                    <a:lumOff val="35000"/>
                  </a:schemeClr>
                </a:solidFill>
              </a:defRPr>
            </a:lvl4pPr>
            <a:lvl5pPr marL="0" indent="0">
              <a:spcBef>
                <a:spcPts val="0"/>
              </a:spcBef>
              <a:buNone/>
              <a:defRPr sz="1800">
                <a:solidFill>
                  <a:schemeClr val="tx1">
                    <a:lumMod val="65000"/>
                    <a:lumOff val="35000"/>
                  </a:schemeClr>
                </a:solidFill>
              </a:defRPr>
            </a:lvl5pPr>
            <a:lvl6pPr marL="0" indent="0">
              <a:spcBef>
                <a:spcPts val="0"/>
              </a:spcBef>
              <a:buNone/>
              <a:defRPr sz="1800">
                <a:solidFill>
                  <a:schemeClr val="tx1">
                    <a:lumMod val="65000"/>
                    <a:lumOff val="35000"/>
                  </a:schemeClr>
                </a:solidFill>
              </a:defRPr>
            </a:lvl6pPr>
            <a:lvl7pPr marL="0" indent="0">
              <a:spcBef>
                <a:spcPts val="0"/>
              </a:spcBef>
              <a:buNone/>
              <a:defRPr sz="1800">
                <a:solidFill>
                  <a:schemeClr val="tx1">
                    <a:lumMod val="65000"/>
                    <a:lumOff val="35000"/>
                  </a:schemeClr>
                </a:solidFill>
              </a:defRPr>
            </a:lvl7pPr>
            <a:lvl8pPr marL="0" indent="0">
              <a:spcBef>
                <a:spcPts val="0"/>
              </a:spcBef>
              <a:buNone/>
              <a:defRPr sz="1800">
                <a:solidFill>
                  <a:schemeClr val="tx1">
                    <a:lumMod val="65000"/>
                    <a:lumOff val="35000"/>
                  </a:schemeClr>
                </a:solidFill>
              </a:defRPr>
            </a:lvl8pPr>
            <a:lvl9pPr marL="0" indent="0">
              <a:spcBef>
                <a:spcPts val="0"/>
              </a:spcBef>
              <a:buNone/>
              <a:defRPr sz="1800">
                <a:solidFill>
                  <a:schemeClr val="tx1">
                    <a:lumMod val="65000"/>
                    <a:lumOff val="35000"/>
                  </a:schemeClr>
                </a:solidFill>
              </a:defRPr>
            </a:lvl9pPr>
          </a:lstStyle>
          <a:p>
            <a:pPr lvl="0"/>
            <a:r>
              <a:t>Click to Add a Subtitle</a:t>
            </a:r>
          </a:p>
        </p:txBody>
      </p:sp>
      <p:sp>
        <p:nvSpPr>
          <p:cNvPr id="5" name="Title 4">
            <a:extLst>
              <a:ext uri="{FF2B5EF4-FFF2-40B4-BE49-F238E27FC236}">
                <a16:creationId xmlns:a16="http://schemas.microsoft.com/office/drawing/2014/main" id="{13AB35E0-AD47-4AD2-A594-DF7D8B2173E4}"/>
              </a:ext>
            </a:extLst>
          </p:cNvPr>
          <p:cNvSpPr>
            <a:spLocks noGrp="1"/>
          </p:cNvSpPr>
          <p:nvPr>
            <p:ph type="title" hasCustomPrompt="1"/>
            <p:custDataLst>
              <p:tags r:id="rId3"/>
            </p:custDataLst>
          </p:nvPr>
        </p:nvSpPr>
        <p:spPr/>
        <p:txBody>
          <a:bodyPr/>
          <a:lstStyle>
            <a:lvl1pPr>
              <a:defRPr/>
            </a:lvl1pPr>
          </a:lstStyle>
          <a:p>
            <a:r>
              <a:t>Click to Add a Title</a:t>
            </a:r>
          </a:p>
        </p:txBody>
      </p:sp>
      <p:sp>
        <p:nvSpPr>
          <p:cNvPr id="6" name="ConStatement"/>
          <p:cNvSpPr txBox="1"/>
          <p:nvPr userDrawn="1">
            <p:custDataLst>
              <p:tags r:id="rId4"/>
            </p:custDataLst>
          </p:nvPr>
        </p:nvSpPr>
        <p:spPr>
          <a:xfrm>
            <a:off x="2921000" y="6590224"/>
            <a:ext cx="6350000" cy="245794"/>
          </a:xfrm>
          <a:prstGeom prst="rect">
            <a:avLst/>
          </a:prstGeom>
          <a:noFill/>
        </p:spPr>
        <p:txBody>
          <a:bodyPr vert="horz" wrap="none" lIns="68580" tIns="34290" rIns="68580" bIns="34290" rtlCol="0" anchor="ctr">
            <a:noAutofit/>
          </a:bodyPr>
          <a:lstStyle/>
          <a:p>
            <a:pPr algn="ctr"/>
            <a:r>
              <a:rPr lang="en-US" sz="600">
                <a:solidFill>
                  <a:srgbClr val="7F7F7F"/>
                </a:solidFill>
                <a:latin typeface="Arial"/>
              </a:rPr>
              <a:t>Synopsys Confidential Information</a:t>
            </a:r>
          </a:p>
        </p:txBody>
      </p:sp>
    </p:spTree>
    <p:extLst>
      <p:ext uri="{BB962C8B-B14F-4D97-AF65-F5344CB8AC3E}">
        <p14:creationId xmlns:p14="http://schemas.microsoft.com/office/powerpoint/2010/main" val="152404997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605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335CEF0-32BE-8FD2-3A80-D2CD97B9AA22}"/>
              </a:ext>
            </a:extLst>
          </p:cNvPr>
          <p:cNvSpPr>
            <a:spLocks noGrp="1"/>
          </p:cNvSpPr>
          <p:nvPr>
            <p:ph type="ftr" sz="quarter" idx="10"/>
          </p:nvPr>
        </p:nvSpPr>
        <p:spPr>
          <a:xfrm>
            <a:off x="4165600" y="6416676"/>
            <a:ext cx="3860800" cy="365125"/>
          </a:xfrm>
          <a:prstGeom prst="rect">
            <a:avLst/>
          </a:prstGeom>
        </p:spPr>
        <p:txBody>
          <a:bodyPr/>
          <a:lstStyle>
            <a:lvl1pPr algn="ctr" eaLnBrk="0" hangingPunct="0">
              <a:defRPr>
                <a:cs typeface="+mn-cs"/>
              </a:defRPr>
            </a:lvl1pPr>
          </a:lstStyle>
          <a:p>
            <a:pPr>
              <a:defRPr/>
            </a:pPr>
            <a:r>
              <a:rPr lang="en-US"/>
              <a:t>Synopsys Confidential and Proprietary</a:t>
            </a:r>
          </a:p>
        </p:txBody>
      </p:sp>
    </p:spTree>
    <p:extLst>
      <p:ext uri="{BB962C8B-B14F-4D97-AF65-F5344CB8AC3E}">
        <p14:creationId xmlns:p14="http://schemas.microsoft.com/office/powerpoint/2010/main" val="19721213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09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794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46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64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331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878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76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63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a Title</a:t>
            </a:r>
          </a:p>
        </p:txBody>
      </p:sp>
      <p:sp>
        <p:nvSpPr>
          <p:cNvPr id="3" name="Text Placeholder 6"/>
          <p:cNvSpPr>
            <a:spLocks noGrp="1"/>
          </p:cNvSpPr>
          <p:nvPr>
            <p:ph type="body" sz="quarter" idx="12" hasCustomPrompt="1"/>
          </p:nvPr>
        </p:nvSpPr>
        <p:spPr>
          <a:xfrm>
            <a:off x="609600" y="838200"/>
            <a:ext cx="11582400" cy="457200"/>
          </a:xfrm>
        </p:spPr>
        <p:txBody>
          <a:bodyPr/>
          <a:lstStyle>
            <a:lvl1pPr marL="0" indent="0">
              <a:buNone/>
              <a:defRPr sz="2400" i="1"/>
            </a:lvl1pPr>
          </a:lstStyle>
          <a:p>
            <a:pPr lvl="0"/>
            <a:r>
              <a:rPr lang="en-US"/>
              <a:t>Click to Add a Subtitle</a:t>
            </a:r>
          </a:p>
        </p:txBody>
      </p:sp>
      <p:sp>
        <p:nvSpPr>
          <p:cNvPr id="4" name="Footer Placeholder 3"/>
          <p:cNvSpPr>
            <a:spLocks noGrp="1"/>
          </p:cNvSpPr>
          <p:nvPr>
            <p:ph type="ftr" sz="quarter" idx="13"/>
          </p:nvPr>
        </p:nvSpPr>
        <p:spPr>
          <a:xfrm>
            <a:off x="2895600" y="6475624"/>
            <a:ext cx="6400800" cy="365125"/>
          </a:xfrm>
          <a:prstGeom prst="rect">
            <a:avLst/>
          </a:prstGeom>
        </p:spPr>
        <p:txBody>
          <a:bodyPr/>
          <a:lstStyle/>
          <a:p>
            <a:r>
              <a:rPr lang="en-US"/>
              <a:t>Confidential</a:t>
            </a:r>
          </a:p>
        </p:txBody>
      </p:sp>
    </p:spTree>
    <p:extLst>
      <p:ext uri="{BB962C8B-B14F-4D97-AF65-F5344CB8AC3E}">
        <p14:creationId xmlns:p14="http://schemas.microsoft.com/office/powerpoint/2010/main" val="3925235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440749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363021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6420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057327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002640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C8BA8C8F-8E95-A488-630C-25AF6A7D252E}"/>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 name="Line 8">
            <a:extLst>
              <a:ext uri="{FF2B5EF4-FFF2-40B4-BE49-F238E27FC236}">
                <a16:creationId xmlns:a16="http://schemas.microsoft.com/office/drawing/2014/main" id="{9C59F1B6-E109-DFB1-4D8A-72AA687849F9}"/>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pic>
        <p:nvPicPr>
          <p:cNvPr id="4" name="Picture 12" descr="Synopsys_color">
            <a:extLst>
              <a:ext uri="{FF2B5EF4-FFF2-40B4-BE49-F238E27FC236}">
                <a16:creationId xmlns:a16="http://schemas.microsoft.com/office/drawing/2014/main" id="{1B76921F-7A8A-1973-1D3E-C0BAD2E579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9167" y="6083300"/>
            <a:ext cx="185631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a:extLst>
              <a:ext uri="{FF2B5EF4-FFF2-40B4-BE49-F238E27FC236}">
                <a16:creationId xmlns:a16="http://schemas.microsoft.com/office/drawing/2014/main" id="{EA71B6DC-4379-AD95-28BE-38CB8909AB78}"/>
              </a:ext>
            </a:extLst>
          </p:cNvPr>
          <p:cNvSpPr>
            <a:spLocks noChangeArrowheads="1"/>
          </p:cNvSpPr>
          <p:nvPr userDrawn="1"/>
        </p:nvSpPr>
        <p:spPr bwMode="auto">
          <a:xfrm>
            <a:off x="3009900" y="6032501"/>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900">
                <a:latin typeface="Arial" panose="020B0604020202020204" pitchFamily="34" charset="0"/>
              </a:rPr>
              <a:t>Synopsys University Courseware </a:t>
            </a:r>
          </a:p>
          <a:p>
            <a:pPr algn="ctr" eaLnBrk="1" hangingPunct="1"/>
            <a:r>
              <a:rPr lang="en-US" altLang="en-US" sz="900">
                <a:latin typeface="Arial" panose="020B0604020202020204" pitchFamily="34" charset="0"/>
              </a:rPr>
              <a:t>Copyright © 2018 Synopsys, Inc. All rights reserved.</a:t>
            </a:r>
          </a:p>
          <a:p>
            <a:pPr algn="ctr" eaLnBrk="1" hangingPunct="1"/>
            <a:r>
              <a:rPr lang="en-US" altLang="en-US" sz="900">
                <a:latin typeface="Arial" panose="020B0604020202020204" pitchFamily="34" charset="0"/>
              </a:rPr>
              <a:t>Computer Language Engineering</a:t>
            </a:r>
          </a:p>
          <a:p>
            <a:pPr algn="ctr" eaLnBrk="1" hangingPunct="1"/>
            <a:r>
              <a:rPr lang="en-US" altLang="en-US" sz="900">
                <a:latin typeface="Arial" panose="020B0604020202020204" pitchFamily="34" charset="0"/>
              </a:rPr>
              <a:t>Lecture - 1</a:t>
            </a:r>
          </a:p>
          <a:p>
            <a:pPr algn="ctr" eaLnBrk="1" hangingPunct="1"/>
            <a:r>
              <a:rPr lang="en-US" altLang="en-US" sz="900">
                <a:latin typeface="Arial" panose="020B0604020202020204" pitchFamily="34" charset="0"/>
              </a:rPr>
              <a:t>Developed By: Vazgen Melikyan</a:t>
            </a:r>
          </a:p>
        </p:txBody>
      </p:sp>
      <p:sp>
        <p:nvSpPr>
          <p:cNvPr id="6" name="TextBox 5">
            <a:extLst>
              <a:ext uri="{FF2B5EF4-FFF2-40B4-BE49-F238E27FC236}">
                <a16:creationId xmlns:a16="http://schemas.microsoft.com/office/drawing/2014/main" id="{22C1E5BD-2BA2-E38F-0CB3-B096E6757B81}"/>
              </a:ext>
            </a:extLst>
          </p:cNvPr>
          <p:cNvSpPr txBox="1">
            <a:spLocks noChangeArrowheads="1"/>
          </p:cNvSpPr>
          <p:nvPr userDrawn="1"/>
        </p:nvSpPr>
        <p:spPr bwMode="auto">
          <a:xfrm>
            <a:off x="3048000" y="6521450"/>
            <a:ext cx="508000" cy="247650"/>
          </a:xfrm>
          <a:prstGeom prst="rect">
            <a:avLst/>
          </a:prstGeom>
          <a:noFill/>
          <a:ln>
            <a:noFill/>
          </a:ln>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DAD6B06-40C0-4549-A7E6-4DCA97AEFB2E}" type="slidenum">
              <a:rPr lang="en-US" altLang="en-US" sz="1000">
                <a:solidFill>
                  <a:srgbClr val="595959"/>
                </a:solidFill>
                <a:latin typeface="Arial" panose="020B0604020202020204" pitchFamily="34" charset="0"/>
              </a:rPr>
              <a:pPr eaLnBrk="1" hangingPunct="1"/>
              <a:t>‹#›</a:t>
            </a:fld>
            <a:endParaRPr lang="en-US" altLang="en-US" sz="1000">
              <a:solidFill>
                <a:srgbClr val="595959"/>
              </a:solidFill>
              <a:latin typeface="Arial" panose="020B0604020202020204" pitchFamily="34" charset="0"/>
            </a:endParaRPr>
          </a:p>
        </p:txBody>
      </p:sp>
      <p:pic>
        <p:nvPicPr>
          <p:cNvPr id="7" name="Picture 16" descr="D:\Users\User\Desktop\My Documents\AcCouncil\Logo_NPUA\LogoPolytech_1.png">
            <a:extLst>
              <a:ext uri="{FF2B5EF4-FFF2-40B4-BE49-F238E27FC236}">
                <a16:creationId xmlns:a16="http://schemas.microsoft.com/office/drawing/2014/main" id="{F0595EB0-6C60-D943-7E5F-0374C827B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atin typeface="Arial" pitchFamily="34" charset="0"/>
                <a:cs typeface="Arial" pitchFamily="34" charset="0"/>
              </a:defRPr>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atin typeface="Arial" pitchFamily="34" charset="0"/>
                <a:cs typeface="Arial" pitchFamily="34" charset="0"/>
              </a:defRPr>
            </a:lvl1pPr>
          </a:lstStyle>
          <a:p>
            <a:endParaRPr lang="en-US" altLang="en-US"/>
          </a:p>
        </p:txBody>
      </p:sp>
    </p:spTree>
    <p:extLst>
      <p:ext uri="{BB962C8B-B14F-4D97-AF65-F5344CB8AC3E}">
        <p14:creationId xmlns:p14="http://schemas.microsoft.com/office/powerpoint/2010/main" val="35178802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0840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887662A0-256C-D7CA-68EF-D69458ACB3D0}"/>
              </a:ext>
            </a:extLst>
          </p:cNvPr>
          <p:cNvSpPr>
            <a:spLocks noGrp="1" noChangeArrowheads="1"/>
          </p:cNvSpPr>
          <p:nvPr>
            <p:ph type="ftr" sz="quarter" idx="10"/>
          </p:nvPr>
        </p:nvSpPr>
        <p:spPr>
          <a:xfrm>
            <a:off x="3839634" y="6415088"/>
            <a:ext cx="4906433" cy="442912"/>
          </a:xfrm>
          <a:prstGeom prst="rect">
            <a:avLst/>
          </a:prstGeom>
        </p:spPr>
        <p:txBody>
          <a:bodyPr/>
          <a:lstStyle>
            <a:lvl1pPr algn="ctr" eaLnBrk="1" hangingPunct="1">
              <a:defRPr>
                <a:latin typeface="Arial" pitchFamily="34" charset="0"/>
                <a:cs typeface="Arial" charset="0"/>
              </a:defRPr>
            </a:lvl1pPr>
          </a:lstStyle>
          <a:p>
            <a:pPr>
              <a:defRPr/>
            </a:pPr>
            <a:r>
              <a:rPr lang="en-US" altLang="en-US"/>
              <a:t>Synopsys University Courseware – EE XXX</a:t>
            </a:r>
          </a:p>
          <a:p>
            <a:pPr>
              <a:defRPr/>
            </a:pPr>
            <a:r>
              <a:rPr lang="en-US" altLang="en-US"/>
              <a:t> IC Testing</a:t>
            </a:r>
          </a:p>
          <a:p>
            <a:pPr>
              <a:defRPr/>
            </a:pPr>
            <a:r>
              <a:rPr lang="en-US" altLang="en-US"/>
              <a:t>Topic: IC Testing Process and Equipment</a:t>
            </a:r>
          </a:p>
          <a:p>
            <a:pPr>
              <a:defRPr/>
            </a:pPr>
            <a:r>
              <a:rPr lang="en-US" altLang="en-US"/>
              <a:t>© 2007 Synopsys, Inc.</a:t>
            </a:r>
          </a:p>
          <a:p>
            <a:pPr>
              <a:defRPr/>
            </a:pPr>
            <a:r>
              <a:rPr lang="en-US" altLang="en-US"/>
              <a:t>Developed By: Vazgen Melikyan</a:t>
            </a:r>
          </a:p>
        </p:txBody>
      </p:sp>
    </p:spTree>
    <p:extLst>
      <p:ext uri="{BB962C8B-B14F-4D97-AF65-F5344CB8AC3E}">
        <p14:creationId xmlns:p14="http://schemas.microsoft.com/office/powerpoint/2010/main" val="1555040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796020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F864-5E47-CBE7-BC2B-D8DF0EA75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3CBBC6-6702-8542-F713-8331F35B8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89DBE-B6C5-EEDF-EE0B-870A19BE50F1}"/>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0C4CC655-528A-B4CD-B231-2CFF5AF1B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5087-E3A0-AACE-58BF-82ACBA8D7610}"/>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1643282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AC29-1205-BF56-2123-7CA231CC3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CE3DE-0568-1424-72DE-789324F6D4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5EB76-5625-5842-BD96-2502419E37C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7402CFB-EE67-E4D7-335B-E3A2A21B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C425-08F2-53BE-11E2-E85528AB938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81663655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BDC2-BDC8-DD13-576A-5AEBF41B8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52A7A-9F5D-C71F-5866-CC450BE76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19F44-6C0F-69B4-BE94-2713E0AEE268}"/>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857E62B-8FE6-F545-248D-2C985B04B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44CDC-1CB1-C93E-1C69-6EE1112116AE}"/>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1071782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A8C5-0745-D355-9175-0B7390DAC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AF0E70-3D5F-1D52-ACCD-410B855C4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35AB-5800-0D54-A980-11B16A389F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216A7-8E0F-2E45-5ACE-2F6A118C675A}"/>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9468FA53-E88F-E9BA-D3D3-C5AAA1B1A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C3C96-A0A7-954D-E717-D844E14C59AD}"/>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4933329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2EAB-2A91-DA52-B898-D2199DA4C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A1F96-37F5-4177-FB5E-F3BA71A9C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FCD7C3-9F67-61BE-6079-E6AAE9D62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6598F-2169-02EF-6EDD-D65DD1B3E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C9AD2-BC37-4881-DECC-A2AD3554B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63B53-BA8E-56A1-7322-D6D07707CB5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8" name="Footer Placeholder 7">
            <a:extLst>
              <a:ext uri="{FF2B5EF4-FFF2-40B4-BE49-F238E27FC236}">
                <a16:creationId xmlns:a16="http://schemas.microsoft.com/office/drawing/2014/main" id="{B5909EB9-3309-D00A-589C-F8E5CCCC9B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82FCC-91F4-6C0B-507F-52877A136493}"/>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0956132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909FE-8C3F-459B-3A02-F5943828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FAF2D-3FA2-DAB0-256A-07473760DF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4" name="Footer Placeholder 3">
            <a:extLst>
              <a:ext uri="{FF2B5EF4-FFF2-40B4-BE49-F238E27FC236}">
                <a16:creationId xmlns:a16="http://schemas.microsoft.com/office/drawing/2014/main" id="{BD02C9CA-C4A5-0A1E-3094-E11E6C55E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9E96D-7309-286B-9469-22C62AAE6A58}"/>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31937128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57B0A3-081B-F016-AB51-CB6179C794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3" name="Footer Placeholder 2">
            <a:extLst>
              <a:ext uri="{FF2B5EF4-FFF2-40B4-BE49-F238E27FC236}">
                <a16:creationId xmlns:a16="http://schemas.microsoft.com/office/drawing/2014/main" id="{CC2DF5CA-A85C-DE18-8321-946BBA06E7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4F835-4896-E0CA-A28D-E871FB4B998F}"/>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6415183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32A4-C094-4A6E-ACCE-11761B06D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C87A6-43AB-D859-AE9F-D2E73348A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14E0C-12B6-633B-33A5-F834545CF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11855-81AC-5B7B-0069-6310903A23AF}"/>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38924365-B0DF-E909-5712-ECB7EA74A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0EADC-AA67-4770-89E6-764FE2835E52}"/>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2372473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970-9411-32EF-3FB0-2AC469E80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AC4E2-A6A2-B622-4247-49D23C9AB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9E7B4-CB3F-639C-BCAF-A87031E9B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33439-B276-C04F-D0C2-6D76089BA1F2}"/>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51D16CBB-BF67-CA6C-54A5-DA79854F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58E6C-10DA-E9AD-5F18-2D095CE0500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3616417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AC8-5EB8-5FF6-87EF-31ED4AD8BE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D216E-0D54-53D1-58A5-23A116410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4AD10-4017-3EA5-A9FE-BA89B1AE686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10EEF40-4745-FF38-3206-11D79D6EE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7C770-EAB0-4C36-8BEA-6103B764FF7C}"/>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9451626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1AB39-F7C8-F4C7-166E-912656FBC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0A689-EC2A-E507-74E1-71CD0805A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33C9-5992-4711-EDBA-A748E2F14FCB}"/>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88DE4844-7F3C-1A50-562A-143A80D4C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13717-791F-3853-A9A4-E2F8F80B2655}"/>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5013335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50" Type="http://schemas.openxmlformats.org/officeDocument/2006/relationships/tags" Target="../tags/tag4.xml"/><Relationship Id="rId55"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tags" Target="../tags/tag5.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2.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48"/>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49"/>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t>Edit Master text styles</a:t>
            </a:r>
            <a:endParaRPr lang="en-US"/>
          </a:p>
          <a:p>
            <a:pPr marL="690563" lvl="1" indent="-327025">
              <a:tabLst/>
            </a:pPr>
            <a:r>
              <a:rPr lang="en-US"/>
              <a:t>Second level</a:t>
            </a:r>
          </a:p>
          <a:p>
            <a:pPr marL="914400" lvl="2" indent="-223838">
              <a:tabLst>
                <a:tab pos="736600" algn="l"/>
              </a:tabLst>
            </a:pPr>
            <a:r>
              <a:t>Third level</a:t>
            </a:r>
          </a:p>
          <a:p>
            <a:pPr lvl="3"/>
            <a:r>
              <a:t>Fourth level</a:t>
            </a:r>
          </a:p>
        </p:txBody>
      </p:sp>
      <p:sp>
        <p:nvSpPr>
          <p:cNvPr id="26" name="TaggedShape" hidden="1"/>
          <p:cNvSpPr/>
          <p:nvPr>
            <p:custDataLst>
              <p:tags r:id="rId50"/>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51"/>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63776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54"/>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52"/>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a:solidFill>
                  <a:schemeClr val="bg1">
                    <a:lumMod val="65000"/>
                  </a:schemeClr>
                </a:solidFill>
                <a:latin typeface="Arial"/>
              </a:rPr>
              <a:t>Synopsys </a:t>
            </a:r>
            <a:r>
              <a:rPr lang="en-US" sz="800">
                <a:solidFill>
                  <a:schemeClr val="bg1">
                    <a:lumMod val="65000"/>
                  </a:schemeClr>
                </a:solidFill>
                <a:latin typeface="Arial"/>
              </a:rPr>
              <a:t>University Courseware</a:t>
            </a:r>
            <a:br>
              <a:rPr lang="en-US" sz="800">
                <a:solidFill>
                  <a:schemeClr val="bg1">
                    <a:lumMod val="65000"/>
                  </a:schemeClr>
                </a:solidFill>
                <a:latin typeface="Arial"/>
              </a:rPr>
            </a:br>
            <a:r>
              <a:rPr lang="en-US" sz="800">
                <a:solidFill>
                  <a:schemeClr val="bg1">
                    <a:lumMod val="65000"/>
                  </a:schemeClr>
                </a:solidFill>
                <a:latin typeface="Arial"/>
              </a:rPr>
              <a:t>Developed by: </a:t>
            </a:r>
            <a:r>
              <a:rPr lang="en-US" sz="800" err="1">
                <a:solidFill>
                  <a:schemeClr val="bg1">
                    <a:lumMod val="65000"/>
                  </a:schemeClr>
                </a:solidFill>
                <a:latin typeface="Arial"/>
              </a:rPr>
              <a:t>Vazgen</a:t>
            </a:r>
            <a:r>
              <a:rPr lang="en-US" sz="800">
                <a:solidFill>
                  <a:schemeClr val="bg1">
                    <a:lumMod val="65000"/>
                  </a:schemeClr>
                </a:solidFill>
                <a:latin typeface="Arial"/>
              </a:rPr>
              <a:t> </a:t>
            </a:r>
            <a:r>
              <a:rPr lang="en-US" sz="800" err="1">
                <a:solidFill>
                  <a:schemeClr val="bg1">
                    <a:lumMod val="65000"/>
                  </a:schemeClr>
                </a:solidFill>
                <a:latin typeface="Arial"/>
              </a:rPr>
              <a:t>Melikyan</a:t>
            </a:r>
            <a:endParaRPr sz="80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53"/>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a:solidFill>
                  <a:schemeClr val="bg1">
                    <a:lumMod val="65000"/>
                  </a:schemeClr>
                </a:solidFill>
              </a:rPr>
              <a:t>© 2023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55">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4" r:id="rId25"/>
    <p:sldLayoutId id="2147483756"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 id="2147483792" r:id="rId46"/>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46FA1-A20F-2F07-D73A-B69B48D17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91EC3-C41A-E87B-D2E2-393D50812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59F0-5B42-7FDF-3F10-1A135A5DE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724034B-01CB-5600-CA84-7B07976A5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86DB71-E41A-D4BE-A634-C903E7D6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75563-B00C-4814-AE8E-CF56921A0DE6}" type="slidenum">
              <a:rPr lang="en-US" smtClean="0"/>
              <a:t>‹#›</a:t>
            </a:fld>
            <a:endParaRPr lang="en-US"/>
          </a:p>
        </p:txBody>
      </p:sp>
    </p:spTree>
    <p:extLst>
      <p:ext uri="{BB962C8B-B14F-4D97-AF65-F5344CB8AC3E}">
        <p14:creationId xmlns:p14="http://schemas.microsoft.com/office/powerpoint/2010/main" val="359543214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p:txBody>
          <a:bodyPr/>
          <a:lstStyle/>
          <a:p>
            <a:r>
              <a:rPr lang="en-US"/>
              <a:t>Synopsys Armenia Educational Department</a:t>
            </a:r>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p:txBody>
          <a:bodyPr/>
          <a:lstStyle/>
          <a:p>
            <a:r>
              <a:rPr lang="en-US" altLang="en-US" sz="4700" dirty="0"/>
              <a:t>Logic Design</a:t>
            </a:r>
            <a:endParaRPr lang="en-US" sz="4700" dirty="0"/>
          </a:p>
        </p:txBody>
      </p:sp>
      <p:sp>
        <p:nvSpPr>
          <p:cNvPr id="3" name="Subtitle 2">
            <a:extLst>
              <a:ext uri="{FF2B5EF4-FFF2-40B4-BE49-F238E27FC236}">
                <a16:creationId xmlns:a16="http://schemas.microsoft.com/office/drawing/2014/main" id="{7D6F7999-21FE-8ED6-CF90-D51899D36629}"/>
              </a:ext>
            </a:extLst>
          </p:cNvPr>
          <p:cNvSpPr>
            <a:spLocks noGrp="1"/>
          </p:cNvSpPr>
          <p:nvPr>
            <p:ph type="subTitle" idx="1"/>
          </p:nvPr>
        </p:nvSpPr>
        <p:spPr/>
        <p:txBody>
          <a:bodyPr>
            <a:normAutofit/>
          </a:bodyPr>
          <a:lstStyle/>
          <a:p>
            <a:r>
              <a:rPr lang="nb-NO"/>
              <a:t>Sci.D.Professor Vazgen Melikyan</a:t>
            </a:r>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6BC15FEB-FFEE-72B8-2B95-390B2ABA8D75}"/>
              </a:ext>
            </a:extLst>
          </p:cNvPr>
          <p:cNvSpPr>
            <a:spLocks noGrp="1" noChangeArrowheads="1"/>
          </p:cNvSpPr>
          <p:nvPr>
            <p:ph type="title"/>
          </p:nvPr>
        </p:nvSpPr>
        <p:spPr/>
        <p:txBody>
          <a:bodyPr/>
          <a:lstStyle/>
          <a:p>
            <a:r>
              <a:rPr lang="en-US" altLang="en-US"/>
              <a:t>Course Overview</a:t>
            </a:r>
            <a:endParaRPr lang="ru-RU" altLang="en-US"/>
          </a:p>
        </p:txBody>
      </p:sp>
      <p:sp>
        <p:nvSpPr>
          <p:cNvPr id="7" name="Content Placeholder 3">
            <a:extLst>
              <a:ext uri="{FF2B5EF4-FFF2-40B4-BE49-F238E27FC236}">
                <a16:creationId xmlns:a16="http://schemas.microsoft.com/office/drawing/2014/main" id="{C7FE07B7-6903-19C5-FF63-BD2012C32DEC}"/>
              </a:ext>
            </a:extLst>
          </p:cNvPr>
          <p:cNvSpPr txBox="1">
            <a:spLocks noChangeArrowheads="1"/>
          </p:cNvSpPr>
          <p:nvPr/>
        </p:nvSpPr>
        <p:spPr>
          <a:xfrm>
            <a:off x="456876"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Boolean Functions</a:t>
            </a:r>
          </a:p>
          <a:p>
            <a:pPr lvl="1"/>
            <a:r>
              <a:rPr lang="en-US" altLang="en-US" sz="1130" dirty="0"/>
              <a:t>3 lectures</a:t>
            </a:r>
          </a:p>
          <a:p>
            <a:r>
              <a:rPr lang="en-US" altLang="en-US" sz="1400" dirty="0"/>
              <a:t>Boolean Functions Minimization.                         Combinational Logic  Design Principles</a:t>
            </a:r>
          </a:p>
          <a:p>
            <a:pPr lvl="1"/>
            <a:r>
              <a:rPr lang="en-US" altLang="en-US" sz="1130" dirty="0"/>
              <a:t>4 lectures</a:t>
            </a:r>
          </a:p>
          <a:p>
            <a:r>
              <a:rPr lang="en-US" altLang="en-US" sz="1600" dirty="0"/>
              <a:t> </a:t>
            </a:r>
            <a:r>
              <a:rPr lang="en-US" altLang="en-US" sz="1400" dirty="0"/>
              <a:t>Introduction to Verilog</a:t>
            </a:r>
          </a:p>
          <a:p>
            <a:pPr lvl="1"/>
            <a:r>
              <a:rPr lang="en-US" altLang="en-US" sz="1130" dirty="0"/>
              <a:t>3 lectures</a:t>
            </a:r>
          </a:p>
          <a:p>
            <a:r>
              <a:rPr lang="en-US" altLang="en-US" sz="1400" dirty="0"/>
              <a:t>Basic Combinational Circuits</a:t>
            </a:r>
          </a:p>
          <a:p>
            <a:pPr lvl="1"/>
            <a:r>
              <a:rPr lang="en-US" altLang="en-US" sz="1130" dirty="0"/>
              <a:t>4 lectures</a:t>
            </a:r>
          </a:p>
          <a:p>
            <a:r>
              <a:rPr lang="en-US" altLang="en-US" sz="1400" dirty="0"/>
              <a:t>Finite States Machines (FSM)</a:t>
            </a:r>
          </a:p>
          <a:p>
            <a:pPr lvl="1"/>
            <a:r>
              <a:rPr lang="en-US" altLang="en-US" sz="1130" dirty="0"/>
              <a:t>3 lectures</a:t>
            </a:r>
          </a:p>
          <a:p>
            <a:r>
              <a:rPr lang="en-US" altLang="en-US" sz="1400" dirty="0"/>
              <a:t>Synthesis of Synchronous FSM</a:t>
            </a:r>
          </a:p>
          <a:p>
            <a:pPr lvl="1"/>
            <a:r>
              <a:rPr lang="en-US" altLang="en-US" sz="1130" dirty="0"/>
              <a:t>5 lectures</a:t>
            </a:r>
          </a:p>
          <a:p>
            <a:endParaRPr lang="ru-RU" altLang="en-US" sz="1600" dirty="0"/>
          </a:p>
          <a:p>
            <a:endParaRPr lang="en-US" altLang="en-US" sz="1600" dirty="0"/>
          </a:p>
        </p:txBody>
      </p:sp>
      <p:sp>
        <p:nvSpPr>
          <p:cNvPr id="8" name="Content Placeholder 3">
            <a:extLst>
              <a:ext uri="{FF2B5EF4-FFF2-40B4-BE49-F238E27FC236}">
                <a16:creationId xmlns:a16="http://schemas.microsoft.com/office/drawing/2014/main" id="{CBA6F462-5FC2-D65E-853F-4D46D3E95DE1}"/>
              </a:ext>
            </a:extLst>
          </p:cNvPr>
          <p:cNvSpPr txBox="1">
            <a:spLocks noChangeArrowheads="1"/>
          </p:cNvSpPr>
          <p:nvPr/>
        </p:nvSpPr>
        <p:spPr>
          <a:xfrm>
            <a:off x="6807200"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Basic Sequential Circuits</a:t>
            </a:r>
          </a:p>
          <a:p>
            <a:pPr lvl="1"/>
            <a:r>
              <a:rPr lang="en-US" altLang="en-US" sz="1130" dirty="0"/>
              <a:t>3 lectures</a:t>
            </a:r>
          </a:p>
          <a:p>
            <a:r>
              <a:rPr lang="en-US" altLang="en-US" sz="1400" dirty="0"/>
              <a:t>Problems of Synchronous Design</a:t>
            </a:r>
          </a:p>
          <a:p>
            <a:pPr lvl="1"/>
            <a:r>
              <a:rPr lang="en-US" altLang="en-US" sz="1130" dirty="0"/>
              <a:t>3 lectures</a:t>
            </a:r>
          </a:p>
          <a:p>
            <a:r>
              <a:rPr lang="en-US" altLang="en-US" sz="1600" dirty="0"/>
              <a:t> </a:t>
            </a:r>
            <a:r>
              <a:rPr lang="en-US" altLang="en-US" sz="1400" dirty="0"/>
              <a:t> Asynchronous FSM. Self-Timed Circuits</a:t>
            </a:r>
          </a:p>
          <a:p>
            <a:pPr lvl="1"/>
            <a:r>
              <a:rPr lang="en-US" altLang="en-US" sz="1130" dirty="0"/>
              <a:t>3 lectures</a:t>
            </a:r>
          </a:p>
          <a:p>
            <a:r>
              <a:rPr lang="en-US" altLang="en-US" sz="1400" dirty="0"/>
              <a:t>Arithmetic Units</a:t>
            </a:r>
          </a:p>
          <a:p>
            <a:pPr lvl="1"/>
            <a:r>
              <a:rPr lang="en-US" altLang="en-US" sz="1130" dirty="0"/>
              <a:t>4 lectures</a:t>
            </a:r>
          </a:p>
          <a:p>
            <a:r>
              <a:rPr lang="en-US" altLang="en-US" sz="1400" dirty="0">
                <a:solidFill>
                  <a:srgbClr val="0000FF"/>
                </a:solidFill>
              </a:rPr>
              <a:t>Programmable Logical Integrated Circuits (PLDs)</a:t>
            </a:r>
          </a:p>
          <a:p>
            <a:pPr lvl="1"/>
            <a:r>
              <a:rPr lang="en-US" altLang="en-US" sz="1130" dirty="0">
                <a:solidFill>
                  <a:srgbClr val="0000FF"/>
                </a:solidFill>
              </a:rPr>
              <a:t>3 lectures</a:t>
            </a:r>
          </a:p>
          <a:p>
            <a:r>
              <a:rPr lang="en-US" altLang="en-US" sz="1400" dirty="0"/>
              <a:t>Memory Devices</a:t>
            </a:r>
          </a:p>
          <a:p>
            <a:pPr lvl="1"/>
            <a:r>
              <a:rPr lang="en-US" altLang="en-US" sz="1130" dirty="0"/>
              <a:t>3 lectures</a:t>
            </a:r>
          </a:p>
          <a:p>
            <a:endParaRPr lang="ru-RU" altLang="en-US" sz="1600" dirty="0"/>
          </a:p>
          <a:p>
            <a:endParaRPr lang="en-US" altLang="en-US" sz="16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5610F08D-D4C4-ACC4-2A35-D3F2F363AA46}"/>
              </a:ext>
            </a:extLst>
          </p:cNvPr>
          <p:cNvSpPr>
            <a:spLocks noGrp="1" noChangeArrowheads="1"/>
          </p:cNvSpPr>
          <p:nvPr>
            <p:ph type="title"/>
          </p:nvPr>
        </p:nvSpPr>
        <p:spPr/>
        <p:txBody>
          <a:bodyPr/>
          <a:lstStyle/>
          <a:p>
            <a:r>
              <a:rPr lang="en-US" altLang="en-US" dirty="0"/>
              <a:t>Programmable Logical Integrated Circuits (PLDs)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45E85F5E-BECB-1F38-008E-EDCCEBA98EEC}"/>
              </a:ext>
            </a:extLst>
          </p:cNvPr>
          <p:cNvSpPr>
            <a:spLocks noGrp="1" noChangeArrowheads="1"/>
          </p:cNvSpPr>
          <p:nvPr>
            <p:ph type="title"/>
          </p:nvPr>
        </p:nvSpPr>
        <p:spPr/>
        <p:txBody>
          <a:bodyPr/>
          <a:lstStyle/>
          <a:p>
            <a:r>
              <a:rPr lang="en-US" altLang="en-US"/>
              <a:t>Memory Hierarchy</a:t>
            </a:r>
          </a:p>
        </p:txBody>
      </p:sp>
      <p:sp>
        <p:nvSpPr>
          <p:cNvPr id="9219" name="Text Box 17">
            <a:extLst>
              <a:ext uri="{FF2B5EF4-FFF2-40B4-BE49-F238E27FC236}">
                <a16:creationId xmlns:a16="http://schemas.microsoft.com/office/drawing/2014/main" id="{F3756CBA-C769-BD02-600D-EC8B8AFA33A3}"/>
              </a:ext>
            </a:extLst>
          </p:cNvPr>
          <p:cNvSpPr txBox="1">
            <a:spLocks noChangeArrowheads="1"/>
          </p:cNvSpPr>
          <p:nvPr/>
        </p:nvSpPr>
        <p:spPr bwMode="auto">
          <a:xfrm>
            <a:off x="8715375" y="4792663"/>
            <a:ext cx="11255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rPr>
              <a:t>Lower Level</a:t>
            </a:r>
          </a:p>
        </p:txBody>
      </p:sp>
      <p:grpSp>
        <p:nvGrpSpPr>
          <p:cNvPr id="9220" name="Group 27">
            <a:extLst>
              <a:ext uri="{FF2B5EF4-FFF2-40B4-BE49-F238E27FC236}">
                <a16:creationId xmlns:a16="http://schemas.microsoft.com/office/drawing/2014/main" id="{F8B66477-7026-7D3B-DA84-608ED3AD7CC1}"/>
              </a:ext>
            </a:extLst>
          </p:cNvPr>
          <p:cNvGrpSpPr>
            <a:grpSpLocks/>
          </p:cNvGrpSpPr>
          <p:nvPr/>
        </p:nvGrpSpPr>
        <p:grpSpPr bwMode="auto">
          <a:xfrm>
            <a:off x="2062163" y="1220788"/>
            <a:ext cx="7707312" cy="4584700"/>
            <a:chOff x="419048" y="1071546"/>
            <a:chExt cx="7707382" cy="4584730"/>
          </a:xfrm>
        </p:grpSpPr>
        <p:sp>
          <p:nvSpPr>
            <p:cNvPr id="9222" name="Text Box 14">
              <a:extLst>
                <a:ext uri="{FF2B5EF4-FFF2-40B4-BE49-F238E27FC236}">
                  <a16:creationId xmlns:a16="http://schemas.microsoft.com/office/drawing/2014/main" id="{A9C4A007-772A-4848-CEB0-102B8C678BE6}"/>
                </a:ext>
              </a:extLst>
            </p:cNvPr>
            <p:cNvSpPr txBox="1">
              <a:spLocks noChangeArrowheads="1"/>
            </p:cNvSpPr>
            <p:nvPr/>
          </p:nvSpPr>
          <p:spPr bwMode="auto">
            <a:xfrm>
              <a:off x="419048" y="1701766"/>
              <a:ext cx="1190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Speed</a:t>
              </a:r>
            </a:p>
          </p:txBody>
        </p:sp>
        <p:sp>
          <p:nvSpPr>
            <p:cNvPr id="8195" name="AutoShape 6">
              <a:extLst>
                <a:ext uri="{FF2B5EF4-FFF2-40B4-BE49-F238E27FC236}">
                  <a16:creationId xmlns:a16="http://schemas.microsoft.com/office/drawing/2014/main" id="{8E966A34-0C00-4D15-B971-6304F4F8F487}"/>
                </a:ext>
              </a:extLst>
            </p:cNvPr>
            <p:cNvSpPr>
              <a:spLocks noChangeArrowheads="1"/>
            </p:cNvSpPr>
            <p:nvPr/>
          </p:nvSpPr>
          <p:spPr bwMode="auto">
            <a:xfrm>
              <a:off x="1650959" y="2093903"/>
              <a:ext cx="4349790" cy="3121045"/>
            </a:xfrm>
            <a:prstGeom prst="triangle">
              <a:avLst>
                <a:gd name="adj" fmla="val 50000"/>
              </a:avLst>
            </a:prstGeom>
            <a:solidFill>
              <a:schemeClr val="accent1">
                <a:lumMod val="60000"/>
                <a:lumOff val="40000"/>
              </a:schemeClr>
            </a:solidFill>
            <a:ln w="28575">
              <a:solidFill>
                <a:schemeClr val="tx1"/>
              </a:solidFill>
              <a:miter lim="800000"/>
              <a:headEnd/>
              <a:tailEnd/>
            </a:ln>
          </p:spPr>
          <p:txBody>
            <a:bodyPr/>
            <a:lstStyle/>
            <a:p>
              <a:pPr>
                <a:defRPr/>
              </a:pPr>
              <a:endParaRPr lang="en-US" sz="2000" dirty="0">
                <a:latin typeface="Arial" charset="0"/>
              </a:endParaRPr>
            </a:p>
          </p:txBody>
        </p:sp>
        <p:sp>
          <p:nvSpPr>
            <p:cNvPr id="8196" name="Rectangle 11">
              <a:extLst>
                <a:ext uri="{FF2B5EF4-FFF2-40B4-BE49-F238E27FC236}">
                  <a16:creationId xmlns:a16="http://schemas.microsoft.com/office/drawing/2014/main" id="{5C87FDB2-DC85-4648-86AF-C79263CD8051}"/>
                </a:ext>
              </a:extLst>
            </p:cNvPr>
            <p:cNvSpPr>
              <a:spLocks noChangeArrowheads="1"/>
            </p:cNvSpPr>
            <p:nvPr/>
          </p:nvSpPr>
          <p:spPr bwMode="auto">
            <a:xfrm>
              <a:off x="2401853" y="3905252"/>
              <a:ext cx="2825776" cy="1211271"/>
            </a:xfrm>
            <a:prstGeom prst="rect">
              <a:avLst/>
            </a:prstGeom>
            <a:noFill/>
            <a:ln w="31750">
              <a:noFill/>
              <a:miter lim="800000"/>
              <a:headEnd/>
              <a:tailEnd/>
            </a:ln>
          </p:spPr>
          <p:txBody>
            <a:bodyPr/>
            <a:lstStyle/>
            <a:p>
              <a:pPr algn="ctr">
                <a:spcAft>
                  <a:spcPts val="1000"/>
                </a:spcAft>
                <a:defRPr/>
              </a:pPr>
              <a:r>
                <a:rPr lang="en-US" dirty="0">
                  <a:latin typeface="Arial" charset="0"/>
                </a:rPr>
                <a:t>Secondary memory </a:t>
              </a:r>
              <a:br>
                <a:rPr lang="en-US" dirty="0">
                  <a:latin typeface="Arial" charset="0"/>
                </a:rPr>
              </a:br>
              <a:r>
                <a:rPr lang="en-US" dirty="0">
                  <a:latin typeface="Arial" charset="0"/>
                </a:rPr>
                <a:t>HDD, SSD</a:t>
              </a:r>
            </a:p>
            <a:p>
              <a:pPr algn="ctr">
                <a:spcAft>
                  <a:spcPts val="1000"/>
                </a:spcAft>
                <a:defRPr/>
              </a:pPr>
              <a:r>
                <a:rPr lang="en-GB" dirty="0"/>
                <a:t>Remote secondary memory,  WEB servers</a:t>
              </a:r>
              <a:endParaRPr lang="en-US" b="1" dirty="0"/>
            </a:p>
          </p:txBody>
        </p:sp>
        <p:sp>
          <p:nvSpPr>
            <p:cNvPr id="9225" name="Line 12">
              <a:extLst>
                <a:ext uri="{FF2B5EF4-FFF2-40B4-BE49-F238E27FC236}">
                  <a16:creationId xmlns:a16="http://schemas.microsoft.com/office/drawing/2014/main" id="{3020D3FF-29BA-9B56-2994-05B570E9279E}"/>
                </a:ext>
              </a:extLst>
            </p:cNvPr>
            <p:cNvSpPr>
              <a:spLocks noChangeShapeType="1"/>
            </p:cNvSpPr>
            <p:nvPr/>
          </p:nvSpPr>
          <p:spPr bwMode="auto">
            <a:xfrm flipV="1">
              <a:off x="755598" y="2022447"/>
              <a:ext cx="0" cy="320040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226" name="Line 13">
              <a:extLst>
                <a:ext uri="{FF2B5EF4-FFF2-40B4-BE49-F238E27FC236}">
                  <a16:creationId xmlns:a16="http://schemas.microsoft.com/office/drawing/2014/main" id="{A5542A88-6DA4-6E6B-3C8A-0B56F56C3D74}"/>
                </a:ext>
              </a:extLst>
            </p:cNvPr>
            <p:cNvSpPr>
              <a:spLocks noChangeShapeType="1"/>
            </p:cNvSpPr>
            <p:nvPr/>
          </p:nvSpPr>
          <p:spPr bwMode="auto">
            <a:xfrm flipV="1">
              <a:off x="6786578" y="1966905"/>
              <a:ext cx="0" cy="3291840"/>
            </a:xfrm>
            <a:prstGeom prst="line">
              <a:avLst/>
            </a:prstGeom>
            <a:noFill/>
            <a:ln w="31750">
              <a:solidFill>
                <a:schemeClr val="tx1"/>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9227" name="Text Box 15">
              <a:extLst>
                <a:ext uri="{FF2B5EF4-FFF2-40B4-BE49-F238E27FC236}">
                  <a16:creationId xmlns:a16="http://schemas.microsoft.com/office/drawing/2014/main" id="{62D51228-8569-329D-F1B9-FC93FC1F93CD}"/>
                </a:ext>
              </a:extLst>
            </p:cNvPr>
            <p:cNvSpPr txBox="1">
              <a:spLocks noChangeArrowheads="1"/>
            </p:cNvSpPr>
            <p:nvPr/>
          </p:nvSpPr>
          <p:spPr bwMode="auto">
            <a:xfrm>
              <a:off x="6332565" y="1582698"/>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Capacity</a:t>
              </a:r>
            </a:p>
          </p:txBody>
        </p:sp>
        <p:sp>
          <p:nvSpPr>
            <p:cNvPr id="9228" name="Text Box 18">
              <a:extLst>
                <a:ext uri="{FF2B5EF4-FFF2-40B4-BE49-F238E27FC236}">
                  <a16:creationId xmlns:a16="http://schemas.microsoft.com/office/drawing/2014/main" id="{D056C6A2-07E2-35E6-B66E-60463BB4041C}"/>
                </a:ext>
              </a:extLst>
            </p:cNvPr>
            <p:cNvSpPr txBox="1">
              <a:spLocks noChangeArrowheads="1"/>
            </p:cNvSpPr>
            <p:nvPr/>
          </p:nvSpPr>
          <p:spPr bwMode="auto">
            <a:xfrm>
              <a:off x="1620799" y="1874805"/>
              <a:ext cx="860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rPr>
                <a:t>Faster</a:t>
              </a:r>
            </a:p>
          </p:txBody>
        </p:sp>
        <p:sp>
          <p:nvSpPr>
            <p:cNvPr id="9229" name="Rectangle 5">
              <a:extLst>
                <a:ext uri="{FF2B5EF4-FFF2-40B4-BE49-F238E27FC236}">
                  <a16:creationId xmlns:a16="http://schemas.microsoft.com/office/drawing/2014/main" id="{4C0BE47C-6872-32BF-1BCD-306A31B048CB}"/>
                </a:ext>
              </a:extLst>
            </p:cNvPr>
            <p:cNvSpPr>
              <a:spLocks noChangeArrowheads="1"/>
            </p:cNvSpPr>
            <p:nvPr/>
          </p:nvSpPr>
          <p:spPr bwMode="auto">
            <a:xfrm>
              <a:off x="2846741" y="2119179"/>
              <a:ext cx="1917700" cy="1166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endParaRPr lang="en-US" altLang="en-US" sz="1600" b="1"/>
            </a:p>
            <a:p>
              <a:pPr algn="ctr">
                <a:spcAft>
                  <a:spcPts val="600"/>
                </a:spcAft>
              </a:pPr>
              <a:r>
                <a:rPr lang="en-US" altLang="en-US" sz="1600" b="1"/>
                <a:t>  Regis-</a:t>
              </a:r>
              <a:br>
                <a:rPr lang="en-US" altLang="en-US" sz="1600" b="1"/>
              </a:br>
              <a:r>
                <a:rPr lang="en-US" altLang="en-US" sz="1600" b="1"/>
                <a:t>ters  </a:t>
              </a:r>
            </a:p>
            <a:p>
              <a:pPr algn="ctr"/>
              <a:r>
                <a:rPr lang="en-US" altLang="en-US" sz="1600" b="1"/>
                <a:t>  </a:t>
              </a:r>
              <a:r>
                <a:rPr lang="en-US" altLang="en-US"/>
                <a:t>Cache</a:t>
              </a:r>
            </a:p>
          </p:txBody>
        </p:sp>
        <p:sp>
          <p:nvSpPr>
            <p:cNvPr id="9230" name="Text Box 19">
              <a:extLst>
                <a:ext uri="{FF2B5EF4-FFF2-40B4-BE49-F238E27FC236}">
                  <a16:creationId xmlns:a16="http://schemas.microsoft.com/office/drawing/2014/main" id="{5474E1F1-3009-3188-5284-353B10EB7CCC}"/>
                </a:ext>
              </a:extLst>
            </p:cNvPr>
            <p:cNvSpPr txBox="1">
              <a:spLocks noChangeArrowheads="1"/>
            </p:cNvSpPr>
            <p:nvPr/>
          </p:nvSpPr>
          <p:spPr bwMode="auto">
            <a:xfrm>
              <a:off x="6500826" y="5286388"/>
              <a:ext cx="11255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rPr>
                <a:t>Larger</a:t>
              </a:r>
            </a:p>
          </p:txBody>
        </p:sp>
        <p:sp>
          <p:nvSpPr>
            <p:cNvPr id="9231" name="Text Box 16">
              <a:extLst>
                <a:ext uri="{FF2B5EF4-FFF2-40B4-BE49-F238E27FC236}">
                  <a16:creationId xmlns:a16="http://schemas.microsoft.com/office/drawing/2014/main" id="{C66278AC-6560-F3B7-9642-E60B6DE1172D}"/>
                </a:ext>
              </a:extLst>
            </p:cNvPr>
            <p:cNvSpPr txBox="1">
              <a:spLocks noChangeArrowheads="1"/>
            </p:cNvSpPr>
            <p:nvPr/>
          </p:nvSpPr>
          <p:spPr bwMode="auto">
            <a:xfrm>
              <a:off x="7000892" y="1928802"/>
              <a:ext cx="11255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rPr>
                <a:t>Upper Level</a:t>
              </a:r>
            </a:p>
          </p:txBody>
        </p:sp>
        <p:sp>
          <p:nvSpPr>
            <p:cNvPr id="9232" name="Line 7">
              <a:extLst>
                <a:ext uri="{FF2B5EF4-FFF2-40B4-BE49-F238E27FC236}">
                  <a16:creationId xmlns:a16="http://schemas.microsoft.com/office/drawing/2014/main" id="{65D7C530-B066-6C8C-4A18-BBFC3B76654A}"/>
                </a:ext>
              </a:extLst>
            </p:cNvPr>
            <p:cNvSpPr>
              <a:spLocks noChangeShapeType="1"/>
            </p:cNvSpPr>
            <p:nvPr/>
          </p:nvSpPr>
          <p:spPr bwMode="auto">
            <a:xfrm flipV="1">
              <a:off x="3274241" y="2881246"/>
              <a:ext cx="10972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3" name="Line 8">
              <a:extLst>
                <a:ext uri="{FF2B5EF4-FFF2-40B4-BE49-F238E27FC236}">
                  <a16:creationId xmlns:a16="http://schemas.microsoft.com/office/drawing/2014/main" id="{92C6F98D-9A55-CE23-57D0-640AEC975CF1}"/>
                </a:ext>
              </a:extLst>
            </p:cNvPr>
            <p:cNvSpPr>
              <a:spLocks noChangeShapeType="1"/>
            </p:cNvSpPr>
            <p:nvPr/>
          </p:nvSpPr>
          <p:spPr bwMode="auto">
            <a:xfrm flipV="1">
              <a:off x="2536911" y="3955345"/>
              <a:ext cx="25603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4" name="Line 9">
              <a:extLst>
                <a:ext uri="{FF2B5EF4-FFF2-40B4-BE49-F238E27FC236}">
                  <a16:creationId xmlns:a16="http://schemas.microsoft.com/office/drawing/2014/main" id="{B24641EF-9B3E-304B-A196-6B928E114047}"/>
                </a:ext>
              </a:extLst>
            </p:cNvPr>
            <p:cNvSpPr>
              <a:spLocks noChangeShapeType="1"/>
            </p:cNvSpPr>
            <p:nvPr/>
          </p:nvSpPr>
          <p:spPr bwMode="auto">
            <a:xfrm flipV="1">
              <a:off x="2119358" y="4547925"/>
              <a:ext cx="33832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5" name="Text Box 26">
              <a:extLst>
                <a:ext uri="{FF2B5EF4-FFF2-40B4-BE49-F238E27FC236}">
                  <a16:creationId xmlns:a16="http://schemas.microsoft.com/office/drawing/2014/main" id="{5EBF414C-B1E8-2230-2B43-4FED316B3B85}"/>
                </a:ext>
              </a:extLst>
            </p:cNvPr>
            <p:cNvSpPr txBox="1">
              <a:spLocks noChangeArrowheads="1"/>
            </p:cNvSpPr>
            <p:nvPr/>
          </p:nvSpPr>
          <p:spPr bwMode="auto">
            <a:xfrm>
              <a:off x="1285852" y="3500438"/>
              <a:ext cx="1428760"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b="1"/>
                <a:t>1GB…2TB</a:t>
              </a:r>
              <a:endParaRPr lang="en-US" altLang="en-US" sz="1400" b="1"/>
            </a:p>
          </p:txBody>
        </p:sp>
        <p:sp>
          <p:nvSpPr>
            <p:cNvPr id="9236" name="Text Box 26">
              <a:extLst>
                <a:ext uri="{FF2B5EF4-FFF2-40B4-BE49-F238E27FC236}">
                  <a16:creationId xmlns:a16="http://schemas.microsoft.com/office/drawing/2014/main" id="{ACAC5958-9BE6-B336-8F2C-FD766557857D}"/>
                </a:ext>
              </a:extLst>
            </p:cNvPr>
            <p:cNvSpPr txBox="1">
              <a:spLocks noChangeArrowheads="1"/>
            </p:cNvSpPr>
            <p:nvPr/>
          </p:nvSpPr>
          <p:spPr bwMode="auto">
            <a:xfrm>
              <a:off x="975786" y="3714752"/>
              <a:ext cx="1667388" cy="11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400" b="1"/>
                <a:t>HDD</a:t>
              </a:r>
              <a:r>
                <a:rPr lang="hy-AM" altLang="en-US" sz="1400" b="1"/>
                <a:t>։</a:t>
              </a:r>
              <a:endParaRPr lang="en-US" altLang="en-US" sz="1400" b="1"/>
            </a:p>
            <a:p>
              <a:pPr eaLnBrk="1" hangingPunct="1"/>
              <a:r>
                <a:rPr lang="en-GB" altLang="en-US" sz="1400" b="1"/>
                <a:t>512GB …6TB</a:t>
              </a:r>
              <a:endParaRPr lang="hy-AM" altLang="en-US" sz="1400" b="1"/>
            </a:p>
            <a:p>
              <a:pPr eaLnBrk="1" hangingPunct="1"/>
              <a:r>
                <a:rPr lang="en-GB" altLang="en-US" sz="1400" b="1"/>
                <a:t>SSD:</a:t>
              </a:r>
            </a:p>
            <a:p>
              <a:pPr eaLnBrk="1" hangingPunct="1"/>
              <a:r>
                <a:rPr lang="en-GB" altLang="en-US" sz="1400" b="1"/>
                <a:t>256GB-1TB</a:t>
              </a:r>
              <a:endParaRPr lang="en-US" altLang="en-US" sz="1400" b="1"/>
            </a:p>
          </p:txBody>
        </p:sp>
        <p:sp>
          <p:nvSpPr>
            <p:cNvPr id="9237" name="Text Box 23">
              <a:extLst>
                <a:ext uri="{FF2B5EF4-FFF2-40B4-BE49-F238E27FC236}">
                  <a16:creationId xmlns:a16="http://schemas.microsoft.com/office/drawing/2014/main" id="{223B9D1B-136C-6E92-97B1-D0C3E743DADD}"/>
                </a:ext>
              </a:extLst>
            </p:cNvPr>
            <p:cNvSpPr txBox="1">
              <a:spLocks noChangeArrowheads="1"/>
            </p:cNvSpPr>
            <p:nvPr/>
          </p:nvSpPr>
          <p:spPr bwMode="auto">
            <a:xfrm>
              <a:off x="1928794" y="2357430"/>
              <a:ext cx="9652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ru-RU" altLang="en-US" sz="1400" b="1"/>
                <a:t>   </a:t>
              </a:r>
              <a:r>
                <a:rPr lang="hy-AM" altLang="en-US" sz="1400" b="1"/>
                <a:t>&lt;</a:t>
              </a:r>
              <a:r>
                <a:rPr lang="ru-RU" altLang="en-US" sz="1400" b="1"/>
                <a:t>1</a:t>
              </a:r>
              <a:r>
                <a:rPr lang="en-GB" altLang="en-US" sz="1400" b="1"/>
                <a:t>KB</a:t>
              </a:r>
            </a:p>
            <a:p>
              <a:pPr eaLnBrk="1" hangingPunct="1"/>
              <a:endParaRPr lang="en-US" altLang="en-US" sz="1400" b="1"/>
            </a:p>
          </p:txBody>
        </p:sp>
        <p:sp>
          <p:nvSpPr>
            <p:cNvPr id="9238" name="Text Box 26">
              <a:extLst>
                <a:ext uri="{FF2B5EF4-FFF2-40B4-BE49-F238E27FC236}">
                  <a16:creationId xmlns:a16="http://schemas.microsoft.com/office/drawing/2014/main" id="{79210249-51A5-988F-31B6-34ACE5FD8FD8}"/>
                </a:ext>
              </a:extLst>
            </p:cNvPr>
            <p:cNvSpPr txBox="1">
              <a:spLocks noChangeArrowheads="1"/>
            </p:cNvSpPr>
            <p:nvPr/>
          </p:nvSpPr>
          <p:spPr bwMode="auto">
            <a:xfrm>
              <a:off x="1357290" y="2714996"/>
              <a:ext cx="1500198" cy="785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300"/>
                </a:spcAft>
              </a:pPr>
              <a:r>
                <a:rPr lang="en-GB" altLang="en-US" sz="1400" b="1"/>
                <a:t>L1-256KB </a:t>
              </a:r>
            </a:p>
            <a:p>
              <a:pPr>
                <a:spcAft>
                  <a:spcPts val="300"/>
                </a:spcAft>
              </a:pPr>
              <a:r>
                <a:rPr lang="en-GB" altLang="en-US" sz="1400" b="1"/>
                <a:t>L2-256KB</a:t>
              </a:r>
            </a:p>
            <a:p>
              <a:pPr>
                <a:spcAft>
                  <a:spcPts val="300"/>
                </a:spcAft>
              </a:pPr>
              <a:r>
                <a:rPr lang="en-GB" altLang="en-US" sz="1400" b="1"/>
                <a:t>L3- 4MB-16MB</a:t>
              </a:r>
            </a:p>
            <a:p>
              <a:pPr>
                <a:spcAft>
                  <a:spcPts val="300"/>
                </a:spcAft>
              </a:pPr>
              <a:endParaRPr lang="en-US" altLang="en-US" sz="1400" b="1"/>
            </a:p>
          </p:txBody>
        </p:sp>
        <p:sp>
          <p:nvSpPr>
            <p:cNvPr id="9239" name="Text Box 26">
              <a:extLst>
                <a:ext uri="{FF2B5EF4-FFF2-40B4-BE49-F238E27FC236}">
                  <a16:creationId xmlns:a16="http://schemas.microsoft.com/office/drawing/2014/main" id="{E1CF3A86-9267-05F9-1107-F503033761A2}"/>
                </a:ext>
              </a:extLst>
            </p:cNvPr>
            <p:cNvSpPr txBox="1">
              <a:spLocks noChangeArrowheads="1"/>
            </p:cNvSpPr>
            <p:nvPr/>
          </p:nvSpPr>
          <p:spPr bwMode="auto">
            <a:xfrm>
              <a:off x="5357818" y="2714620"/>
              <a:ext cx="1157309" cy="71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400" b="1"/>
                <a:t>L1-1ns</a:t>
              </a:r>
              <a:r>
                <a:rPr lang="ru-RU" altLang="en-US" sz="1400" b="1"/>
                <a:t> </a:t>
              </a:r>
              <a:endParaRPr lang="en-GB" altLang="en-US" sz="1400" b="1"/>
            </a:p>
            <a:p>
              <a:pPr eaLnBrk="1" hangingPunct="1"/>
              <a:r>
                <a:rPr lang="en-GB" altLang="en-US" sz="1400" b="1"/>
                <a:t>L2-10ns</a:t>
              </a:r>
            </a:p>
            <a:p>
              <a:pPr eaLnBrk="1" hangingPunct="1"/>
              <a:r>
                <a:rPr lang="en-GB" altLang="en-US" sz="1400" b="1"/>
                <a:t>L3- 20ns</a:t>
              </a:r>
              <a:endParaRPr lang="ru-RU" altLang="en-US" sz="1400" b="1"/>
            </a:p>
            <a:p>
              <a:pPr eaLnBrk="1" hangingPunct="1"/>
              <a:endParaRPr lang="en-US" altLang="en-US" sz="1400" b="1"/>
            </a:p>
          </p:txBody>
        </p:sp>
        <p:sp>
          <p:nvSpPr>
            <p:cNvPr id="9240" name="Text Box 26">
              <a:extLst>
                <a:ext uri="{FF2B5EF4-FFF2-40B4-BE49-F238E27FC236}">
                  <a16:creationId xmlns:a16="http://schemas.microsoft.com/office/drawing/2014/main" id="{3ABAEC70-A49D-26F3-D48E-974281D14744}"/>
                </a:ext>
              </a:extLst>
            </p:cNvPr>
            <p:cNvSpPr txBox="1">
              <a:spLocks noChangeArrowheads="1"/>
            </p:cNvSpPr>
            <p:nvPr/>
          </p:nvSpPr>
          <p:spPr bwMode="auto">
            <a:xfrm>
              <a:off x="5357818" y="3500438"/>
              <a:ext cx="1000132"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b="1">
                  <a:latin typeface="Calibri" panose="020F0502020204030204" pitchFamily="34" charset="0"/>
                </a:rPr>
                <a:t>100 ns</a:t>
              </a:r>
              <a:endParaRPr lang="en-US" altLang="en-US" sz="1600" b="1"/>
            </a:p>
          </p:txBody>
        </p:sp>
        <p:sp>
          <p:nvSpPr>
            <p:cNvPr id="9241" name="Text Box 26">
              <a:extLst>
                <a:ext uri="{FF2B5EF4-FFF2-40B4-BE49-F238E27FC236}">
                  <a16:creationId xmlns:a16="http://schemas.microsoft.com/office/drawing/2014/main" id="{EED19C98-75CD-D0B3-4902-96C4E9CBC958}"/>
                </a:ext>
              </a:extLst>
            </p:cNvPr>
            <p:cNvSpPr txBox="1">
              <a:spLocks noChangeArrowheads="1"/>
            </p:cNvSpPr>
            <p:nvPr/>
          </p:nvSpPr>
          <p:spPr bwMode="auto">
            <a:xfrm>
              <a:off x="5357818" y="3857628"/>
              <a:ext cx="1143008" cy="57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b="1"/>
                <a:t>HDD-20 ms</a:t>
              </a:r>
              <a:br>
                <a:rPr lang="en-GB" altLang="en-US" sz="1400" b="1"/>
              </a:br>
              <a:r>
                <a:rPr lang="en-GB" altLang="en-US" sz="1400" b="1"/>
                <a:t>SSD -  1ms</a:t>
              </a:r>
              <a:endParaRPr lang="en-US" altLang="en-US" sz="1400" b="1"/>
            </a:p>
          </p:txBody>
        </p:sp>
        <p:sp>
          <p:nvSpPr>
            <p:cNvPr id="9242" name="Text Box 20">
              <a:extLst>
                <a:ext uri="{FF2B5EF4-FFF2-40B4-BE49-F238E27FC236}">
                  <a16:creationId xmlns:a16="http://schemas.microsoft.com/office/drawing/2014/main" id="{5232C7AC-8072-A14A-58CB-D03ADA12F178}"/>
                </a:ext>
              </a:extLst>
            </p:cNvPr>
            <p:cNvSpPr txBox="1">
              <a:spLocks noChangeArrowheads="1"/>
            </p:cNvSpPr>
            <p:nvPr/>
          </p:nvSpPr>
          <p:spPr bwMode="auto">
            <a:xfrm>
              <a:off x="5000628" y="2285992"/>
              <a:ext cx="1357322"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ru-RU" altLang="en-US" sz="1400" b="1"/>
                <a:t>    </a:t>
              </a:r>
              <a:r>
                <a:rPr lang="en-GB" altLang="en-US" sz="1400" b="1"/>
                <a:t>(0.5-1)ns</a:t>
              </a:r>
            </a:p>
            <a:p>
              <a:pPr eaLnBrk="1" hangingPunct="1"/>
              <a:endParaRPr lang="en-US" altLang="en-US" sz="1400" b="1"/>
            </a:p>
          </p:txBody>
        </p:sp>
        <p:sp>
          <p:nvSpPr>
            <p:cNvPr id="27" name="TextBox 26">
              <a:extLst>
                <a:ext uri="{FF2B5EF4-FFF2-40B4-BE49-F238E27FC236}">
                  <a16:creationId xmlns:a16="http://schemas.microsoft.com/office/drawing/2014/main" id="{7977789C-74A2-4701-A90D-928A10E00674}"/>
                </a:ext>
              </a:extLst>
            </p:cNvPr>
            <p:cNvSpPr txBox="1"/>
            <p:nvPr/>
          </p:nvSpPr>
          <p:spPr>
            <a:xfrm>
              <a:off x="749251" y="1071546"/>
              <a:ext cx="6966013" cy="400053"/>
            </a:xfrm>
            <a:prstGeom prst="rect">
              <a:avLst/>
            </a:prstGeom>
            <a:solidFill>
              <a:schemeClr val="accent5">
                <a:lumMod val="40000"/>
                <a:lumOff val="60000"/>
              </a:schemeClr>
            </a:solidFill>
          </p:spPr>
          <p:txBody>
            <a:bodyPr>
              <a:spAutoFit/>
            </a:bodyPr>
            <a:lstStyle/>
            <a:p>
              <a:pPr eaLnBrk="1" hangingPunct="1">
                <a:defRPr/>
              </a:pPr>
              <a:r>
                <a:rPr lang="en-US" sz="2000" dirty="0"/>
                <a:t>Computer   memory  should  be  fast, large  &amp;  inexpensive</a:t>
              </a:r>
              <a:endParaRPr lang="en-GB" sz="2000" dirty="0"/>
            </a:p>
          </p:txBody>
        </p:sp>
        <p:sp>
          <p:nvSpPr>
            <p:cNvPr id="9244" name="Line 7">
              <a:extLst>
                <a:ext uri="{FF2B5EF4-FFF2-40B4-BE49-F238E27FC236}">
                  <a16:creationId xmlns:a16="http://schemas.microsoft.com/office/drawing/2014/main" id="{7B24ADE7-4F54-BEDA-3527-5F15BC7BEBB8}"/>
                </a:ext>
              </a:extLst>
            </p:cNvPr>
            <p:cNvSpPr>
              <a:spLocks noChangeShapeType="1"/>
            </p:cNvSpPr>
            <p:nvPr/>
          </p:nvSpPr>
          <p:spPr bwMode="auto">
            <a:xfrm flipV="1">
              <a:off x="2858240" y="3464437"/>
              <a:ext cx="192024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221" name="TextBox 29">
            <a:extLst>
              <a:ext uri="{FF2B5EF4-FFF2-40B4-BE49-F238E27FC236}">
                <a16:creationId xmlns:a16="http://schemas.microsoft.com/office/drawing/2014/main" id="{DD9D9F22-D5BB-DF62-8F7D-AD611298A0E5}"/>
              </a:ext>
            </a:extLst>
          </p:cNvPr>
          <p:cNvSpPr txBox="1">
            <a:spLocks noChangeArrowheads="1"/>
          </p:cNvSpPr>
          <p:nvPr/>
        </p:nvSpPr>
        <p:spPr bwMode="auto">
          <a:xfrm>
            <a:off x="4643439" y="3673475"/>
            <a:ext cx="1857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Main  Memory</a:t>
            </a:r>
            <a:endParaRPr lang="en-GB"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D0DD505F-2069-9A99-8D4B-FBD5DC922B40}"/>
              </a:ext>
            </a:extLst>
          </p:cNvPr>
          <p:cNvSpPr>
            <a:spLocks noGrp="1" noChangeArrowheads="1"/>
          </p:cNvSpPr>
          <p:nvPr>
            <p:ph type="title"/>
          </p:nvPr>
        </p:nvSpPr>
        <p:spPr/>
        <p:txBody>
          <a:bodyPr/>
          <a:lstStyle/>
          <a:p>
            <a:r>
              <a:rPr lang="en-US" altLang="en-US"/>
              <a:t>Computer Memory</a:t>
            </a:r>
            <a:endParaRPr lang="en-GB" altLang="en-US"/>
          </a:p>
        </p:txBody>
      </p:sp>
      <p:grpSp>
        <p:nvGrpSpPr>
          <p:cNvPr id="10243" name="Group 41">
            <a:extLst>
              <a:ext uri="{FF2B5EF4-FFF2-40B4-BE49-F238E27FC236}">
                <a16:creationId xmlns:a16="http://schemas.microsoft.com/office/drawing/2014/main" id="{8E65ED81-7900-48FA-8788-E778E605F697}"/>
              </a:ext>
            </a:extLst>
          </p:cNvPr>
          <p:cNvGrpSpPr>
            <a:grpSpLocks/>
          </p:cNvGrpSpPr>
          <p:nvPr/>
        </p:nvGrpSpPr>
        <p:grpSpPr bwMode="auto">
          <a:xfrm>
            <a:off x="2595563" y="1303239"/>
            <a:ext cx="7054850" cy="3894137"/>
            <a:chOff x="1071726" y="1357298"/>
            <a:chExt cx="7054319" cy="3894405"/>
          </a:xfrm>
          <a:solidFill>
            <a:schemeClr val="accent1"/>
          </a:solidFill>
        </p:grpSpPr>
        <p:sp>
          <p:nvSpPr>
            <p:cNvPr id="3" name="Rectangle 2">
              <a:extLst>
                <a:ext uri="{FF2B5EF4-FFF2-40B4-BE49-F238E27FC236}">
                  <a16:creationId xmlns:a16="http://schemas.microsoft.com/office/drawing/2014/main" id="{7C921240-5C4E-4DF6-9D60-9C2B6BCAE8AB}"/>
                </a:ext>
              </a:extLst>
            </p:cNvPr>
            <p:cNvSpPr/>
            <p:nvPr/>
          </p:nvSpPr>
          <p:spPr bwMode="auto">
            <a:xfrm>
              <a:off x="3214690" y="1357298"/>
              <a:ext cx="2714421" cy="457231"/>
            </a:xfrm>
            <a:prstGeom prst="rect">
              <a:avLst/>
            </a:prstGeom>
            <a:grp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solidFill>
                    <a:schemeClr val="bg2"/>
                  </a:solidFill>
                  <a:latin typeface="Arial" charset="0"/>
                  <a:cs typeface="Arial" charset="0"/>
                </a:rPr>
                <a:t>Semiconductor  Memory</a:t>
              </a:r>
              <a:endParaRPr lang="en-GB" dirty="0">
                <a:solidFill>
                  <a:schemeClr val="bg2"/>
                </a:solidFill>
                <a:latin typeface="Arial" charset="0"/>
                <a:cs typeface="Arial" charset="0"/>
              </a:endParaRPr>
            </a:p>
          </p:txBody>
        </p:sp>
        <p:cxnSp>
          <p:nvCxnSpPr>
            <p:cNvPr id="10246" name="Straight Connector 4">
              <a:extLst>
                <a:ext uri="{FF2B5EF4-FFF2-40B4-BE49-F238E27FC236}">
                  <a16:creationId xmlns:a16="http://schemas.microsoft.com/office/drawing/2014/main" id="{5C1A7F7C-6F7F-433F-94D1-CC93E9166E1D}"/>
                </a:ext>
              </a:extLst>
            </p:cNvPr>
            <p:cNvCxnSpPr>
              <a:cxnSpLocks noChangeShapeType="1"/>
              <a:stCxn id="3" idx="2"/>
            </p:cNvCxnSpPr>
            <p:nvPr/>
          </p:nvCxnSpPr>
          <p:spPr bwMode="auto">
            <a:xfrm rot="5400000">
              <a:off x="4388723" y="1996981"/>
              <a:ext cx="365760" cy="794"/>
            </a:xfrm>
            <a:prstGeom prst="line">
              <a:avLst/>
            </a:prstGeom>
            <a:grpFill/>
            <a:ln w="28575" algn="ctr">
              <a:solidFill>
                <a:schemeClr val="tx1"/>
              </a:solidFill>
              <a:round/>
              <a:headEnd/>
              <a:tailEnd/>
            </a:ln>
          </p:spPr>
        </p:cxnSp>
        <p:cxnSp>
          <p:nvCxnSpPr>
            <p:cNvPr id="10247" name="Straight Connector 6">
              <a:extLst>
                <a:ext uri="{FF2B5EF4-FFF2-40B4-BE49-F238E27FC236}">
                  <a16:creationId xmlns:a16="http://schemas.microsoft.com/office/drawing/2014/main" id="{BCB5E182-2D00-4BB4-93AF-B344C8D1E5D7}"/>
                </a:ext>
              </a:extLst>
            </p:cNvPr>
            <p:cNvCxnSpPr>
              <a:cxnSpLocks noChangeShapeType="1"/>
            </p:cNvCxnSpPr>
            <p:nvPr/>
          </p:nvCxnSpPr>
          <p:spPr bwMode="auto">
            <a:xfrm>
              <a:off x="2499170" y="2168182"/>
              <a:ext cx="4206240" cy="1588"/>
            </a:xfrm>
            <a:prstGeom prst="line">
              <a:avLst/>
            </a:prstGeom>
            <a:grpFill/>
            <a:ln w="28575" algn="ctr">
              <a:solidFill>
                <a:schemeClr val="tx1"/>
              </a:solidFill>
              <a:round/>
              <a:headEnd/>
              <a:tailEnd/>
            </a:ln>
          </p:spPr>
        </p:cxnSp>
        <p:cxnSp>
          <p:nvCxnSpPr>
            <p:cNvPr id="10248" name="Straight Connector 8">
              <a:extLst>
                <a:ext uri="{FF2B5EF4-FFF2-40B4-BE49-F238E27FC236}">
                  <a16:creationId xmlns:a16="http://schemas.microsoft.com/office/drawing/2014/main" id="{3518B624-6BD7-4ADC-BD04-83C9D8B1AC72}"/>
                </a:ext>
              </a:extLst>
            </p:cNvPr>
            <p:cNvCxnSpPr>
              <a:cxnSpLocks noChangeShapeType="1"/>
            </p:cNvCxnSpPr>
            <p:nvPr/>
          </p:nvCxnSpPr>
          <p:spPr bwMode="auto">
            <a:xfrm rot="5400000">
              <a:off x="6478058" y="2393389"/>
              <a:ext cx="428628" cy="1588"/>
            </a:xfrm>
            <a:prstGeom prst="line">
              <a:avLst/>
            </a:prstGeom>
            <a:grpFill/>
            <a:ln w="28575" algn="ctr">
              <a:solidFill>
                <a:schemeClr val="tx1"/>
              </a:solidFill>
              <a:round/>
              <a:headEnd/>
              <a:tailEnd/>
            </a:ln>
          </p:spPr>
        </p:cxnSp>
        <p:cxnSp>
          <p:nvCxnSpPr>
            <p:cNvPr id="10249" name="Straight Connector 9">
              <a:extLst>
                <a:ext uri="{FF2B5EF4-FFF2-40B4-BE49-F238E27FC236}">
                  <a16:creationId xmlns:a16="http://schemas.microsoft.com/office/drawing/2014/main" id="{6E6C6AD9-9A92-4E7F-AFDB-31F0F0648041}"/>
                </a:ext>
              </a:extLst>
            </p:cNvPr>
            <p:cNvCxnSpPr>
              <a:cxnSpLocks noChangeShapeType="1"/>
            </p:cNvCxnSpPr>
            <p:nvPr/>
          </p:nvCxnSpPr>
          <p:spPr bwMode="auto">
            <a:xfrm rot="5400000">
              <a:off x="2274903" y="2381514"/>
              <a:ext cx="428628" cy="1588"/>
            </a:xfrm>
            <a:prstGeom prst="line">
              <a:avLst/>
            </a:prstGeom>
            <a:grpFill/>
            <a:ln w="28575" algn="ctr">
              <a:solidFill>
                <a:schemeClr val="tx1"/>
              </a:solidFill>
              <a:round/>
              <a:headEnd/>
              <a:tailEnd/>
            </a:ln>
          </p:spPr>
        </p:cxnSp>
        <p:sp>
          <p:nvSpPr>
            <p:cNvPr id="11" name="Rectangle 10">
              <a:extLst>
                <a:ext uri="{FF2B5EF4-FFF2-40B4-BE49-F238E27FC236}">
                  <a16:creationId xmlns:a16="http://schemas.microsoft.com/office/drawing/2014/main" id="{11BF0A5B-CC08-49E5-9479-179DD92FF121}"/>
                </a:ext>
              </a:extLst>
            </p:cNvPr>
            <p:cNvSpPr/>
            <p:nvPr/>
          </p:nvSpPr>
          <p:spPr bwMode="auto">
            <a:xfrm>
              <a:off x="1857479" y="2608334"/>
              <a:ext cx="1281017" cy="428654"/>
            </a:xfrm>
            <a:prstGeom prst="rect">
              <a:avLst/>
            </a:prstGeom>
            <a:grp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solidFill>
                    <a:schemeClr val="bg2"/>
                  </a:solidFill>
                  <a:latin typeface="Arial" charset="0"/>
                  <a:cs typeface="Arial" charset="0"/>
                </a:rPr>
                <a:t>Volatile</a:t>
              </a:r>
              <a:endParaRPr lang="en-GB" dirty="0">
                <a:solidFill>
                  <a:schemeClr val="bg2"/>
                </a:solidFill>
                <a:latin typeface="Arial" charset="0"/>
                <a:cs typeface="Arial" charset="0"/>
              </a:endParaRPr>
            </a:p>
          </p:txBody>
        </p:sp>
        <p:sp>
          <p:nvSpPr>
            <p:cNvPr id="12" name="Rectangle 11">
              <a:extLst>
                <a:ext uri="{FF2B5EF4-FFF2-40B4-BE49-F238E27FC236}">
                  <a16:creationId xmlns:a16="http://schemas.microsoft.com/office/drawing/2014/main" id="{FEF164CA-47C2-4D17-B19F-ABBD82D2B554}"/>
                </a:ext>
              </a:extLst>
            </p:cNvPr>
            <p:cNvSpPr/>
            <p:nvPr/>
          </p:nvSpPr>
          <p:spPr bwMode="auto">
            <a:xfrm>
              <a:off x="6000542" y="2608334"/>
              <a:ext cx="1371497" cy="428654"/>
            </a:xfrm>
            <a:prstGeom prst="rect">
              <a:avLst/>
            </a:prstGeom>
            <a:grpFill/>
            <a:ln w="28575" cap="flat" cmpd="sng" algn="ctr">
              <a:solidFill>
                <a:schemeClr val="tx1"/>
              </a:solidFill>
              <a:prstDash val="solid"/>
              <a:round/>
              <a:headEnd type="none" w="med" len="med"/>
              <a:tailEnd type="none" w="med" len="med"/>
            </a:ln>
            <a:effectLst/>
          </p:spPr>
          <p:txBody>
            <a:bodyPr anchor="ctr"/>
            <a:lstStyle/>
            <a:p>
              <a:pPr eaLnBrk="1" hangingPunct="1">
                <a:defRPr/>
              </a:pPr>
              <a:r>
                <a:rPr lang="en-US" dirty="0" err="1">
                  <a:solidFill>
                    <a:schemeClr val="bg2"/>
                  </a:solidFill>
                  <a:latin typeface="Arial" charset="0"/>
                  <a:cs typeface="Arial" charset="0"/>
                </a:rPr>
                <a:t>NonVolatile</a:t>
              </a:r>
              <a:endParaRPr lang="en-GB" dirty="0">
                <a:solidFill>
                  <a:schemeClr val="bg2"/>
                </a:solidFill>
                <a:latin typeface="Arial" charset="0"/>
                <a:cs typeface="Arial" charset="0"/>
              </a:endParaRPr>
            </a:p>
          </p:txBody>
        </p:sp>
        <p:cxnSp>
          <p:nvCxnSpPr>
            <p:cNvPr id="10252" name="Straight Connector 12">
              <a:extLst>
                <a:ext uri="{FF2B5EF4-FFF2-40B4-BE49-F238E27FC236}">
                  <a16:creationId xmlns:a16="http://schemas.microsoft.com/office/drawing/2014/main" id="{4D912417-22A9-4BAB-91B3-DCF47276CDC1}"/>
                </a:ext>
              </a:extLst>
            </p:cNvPr>
            <p:cNvCxnSpPr>
              <a:cxnSpLocks noChangeShapeType="1"/>
            </p:cNvCxnSpPr>
            <p:nvPr/>
          </p:nvCxnSpPr>
          <p:spPr bwMode="auto">
            <a:xfrm rot="5400000">
              <a:off x="2262840" y="3250645"/>
              <a:ext cx="428628" cy="1588"/>
            </a:xfrm>
            <a:prstGeom prst="line">
              <a:avLst/>
            </a:prstGeom>
            <a:grpFill/>
            <a:ln w="28575" algn="ctr">
              <a:solidFill>
                <a:schemeClr val="tx1"/>
              </a:solidFill>
              <a:round/>
              <a:headEnd/>
              <a:tailEnd/>
            </a:ln>
          </p:spPr>
        </p:cxnSp>
        <p:sp>
          <p:nvSpPr>
            <p:cNvPr id="14" name="Rectangle 13">
              <a:extLst>
                <a:ext uri="{FF2B5EF4-FFF2-40B4-BE49-F238E27FC236}">
                  <a16:creationId xmlns:a16="http://schemas.microsoft.com/office/drawing/2014/main" id="{B7CAA927-1147-4AC2-A04F-DA2575FB0BD6}"/>
                </a:ext>
              </a:extLst>
            </p:cNvPr>
            <p:cNvSpPr/>
            <p:nvPr/>
          </p:nvSpPr>
          <p:spPr bwMode="auto">
            <a:xfrm>
              <a:off x="2071776" y="3465643"/>
              <a:ext cx="844486" cy="428654"/>
            </a:xfrm>
            <a:prstGeom prst="rect">
              <a:avLst/>
            </a:prstGeom>
            <a:grpFill/>
            <a:ln w="28575" cap="flat" cmpd="sng" algn="ctr">
              <a:solidFill>
                <a:schemeClr val="tx1"/>
              </a:solidFill>
              <a:prstDash val="solid"/>
              <a:round/>
              <a:headEnd type="none" w="med" len="med"/>
              <a:tailEnd type="none" w="med" len="med"/>
            </a:ln>
            <a:effectLst/>
          </p:spPr>
          <p:txBody>
            <a:bodyPr anchor="ctr"/>
            <a:lstStyle/>
            <a:p>
              <a:pPr eaLnBrk="1" hangingPunct="1">
                <a:defRPr/>
              </a:pPr>
              <a:r>
                <a:rPr lang="en-US" dirty="0">
                  <a:solidFill>
                    <a:schemeClr val="bg2"/>
                  </a:solidFill>
                  <a:latin typeface="Arial" charset="0"/>
                  <a:cs typeface="Arial" charset="0"/>
                </a:rPr>
                <a:t>RAM</a:t>
              </a:r>
              <a:endParaRPr lang="en-GB" dirty="0">
                <a:solidFill>
                  <a:schemeClr val="bg2"/>
                </a:solidFill>
                <a:latin typeface="Arial" charset="0"/>
                <a:cs typeface="Arial" charset="0"/>
              </a:endParaRPr>
            </a:p>
          </p:txBody>
        </p:sp>
        <p:cxnSp>
          <p:nvCxnSpPr>
            <p:cNvPr id="10254" name="Straight Connector 14">
              <a:extLst>
                <a:ext uri="{FF2B5EF4-FFF2-40B4-BE49-F238E27FC236}">
                  <a16:creationId xmlns:a16="http://schemas.microsoft.com/office/drawing/2014/main" id="{68C736A9-2988-405F-A61D-03CA2454D678}"/>
                </a:ext>
              </a:extLst>
            </p:cNvPr>
            <p:cNvCxnSpPr>
              <a:cxnSpLocks noChangeShapeType="1"/>
            </p:cNvCxnSpPr>
            <p:nvPr/>
          </p:nvCxnSpPr>
          <p:spPr bwMode="auto">
            <a:xfrm rot="5400000">
              <a:off x="2286778" y="4107901"/>
              <a:ext cx="428628" cy="1588"/>
            </a:xfrm>
            <a:prstGeom prst="line">
              <a:avLst/>
            </a:prstGeom>
            <a:grpFill/>
            <a:ln w="28575" algn="ctr">
              <a:solidFill>
                <a:schemeClr val="tx1"/>
              </a:solidFill>
              <a:round/>
              <a:headEnd/>
              <a:tailEnd/>
            </a:ln>
          </p:spPr>
        </p:cxnSp>
        <p:cxnSp>
          <p:nvCxnSpPr>
            <p:cNvPr id="10255" name="Straight Connector 17">
              <a:extLst>
                <a:ext uri="{FF2B5EF4-FFF2-40B4-BE49-F238E27FC236}">
                  <a16:creationId xmlns:a16="http://schemas.microsoft.com/office/drawing/2014/main" id="{FBAF0646-5689-428D-A4E5-CECE0715E1C6}"/>
                </a:ext>
              </a:extLst>
            </p:cNvPr>
            <p:cNvCxnSpPr>
              <a:cxnSpLocks noChangeShapeType="1"/>
            </p:cNvCxnSpPr>
            <p:nvPr/>
          </p:nvCxnSpPr>
          <p:spPr bwMode="auto">
            <a:xfrm>
              <a:off x="1500166" y="4323009"/>
              <a:ext cx="1928826" cy="1588"/>
            </a:xfrm>
            <a:prstGeom prst="line">
              <a:avLst/>
            </a:prstGeom>
            <a:grpFill/>
            <a:ln w="28575" algn="ctr">
              <a:solidFill>
                <a:schemeClr val="tx1"/>
              </a:solidFill>
              <a:round/>
              <a:headEnd/>
              <a:tailEnd/>
            </a:ln>
          </p:spPr>
        </p:cxnSp>
        <p:sp>
          <p:nvSpPr>
            <p:cNvPr id="19" name="Rectangle 18">
              <a:extLst>
                <a:ext uri="{FF2B5EF4-FFF2-40B4-BE49-F238E27FC236}">
                  <a16:creationId xmlns:a16="http://schemas.microsoft.com/office/drawing/2014/main" id="{1014451B-81C6-4575-8E35-287813B7A914}"/>
                </a:ext>
              </a:extLst>
            </p:cNvPr>
            <p:cNvSpPr/>
            <p:nvPr/>
          </p:nvSpPr>
          <p:spPr bwMode="auto">
            <a:xfrm>
              <a:off x="1071726" y="4608722"/>
              <a:ext cx="846073" cy="428654"/>
            </a:xfrm>
            <a:prstGeom prst="rect">
              <a:avLst/>
            </a:prstGeom>
            <a:grpFill/>
            <a:ln w="28575" cap="flat" cmpd="sng" algn="ctr">
              <a:solidFill>
                <a:schemeClr val="tx1"/>
              </a:solidFill>
              <a:prstDash val="solid"/>
              <a:round/>
              <a:headEnd type="none" w="med" len="med"/>
              <a:tailEnd type="none" w="med" len="med"/>
            </a:ln>
            <a:effectLst/>
          </p:spPr>
          <p:txBody>
            <a:bodyPr anchor="ctr"/>
            <a:lstStyle/>
            <a:p>
              <a:pPr eaLnBrk="1" hangingPunct="1">
                <a:defRPr/>
              </a:pPr>
              <a:r>
                <a:rPr lang="en-US" dirty="0">
                  <a:solidFill>
                    <a:schemeClr val="bg2"/>
                  </a:solidFill>
                  <a:latin typeface="Arial" charset="0"/>
                  <a:cs typeface="Arial" charset="0"/>
                </a:rPr>
                <a:t>SRAM</a:t>
              </a:r>
              <a:endParaRPr lang="en-GB" dirty="0">
                <a:solidFill>
                  <a:schemeClr val="bg2"/>
                </a:solidFill>
                <a:latin typeface="Arial" charset="0"/>
                <a:cs typeface="Arial" charset="0"/>
              </a:endParaRPr>
            </a:p>
          </p:txBody>
        </p:sp>
        <p:cxnSp>
          <p:nvCxnSpPr>
            <p:cNvPr id="10257" name="Straight Connector 20">
              <a:extLst>
                <a:ext uri="{FF2B5EF4-FFF2-40B4-BE49-F238E27FC236}">
                  <a16:creationId xmlns:a16="http://schemas.microsoft.com/office/drawing/2014/main" id="{1F72662E-7B43-4948-83FC-8926F4AD7880}"/>
                </a:ext>
              </a:extLst>
            </p:cNvPr>
            <p:cNvCxnSpPr>
              <a:cxnSpLocks noChangeShapeType="1"/>
            </p:cNvCxnSpPr>
            <p:nvPr/>
          </p:nvCxnSpPr>
          <p:spPr bwMode="auto">
            <a:xfrm rot="16200000" flipH="1">
              <a:off x="1357290" y="4465884"/>
              <a:ext cx="285752" cy="0"/>
            </a:xfrm>
            <a:prstGeom prst="line">
              <a:avLst/>
            </a:prstGeom>
            <a:grpFill/>
            <a:ln w="28575" algn="ctr">
              <a:solidFill>
                <a:schemeClr val="tx1"/>
              </a:solidFill>
              <a:round/>
              <a:headEnd/>
              <a:tailEnd/>
            </a:ln>
          </p:spPr>
        </p:cxnSp>
        <p:sp>
          <p:nvSpPr>
            <p:cNvPr id="22" name="Rectangle 21">
              <a:extLst>
                <a:ext uri="{FF2B5EF4-FFF2-40B4-BE49-F238E27FC236}">
                  <a16:creationId xmlns:a16="http://schemas.microsoft.com/office/drawing/2014/main" id="{7F04249F-D416-4DB6-A528-930426191295}"/>
                </a:ext>
              </a:extLst>
            </p:cNvPr>
            <p:cNvSpPr/>
            <p:nvPr/>
          </p:nvSpPr>
          <p:spPr bwMode="auto">
            <a:xfrm>
              <a:off x="2976583" y="4608722"/>
              <a:ext cx="928617" cy="428654"/>
            </a:xfrm>
            <a:prstGeom prst="rect">
              <a:avLst/>
            </a:prstGeom>
            <a:grpFill/>
            <a:ln w="28575" cap="flat" cmpd="sng" algn="ctr">
              <a:solidFill>
                <a:schemeClr val="tx1"/>
              </a:solidFill>
              <a:prstDash val="solid"/>
              <a:round/>
              <a:headEnd type="none" w="med" len="med"/>
              <a:tailEnd type="none" w="med" len="med"/>
            </a:ln>
            <a:effectLst/>
          </p:spPr>
          <p:txBody>
            <a:bodyPr anchor="ctr"/>
            <a:lstStyle/>
            <a:p>
              <a:pPr eaLnBrk="1" hangingPunct="1">
                <a:defRPr/>
              </a:pPr>
              <a:r>
                <a:rPr lang="en-US" dirty="0">
                  <a:solidFill>
                    <a:schemeClr val="bg2"/>
                  </a:solidFill>
                  <a:latin typeface="Arial" charset="0"/>
                  <a:cs typeface="Arial" charset="0"/>
                </a:rPr>
                <a:t>DRAM</a:t>
              </a:r>
              <a:endParaRPr lang="en-GB" dirty="0">
                <a:solidFill>
                  <a:schemeClr val="bg2"/>
                </a:solidFill>
                <a:latin typeface="Arial" charset="0"/>
                <a:cs typeface="Arial" charset="0"/>
              </a:endParaRPr>
            </a:p>
          </p:txBody>
        </p:sp>
        <p:cxnSp>
          <p:nvCxnSpPr>
            <p:cNvPr id="10259" name="Straight Connector 22">
              <a:extLst>
                <a:ext uri="{FF2B5EF4-FFF2-40B4-BE49-F238E27FC236}">
                  <a16:creationId xmlns:a16="http://schemas.microsoft.com/office/drawing/2014/main" id="{2BB3E7C5-7FAF-47C6-A395-62816E5937F9}"/>
                </a:ext>
              </a:extLst>
            </p:cNvPr>
            <p:cNvCxnSpPr>
              <a:cxnSpLocks noChangeShapeType="1"/>
            </p:cNvCxnSpPr>
            <p:nvPr/>
          </p:nvCxnSpPr>
          <p:spPr bwMode="auto">
            <a:xfrm rot="16200000" flipH="1">
              <a:off x="3285928" y="4465884"/>
              <a:ext cx="285752" cy="0"/>
            </a:xfrm>
            <a:prstGeom prst="line">
              <a:avLst/>
            </a:prstGeom>
            <a:grpFill/>
            <a:ln w="28575" algn="ctr">
              <a:solidFill>
                <a:schemeClr val="tx1"/>
              </a:solidFill>
              <a:round/>
              <a:headEnd/>
              <a:tailEnd/>
            </a:ln>
          </p:spPr>
        </p:cxnSp>
        <p:cxnSp>
          <p:nvCxnSpPr>
            <p:cNvPr id="10260" name="Straight Connector 23">
              <a:extLst>
                <a:ext uri="{FF2B5EF4-FFF2-40B4-BE49-F238E27FC236}">
                  <a16:creationId xmlns:a16="http://schemas.microsoft.com/office/drawing/2014/main" id="{6ADFA395-6316-40BB-899A-3D32F51D3548}"/>
                </a:ext>
              </a:extLst>
            </p:cNvPr>
            <p:cNvCxnSpPr>
              <a:cxnSpLocks noChangeShapeType="1"/>
            </p:cNvCxnSpPr>
            <p:nvPr/>
          </p:nvCxnSpPr>
          <p:spPr bwMode="auto">
            <a:xfrm rot="5400000">
              <a:off x="6533054" y="3219211"/>
              <a:ext cx="365760" cy="1588"/>
            </a:xfrm>
            <a:prstGeom prst="line">
              <a:avLst/>
            </a:prstGeom>
            <a:grpFill/>
            <a:ln w="28575" algn="ctr">
              <a:solidFill>
                <a:schemeClr val="tx1"/>
              </a:solidFill>
              <a:round/>
              <a:headEnd/>
              <a:tailEnd/>
            </a:ln>
          </p:spPr>
        </p:cxnSp>
        <p:sp>
          <p:nvSpPr>
            <p:cNvPr id="25" name="Rectangle 24">
              <a:extLst>
                <a:ext uri="{FF2B5EF4-FFF2-40B4-BE49-F238E27FC236}">
                  <a16:creationId xmlns:a16="http://schemas.microsoft.com/office/drawing/2014/main" id="{53BA9FCC-B5E6-4BE6-86FB-57918216B672}"/>
                </a:ext>
              </a:extLst>
            </p:cNvPr>
            <p:cNvSpPr/>
            <p:nvPr/>
          </p:nvSpPr>
          <p:spPr bwMode="auto">
            <a:xfrm>
              <a:off x="5203677" y="3811742"/>
              <a:ext cx="1004812" cy="428654"/>
            </a:xfrm>
            <a:prstGeom prst="rect">
              <a:avLst/>
            </a:prstGeom>
            <a:grp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solidFill>
                    <a:schemeClr val="bg2"/>
                  </a:solidFill>
                  <a:latin typeface="Arial" charset="0"/>
                  <a:cs typeface="Arial" charset="0"/>
                </a:rPr>
                <a:t>ROM</a:t>
              </a:r>
              <a:endParaRPr lang="en-GB" dirty="0">
                <a:solidFill>
                  <a:schemeClr val="bg2"/>
                </a:solidFill>
                <a:latin typeface="Arial" charset="0"/>
                <a:cs typeface="Arial" charset="0"/>
              </a:endParaRPr>
            </a:p>
          </p:txBody>
        </p:sp>
        <p:cxnSp>
          <p:nvCxnSpPr>
            <p:cNvPr id="10262" name="Straight Connector 25">
              <a:extLst>
                <a:ext uri="{FF2B5EF4-FFF2-40B4-BE49-F238E27FC236}">
                  <a16:creationId xmlns:a16="http://schemas.microsoft.com/office/drawing/2014/main" id="{E2290C5C-FA40-4A79-B428-4B5DC1578F2E}"/>
                </a:ext>
              </a:extLst>
            </p:cNvPr>
            <p:cNvCxnSpPr>
              <a:cxnSpLocks noChangeShapeType="1"/>
            </p:cNvCxnSpPr>
            <p:nvPr/>
          </p:nvCxnSpPr>
          <p:spPr bwMode="auto">
            <a:xfrm>
              <a:off x="5690882" y="3394503"/>
              <a:ext cx="1928826" cy="1588"/>
            </a:xfrm>
            <a:prstGeom prst="line">
              <a:avLst/>
            </a:prstGeom>
            <a:grpFill/>
            <a:ln w="28575" algn="ctr">
              <a:solidFill>
                <a:schemeClr val="tx1"/>
              </a:solidFill>
              <a:round/>
              <a:headEnd/>
              <a:tailEnd/>
            </a:ln>
          </p:spPr>
        </p:cxnSp>
        <p:cxnSp>
          <p:nvCxnSpPr>
            <p:cNvPr id="10263" name="Straight Connector 27">
              <a:extLst>
                <a:ext uri="{FF2B5EF4-FFF2-40B4-BE49-F238E27FC236}">
                  <a16:creationId xmlns:a16="http://schemas.microsoft.com/office/drawing/2014/main" id="{5D4A014A-564B-4ED4-86DA-A0BB053C2B61}"/>
                </a:ext>
              </a:extLst>
            </p:cNvPr>
            <p:cNvCxnSpPr>
              <a:cxnSpLocks noChangeShapeType="1"/>
            </p:cNvCxnSpPr>
            <p:nvPr/>
          </p:nvCxnSpPr>
          <p:spPr bwMode="auto">
            <a:xfrm rot="16200000" flipH="1">
              <a:off x="5520065" y="3604437"/>
              <a:ext cx="365760" cy="0"/>
            </a:xfrm>
            <a:prstGeom prst="line">
              <a:avLst/>
            </a:prstGeom>
            <a:grpFill/>
            <a:ln w="28575" algn="ctr">
              <a:solidFill>
                <a:schemeClr val="tx1"/>
              </a:solidFill>
              <a:round/>
              <a:headEnd/>
              <a:tailEnd/>
            </a:ln>
          </p:spPr>
        </p:cxnSp>
        <p:cxnSp>
          <p:nvCxnSpPr>
            <p:cNvPr id="10264" name="Straight Connector 28">
              <a:extLst>
                <a:ext uri="{FF2B5EF4-FFF2-40B4-BE49-F238E27FC236}">
                  <a16:creationId xmlns:a16="http://schemas.microsoft.com/office/drawing/2014/main" id="{522FE9E2-3EE7-4774-BCA0-5B56051C20AC}"/>
                </a:ext>
              </a:extLst>
            </p:cNvPr>
            <p:cNvCxnSpPr>
              <a:cxnSpLocks noChangeShapeType="1"/>
            </p:cNvCxnSpPr>
            <p:nvPr/>
          </p:nvCxnSpPr>
          <p:spPr bwMode="auto">
            <a:xfrm rot="16200000" flipH="1">
              <a:off x="7437016" y="3585698"/>
              <a:ext cx="365760" cy="0"/>
            </a:xfrm>
            <a:prstGeom prst="line">
              <a:avLst/>
            </a:prstGeom>
            <a:grpFill/>
            <a:ln w="28575" algn="ctr">
              <a:solidFill>
                <a:schemeClr val="tx1"/>
              </a:solidFill>
              <a:round/>
              <a:headEnd/>
              <a:tailEnd/>
            </a:ln>
          </p:spPr>
        </p:cxnSp>
        <p:sp>
          <p:nvSpPr>
            <p:cNvPr id="30" name="Rectangle 29">
              <a:extLst>
                <a:ext uri="{FF2B5EF4-FFF2-40B4-BE49-F238E27FC236}">
                  <a16:creationId xmlns:a16="http://schemas.microsoft.com/office/drawing/2014/main" id="{134728AD-DD9F-43D1-BAFC-28FC4651ACCC}"/>
                </a:ext>
              </a:extLst>
            </p:cNvPr>
            <p:cNvSpPr/>
            <p:nvPr/>
          </p:nvSpPr>
          <p:spPr bwMode="auto">
            <a:xfrm>
              <a:off x="7119646" y="3775226"/>
              <a:ext cx="1006399" cy="428654"/>
            </a:xfrm>
            <a:prstGeom prst="rect">
              <a:avLst/>
            </a:prstGeom>
            <a:grpFill/>
            <a:ln w="28575" cap="flat" cmpd="sng" algn="ctr">
              <a:solidFill>
                <a:schemeClr val="tx1"/>
              </a:solidFill>
              <a:prstDash val="solid"/>
              <a:round/>
              <a:headEnd type="none" w="med" len="med"/>
              <a:tailEnd type="none" w="med" len="med"/>
            </a:ln>
            <a:effectLst/>
          </p:spPr>
          <p:txBody>
            <a:bodyPr anchor="ctr"/>
            <a:lstStyle/>
            <a:p>
              <a:pPr eaLnBrk="1" hangingPunct="1">
                <a:defRPr/>
              </a:pPr>
              <a:r>
                <a:rPr lang="en-US" dirty="0">
                  <a:solidFill>
                    <a:schemeClr val="bg2"/>
                  </a:solidFill>
                  <a:latin typeface="Arial" charset="0"/>
                  <a:cs typeface="Arial" charset="0"/>
                </a:rPr>
                <a:t>FLASH</a:t>
              </a:r>
              <a:endParaRPr lang="en-GB" dirty="0">
                <a:solidFill>
                  <a:schemeClr val="bg2"/>
                </a:solidFill>
                <a:latin typeface="Arial" charset="0"/>
                <a:cs typeface="Arial" charset="0"/>
              </a:endParaRPr>
            </a:p>
          </p:txBody>
        </p:sp>
        <p:sp>
          <p:nvSpPr>
            <p:cNvPr id="32" name="Rectangle 31">
              <a:extLst>
                <a:ext uri="{FF2B5EF4-FFF2-40B4-BE49-F238E27FC236}">
                  <a16:creationId xmlns:a16="http://schemas.microsoft.com/office/drawing/2014/main" id="{44FB89F6-6B2D-4B9C-A5F2-D6BE4B16B6F8}"/>
                </a:ext>
              </a:extLst>
            </p:cNvPr>
            <p:cNvSpPr/>
            <p:nvPr/>
          </p:nvSpPr>
          <p:spPr bwMode="auto">
            <a:xfrm>
              <a:off x="4643332" y="4823049"/>
              <a:ext cx="1006399" cy="428654"/>
            </a:xfrm>
            <a:prstGeom prst="rect">
              <a:avLst/>
            </a:prstGeom>
            <a:grp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solidFill>
                    <a:schemeClr val="bg2"/>
                  </a:solidFill>
                  <a:latin typeface="Arial" charset="0"/>
                  <a:cs typeface="Arial" charset="0"/>
                </a:rPr>
                <a:t>PROM</a:t>
              </a:r>
              <a:endParaRPr lang="en-GB" dirty="0">
                <a:solidFill>
                  <a:schemeClr val="bg2"/>
                </a:solidFill>
                <a:latin typeface="Arial" charset="0"/>
                <a:cs typeface="Arial" charset="0"/>
              </a:endParaRPr>
            </a:p>
          </p:txBody>
        </p:sp>
        <p:cxnSp>
          <p:nvCxnSpPr>
            <p:cNvPr id="10267" name="Straight Connector 32">
              <a:extLst>
                <a:ext uri="{FF2B5EF4-FFF2-40B4-BE49-F238E27FC236}">
                  <a16:creationId xmlns:a16="http://schemas.microsoft.com/office/drawing/2014/main" id="{7718C258-2CFC-4976-AAD2-E58AF073D06D}"/>
                </a:ext>
              </a:extLst>
            </p:cNvPr>
            <p:cNvCxnSpPr>
              <a:cxnSpLocks noChangeShapeType="1"/>
            </p:cNvCxnSpPr>
            <p:nvPr/>
          </p:nvCxnSpPr>
          <p:spPr bwMode="auto">
            <a:xfrm rot="16200000" flipH="1">
              <a:off x="5577848" y="4373296"/>
              <a:ext cx="274320" cy="0"/>
            </a:xfrm>
            <a:prstGeom prst="line">
              <a:avLst/>
            </a:prstGeom>
            <a:grpFill/>
            <a:ln w="28575" algn="ctr">
              <a:solidFill>
                <a:schemeClr val="tx1"/>
              </a:solidFill>
              <a:round/>
              <a:headEnd/>
              <a:tailEnd/>
            </a:ln>
          </p:spPr>
        </p:cxnSp>
        <p:cxnSp>
          <p:nvCxnSpPr>
            <p:cNvPr id="10268" name="Straight Connector 34">
              <a:extLst>
                <a:ext uri="{FF2B5EF4-FFF2-40B4-BE49-F238E27FC236}">
                  <a16:creationId xmlns:a16="http://schemas.microsoft.com/office/drawing/2014/main" id="{26BE45BD-1D5F-4698-B866-AD008A5142FD}"/>
                </a:ext>
              </a:extLst>
            </p:cNvPr>
            <p:cNvCxnSpPr>
              <a:cxnSpLocks noChangeShapeType="1"/>
            </p:cNvCxnSpPr>
            <p:nvPr/>
          </p:nvCxnSpPr>
          <p:spPr bwMode="auto">
            <a:xfrm>
              <a:off x="5131629" y="4513385"/>
              <a:ext cx="1188720" cy="1588"/>
            </a:xfrm>
            <a:prstGeom prst="line">
              <a:avLst/>
            </a:prstGeom>
            <a:grpFill/>
            <a:ln w="28575" algn="ctr">
              <a:solidFill>
                <a:schemeClr val="tx1"/>
              </a:solidFill>
              <a:round/>
              <a:headEnd/>
              <a:tailEnd/>
            </a:ln>
          </p:spPr>
        </p:cxnSp>
        <p:cxnSp>
          <p:nvCxnSpPr>
            <p:cNvPr id="10269" name="Straight Connector 38">
              <a:extLst>
                <a:ext uri="{FF2B5EF4-FFF2-40B4-BE49-F238E27FC236}">
                  <a16:creationId xmlns:a16="http://schemas.microsoft.com/office/drawing/2014/main" id="{02F03F85-5A5C-4D05-B04E-BF7698F13A77}"/>
                </a:ext>
              </a:extLst>
            </p:cNvPr>
            <p:cNvCxnSpPr>
              <a:cxnSpLocks noChangeShapeType="1"/>
            </p:cNvCxnSpPr>
            <p:nvPr/>
          </p:nvCxnSpPr>
          <p:spPr bwMode="auto">
            <a:xfrm rot="16200000" flipH="1">
              <a:off x="4988753" y="4656448"/>
              <a:ext cx="285752" cy="0"/>
            </a:xfrm>
            <a:prstGeom prst="line">
              <a:avLst/>
            </a:prstGeom>
            <a:grpFill/>
            <a:ln w="28575" algn="ctr">
              <a:solidFill>
                <a:schemeClr val="tx1"/>
              </a:solidFill>
              <a:round/>
              <a:headEnd/>
              <a:tailEnd/>
            </a:ln>
          </p:spPr>
        </p:cxnSp>
        <p:cxnSp>
          <p:nvCxnSpPr>
            <p:cNvPr id="10270" name="Straight Connector 39">
              <a:extLst>
                <a:ext uri="{FF2B5EF4-FFF2-40B4-BE49-F238E27FC236}">
                  <a16:creationId xmlns:a16="http://schemas.microsoft.com/office/drawing/2014/main" id="{FC89F38B-A1D5-4EAD-A231-1A9369D4DB53}"/>
                </a:ext>
              </a:extLst>
            </p:cNvPr>
            <p:cNvCxnSpPr>
              <a:cxnSpLocks noChangeShapeType="1"/>
            </p:cNvCxnSpPr>
            <p:nvPr/>
          </p:nvCxnSpPr>
          <p:spPr bwMode="auto">
            <a:xfrm rot="16200000" flipH="1">
              <a:off x="6179073" y="4668324"/>
              <a:ext cx="285752" cy="0"/>
            </a:xfrm>
            <a:prstGeom prst="line">
              <a:avLst/>
            </a:prstGeom>
            <a:grpFill/>
            <a:ln w="28575" algn="ctr">
              <a:solidFill>
                <a:schemeClr val="tx1"/>
              </a:solidFill>
              <a:round/>
              <a:headEnd/>
              <a:tailEnd/>
            </a:ln>
          </p:spPr>
        </p:cxnSp>
        <p:sp>
          <p:nvSpPr>
            <p:cNvPr id="41" name="Rectangle 40">
              <a:extLst>
                <a:ext uri="{FF2B5EF4-FFF2-40B4-BE49-F238E27FC236}">
                  <a16:creationId xmlns:a16="http://schemas.microsoft.com/office/drawing/2014/main" id="{874935AA-9468-4DCD-BE33-D49157FAF790}"/>
                </a:ext>
              </a:extLst>
            </p:cNvPr>
            <p:cNvSpPr/>
            <p:nvPr/>
          </p:nvSpPr>
          <p:spPr bwMode="auto">
            <a:xfrm>
              <a:off x="5857678" y="4823049"/>
              <a:ext cx="1188949" cy="428654"/>
            </a:xfrm>
            <a:prstGeom prst="rect">
              <a:avLst/>
            </a:prstGeom>
            <a:grp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solidFill>
                    <a:schemeClr val="bg2"/>
                  </a:solidFill>
                  <a:latin typeface="Arial" charset="0"/>
                  <a:cs typeface="Arial" charset="0"/>
                </a:rPr>
                <a:t>EEPROM</a:t>
              </a:r>
              <a:endParaRPr lang="en-GB" dirty="0">
                <a:solidFill>
                  <a:schemeClr val="bg2"/>
                </a:solidFill>
                <a:latin typeface="Arial" charset="0"/>
                <a:cs typeface="Arial" charset="0"/>
              </a:endParaRPr>
            </a:p>
          </p:txBody>
        </p:sp>
      </p:grpSp>
      <p:sp>
        <p:nvSpPr>
          <p:cNvPr id="10244" name="TextBox 30">
            <a:extLst>
              <a:ext uri="{FF2B5EF4-FFF2-40B4-BE49-F238E27FC236}">
                <a16:creationId xmlns:a16="http://schemas.microsoft.com/office/drawing/2014/main" id="{20A48401-3A80-70A0-A32B-465138077AA9}"/>
              </a:ext>
            </a:extLst>
          </p:cNvPr>
          <p:cNvSpPr txBox="1">
            <a:spLocks noChangeArrowheads="1"/>
          </p:cNvSpPr>
          <p:nvPr/>
        </p:nvSpPr>
        <p:spPr bwMode="auto">
          <a:xfrm>
            <a:off x="1881189" y="5375275"/>
            <a:ext cx="8429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Two primary categories of memory  in digital  system  volatile  and   nonvolatile.</a:t>
            </a:r>
            <a:endParaRPr lang="en-GB"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2">
            <a:extLst>
              <a:ext uri="{FF2B5EF4-FFF2-40B4-BE49-F238E27FC236}">
                <a16:creationId xmlns:a16="http://schemas.microsoft.com/office/drawing/2014/main" id="{D0AE96E8-B718-F2D9-3CEE-12A404EF0E92}"/>
              </a:ext>
            </a:extLst>
          </p:cNvPr>
          <p:cNvSpPr>
            <a:spLocks noGrp="1" noChangeArrowheads="1"/>
          </p:cNvSpPr>
          <p:nvPr>
            <p:ph type="title"/>
          </p:nvPr>
        </p:nvSpPr>
        <p:spPr/>
        <p:txBody>
          <a:bodyPr/>
          <a:lstStyle/>
          <a:p>
            <a:r>
              <a:rPr lang="en-US" altLang="en-US"/>
              <a:t>RAM  Memory </a:t>
            </a:r>
          </a:p>
        </p:txBody>
      </p:sp>
      <p:sp>
        <p:nvSpPr>
          <p:cNvPr id="11267" name="Content Placeholder 3">
            <a:extLst>
              <a:ext uri="{FF2B5EF4-FFF2-40B4-BE49-F238E27FC236}">
                <a16:creationId xmlns:a16="http://schemas.microsoft.com/office/drawing/2014/main" id="{47F7E498-6D21-64BD-30CF-9F7AFA9D1812}"/>
              </a:ext>
            </a:extLst>
          </p:cNvPr>
          <p:cNvSpPr>
            <a:spLocks noGrp="1" noChangeArrowheads="1"/>
          </p:cNvSpPr>
          <p:nvPr>
            <p:ph type="body" sz="quarter" idx="10"/>
          </p:nvPr>
        </p:nvSpPr>
        <p:spPr/>
        <p:txBody>
          <a:bodyPr/>
          <a:lstStyle/>
          <a:p>
            <a:r>
              <a:rPr lang="en-US" altLang="en-US" sz="1800"/>
              <a:t>Main  memory   – random  access memory  (RAM). </a:t>
            </a:r>
            <a:br>
              <a:rPr lang="en-US" altLang="en-US" sz="1800"/>
            </a:br>
            <a:r>
              <a:rPr lang="en-US" altLang="en-US" sz="1800"/>
              <a:t>The time it takes to read or write a word is independed  of a word location in a RAM.</a:t>
            </a:r>
          </a:p>
          <a:p>
            <a:r>
              <a:rPr lang="en-US" altLang="en-US" sz="1800"/>
              <a:t>Main memory stores data and programs  during computer  operation. </a:t>
            </a:r>
          </a:p>
          <a:p>
            <a:pPr>
              <a:buFont typeface="Wingdings" panose="05000000000000000000" pitchFamily="2" charset="2"/>
              <a:buNone/>
            </a:pPr>
            <a:endParaRPr lang="ru-RU" altLang="en-US" sz="1800"/>
          </a:p>
        </p:txBody>
      </p:sp>
      <p:grpSp>
        <p:nvGrpSpPr>
          <p:cNvPr id="11268" name="Group 26">
            <a:extLst>
              <a:ext uri="{FF2B5EF4-FFF2-40B4-BE49-F238E27FC236}">
                <a16:creationId xmlns:a16="http://schemas.microsoft.com/office/drawing/2014/main" id="{CEB6C5A3-33DE-6812-F249-4F2B06BB8B61}"/>
              </a:ext>
            </a:extLst>
          </p:cNvPr>
          <p:cNvGrpSpPr>
            <a:grpSpLocks/>
          </p:cNvGrpSpPr>
          <p:nvPr/>
        </p:nvGrpSpPr>
        <p:grpSpPr bwMode="auto">
          <a:xfrm>
            <a:off x="2738439" y="2714626"/>
            <a:ext cx="4941887" cy="2968625"/>
            <a:chOff x="3034861" y="2714620"/>
            <a:chExt cx="4942414" cy="2968755"/>
          </a:xfrm>
        </p:grpSpPr>
        <p:sp>
          <p:nvSpPr>
            <p:cNvPr id="11269" name="Line 6">
              <a:extLst>
                <a:ext uri="{FF2B5EF4-FFF2-40B4-BE49-F238E27FC236}">
                  <a16:creationId xmlns:a16="http://schemas.microsoft.com/office/drawing/2014/main" id="{2E84CD41-0356-9152-5E3E-B1C600197BC7}"/>
                </a:ext>
              </a:extLst>
            </p:cNvPr>
            <p:cNvSpPr>
              <a:spLocks noChangeShapeType="1"/>
            </p:cNvSpPr>
            <p:nvPr/>
          </p:nvSpPr>
          <p:spPr bwMode="auto">
            <a:xfrm flipV="1">
              <a:off x="6731028" y="3382979"/>
              <a:ext cx="3175" cy="271462"/>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Text Box 8">
              <a:extLst>
                <a:ext uri="{FF2B5EF4-FFF2-40B4-BE49-F238E27FC236}">
                  <a16:creationId xmlns:a16="http://schemas.microsoft.com/office/drawing/2014/main" id="{3F516E18-3458-42E4-A30F-497AA1DACC3B}"/>
                </a:ext>
              </a:extLst>
            </p:cNvPr>
            <p:cNvSpPr txBox="1">
              <a:spLocks noChangeArrowheads="1"/>
            </p:cNvSpPr>
            <p:nvPr/>
          </p:nvSpPr>
          <p:spPr bwMode="auto">
            <a:xfrm>
              <a:off x="4381205" y="3200416"/>
              <a:ext cx="2386266" cy="1828880"/>
            </a:xfrm>
            <a:prstGeom prst="rect">
              <a:avLst/>
            </a:prstGeom>
            <a:solidFill>
              <a:schemeClr val="accent1">
                <a:lumMod val="60000"/>
                <a:lumOff val="40000"/>
              </a:schemeClr>
            </a:solidFill>
            <a:ln w="34925">
              <a:solidFill>
                <a:srgbClr val="000000"/>
              </a:solidFill>
              <a:miter lim="800000"/>
              <a:headEnd/>
              <a:tailEnd/>
            </a:ln>
          </p:spPr>
          <p:txBody>
            <a:bodyPr/>
            <a:lstStyle/>
            <a:p>
              <a:pPr>
                <a:defRPr/>
              </a:pPr>
              <a:endParaRPr lang="en-US" sz="1050">
                <a:latin typeface="Times New Roman" pitchFamily="18" charset="0"/>
              </a:endParaRPr>
            </a:p>
          </p:txBody>
        </p:sp>
        <p:sp>
          <p:nvSpPr>
            <p:cNvPr id="11271" name="Line 10">
              <a:extLst>
                <a:ext uri="{FF2B5EF4-FFF2-40B4-BE49-F238E27FC236}">
                  <a16:creationId xmlns:a16="http://schemas.microsoft.com/office/drawing/2014/main" id="{0DA6256F-1914-5B6A-B314-BE386171FC7F}"/>
                </a:ext>
              </a:extLst>
            </p:cNvPr>
            <p:cNvSpPr>
              <a:spLocks noChangeShapeType="1"/>
            </p:cNvSpPr>
            <p:nvPr/>
          </p:nvSpPr>
          <p:spPr bwMode="auto">
            <a:xfrm>
              <a:off x="3725548" y="3882962"/>
              <a:ext cx="640080" cy="1588"/>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272" name="Line 11">
              <a:extLst>
                <a:ext uri="{FF2B5EF4-FFF2-40B4-BE49-F238E27FC236}">
                  <a16:creationId xmlns:a16="http://schemas.microsoft.com/office/drawing/2014/main" id="{5AA59893-449C-9CEF-6E8C-D680AAD2ECBB}"/>
                </a:ext>
              </a:extLst>
            </p:cNvPr>
            <p:cNvSpPr>
              <a:spLocks noChangeShapeType="1"/>
            </p:cNvSpPr>
            <p:nvPr/>
          </p:nvSpPr>
          <p:spPr bwMode="auto">
            <a:xfrm>
              <a:off x="4376765" y="3819604"/>
              <a:ext cx="2384425" cy="3175"/>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3" name="Line 12">
              <a:extLst>
                <a:ext uri="{FF2B5EF4-FFF2-40B4-BE49-F238E27FC236}">
                  <a16:creationId xmlns:a16="http://schemas.microsoft.com/office/drawing/2014/main" id="{FC466E66-EB48-9DC3-739F-FC64AD2391C5}"/>
                </a:ext>
              </a:extLst>
            </p:cNvPr>
            <p:cNvSpPr>
              <a:spLocks noChangeShapeType="1"/>
            </p:cNvSpPr>
            <p:nvPr/>
          </p:nvSpPr>
          <p:spPr bwMode="auto">
            <a:xfrm>
              <a:off x="4378353" y="3943366"/>
              <a:ext cx="2387600" cy="1588"/>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 name="Line 13">
              <a:extLst>
                <a:ext uri="{FF2B5EF4-FFF2-40B4-BE49-F238E27FC236}">
                  <a16:creationId xmlns:a16="http://schemas.microsoft.com/office/drawing/2014/main" id="{A3D88F03-B947-7A7C-0C38-2C982C1BE555}"/>
                </a:ext>
              </a:extLst>
            </p:cNvPr>
            <p:cNvSpPr>
              <a:spLocks noChangeShapeType="1"/>
            </p:cNvSpPr>
            <p:nvPr/>
          </p:nvSpPr>
          <p:spPr bwMode="auto">
            <a:xfrm>
              <a:off x="4378353" y="4067129"/>
              <a:ext cx="2387600" cy="3175"/>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 name="Line 14">
              <a:extLst>
                <a:ext uri="{FF2B5EF4-FFF2-40B4-BE49-F238E27FC236}">
                  <a16:creationId xmlns:a16="http://schemas.microsoft.com/office/drawing/2014/main" id="{07BE8AB3-BAB7-81FA-9007-E849235E3592}"/>
                </a:ext>
              </a:extLst>
            </p:cNvPr>
            <p:cNvSpPr>
              <a:spLocks noChangeShapeType="1"/>
            </p:cNvSpPr>
            <p:nvPr/>
          </p:nvSpPr>
          <p:spPr bwMode="auto">
            <a:xfrm>
              <a:off x="4387878" y="4881316"/>
              <a:ext cx="2386012" cy="3175"/>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6" name="Line 17">
              <a:extLst>
                <a:ext uri="{FF2B5EF4-FFF2-40B4-BE49-F238E27FC236}">
                  <a16:creationId xmlns:a16="http://schemas.microsoft.com/office/drawing/2014/main" id="{7DA651BA-6281-14C8-5440-1703478EB231}"/>
                </a:ext>
              </a:extLst>
            </p:cNvPr>
            <p:cNvSpPr>
              <a:spLocks noChangeShapeType="1"/>
            </p:cNvSpPr>
            <p:nvPr/>
          </p:nvSpPr>
          <p:spPr bwMode="auto">
            <a:xfrm>
              <a:off x="6802465" y="3200416"/>
              <a:ext cx="23971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7" name="Line 18">
              <a:extLst>
                <a:ext uri="{FF2B5EF4-FFF2-40B4-BE49-F238E27FC236}">
                  <a16:creationId xmlns:a16="http://schemas.microsoft.com/office/drawing/2014/main" id="{B0343D6E-03B8-B5CC-4B69-B7F6027A4793}"/>
                </a:ext>
              </a:extLst>
            </p:cNvPr>
            <p:cNvSpPr>
              <a:spLocks noChangeShapeType="1"/>
            </p:cNvSpPr>
            <p:nvPr/>
          </p:nvSpPr>
          <p:spPr bwMode="auto">
            <a:xfrm>
              <a:off x="6821515" y="5019429"/>
              <a:ext cx="23653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8" name="Line 19">
              <a:extLst>
                <a:ext uri="{FF2B5EF4-FFF2-40B4-BE49-F238E27FC236}">
                  <a16:creationId xmlns:a16="http://schemas.microsoft.com/office/drawing/2014/main" id="{6E3EEFE7-E2D1-8CDD-914C-E82DF66346AB}"/>
                </a:ext>
              </a:extLst>
            </p:cNvPr>
            <p:cNvSpPr>
              <a:spLocks noChangeShapeType="1"/>
            </p:cNvSpPr>
            <p:nvPr/>
          </p:nvSpPr>
          <p:spPr bwMode="auto">
            <a:xfrm>
              <a:off x="6970678" y="3198829"/>
              <a:ext cx="1587" cy="731520"/>
            </a:xfrm>
            <a:prstGeom prst="line">
              <a:avLst/>
            </a:prstGeom>
            <a:noFill/>
            <a:ln w="28575">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11279" name="Line 20">
              <a:extLst>
                <a:ext uri="{FF2B5EF4-FFF2-40B4-BE49-F238E27FC236}">
                  <a16:creationId xmlns:a16="http://schemas.microsoft.com/office/drawing/2014/main" id="{82C66B16-A6CC-FAFE-907E-76AADCFE9E11}"/>
                </a:ext>
              </a:extLst>
            </p:cNvPr>
            <p:cNvSpPr>
              <a:spLocks noChangeShapeType="1"/>
            </p:cNvSpPr>
            <p:nvPr/>
          </p:nvSpPr>
          <p:spPr bwMode="auto">
            <a:xfrm flipV="1">
              <a:off x="6969153" y="4333766"/>
              <a:ext cx="1587" cy="685800"/>
            </a:xfrm>
            <a:prstGeom prst="line">
              <a:avLst/>
            </a:prstGeom>
            <a:noFill/>
            <a:ln w="28575">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11280" name="Line 23">
              <a:extLst>
                <a:ext uri="{FF2B5EF4-FFF2-40B4-BE49-F238E27FC236}">
                  <a16:creationId xmlns:a16="http://schemas.microsoft.com/office/drawing/2014/main" id="{71F817EF-BF51-A391-42C2-E6CBEFF8B6E9}"/>
                </a:ext>
              </a:extLst>
            </p:cNvPr>
            <p:cNvSpPr>
              <a:spLocks noChangeShapeType="1"/>
            </p:cNvSpPr>
            <p:nvPr/>
          </p:nvSpPr>
          <p:spPr bwMode="auto">
            <a:xfrm>
              <a:off x="5578503" y="5057404"/>
              <a:ext cx="1587" cy="36576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281" name="Text Box 25">
              <a:extLst>
                <a:ext uri="{FF2B5EF4-FFF2-40B4-BE49-F238E27FC236}">
                  <a16:creationId xmlns:a16="http://schemas.microsoft.com/office/drawing/2014/main" id="{C1A97469-3757-1223-138C-10F9CBFD8054}"/>
                </a:ext>
              </a:extLst>
            </p:cNvPr>
            <p:cNvSpPr txBox="1">
              <a:spLocks noChangeArrowheads="1"/>
            </p:cNvSpPr>
            <p:nvPr/>
          </p:nvSpPr>
          <p:spPr bwMode="auto">
            <a:xfrm>
              <a:off x="6827229" y="3916379"/>
              <a:ext cx="1150046"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2</a:t>
              </a:r>
              <a:r>
                <a:rPr lang="en-US" altLang="en-US" baseline="30000"/>
                <a:t>n </a:t>
              </a:r>
              <a:r>
                <a:rPr lang="en-US" altLang="en-US"/>
                <a:t>words</a:t>
              </a:r>
            </a:p>
          </p:txBody>
        </p:sp>
        <p:sp>
          <p:nvSpPr>
            <p:cNvPr id="11282" name="Text Box 26">
              <a:extLst>
                <a:ext uri="{FF2B5EF4-FFF2-40B4-BE49-F238E27FC236}">
                  <a16:creationId xmlns:a16="http://schemas.microsoft.com/office/drawing/2014/main" id="{8B2E1228-655F-2B11-711C-26AEC3863AC0}"/>
                </a:ext>
              </a:extLst>
            </p:cNvPr>
            <p:cNvSpPr txBox="1">
              <a:spLocks noChangeArrowheads="1"/>
            </p:cNvSpPr>
            <p:nvPr/>
          </p:nvSpPr>
          <p:spPr bwMode="auto">
            <a:xfrm>
              <a:off x="4900640" y="4105291"/>
              <a:ext cx="165735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2</a:t>
              </a:r>
              <a:r>
                <a:rPr lang="en-US" altLang="en-US" sz="1600" baseline="30000"/>
                <a:t>n </a:t>
              </a:r>
              <a:r>
                <a:rPr lang="en-US" altLang="en-US" sz="1600"/>
                <a:t>words</a:t>
              </a:r>
            </a:p>
            <a:p>
              <a:pPr eaLnBrk="1" hangingPunct="1"/>
              <a:r>
                <a:rPr lang="en-US" altLang="en-US" sz="1600"/>
                <a:t>m bit per word</a:t>
              </a:r>
            </a:p>
            <a:p>
              <a:pPr eaLnBrk="1" hangingPunct="1"/>
              <a:endParaRPr lang="ru-RU" altLang="en-US" sz="1600"/>
            </a:p>
          </p:txBody>
        </p:sp>
        <p:sp>
          <p:nvSpPr>
            <p:cNvPr id="11283" name="Line 27">
              <a:extLst>
                <a:ext uri="{FF2B5EF4-FFF2-40B4-BE49-F238E27FC236}">
                  <a16:creationId xmlns:a16="http://schemas.microsoft.com/office/drawing/2014/main" id="{8152DCDD-8E9D-0676-F94C-6EDEB6F267B4}"/>
                </a:ext>
              </a:extLst>
            </p:cNvPr>
            <p:cNvSpPr>
              <a:spLocks noChangeShapeType="1"/>
            </p:cNvSpPr>
            <p:nvPr/>
          </p:nvSpPr>
          <p:spPr bwMode="auto">
            <a:xfrm flipV="1">
              <a:off x="3893498" y="3824225"/>
              <a:ext cx="114300" cy="1222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4" name="Text Box 28">
              <a:extLst>
                <a:ext uri="{FF2B5EF4-FFF2-40B4-BE49-F238E27FC236}">
                  <a16:creationId xmlns:a16="http://schemas.microsoft.com/office/drawing/2014/main" id="{508D20EC-C0D9-B29D-B028-0F68D6B7F732}"/>
                </a:ext>
              </a:extLst>
            </p:cNvPr>
            <p:cNvSpPr txBox="1">
              <a:spLocks noChangeArrowheads="1"/>
            </p:cNvSpPr>
            <p:nvPr/>
          </p:nvSpPr>
          <p:spPr bwMode="auto">
            <a:xfrm>
              <a:off x="3034861" y="3476500"/>
              <a:ext cx="15414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n address lines</a:t>
              </a:r>
              <a:endParaRPr lang="ru-RU" altLang="en-US"/>
            </a:p>
          </p:txBody>
        </p:sp>
        <p:sp>
          <p:nvSpPr>
            <p:cNvPr id="11285" name="Line 29">
              <a:extLst>
                <a:ext uri="{FF2B5EF4-FFF2-40B4-BE49-F238E27FC236}">
                  <a16:creationId xmlns:a16="http://schemas.microsoft.com/office/drawing/2014/main" id="{471E23DF-4CF3-031B-33A4-32531B9CF54E}"/>
                </a:ext>
              </a:extLst>
            </p:cNvPr>
            <p:cNvSpPr>
              <a:spLocks noChangeShapeType="1"/>
            </p:cNvSpPr>
            <p:nvPr/>
          </p:nvSpPr>
          <p:spPr bwMode="auto">
            <a:xfrm>
              <a:off x="5574565" y="2792941"/>
              <a:ext cx="0" cy="36576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286" name="Line 31">
              <a:extLst>
                <a:ext uri="{FF2B5EF4-FFF2-40B4-BE49-F238E27FC236}">
                  <a16:creationId xmlns:a16="http://schemas.microsoft.com/office/drawing/2014/main" id="{66C82395-7DA7-77F3-ADB2-4B4018FF7DAC}"/>
                </a:ext>
              </a:extLst>
            </p:cNvPr>
            <p:cNvSpPr>
              <a:spLocks noChangeShapeType="1"/>
            </p:cNvSpPr>
            <p:nvPr/>
          </p:nvSpPr>
          <p:spPr bwMode="auto">
            <a:xfrm flipV="1">
              <a:off x="5529290" y="2893016"/>
              <a:ext cx="93663" cy="85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7" name="Line 32">
              <a:extLst>
                <a:ext uri="{FF2B5EF4-FFF2-40B4-BE49-F238E27FC236}">
                  <a16:creationId xmlns:a16="http://schemas.microsoft.com/office/drawing/2014/main" id="{8DB59B9E-18B4-553A-CEF1-F411951D8F2F}"/>
                </a:ext>
              </a:extLst>
            </p:cNvPr>
            <p:cNvSpPr>
              <a:spLocks noChangeShapeType="1"/>
            </p:cNvSpPr>
            <p:nvPr/>
          </p:nvSpPr>
          <p:spPr bwMode="auto">
            <a:xfrm flipV="1">
              <a:off x="5530878" y="5139379"/>
              <a:ext cx="93662" cy="85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8" name="Text Box 34">
              <a:extLst>
                <a:ext uri="{FF2B5EF4-FFF2-40B4-BE49-F238E27FC236}">
                  <a16:creationId xmlns:a16="http://schemas.microsoft.com/office/drawing/2014/main" id="{13E3AE50-E27C-C515-4777-FD2E4EA81F57}"/>
                </a:ext>
              </a:extLst>
            </p:cNvPr>
            <p:cNvSpPr txBox="1">
              <a:spLocks noChangeArrowheads="1"/>
            </p:cNvSpPr>
            <p:nvPr/>
          </p:nvSpPr>
          <p:spPr bwMode="auto">
            <a:xfrm>
              <a:off x="5620197" y="2714620"/>
              <a:ext cx="21717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m data</a:t>
              </a:r>
              <a:r>
                <a:rPr lang="en-US" altLang="en-US" sz="1400"/>
                <a:t> </a:t>
              </a:r>
              <a:r>
                <a:rPr lang="en-US" altLang="en-US" sz="1600"/>
                <a:t>input lines</a:t>
              </a:r>
              <a:endParaRPr lang="ru-RU" altLang="en-US" sz="1600"/>
            </a:p>
          </p:txBody>
        </p:sp>
        <p:sp>
          <p:nvSpPr>
            <p:cNvPr id="11289" name="Text Box 35">
              <a:extLst>
                <a:ext uri="{FF2B5EF4-FFF2-40B4-BE49-F238E27FC236}">
                  <a16:creationId xmlns:a16="http://schemas.microsoft.com/office/drawing/2014/main" id="{B87F4524-9032-B0FF-9E63-0597AD4BEA3F}"/>
                </a:ext>
              </a:extLst>
            </p:cNvPr>
            <p:cNvSpPr txBox="1">
              <a:spLocks noChangeArrowheads="1"/>
            </p:cNvSpPr>
            <p:nvPr/>
          </p:nvSpPr>
          <p:spPr bwMode="auto">
            <a:xfrm>
              <a:off x="4581725" y="5316663"/>
              <a:ext cx="2171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m data output lines</a:t>
              </a:r>
              <a:endParaRPr lang="ru-RU" alt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3">
            <a:extLst>
              <a:ext uri="{FF2B5EF4-FFF2-40B4-BE49-F238E27FC236}">
                <a16:creationId xmlns:a16="http://schemas.microsoft.com/office/drawing/2014/main" id="{8E04DCFB-585B-CCDB-59EF-4B2D380EFBEB}"/>
              </a:ext>
            </a:extLst>
          </p:cNvPr>
          <p:cNvSpPr>
            <a:spLocks noGrp="1" noChangeArrowheads="1"/>
          </p:cNvSpPr>
          <p:nvPr>
            <p:ph type="title"/>
          </p:nvPr>
        </p:nvSpPr>
        <p:spPr/>
        <p:txBody>
          <a:bodyPr/>
          <a:lstStyle/>
          <a:p>
            <a:r>
              <a:rPr lang="en-US" altLang="en-US"/>
              <a:t>RAM</a:t>
            </a:r>
          </a:p>
        </p:txBody>
      </p:sp>
      <p:sp>
        <p:nvSpPr>
          <p:cNvPr id="12291" name="Content Placeholder 4">
            <a:extLst>
              <a:ext uri="{FF2B5EF4-FFF2-40B4-BE49-F238E27FC236}">
                <a16:creationId xmlns:a16="http://schemas.microsoft.com/office/drawing/2014/main" id="{BB0F461F-9B2E-05E8-CE3D-026AAAE80A82}"/>
              </a:ext>
            </a:extLst>
          </p:cNvPr>
          <p:cNvSpPr>
            <a:spLocks noGrp="1" noChangeArrowheads="1"/>
          </p:cNvSpPr>
          <p:nvPr>
            <p:ph type="body" sz="quarter" idx="10"/>
          </p:nvPr>
        </p:nvSpPr>
        <p:spPr/>
        <p:txBody>
          <a:bodyPr/>
          <a:lstStyle/>
          <a:p>
            <a:r>
              <a:rPr lang="en-US" altLang="en-US"/>
              <a:t>Read-Write Memory</a:t>
            </a:r>
            <a:endParaRPr lang="ru-RU" altLang="en-US"/>
          </a:p>
          <a:p>
            <a:r>
              <a:rPr lang="en-US" altLang="en-US"/>
              <a:t>Two types</a:t>
            </a:r>
          </a:p>
          <a:p>
            <a:pPr lvl="1"/>
            <a:r>
              <a:rPr lang="en-US" altLang="en-US"/>
              <a:t>SRAM</a:t>
            </a:r>
          </a:p>
          <a:p>
            <a:pPr lvl="1"/>
            <a:r>
              <a:rPr lang="en-US" altLang="en-US"/>
              <a:t>DRAM</a:t>
            </a:r>
          </a:p>
          <a:p>
            <a:pPr lvl="1"/>
            <a:r>
              <a:rPr lang="en-US" altLang="en-US"/>
              <a:t>SRAM</a:t>
            </a:r>
          </a:p>
          <a:p>
            <a:pPr lvl="2"/>
            <a:r>
              <a:rPr lang="en-US" altLang="en-US"/>
              <a:t>memory cell – flip-flop</a:t>
            </a:r>
          </a:p>
          <a:p>
            <a:pPr lvl="1"/>
            <a:r>
              <a:rPr lang="en-US" altLang="en-US"/>
              <a:t>DRAM</a:t>
            </a:r>
          </a:p>
          <a:p>
            <a:pPr lvl="2"/>
            <a:r>
              <a:rPr lang="en-US" altLang="en-US"/>
              <a:t>memory cell – capacity (drain – substrate of MOS-transistor).</a:t>
            </a:r>
          </a:p>
          <a:p>
            <a:r>
              <a:rPr lang="en-US" altLang="en-US"/>
              <a:t>The kinds of IC memory organization:</a:t>
            </a:r>
          </a:p>
          <a:p>
            <a:pPr lvl="1"/>
            <a:r>
              <a:rPr lang="en-US" altLang="en-US"/>
              <a:t>Linear-select (2D), two-dimensional (3D), compromise (2DM).</a:t>
            </a:r>
          </a:p>
          <a:p>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a:extLst>
              <a:ext uri="{FF2B5EF4-FFF2-40B4-BE49-F238E27FC236}">
                <a16:creationId xmlns:a16="http://schemas.microsoft.com/office/drawing/2014/main" id="{4A164287-A39A-264C-3125-A4AAA21F165A}"/>
              </a:ext>
            </a:extLst>
          </p:cNvPr>
          <p:cNvSpPr>
            <a:spLocks noGrp="1" noChangeArrowheads="1"/>
          </p:cNvSpPr>
          <p:nvPr>
            <p:ph type="title"/>
          </p:nvPr>
        </p:nvSpPr>
        <p:spPr/>
        <p:txBody>
          <a:bodyPr/>
          <a:lstStyle/>
          <a:p>
            <a:r>
              <a:rPr lang="en-US" altLang="en-US"/>
              <a:t>Static RAM  (SRAM)</a:t>
            </a:r>
            <a:endParaRPr lang="ru-RU" altLang="en-US"/>
          </a:p>
        </p:txBody>
      </p:sp>
      <p:sp>
        <p:nvSpPr>
          <p:cNvPr id="2" name="Text Placeholder 1">
            <a:extLst>
              <a:ext uri="{FF2B5EF4-FFF2-40B4-BE49-F238E27FC236}">
                <a16:creationId xmlns:a16="http://schemas.microsoft.com/office/drawing/2014/main" id="{2E63361F-B0A3-C25D-38EC-6B0D5A26ECAB}"/>
              </a:ext>
            </a:extLst>
          </p:cNvPr>
          <p:cNvSpPr>
            <a:spLocks noGrp="1"/>
          </p:cNvSpPr>
          <p:nvPr>
            <p:ph type="body" sz="quarter" idx="10"/>
          </p:nvPr>
        </p:nvSpPr>
        <p:spPr/>
        <p:txBody>
          <a:bodyPr/>
          <a:lstStyle/>
          <a:p>
            <a:r>
              <a:rPr lang="en-US" dirty="0"/>
              <a:t>SRAM is generally used as a cache to hold recently used instructions and data, to store data in small microprocessor systems, often in “embedded” systems.</a:t>
            </a:r>
            <a:br>
              <a:rPr lang="en-US" dirty="0"/>
            </a:br>
            <a:r>
              <a:rPr lang="en-US" dirty="0"/>
              <a:t>SRAM cell is RS or D latch.</a:t>
            </a:r>
          </a:p>
          <a:p>
            <a:endParaRPr lang="en-US" dirty="0"/>
          </a:p>
        </p:txBody>
      </p:sp>
      <p:grpSp>
        <p:nvGrpSpPr>
          <p:cNvPr id="13316" name="Group 1">
            <a:extLst>
              <a:ext uri="{FF2B5EF4-FFF2-40B4-BE49-F238E27FC236}">
                <a16:creationId xmlns:a16="http://schemas.microsoft.com/office/drawing/2014/main" id="{3336B2CA-151C-5315-EF66-1B89A2FCA740}"/>
              </a:ext>
            </a:extLst>
          </p:cNvPr>
          <p:cNvGrpSpPr>
            <a:grpSpLocks/>
          </p:cNvGrpSpPr>
          <p:nvPr/>
        </p:nvGrpSpPr>
        <p:grpSpPr bwMode="auto">
          <a:xfrm>
            <a:off x="2236788" y="3514725"/>
            <a:ext cx="7459662" cy="2146300"/>
            <a:chOff x="471488" y="3514948"/>
            <a:chExt cx="7459067" cy="2146300"/>
          </a:xfrm>
        </p:grpSpPr>
        <p:sp>
          <p:nvSpPr>
            <p:cNvPr id="13317" name="Text Box 8">
              <a:extLst>
                <a:ext uri="{FF2B5EF4-FFF2-40B4-BE49-F238E27FC236}">
                  <a16:creationId xmlns:a16="http://schemas.microsoft.com/office/drawing/2014/main" id="{6044B371-6A99-8D13-5E8E-F356577B24CA}"/>
                </a:ext>
              </a:extLst>
            </p:cNvPr>
            <p:cNvSpPr txBox="1">
              <a:spLocks noChangeArrowheads="1"/>
            </p:cNvSpPr>
            <p:nvPr/>
          </p:nvSpPr>
          <p:spPr bwMode="auto">
            <a:xfrm>
              <a:off x="471488" y="3514948"/>
              <a:ext cx="1006475"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ru-RU" altLang="en-US"/>
                <a:t>Select</a:t>
              </a:r>
            </a:p>
            <a:p>
              <a:endParaRPr lang="en-US" altLang="en-US">
                <a:latin typeface="Times NR Cyr MT"/>
              </a:endParaRPr>
            </a:p>
            <a:p>
              <a:r>
                <a:rPr lang="ru-RU" altLang="en-US"/>
                <a:t>Input</a:t>
              </a:r>
            </a:p>
            <a:p>
              <a:endParaRPr lang="en-US" altLang="en-US"/>
            </a:p>
            <a:p>
              <a:endParaRPr lang="en-US" altLang="en-US" sz="1600"/>
            </a:p>
            <a:p>
              <a:r>
                <a:rPr lang="ru-RU" altLang="en-US"/>
                <a:t>Write</a:t>
              </a:r>
              <a:br>
                <a:rPr lang="en-US" altLang="en-US"/>
              </a:br>
              <a:r>
                <a:rPr lang="en-US" altLang="en-US"/>
                <a:t>Enable</a:t>
              </a:r>
              <a:endParaRPr lang="ru-RU" altLang="en-US"/>
            </a:p>
            <a:p>
              <a:endParaRPr lang="en-US" altLang="en-US"/>
            </a:p>
            <a:p>
              <a:endParaRPr lang="en-US" altLang="en-US" sz="1600">
                <a:latin typeface="Times NR Cyr MT"/>
              </a:endParaRPr>
            </a:p>
          </p:txBody>
        </p:sp>
        <p:sp>
          <p:nvSpPr>
            <p:cNvPr id="13318" name="Text Box 9">
              <a:extLst>
                <a:ext uri="{FF2B5EF4-FFF2-40B4-BE49-F238E27FC236}">
                  <a16:creationId xmlns:a16="http://schemas.microsoft.com/office/drawing/2014/main" id="{32344790-0884-773C-07BE-5BE9747CDDAB}"/>
                </a:ext>
              </a:extLst>
            </p:cNvPr>
            <p:cNvSpPr txBox="1">
              <a:spLocks noChangeArrowheads="1"/>
            </p:cNvSpPr>
            <p:nvPr/>
          </p:nvSpPr>
          <p:spPr bwMode="auto">
            <a:xfrm>
              <a:off x="3527425" y="3941986"/>
              <a:ext cx="914400" cy="1462087"/>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ru-RU" altLang="en-US"/>
                <a:t>S</a:t>
              </a:r>
            </a:p>
            <a:p>
              <a:endParaRPr lang="en-US" altLang="en-US" sz="1600">
                <a:latin typeface="Times NR Cyr MT"/>
              </a:endParaRPr>
            </a:p>
            <a:p>
              <a:endParaRPr lang="en-US" altLang="en-US" sz="1600">
                <a:latin typeface="Times NR Cyr MT"/>
              </a:endParaRPr>
            </a:p>
            <a:p>
              <a:r>
                <a:rPr lang="en-US" altLang="en-US"/>
                <a:t>R</a:t>
              </a:r>
            </a:p>
          </p:txBody>
        </p:sp>
        <p:sp>
          <p:nvSpPr>
            <p:cNvPr id="13319" name="Line 11">
              <a:extLst>
                <a:ext uri="{FF2B5EF4-FFF2-40B4-BE49-F238E27FC236}">
                  <a16:creationId xmlns:a16="http://schemas.microsoft.com/office/drawing/2014/main" id="{59518737-16F8-E5E4-12BC-9480B614C9DC}"/>
                </a:ext>
              </a:extLst>
            </p:cNvPr>
            <p:cNvSpPr>
              <a:spLocks noChangeShapeType="1"/>
            </p:cNvSpPr>
            <p:nvPr/>
          </p:nvSpPr>
          <p:spPr bwMode="auto">
            <a:xfrm flipH="1">
              <a:off x="3246438" y="4224561"/>
              <a:ext cx="2746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0" name="Line 12">
              <a:extLst>
                <a:ext uri="{FF2B5EF4-FFF2-40B4-BE49-F238E27FC236}">
                  <a16:creationId xmlns:a16="http://schemas.microsoft.com/office/drawing/2014/main" id="{095F37E3-C7C2-0CDD-4914-FE5AEB61928B}"/>
                </a:ext>
              </a:extLst>
            </p:cNvPr>
            <p:cNvSpPr>
              <a:spLocks noChangeShapeType="1"/>
            </p:cNvSpPr>
            <p:nvPr/>
          </p:nvSpPr>
          <p:spPr bwMode="auto">
            <a:xfrm flipH="1">
              <a:off x="3262313" y="5018311"/>
              <a:ext cx="2746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1" name="Line 13">
              <a:extLst>
                <a:ext uri="{FF2B5EF4-FFF2-40B4-BE49-F238E27FC236}">
                  <a16:creationId xmlns:a16="http://schemas.microsoft.com/office/drawing/2014/main" id="{6664F78D-0221-86EC-2300-C07848F8DA2D}"/>
                </a:ext>
              </a:extLst>
            </p:cNvPr>
            <p:cNvSpPr>
              <a:spLocks noChangeShapeType="1"/>
            </p:cNvSpPr>
            <p:nvPr/>
          </p:nvSpPr>
          <p:spPr bwMode="auto">
            <a:xfrm>
              <a:off x="4452938" y="4259486"/>
              <a:ext cx="3667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2" name="Oval 17">
              <a:extLst>
                <a:ext uri="{FF2B5EF4-FFF2-40B4-BE49-F238E27FC236}">
                  <a16:creationId xmlns:a16="http://schemas.microsoft.com/office/drawing/2014/main" id="{8D298F33-C014-8215-2D91-A46EF951FA21}"/>
                </a:ext>
              </a:extLst>
            </p:cNvPr>
            <p:cNvSpPr>
              <a:spLocks noChangeArrowheads="1"/>
            </p:cNvSpPr>
            <p:nvPr/>
          </p:nvSpPr>
          <p:spPr bwMode="auto">
            <a:xfrm>
              <a:off x="2178050" y="4980211"/>
              <a:ext cx="146050" cy="141287"/>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13323" name="Line 19">
              <a:extLst>
                <a:ext uri="{FF2B5EF4-FFF2-40B4-BE49-F238E27FC236}">
                  <a16:creationId xmlns:a16="http://schemas.microsoft.com/office/drawing/2014/main" id="{DBF05D1C-BB24-4042-F54E-0FF159365473}"/>
                </a:ext>
              </a:extLst>
            </p:cNvPr>
            <p:cNvSpPr>
              <a:spLocks noChangeShapeType="1"/>
            </p:cNvSpPr>
            <p:nvPr/>
          </p:nvSpPr>
          <p:spPr bwMode="auto">
            <a:xfrm flipH="1">
              <a:off x="2347913" y="5059586"/>
              <a:ext cx="4572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4" name="Line 20">
              <a:extLst>
                <a:ext uri="{FF2B5EF4-FFF2-40B4-BE49-F238E27FC236}">
                  <a16:creationId xmlns:a16="http://schemas.microsoft.com/office/drawing/2014/main" id="{CD7B974E-8496-AD71-9EE6-95065CF9AE44}"/>
                </a:ext>
              </a:extLst>
            </p:cNvPr>
            <p:cNvSpPr>
              <a:spLocks noChangeAspect="1" noChangeShapeType="1"/>
            </p:cNvSpPr>
            <p:nvPr/>
          </p:nvSpPr>
          <p:spPr bwMode="auto">
            <a:xfrm flipH="1">
              <a:off x="1271588" y="4259486"/>
              <a:ext cx="1522412" cy="158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5" name="Line 21">
              <a:extLst>
                <a:ext uri="{FF2B5EF4-FFF2-40B4-BE49-F238E27FC236}">
                  <a16:creationId xmlns:a16="http://schemas.microsoft.com/office/drawing/2014/main" id="{A3F939D5-179D-F9F8-3541-703DC1127C6B}"/>
                </a:ext>
              </a:extLst>
            </p:cNvPr>
            <p:cNvSpPr>
              <a:spLocks noChangeShapeType="1"/>
            </p:cNvSpPr>
            <p:nvPr/>
          </p:nvSpPr>
          <p:spPr bwMode="auto">
            <a:xfrm flipH="1">
              <a:off x="1570038" y="5042123"/>
              <a:ext cx="2746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6" name="Line 22">
              <a:extLst>
                <a:ext uri="{FF2B5EF4-FFF2-40B4-BE49-F238E27FC236}">
                  <a16:creationId xmlns:a16="http://schemas.microsoft.com/office/drawing/2014/main" id="{C23B16EE-6675-81AC-7AB2-1CBAD2CB380E}"/>
                </a:ext>
              </a:extLst>
            </p:cNvPr>
            <p:cNvSpPr>
              <a:spLocks noChangeShapeType="1"/>
            </p:cNvSpPr>
            <p:nvPr/>
          </p:nvSpPr>
          <p:spPr bwMode="auto">
            <a:xfrm flipV="1">
              <a:off x="1571625" y="4259486"/>
              <a:ext cx="0" cy="782637"/>
            </a:xfrm>
            <a:prstGeom prst="line">
              <a:avLst/>
            </a:prstGeom>
            <a:noFill/>
            <a:ln w="2857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3327" name="Line 23">
              <a:extLst>
                <a:ext uri="{FF2B5EF4-FFF2-40B4-BE49-F238E27FC236}">
                  <a16:creationId xmlns:a16="http://schemas.microsoft.com/office/drawing/2014/main" id="{094FB1F5-041D-C25C-043E-97E6D1F1ED19}"/>
                </a:ext>
              </a:extLst>
            </p:cNvPr>
            <p:cNvSpPr>
              <a:spLocks noChangeShapeType="1"/>
            </p:cNvSpPr>
            <p:nvPr/>
          </p:nvSpPr>
          <p:spPr bwMode="auto">
            <a:xfrm flipV="1">
              <a:off x="1246188" y="3678461"/>
              <a:ext cx="374808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8" name="Line 24">
              <a:extLst>
                <a:ext uri="{FF2B5EF4-FFF2-40B4-BE49-F238E27FC236}">
                  <a16:creationId xmlns:a16="http://schemas.microsoft.com/office/drawing/2014/main" id="{C5CFE3D9-3EF0-8BD1-3010-676ADE9C7EAC}"/>
                </a:ext>
              </a:extLst>
            </p:cNvPr>
            <p:cNvSpPr>
              <a:spLocks noChangeShapeType="1"/>
            </p:cNvSpPr>
            <p:nvPr/>
          </p:nvSpPr>
          <p:spPr bwMode="auto">
            <a:xfrm flipH="1">
              <a:off x="2446338" y="3681636"/>
              <a:ext cx="0" cy="1227137"/>
            </a:xfrm>
            <a:prstGeom prst="line">
              <a:avLst/>
            </a:prstGeom>
            <a:noFill/>
            <a:ln w="28575">
              <a:solidFill>
                <a:srgbClr val="000000"/>
              </a:solidFill>
              <a:round/>
              <a:headEnd type="oval" w="med"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13329" name="Line 25">
              <a:extLst>
                <a:ext uri="{FF2B5EF4-FFF2-40B4-BE49-F238E27FC236}">
                  <a16:creationId xmlns:a16="http://schemas.microsoft.com/office/drawing/2014/main" id="{EBCA21E1-224A-6D9E-9E63-AC3FEA911AB6}"/>
                </a:ext>
              </a:extLst>
            </p:cNvPr>
            <p:cNvSpPr>
              <a:spLocks noChangeShapeType="1"/>
            </p:cNvSpPr>
            <p:nvPr/>
          </p:nvSpPr>
          <p:spPr bwMode="auto">
            <a:xfrm>
              <a:off x="2446338" y="4899248"/>
              <a:ext cx="355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0" name="Line 26">
              <a:extLst>
                <a:ext uri="{FF2B5EF4-FFF2-40B4-BE49-F238E27FC236}">
                  <a16:creationId xmlns:a16="http://schemas.microsoft.com/office/drawing/2014/main" id="{8980F74D-6081-579C-8FBD-8B6DB9261851}"/>
                </a:ext>
              </a:extLst>
            </p:cNvPr>
            <p:cNvSpPr>
              <a:spLocks noChangeShapeType="1"/>
            </p:cNvSpPr>
            <p:nvPr/>
          </p:nvSpPr>
          <p:spPr bwMode="auto">
            <a:xfrm flipH="1">
              <a:off x="2446338" y="4067398"/>
              <a:ext cx="336550" cy="0"/>
            </a:xfrm>
            <a:prstGeom prst="line">
              <a:avLst/>
            </a:prstGeom>
            <a:noFill/>
            <a:ln w="28575">
              <a:solidFill>
                <a:srgbClr val="000000"/>
              </a:solidFill>
              <a:round/>
              <a:headEnd type="none" w="sm" len="sm"/>
              <a:tailEnd type="oval" w="med" len="med"/>
            </a:ln>
            <a:extLst>
              <a:ext uri="{909E8E84-426E-40DD-AFC4-6F175D3DCCD1}">
                <a14:hiddenFill xmlns:a14="http://schemas.microsoft.com/office/drawing/2010/main">
                  <a:noFill/>
                </a14:hiddenFill>
              </a:ext>
            </a:extLst>
          </p:spPr>
          <p:txBody>
            <a:bodyPr/>
            <a:lstStyle/>
            <a:p>
              <a:endParaRPr lang="en-US"/>
            </a:p>
          </p:txBody>
        </p:sp>
        <p:sp>
          <p:nvSpPr>
            <p:cNvPr id="13331" name="Line 27">
              <a:extLst>
                <a:ext uri="{FF2B5EF4-FFF2-40B4-BE49-F238E27FC236}">
                  <a16:creationId xmlns:a16="http://schemas.microsoft.com/office/drawing/2014/main" id="{4791DA49-2277-DF5A-6CFC-8902BD25CE24}"/>
                </a:ext>
              </a:extLst>
            </p:cNvPr>
            <p:cNvSpPr>
              <a:spLocks noChangeShapeType="1"/>
            </p:cNvSpPr>
            <p:nvPr/>
          </p:nvSpPr>
          <p:spPr bwMode="auto">
            <a:xfrm>
              <a:off x="1190625" y="5440586"/>
              <a:ext cx="1371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2" name="Line 29">
              <a:extLst>
                <a:ext uri="{FF2B5EF4-FFF2-40B4-BE49-F238E27FC236}">
                  <a16:creationId xmlns:a16="http://schemas.microsoft.com/office/drawing/2014/main" id="{ABD4BB7E-5D63-CBCF-DFA9-28A29E137C90}"/>
                </a:ext>
              </a:extLst>
            </p:cNvPr>
            <p:cNvSpPr>
              <a:spLocks noChangeShapeType="1"/>
            </p:cNvSpPr>
            <p:nvPr/>
          </p:nvSpPr>
          <p:spPr bwMode="auto">
            <a:xfrm flipV="1">
              <a:off x="2565400" y="4419823"/>
              <a:ext cx="0" cy="1017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3" name="Line 30">
              <a:extLst>
                <a:ext uri="{FF2B5EF4-FFF2-40B4-BE49-F238E27FC236}">
                  <a16:creationId xmlns:a16="http://schemas.microsoft.com/office/drawing/2014/main" id="{791BDA7A-F766-45F0-3B92-07A5622183AE}"/>
                </a:ext>
              </a:extLst>
            </p:cNvPr>
            <p:cNvSpPr>
              <a:spLocks noChangeShapeType="1"/>
            </p:cNvSpPr>
            <p:nvPr/>
          </p:nvSpPr>
          <p:spPr bwMode="auto">
            <a:xfrm flipH="1">
              <a:off x="2578100" y="5227861"/>
              <a:ext cx="217488" cy="0"/>
            </a:xfrm>
            <a:prstGeom prst="line">
              <a:avLst/>
            </a:prstGeom>
            <a:noFill/>
            <a:ln w="2857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3334" name="Line 31">
              <a:extLst>
                <a:ext uri="{FF2B5EF4-FFF2-40B4-BE49-F238E27FC236}">
                  <a16:creationId xmlns:a16="http://schemas.microsoft.com/office/drawing/2014/main" id="{9BC36FF5-79F7-9C4F-D067-E10FCDAA8354}"/>
                </a:ext>
              </a:extLst>
            </p:cNvPr>
            <p:cNvSpPr>
              <a:spLocks noChangeShapeType="1"/>
            </p:cNvSpPr>
            <p:nvPr/>
          </p:nvSpPr>
          <p:spPr bwMode="auto">
            <a:xfrm flipH="1">
              <a:off x="2565400" y="4419823"/>
              <a:ext cx="120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5" name="Line 32">
              <a:extLst>
                <a:ext uri="{FF2B5EF4-FFF2-40B4-BE49-F238E27FC236}">
                  <a16:creationId xmlns:a16="http://schemas.microsoft.com/office/drawing/2014/main" id="{03E226C8-485A-9197-3042-6B93FC9D8B9F}"/>
                </a:ext>
              </a:extLst>
            </p:cNvPr>
            <p:cNvSpPr>
              <a:spLocks noChangeShapeType="1"/>
            </p:cNvSpPr>
            <p:nvPr/>
          </p:nvSpPr>
          <p:spPr bwMode="auto">
            <a:xfrm>
              <a:off x="5149850" y="4251548"/>
              <a:ext cx="2428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82" name="Text Box 33">
              <a:extLst>
                <a:ext uri="{FF2B5EF4-FFF2-40B4-BE49-F238E27FC236}">
                  <a16:creationId xmlns:a16="http://schemas.microsoft.com/office/drawing/2014/main" id="{E5812402-30AE-4E9E-98DD-49F53A94279A}"/>
                </a:ext>
              </a:extLst>
            </p:cNvPr>
            <p:cNvSpPr txBox="1">
              <a:spLocks noChangeArrowheads="1"/>
            </p:cNvSpPr>
            <p:nvPr/>
          </p:nvSpPr>
          <p:spPr bwMode="auto">
            <a:xfrm>
              <a:off x="5317738" y="3784823"/>
              <a:ext cx="611139" cy="809625"/>
            </a:xfrm>
            <a:prstGeom prst="rect">
              <a:avLst/>
            </a:prstGeom>
            <a:noFill/>
            <a:ln w="31750">
              <a:noFill/>
              <a:miter lim="800000"/>
              <a:headEnd/>
              <a:tailEnd/>
            </a:ln>
          </p:spPr>
          <p:txBody>
            <a:bodyPr/>
            <a:lstStyle/>
            <a:p>
              <a:pPr>
                <a:defRPr/>
              </a:pPr>
              <a:endParaRPr lang="en-US" sz="1600" b="1" dirty="0">
                <a:latin typeface="Times New Roman" pitchFamily="18" charset="0"/>
              </a:endParaRPr>
            </a:p>
            <a:p>
              <a:pPr>
                <a:defRPr/>
              </a:pPr>
              <a:r>
                <a:rPr lang="ru-RU" dirty="0">
                  <a:latin typeface="+mj-lt"/>
                </a:rPr>
                <a:t>Out</a:t>
              </a:r>
            </a:p>
          </p:txBody>
        </p:sp>
        <p:sp>
          <p:nvSpPr>
            <p:cNvPr id="13337" name="Line 35">
              <a:extLst>
                <a:ext uri="{FF2B5EF4-FFF2-40B4-BE49-F238E27FC236}">
                  <a16:creationId xmlns:a16="http://schemas.microsoft.com/office/drawing/2014/main" id="{F36B7C93-067E-C93D-1294-96BE3EF07276}"/>
                </a:ext>
              </a:extLst>
            </p:cNvPr>
            <p:cNvSpPr>
              <a:spLocks noChangeShapeType="1"/>
            </p:cNvSpPr>
            <p:nvPr/>
          </p:nvSpPr>
          <p:spPr bwMode="auto">
            <a:xfrm>
              <a:off x="4995863" y="3680048"/>
              <a:ext cx="0" cy="4286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8" name="AutoShape 36">
              <a:extLst>
                <a:ext uri="{FF2B5EF4-FFF2-40B4-BE49-F238E27FC236}">
                  <a16:creationId xmlns:a16="http://schemas.microsoft.com/office/drawing/2014/main" id="{8EDF55D4-EF0E-DE74-42FA-2824D9CA4D43}"/>
                </a:ext>
              </a:extLst>
            </p:cNvPr>
            <p:cNvSpPr>
              <a:spLocks noChangeArrowheads="1"/>
            </p:cNvSpPr>
            <p:nvPr/>
          </p:nvSpPr>
          <p:spPr bwMode="auto">
            <a:xfrm rot="5400000">
              <a:off x="4723607" y="4076129"/>
              <a:ext cx="547688" cy="339725"/>
            </a:xfrm>
            <a:prstGeom prst="triangle">
              <a:avLst>
                <a:gd name="adj" fmla="val 50000"/>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grpSp>
          <p:nvGrpSpPr>
            <p:cNvPr id="13339" name="Group 49">
              <a:extLst>
                <a:ext uri="{FF2B5EF4-FFF2-40B4-BE49-F238E27FC236}">
                  <a16:creationId xmlns:a16="http://schemas.microsoft.com/office/drawing/2014/main" id="{5E6A93FD-20BD-D416-272B-BC6BB3EDB93D}"/>
                </a:ext>
              </a:extLst>
            </p:cNvPr>
            <p:cNvGrpSpPr>
              <a:grpSpLocks/>
            </p:cNvGrpSpPr>
            <p:nvPr/>
          </p:nvGrpSpPr>
          <p:grpSpPr bwMode="auto">
            <a:xfrm>
              <a:off x="2686050" y="3968973"/>
              <a:ext cx="557213" cy="546100"/>
              <a:chOff x="2686007" y="3594833"/>
              <a:chExt cx="556516" cy="545198"/>
            </a:xfrm>
          </p:grpSpPr>
          <p:sp>
            <p:nvSpPr>
              <p:cNvPr id="13343" name="Line 28">
                <a:extLst>
                  <a:ext uri="{FF2B5EF4-FFF2-40B4-BE49-F238E27FC236}">
                    <a16:creationId xmlns:a16="http://schemas.microsoft.com/office/drawing/2014/main" id="{B302C2C7-2F91-C002-DB9E-56A2A0AA3DD0}"/>
                  </a:ext>
                </a:extLst>
              </p:cNvPr>
              <p:cNvSpPr>
                <a:spLocks noChangeShapeType="1"/>
              </p:cNvSpPr>
              <p:nvPr/>
            </p:nvSpPr>
            <p:spPr bwMode="auto">
              <a:xfrm flipH="1">
                <a:off x="2686007" y="4044632"/>
                <a:ext cx="9723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 name="Group 46">
                <a:extLst>
                  <a:ext uri="{FF2B5EF4-FFF2-40B4-BE49-F238E27FC236}">
                    <a16:creationId xmlns:a16="http://schemas.microsoft.com/office/drawing/2014/main" id="{789B2318-2B33-41CA-9C85-6892E907260A}"/>
                  </a:ext>
                </a:extLst>
              </p:cNvPr>
              <p:cNvGrpSpPr>
                <a:grpSpLocks/>
              </p:cNvGrpSpPr>
              <p:nvPr/>
            </p:nvGrpSpPr>
            <p:grpSpPr bwMode="auto">
              <a:xfrm>
                <a:off x="2785323" y="3594833"/>
                <a:ext cx="457200" cy="545198"/>
                <a:chOff x="2608" y="1706"/>
                <a:chExt cx="354" cy="320"/>
              </a:xfrm>
              <a:noFill/>
            </p:grpSpPr>
            <p:sp>
              <p:nvSpPr>
                <p:cNvPr id="6193" name="Line 47">
                  <a:extLst>
                    <a:ext uri="{FF2B5EF4-FFF2-40B4-BE49-F238E27FC236}">
                      <a16:creationId xmlns:a16="http://schemas.microsoft.com/office/drawing/2014/main" id="{00809A5A-416E-42C3-9578-55E5E75F7FD9}"/>
                    </a:ext>
                  </a:extLst>
                </p:cNvPr>
                <p:cNvSpPr>
                  <a:spLocks noChangeShapeType="1"/>
                </p:cNvSpPr>
                <p:nvPr/>
              </p:nvSpPr>
              <p:spPr bwMode="auto">
                <a:xfrm>
                  <a:off x="2608" y="1706"/>
                  <a:ext cx="0" cy="318"/>
                </a:xfrm>
                <a:prstGeom prst="line">
                  <a:avLst/>
                </a:prstGeom>
                <a:grpFill/>
                <a:ln w="28575">
                  <a:solidFill>
                    <a:schemeClr val="tx1"/>
                  </a:solidFill>
                  <a:round/>
                  <a:headEnd/>
                  <a:tailEnd/>
                </a:ln>
              </p:spPr>
              <p:txBody>
                <a:bodyPr/>
                <a:lstStyle/>
                <a:p>
                  <a:pPr eaLnBrk="1" hangingPunct="1">
                    <a:defRPr/>
                  </a:pPr>
                  <a:endParaRPr lang="en-US" sz="1400"/>
                </a:p>
              </p:txBody>
            </p:sp>
            <p:sp>
              <p:nvSpPr>
                <p:cNvPr id="6194" name="Line 48">
                  <a:extLst>
                    <a:ext uri="{FF2B5EF4-FFF2-40B4-BE49-F238E27FC236}">
                      <a16:creationId xmlns:a16="http://schemas.microsoft.com/office/drawing/2014/main" id="{F49E805D-69EA-4713-889A-A129346548F9}"/>
                    </a:ext>
                  </a:extLst>
                </p:cNvPr>
                <p:cNvSpPr>
                  <a:spLocks noChangeShapeType="1"/>
                </p:cNvSpPr>
                <p:nvPr/>
              </p:nvSpPr>
              <p:spPr bwMode="auto">
                <a:xfrm>
                  <a:off x="2608" y="1706"/>
                  <a:ext cx="181" cy="0"/>
                </a:xfrm>
                <a:prstGeom prst="line">
                  <a:avLst/>
                </a:prstGeom>
                <a:grpFill/>
                <a:ln w="28575">
                  <a:solidFill>
                    <a:schemeClr val="tx1"/>
                  </a:solidFill>
                  <a:round/>
                  <a:headEnd/>
                  <a:tailEnd/>
                </a:ln>
              </p:spPr>
              <p:txBody>
                <a:bodyPr/>
                <a:lstStyle/>
                <a:p>
                  <a:pPr eaLnBrk="1" hangingPunct="1">
                    <a:defRPr/>
                  </a:pPr>
                  <a:endParaRPr lang="en-US" sz="1400"/>
                </a:p>
              </p:txBody>
            </p:sp>
            <p:sp>
              <p:nvSpPr>
                <p:cNvPr id="6195" name="Line 49">
                  <a:extLst>
                    <a:ext uri="{FF2B5EF4-FFF2-40B4-BE49-F238E27FC236}">
                      <a16:creationId xmlns:a16="http://schemas.microsoft.com/office/drawing/2014/main" id="{7FF7905F-3411-42A6-B4A6-EE2316E08219}"/>
                    </a:ext>
                  </a:extLst>
                </p:cNvPr>
                <p:cNvSpPr>
                  <a:spLocks noChangeShapeType="1"/>
                </p:cNvSpPr>
                <p:nvPr/>
              </p:nvSpPr>
              <p:spPr bwMode="auto">
                <a:xfrm>
                  <a:off x="2608" y="2026"/>
                  <a:ext cx="181" cy="0"/>
                </a:xfrm>
                <a:prstGeom prst="line">
                  <a:avLst/>
                </a:prstGeom>
                <a:grpFill/>
                <a:ln w="28575">
                  <a:solidFill>
                    <a:schemeClr val="tx1"/>
                  </a:solidFill>
                  <a:round/>
                  <a:headEnd/>
                  <a:tailEnd/>
                </a:ln>
              </p:spPr>
              <p:txBody>
                <a:bodyPr/>
                <a:lstStyle/>
                <a:p>
                  <a:pPr eaLnBrk="1" hangingPunct="1">
                    <a:defRPr/>
                  </a:pPr>
                  <a:endParaRPr lang="en-US" sz="1400"/>
                </a:p>
              </p:txBody>
            </p:sp>
            <p:sp>
              <p:nvSpPr>
                <p:cNvPr id="6196" name="Arc 50">
                  <a:extLst>
                    <a:ext uri="{FF2B5EF4-FFF2-40B4-BE49-F238E27FC236}">
                      <a16:creationId xmlns:a16="http://schemas.microsoft.com/office/drawing/2014/main" id="{EA106144-B1DE-4C53-A43D-49B215F79CF9}"/>
                    </a:ext>
                  </a:extLst>
                </p:cNvPr>
                <p:cNvSpPr>
                  <a:spLocks/>
                </p:cNvSpPr>
                <p:nvPr/>
              </p:nvSpPr>
              <p:spPr bwMode="auto">
                <a:xfrm>
                  <a:off x="2776" y="1706"/>
                  <a:ext cx="186" cy="317"/>
                </a:xfrm>
                <a:custGeom>
                  <a:avLst/>
                  <a:gdLst>
                    <a:gd name="T0" fmla="*/ 8 w 22632"/>
                    <a:gd name="T1" fmla="*/ 0 h 43200"/>
                    <a:gd name="T2" fmla="*/ 0 w 22632"/>
                    <a:gd name="T3" fmla="*/ 322 h 43200"/>
                    <a:gd name="T4" fmla="*/ 8 w 22632"/>
                    <a:gd name="T5" fmla="*/ 161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close/>
                    </a:path>
                  </a:pathLst>
                </a:custGeom>
                <a:grpFill/>
                <a:ln w="28575">
                  <a:solidFill>
                    <a:schemeClr val="tx1"/>
                  </a:solidFill>
                  <a:round/>
                  <a:headEnd/>
                  <a:tailEnd/>
                </a:ln>
              </p:spPr>
              <p:txBody>
                <a:bodyPr wrap="none" anchor="ctr"/>
                <a:lstStyle/>
                <a:p>
                  <a:pPr eaLnBrk="1" hangingPunct="1">
                    <a:defRPr/>
                  </a:pPr>
                  <a:endParaRPr lang="en-US" sz="1600"/>
                </a:p>
              </p:txBody>
            </p:sp>
          </p:grpSp>
        </p:grpSp>
        <p:sp>
          <p:nvSpPr>
            <p:cNvPr id="13340" name="AutoShape 62">
              <a:extLst>
                <a:ext uri="{FF2B5EF4-FFF2-40B4-BE49-F238E27FC236}">
                  <a16:creationId xmlns:a16="http://schemas.microsoft.com/office/drawing/2014/main" id="{2771C52D-024E-4C08-7E2D-FF87E1047580}"/>
                </a:ext>
              </a:extLst>
            </p:cNvPr>
            <p:cNvSpPr>
              <a:spLocks noChangeArrowheads="1"/>
            </p:cNvSpPr>
            <p:nvPr/>
          </p:nvSpPr>
          <p:spPr bwMode="auto">
            <a:xfrm rot="5400000">
              <a:off x="1720056" y="4873055"/>
              <a:ext cx="547687" cy="336550"/>
            </a:xfrm>
            <a:prstGeom prst="triangle">
              <a:avLst>
                <a:gd name="adj" fmla="val 50000"/>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grpSp>
          <p:nvGrpSpPr>
            <p:cNvPr id="4" name="Group 68">
              <a:extLst>
                <a:ext uri="{FF2B5EF4-FFF2-40B4-BE49-F238E27FC236}">
                  <a16:creationId xmlns:a16="http://schemas.microsoft.com/office/drawing/2014/main" id="{40EBD7C9-0BBA-4CC0-A31A-7A9885708B11}"/>
                </a:ext>
              </a:extLst>
            </p:cNvPr>
            <p:cNvGrpSpPr>
              <a:grpSpLocks/>
            </p:cNvGrpSpPr>
            <p:nvPr/>
          </p:nvGrpSpPr>
          <p:grpSpPr bwMode="auto">
            <a:xfrm>
              <a:off x="5882707" y="3946462"/>
              <a:ext cx="2047848" cy="1363566"/>
              <a:chOff x="1837" y="3203"/>
              <a:chExt cx="1267" cy="859"/>
            </a:xfrm>
            <a:noFill/>
          </p:grpSpPr>
          <p:sp>
            <p:nvSpPr>
              <p:cNvPr id="6151" name="Text Box 39">
                <a:extLst>
                  <a:ext uri="{FF2B5EF4-FFF2-40B4-BE49-F238E27FC236}">
                    <a16:creationId xmlns:a16="http://schemas.microsoft.com/office/drawing/2014/main" id="{1C481721-18A5-468E-8FED-804BE0292989}"/>
                  </a:ext>
                </a:extLst>
              </p:cNvPr>
              <p:cNvSpPr txBox="1">
                <a:spLocks noChangeArrowheads="1"/>
              </p:cNvSpPr>
              <p:nvPr/>
            </p:nvSpPr>
            <p:spPr bwMode="auto">
              <a:xfrm>
                <a:off x="2160" y="3203"/>
                <a:ext cx="651" cy="859"/>
              </a:xfrm>
              <a:prstGeom prst="rect">
                <a:avLst/>
              </a:prstGeom>
              <a:grpFill/>
              <a:ln w="28575">
                <a:solidFill>
                  <a:srgbClr val="000000"/>
                </a:solidFill>
                <a:miter lim="800000"/>
                <a:headEnd/>
                <a:tailEnd/>
              </a:ln>
            </p:spPr>
            <p:txBody>
              <a:bodyPr/>
              <a:lstStyle/>
              <a:p>
                <a:pPr>
                  <a:defRPr/>
                </a:pPr>
                <a:endParaRPr lang="en-US" sz="2000">
                  <a:latin typeface="+mj-lt"/>
                </a:endParaRPr>
              </a:p>
              <a:p>
                <a:pPr>
                  <a:defRPr/>
                </a:pPr>
                <a:endParaRPr lang="en-US" sz="2000">
                  <a:latin typeface="+mj-lt"/>
                </a:endParaRPr>
              </a:p>
              <a:p>
                <a:pPr>
                  <a:defRPr/>
                </a:pPr>
                <a:endParaRPr lang="en-US" sz="2000">
                  <a:latin typeface="+mj-lt"/>
                </a:endParaRPr>
              </a:p>
              <a:p>
                <a:pPr>
                  <a:defRPr/>
                </a:pPr>
                <a:endParaRPr lang="en-US" sz="1100">
                  <a:latin typeface="+mj-lt"/>
                </a:endParaRPr>
              </a:p>
            </p:txBody>
          </p:sp>
          <p:sp>
            <p:nvSpPr>
              <p:cNvPr id="6152" name="Line 40">
                <a:extLst>
                  <a:ext uri="{FF2B5EF4-FFF2-40B4-BE49-F238E27FC236}">
                    <a16:creationId xmlns:a16="http://schemas.microsoft.com/office/drawing/2014/main" id="{06E03E53-C870-4B4D-B3D5-20B795F02EEB}"/>
                  </a:ext>
                </a:extLst>
              </p:cNvPr>
              <p:cNvSpPr>
                <a:spLocks noChangeShapeType="1"/>
              </p:cNvSpPr>
              <p:nvPr/>
            </p:nvSpPr>
            <p:spPr bwMode="auto">
              <a:xfrm flipH="1">
                <a:off x="1837" y="3448"/>
                <a:ext cx="325" cy="0"/>
              </a:xfrm>
              <a:prstGeom prst="line">
                <a:avLst/>
              </a:prstGeom>
              <a:grpFill/>
              <a:ln w="28575">
                <a:solidFill>
                  <a:srgbClr val="000000"/>
                </a:solidFill>
                <a:round/>
                <a:headEnd/>
                <a:tailEnd/>
              </a:ln>
            </p:spPr>
            <p:txBody>
              <a:bodyPr/>
              <a:lstStyle/>
              <a:p>
                <a:pPr eaLnBrk="1" hangingPunct="1">
                  <a:defRPr/>
                </a:pPr>
                <a:endParaRPr lang="en-US" sz="1600"/>
              </a:p>
            </p:txBody>
          </p:sp>
          <p:sp>
            <p:nvSpPr>
              <p:cNvPr id="6153" name="Line 41">
                <a:extLst>
                  <a:ext uri="{FF2B5EF4-FFF2-40B4-BE49-F238E27FC236}">
                    <a16:creationId xmlns:a16="http://schemas.microsoft.com/office/drawing/2014/main" id="{5002BEBA-E8BD-4778-9E8F-C50D0BC352D3}"/>
                  </a:ext>
                </a:extLst>
              </p:cNvPr>
              <p:cNvSpPr>
                <a:spLocks noChangeShapeType="1"/>
              </p:cNvSpPr>
              <p:nvPr/>
            </p:nvSpPr>
            <p:spPr bwMode="auto">
              <a:xfrm flipH="1">
                <a:off x="1839" y="3660"/>
                <a:ext cx="325" cy="1"/>
              </a:xfrm>
              <a:prstGeom prst="line">
                <a:avLst/>
              </a:prstGeom>
              <a:grpFill/>
              <a:ln w="28575">
                <a:solidFill>
                  <a:srgbClr val="000000"/>
                </a:solidFill>
                <a:round/>
                <a:headEnd/>
                <a:tailEnd/>
              </a:ln>
            </p:spPr>
            <p:txBody>
              <a:bodyPr/>
              <a:lstStyle/>
              <a:p>
                <a:pPr eaLnBrk="1" hangingPunct="1">
                  <a:defRPr/>
                </a:pPr>
                <a:endParaRPr lang="en-US" sz="1600"/>
              </a:p>
            </p:txBody>
          </p:sp>
          <p:sp>
            <p:nvSpPr>
              <p:cNvPr id="6154" name="Line 42">
                <a:extLst>
                  <a:ext uri="{FF2B5EF4-FFF2-40B4-BE49-F238E27FC236}">
                    <a16:creationId xmlns:a16="http://schemas.microsoft.com/office/drawing/2014/main" id="{DF352403-426C-45A1-ACAD-570CC2428E35}"/>
                  </a:ext>
                </a:extLst>
              </p:cNvPr>
              <p:cNvSpPr>
                <a:spLocks noChangeShapeType="1"/>
              </p:cNvSpPr>
              <p:nvPr/>
            </p:nvSpPr>
            <p:spPr bwMode="auto">
              <a:xfrm flipH="1">
                <a:off x="1839" y="3863"/>
                <a:ext cx="325" cy="1"/>
              </a:xfrm>
              <a:prstGeom prst="line">
                <a:avLst/>
              </a:prstGeom>
              <a:grpFill/>
              <a:ln w="28575">
                <a:solidFill>
                  <a:srgbClr val="000000"/>
                </a:solidFill>
                <a:round/>
                <a:headEnd/>
                <a:tailEnd/>
              </a:ln>
            </p:spPr>
            <p:txBody>
              <a:bodyPr/>
              <a:lstStyle/>
              <a:p>
                <a:pPr eaLnBrk="1" hangingPunct="1">
                  <a:defRPr/>
                </a:pPr>
                <a:endParaRPr lang="en-US" sz="1600"/>
              </a:p>
            </p:txBody>
          </p:sp>
          <p:sp>
            <p:nvSpPr>
              <p:cNvPr id="6155" name="Line 43">
                <a:extLst>
                  <a:ext uri="{FF2B5EF4-FFF2-40B4-BE49-F238E27FC236}">
                    <a16:creationId xmlns:a16="http://schemas.microsoft.com/office/drawing/2014/main" id="{CD73E0C7-060A-43ED-8812-3656ADDBF7C5}"/>
                  </a:ext>
                </a:extLst>
              </p:cNvPr>
              <p:cNvSpPr>
                <a:spLocks noChangeShapeType="1"/>
              </p:cNvSpPr>
              <p:nvPr/>
            </p:nvSpPr>
            <p:spPr bwMode="auto">
              <a:xfrm>
                <a:off x="2812" y="3646"/>
                <a:ext cx="292" cy="1"/>
              </a:xfrm>
              <a:prstGeom prst="line">
                <a:avLst/>
              </a:prstGeom>
              <a:grpFill/>
              <a:ln w="28575">
                <a:solidFill>
                  <a:srgbClr val="000000"/>
                </a:solidFill>
                <a:round/>
                <a:headEnd/>
                <a:tailEnd/>
              </a:ln>
            </p:spPr>
            <p:txBody>
              <a:bodyPr/>
              <a:lstStyle/>
              <a:p>
                <a:pPr eaLnBrk="1" hangingPunct="1">
                  <a:defRPr/>
                </a:pPr>
                <a:endParaRPr lang="en-US" sz="1600"/>
              </a:p>
            </p:txBody>
          </p:sp>
          <p:sp>
            <p:nvSpPr>
              <p:cNvPr id="6156" name="Text Box 64">
                <a:extLst>
                  <a:ext uri="{FF2B5EF4-FFF2-40B4-BE49-F238E27FC236}">
                    <a16:creationId xmlns:a16="http://schemas.microsoft.com/office/drawing/2014/main" id="{998D4DBE-FCEC-4E61-BF87-D3EA9D4626D7}"/>
                  </a:ext>
                </a:extLst>
              </p:cNvPr>
              <p:cNvSpPr txBox="1">
                <a:spLocks noChangeArrowheads="1"/>
              </p:cNvSpPr>
              <p:nvPr/>
            </p:nvSpPr>
            <p:spPr bwMode="auto">
              <a:xfrm>
                <a:off x="2200" y="3298"/>
                <a:ext cx="317" cy="250"/>
              </a:xfrm>
              <a:prstGeom prst="rect">
                <a:avLst/>
              </a:prstGeom>
              <a:grpFill/>
              <a:ln w="28575">
                <a:noFill/>
                <a:miter lim="800000"/>
                <a:headEnd/>
                <a:tailEnd/>
              </a:ln>
            </p:spPr>
            <p:txBody>
              <a:bodyPr>
                <a:spAutoFit/>
              </a:bodyPr>
              <a:lstStyle/>
              <a:p>
                <a:pPr eaLnBrk="1" hangingPunct="1">
                  <a:spcBef>
                    <a:spcPct val="50000"/>
                  </a:spcBef>
                  <a:defRPr/>
                </a:pPr>
                <a:r>
                  <a:rPr lang="en-US" sz="2000" dirty="0"/>
                  <a:t>S</a:t>
                </a:r>
                <a:endParaRPr lang="ru-RU" sz="2000" dirty="0"/>
              </a:p>
            </p:txBody>
          </p:sp>
          <p:sp>
            <p:nvSpPr>
              <p:cNvPr id="6157" name="Text Box 65">
                <a:extLst>
                  <a:ext uri="{FF2B5EF4-FFF2-40B4-BE49-F238E27FC236}">
                    <a16:creationId xmlns:a16="http://schemas.microsoft.com/office/drawing/2014/main" id="{83E0BF71-AB0C-4F87-80CA-8BB6C4AB9B5F}"/>
                  </a:ext>
                </a:extLst>
              </p:cNvPr>
              <p:cNvSpPr txBox="1">
                <a:spLocks noChangeArrowheads="1"/>
              </p:cNvSpPr>
              <p:nvPr/>
            </p:nvSpPr>
            <p:spPr bwMode="auto">
              <a:xfrm>
                <a:off x="2206" y="3534"/>
                <a:ext cx="284" cy="250"/>
              </a:xfrm>
              <a:prstGeom prst="rect">
                <a:avLst/>
              </a:prstGeom>
              <a:grpFill/>
              <a:ln w="28575">
                <a:noFill/>
                <a:miter lim="800000"/>
                <a:headEnd/>
                <a:tailEnd/>
              </a:ln>
            </p:spPr>
            <p:txBody>
              <a:bodyPr>
                <a:spAutoFit/>
              </a:bodyPr>
              <a:lstStyle/>
              <a:p>
                <a:pPr eaLnBrk="1" hangingPunct="1">
                  <a:spcBef>
                    <a:spcPct val="50000"/>
                  </a:spcBef>
                  <a:defRPr/>
                </a:pPr>
                <a:r>
                  <a:rPr lang="en-US" sz="2000" dirty="0"/>
                  <a:t>I</a:t>
                </a:r>
                <a:endParaRPr lang="ru-RU" sz="2000" dirty="0"/>
              </a:p>
            </p:txBody>
          </p:sp>
          <p:sp>
            <p:nvSpPr>
              <p:cNvPr id="6158" name="Text Box 66">
                <a:extLst>
                  <a:ext uri="{FF2B5EF4-FFF2-40B4-BE49-F238E27FC236}">
                    <a16:creationId xmlns:a16="http://schemas.microsoft.com/office/drawing/2014/main" id="{FAA35403-386A-447E-8998-59C85573C58D}"/>
                  </a:ext>
                </a:extLst>
              </p:cNvPr>
              <p:cNvSpPr txBox="1">
                <a:spLocks noChangeArrowheads="1"/>
              </p:cNvSpPr>
              <p:nvPr/>
            </p:nvSpPr>
            <p:spPr bwMode="auto">
              <a:xfrm>
                <a:off x="2187" y="3723"/>
                <a:ext cx="284" cy="250"/>
              </a:xfrm>
              <a:prstGeom prst="rect">
                <a:avLst/>
              </a:prstGeom>
              <a:grpFill/>
              <a:ln w="28575">
                <a:noFill/>
                <a:miter lim="800000"/>
                <a:headEnd/>
                <a:tailEnd/>
              </a:ln>
            </p:spPr>
            <p:txBody>
              <a:bodyPr>
                <a:spAutoFit/>
              </a:bodyPr>
              <a:lstStyle/>
              <a:p>
                <a:pPr eaLnBrk="1" hangingPunct="1">
                  <a:spcBef>
                    <a:spcPct val="50000"/>
                  </a:spcBef>
                  <a:defRPr/>
                </a:pPr>
                <a:r>
                  <a:rPr lang="en-US" sz="2000" dirty="0"/>
                  <a:t>W</a:t>
                </a:r>
                <a:endParaRPr lang="ru-RU" sz="2000" dirty="0"/>
              </a:p>
            </p:txBody>
          </p:sp>
          <p:sp>
            <p:nvSpPr>
              <p:cNvPr id="6159" name="Text Box 67">
                <a:extLst>
                  <a:ext uri="{FF2B5EF4-FFF2-40B4-BE49-F238E27FC236}">
                    <a16:creationId xmlns:a16="http://schemas.microsoft.com/office/drawing/2014/main" id="{F149EB29-0C8A-4082-8103-CE15009F06B9}"/>
                  </a:ext>
                </a:extLst>
              </p:cNvPr>
              <p:cNvSpPr txBox="1">
                <a:spLocks noChangeArrowheads="1"/>
              </p:cNvSpPr>
              <p:nvPr/>
            </p:nvSpPr>
            <p:spPr bwMode="auto">
              <a:xfrm>
                <a:off x="2518" y="3544"/>
                <a:ext cx="284" cy="250"/>
              </a:xfrm>
              <a:prstGeom prst="rect">
                <a:avLst/>
              </a:prstGeom>
              <a:grpFill/>
              <a:ln w="28575">
                <a:noFill/>
                <a:miter lim="800000"/>
                <a:headEnd/>
                <a:tailEnd/>
              </a:ln>
            </p:spPr>
            <p:txBody>
              <a:bodyPr>
                <a:spAutoFit/>
              </a:bodyPr>
              <a:lstStyle/>
              <a:p>
                <a:pPr eaLnBrk="1" hangingPunct="1">
                  <a:spcBef>
                    <a:spcPct val="50000"/>
                  </a:spcBef>
                  <a:defRPr/>
                </a:pPr>
                <a:r>
                  <a:rPr lang="en-US" sz="2000" dirty="0"/>
                  <a:t>O</a:t>
                </a:r>
                <a:endParaRPr lang="ru-RU" sz="2000" dirty="0"/>
              </a:p>
            </p:txBody>
          </p:sp>
        </p:grpSp>
        <p:grpSp>
          <p:nvGrpSpPr>
            <p:cNvPr id="5" name="Group 46">
              <a:extLst>
                <a:ext uri="{FF2B5EF4-FFF2-40B4-BE49-F238E27FC236}">
                  <a16:creationId xmlns:a16="http://schemas.microsoft.com/office/drawing/2014/main" id="{1CEA46F3-DFE4-4C1C-8267-66B5EF08F51F}"/>
                </a:ext>
              </a:extLst>
            </p:cNvPr>
            <p:cNvGrpSpPr>
              <a:grpSpLocks/>
            </p:cNvGrpSpPr>
            <p:nvPr/>
          </p:nvGrpSpPr>
          <p:grpSpPr bwMode="auto">
            <a:xfrm>
              <a:off x="2806734" y="4774510"/>
              <a:ext cx="457200" cy="548605"/>
              <a:chOff x="2608" y="1706"/>
              <a:chExt cx="354" cy="318"/>
            </a:xfrm>
            <a:noFill/>
          </p:grpSpPr>
          <p:sp>
            <p:nvSpPr>
              <p:cNvPr id="54" name="Line 47">
                <a:extLst>
                  <a:ext uri="{FF2B5EF4-FFF2-40B4-BE49-F238E27FC236}">
                    <a16:creationId xmlns:a16="http://schemas.microsoft.com/office/drawing/2014/main" id="{A63927F1-E592-4D2E-9EA8-64577C03B056}"/>
                  </a:ext>
                </a:extLst>
              </p:cNvPr>
              <p:cNvSpPr>
                <a:spLocks noChangeShapeType="1"/>
              </p:cNvSpPr>
              <p:nvPr/>
            </p:nvSpPr>
            <p:spPr bwMode="auto">
              <a:xfrm>
                <a:off x="2608" y="1706"/>
                <a:ext cx="0" cy="318"/>
              </a:xfrm>
              <a:prstGeom prst="line">
                <a:avLst/>
              </a:prstGeom>
              <a:grpFill/>
              <a:ln w="28575">
                <a:solidFill>
                  <a:schemeClr val="tx1"/>
                </a:solidFill>
                <a:round/>
                <a:headEnd/>
                <a:tailEnd/>
              </a:ln>
            </p:spPr>
            <p:txBody>
              <a:bodyPr/>
              <a:lstStyle/>
              <a:p>
                <a:pPr eaLnBrk="1" hangingPunct="1">
                  <a:defRPr/>
                </a:pPr>
                <a:endParaRPr lang="en-US" sz="1400"/>
              </a:p>
            </p:txBody>
          </p:sp>
          <p:sp>
            <p:nvSpPr>
              <p:cNvPr id="55" name="Line 48">
                <a:extLst>
                  <a:ext uri="{FF2B5EF4-FFF2-40B4-BE49-F238E27FC236}">
                    <a16:creationId xmlns:a16="http://schemas.microsoft.com/office/drawing/2014/main" id="{91FAC753-F57B-444F-8229-27257A472E94}"/>
                  </a:ext>
                </a:extLst>
              </p:cNvPr>
              <p:cNvSpPr>
                <a:spLocks noChangeShapeType="1"/>
              </p:cNvSpPr>
              <p:nvPr/>
            </p:nvSpPr>
            <p:spPr bwMode="auto">
              <a:xfrm>
                <a:off x="2608" y="1706"/>
                <a:ext cx="181" cy="0"/>
              </a:xfrm>
              <a:prstGeom prst="line">
                <a:avLst/>
              </a:prstGeom>
              <a:grpFill/>
              <a:ln w="28575">
                <a:solidFill>
                  <a:schemeClr val="tx1"/>
                </a:solidFill>
                <a:round/>
                <a:headEnd/>
                <a:tailEnd/>
              </a:ln>
            </p:spPr>
            <p:txBody>
              <a:bodyPr/>
              <a:lstStyle/>
              <a:p>
                <a:pPr eaLnBrk="1" hangingPunct="1">
                  <a:defRPr/>
                </a:pPr>
                <a:endParaRPr lang="en-US" sz="1400"/>
              </a:p>
            </p:txBody>
          </p:sp>
          <p:sp>
            <p:nvSpPr>
              <p:cNvPr id="56" name="Line 49">
                <a:extLst>
                  <a:ext uri="{FF2B5EF4-FFF2-40B4-BE49-F238E27FC236}">
                    <a16:creationId xmlns:a16="http://schemas.microsoft.com/office/drawing/2014/main" id="{296B456D-3249-4091-B93F-DE9706F47B9B}"/>
                  </a:ext>
                </a:extLst>
              </p:cNvPr>
              <p:cNvSpPr>
                <a:spLocks noChangeShapeType="1"/>
              </p:cNvSpPr>
              <p:nvPr/>
            </p:nvSpPr>
            <p:spPr bwMode="auto">
              <a:xfrm>
                <a:off x="2608" y="2019"/>
                <a:ext cx="181" cy="0"/>
              </a:xfrm>
              <a:prstGeom prst="line">
                <a:avLst/>
              </a:prstGeom>
              <a:grpFill/>
              <a:ln w="28575">
                <a:solidFill>
                  <a:schemeClr val="tx1"/>
                </a:solidFill>
                <a:round/>
                <a:headEnd/>
                <a:tailEnd/>
              </a:ln>
            </p:spPr>
            <p:txBody>
              <a:bodyPr/>
              <a:lstStyle/>
              <a:p>
                <a:pPr eaLnBrk="1" hangingPunct="1">
                  <a:defRPr/>
                </a:pPr>
                <a:endParaRPr lang="en-US" sz="1400"/>
              </a:p>
            </p:txBody>
          </p:sp>
          <p:sp>
            <p:nvSpPr>
              <p:cNvPr id="57" name="Arc 50">
                <a:extLst>
                  <a:ext uri="{FF2B5EF4-FFF2-40B4-BE49-F238E27FC236}">
                    <a16:creationId xmlns:a16="http://schemas.microsoft.com/office/drawing/2014/main" id="{7DD3BCFB-2BF3-42EB-AD87-A4D2EF2837F9}"/>
                  </a:ext>
                </a:extLst>
              </p:cNvPr>
              <p:cNvSpPr>
                <a:spLocks/>
              </p:cNvSpPr>
              <p:nvPr/>
            </p:nvSpPr>
            <p:spPr bwMode="auto">
              <a:xfrm>
                <a:off x="2776" y="1706"/>
                <a:ext cx="186" cy="311"/>
              </a:xfrm>
              <a:custGeom>
                <a:avLst/>
                <a:gdLst>
                  <a:gd name="T0" fmla="*/ 8 w 22632"/>
                  <a:gd name="T1" fmla="*/ 0 h 43200"/>
                  <a:gd name="T2" fmla="*/ 0 w 22632"/>
                  <a:gd name="T3" fmla="*/ 322 h 43200"/>
                  <a:gd name="T4" fmla="*/ 8 w 22632"/>
                  <a:gd name="T5" fmla="*/ 161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close/>
                  </a:path>
                </a:pathLst>
              </a:custGeom>
              <a:grpFill/>
              <a:ln w="28575">
                <a:solidFill>
                  <a:schemeClr val="tx1"/>
                </a:solidFill>
                <a:round/>
                <a:headEnd/>
                <a:tailEnd/>
              </a:ln>
            </p:spPr>
            <p:txBody>
              <a:bodyPr wrap="none" anchor="ctr"/>
              <a:lstStyle/>
              <a:p>
                <a:pPr eaLnBrk="1" hangingPunct="1">
                  <a:defRPr/>
                </a:pPr>
                <a:endParaRPr lang="en-US" sz="1600"/>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05BE6211-9668-34B2-F00E-16FB990B3B1C}"/>
              </a:ext>
            </a:extLst>
          </p:cNvPr>
          <p:cNvSpPr>
            <a:spLocks noGrp="1" noChangeArrowheads="1"/>
          </p:cNvSpPr>
          <p:nvPr>
            <p:ph type="title"/>
          </p:nvPr>
        </p:nvSpPr>
        <p:spPr/>
        <p:txBody>
          <a:bodyPr/>
          <a:lstStyle/>
          <a:p>
            <a:r>
              <a:rPr lang="en-US" altLang="en-US"/>
              <a:t>SRAM Memory Cell (D Latch)</a:t>
            </a:r>
            <a:endParaRPr lang="en-GB" altLang="en-US"/>
          </a:p>
        </p:txBody>
      </p:sp>
      <p:grpSp>
        <p:nvGrpSpPr>
          <p:cNvPr id="14339" name="Group 44">
            <a:extLst>
              <a:ext uri="{FF2B5EF4-FFF2-40B4-BE49-F238E27FC236}">
                <a16:creationId xmlns:a16="http://schemas.microsoft.com/office/drawing/2014/main" id="{50E9FA28-21B1-1838-6A60-0479958B9A8D}"/>
              </a:ext>
            </a:extLst>
          </p:cNvPr>
          <p:cNvGrpSpPr>
            <a:grpSpLocks/>
          </p:cNvGrpSpPr>
          <p:nvPr/>
        </p:nvGrpSpPr>
        <p:grpSpPr bwMode="auto">
          <a:xfrm>
            <a:off x="1881189" y="1703388"/>
            <a:ext cx="5857875" cy="1808162"/>
            <a:chOff x="714348" y="1703407"/>
            <a:chExt cx="5857916" cy="1809173"/>
          </a:xfrm>
        </p:grpSpPr>
        <p:sp>
          <p:nvSpPr>
            <p:cNvPr id="3" name="Rectangle 2">
              <a:extLst>
                <a:ext uri="{FF2B5EF4-FFF2-40B4-BE49-F238E27FC236}">
                  <a16:creationId xmlns:a16="http://schemas.microsoft.com/office/drawing/2014/main" id="{28899DF0-6925-4EF7-B583-6C9AA95FFB13}"/>
                </a:ext>
              </a:extLst>
            </p:cNvPr>
            <p:cNvSpPr/>
            <p:nvPr/>
          </p:nvSpPr>
          <p:spPr bwMode="auto">
            <a:xfrm>
              <a:off x="3428992" y="2071913"/>
              <a:ext cx="1000132" cy="1429549"/>
            </a:xfrm>
            <a:prstGeom prst="rect">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cxnSp>
          <p:nvCxnSpPr>
            <p:cNvPr id="2" name="Straight Connector 4">
              <a:extLst>
                <a:ext uri="{FF2B5EF4-FFF2-40B4-BE49-F238E27FC236}">
                  <a16:creationId xmlns:a16="http://schemas.microsoft.com/office/drawing/2014/main" id="{35684703-2FDF-F523-6EE1-8C449C6DF79B}"/>
                </a:ext>
              </a:extLst>
            </p:cNvPr>
            <p:cNvCxnSpPr>
              <a:cxnSpLocks noChangeShapeType="1"/>
            </p:cNvCxnSpPr>
            <p:nvPr/>
          </p:nvCxnSpPr>
          <p:spPr bwMode="auto">
            <a:xfrm>
              <a:off x="1595918" y="2428868"/>
              <a:ext cx="18288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4343" name="TextBox 5">
              <a:extLst>
                <a:ext uri="{FF2B5EF4-FFF2-40B4-BE49-F238E27FC236}">
                  <a16:creationId xmlns:a16="http://schemas.microsoft.com/office/drawing/2014/main" id="{60F966AF-B634-F0B8-303A-EBDA7200619D}"/>
                </a:ext>
              </a:extLst>
            </p:cNvPr>
            <p:cNvSpPr txBox="1">
              <a:spLocks noChangeArrowheads="1"/>
            </p:cNvSpPr>
            <p:nvPr/>
          </p:nvSpPr>
          <p:spPr bwMode="auto">
            <a:xfrm>
              <a:off x="3500430" y="2285992"/>
              <a:ext cx="3571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cxnSp>
          <p:nvCxnSpPr>
            <p:cNvPr id="14344" name="Straight Connector 6">
              <a:extLst>
                <a:ext uri="{FF2B5EF4-FFF2-40B4-BE49-F238E27FC236}">
                  <a16:creationId xmlns:a16="http://schemas.microsoft.com/office/drawing/2014/main" id="{208F9C3A-DA4D-680B-BF6E-CDC6E1CBEC64}"/>
                </a:ext>
              </a:extLst>
            </p:cNvPr>
            <p:cNvCxnSpPr>
              <a:cxnSpLocks noChangeShapeType="1"/>
            </p:cNvCxnSpPr>
            <p:nvPr/>
          </p:nvCxnSpPr>
          <p:spPr bwMode="auto">
            <a:xfrm>
              <a:off x="4429124" y="2428868"/>
              <a:ext cx="500066"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8" name="Isosceles Triangle 7">
              <a:extLst>
                <a:ext uri="{FF2B5EF4-FFF2-40B4-BE49-F238E27FC236}">
                  <a16:creationId xmlns:a16="http://schemas.microsoft.com/office/drawing/2014/main" id="{2F9C4BAC-2852-4E6E-B855-DE1775180AAB}"/>
                </a:ext>
              </a:extLst>
            </p:cNvPr>
            <p:cNvSpPr/>
            <p:nvPr/>
          </p:nvSpPr>
          <p:spPr bwMode="auto">
            <a:xfrm rot="5400000">
              <a:off x="4882220" y="2214192"/>
              <a:ext cx="500343" cy="428628"/>
            </a:xfrm>
            <a:prstGeom prst="triangl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grpSp>
          <p:nvGrpSpPr>
            <p:cNvPr id="10" name="Group 46">
              <a:extLst>
                <a:ext uri="{FF2B5EF4-FFF2-40B4-BE49-F238E27FC236}">
                  <a16:creationId xmlns:a16="http://schemas.microsoft.com/office/drawing/2014/main" id="{970E527B-2C14-4B6C-91F9-20B7442E1845}"/>
                </a:ext>
              </a:extLst>
            </p:cNvPr>
            <p:cNvGrpSpPr>
              <a:grpSpLocks/>
            </p:cNvGrpSpPr>
            <p:nvPr/>
          </p:nvGrpSpPr>
          <p:grpSpPr bwMode="auto">
            <a:xfrm>
              <a:off x="2571736" y="2905184"/>
              <a:ext cx="457200" cy="548605"/>
              <a:chOff x="2608" y="1706"/>
              <a:chExt cx="354" cy="318"/>
            </a:xfrm>
            <a:noFill/>
          </p:grpSpPr>
          <p:sp>
            <p:nvSpPr>
              <p:cNvPr id="11" name="Line 47">
                <a:extLst>
                  <a:ext uri="{FF2B5EF4-FFF2-40B4-BE49-F238E27FC236}">
                    <a16:creationId xmlns:a16="http://schemas.microsoft.com/office/drawing/2014/main" id="{AB1BC941-8F0D-453B-BC38-0C44D4E71C7D}"/>
                  </a:ext>
                </a:extLst>
              </p:cNvPr>
              <p:cNvSpPr>
                <a:spLocks noChangeShapeType="1"/>
              </p:cNvSpPr>
              <p:nvPr/>
            </p:nvSpPr>
            <p:spPr bwMode="auto">
              <a:xfrm>
                <a:off x="2608" y="1706"/>
                <a:ext cx="0" cy="318"/>
              </a:xfrm>
              <a:prstGeom prst="line">
                <a:avLst/>
              </a:prstGeom>
              <a:grpFill/>
              <a:ln w="28575">
                <a:solidFill>
                  <a:schemeClr val="tx1"/>
                </a:solidFill>
                <a:round/>
                <a:headEnd/>
                <a:tailEnd/>
              </a:ln>
            </p:spPr>
            <p:txBody>
              <a:bodyPr/>
              <a:lstStyle/>
              <a:p>
                <a:pPr eaLnBrk="1" hangingPunct="1">
                  <a:defRPr/>
                </a:pPr>
                <a:endParaRPr lang="en-US" sz="1400"/>
              </a:p>
            </p:txBody>
          </p:sp>
          <p:sp>
            <p:nvSpPr>
              <p:cNvPr id="12" name="Line 48">
                <a:extLst>
                  <a:ext uri="{FF2B5EF4-FFF2-40B4-BE49-F238E27FC236}">
                    <a16:creationId xmlns:a16="http://schemas.microsoft.com/office/drawing/2014/main" id="{3027006B-2B6E-431A-938E-7C36FF0B792E}"/>
                  </a:ext>
                </a:extLst>
              </p:cNvPr>
              <p:cNvSpPr>
                <a:spLocks noChangeShapeType="1"/>
              </p:cNvSpPr>
              <p:nvPr/>
            </p:nvSpPr>
            <p:spPr bwMode="auto">
              <a:xfrm>
                <a:off x="2608" y="1706"/>
                <a:ext cx="181" cy="0"/>
              </a:xfrm>
              <a:prstGeom prst="line">
                <a:avLst/>
              </a:prstGeom>
              <a:grpFill/>
              <a:ln w="28575">
                <a:solidFill>
                  <a:schemeClr val="tx1"/>
                </a:solidFill>
                <a:round/>
                <a:headEnd/>
                <a:tailEnd/>
              </a:ln>
            </p:spPr>
            <p:txBody>
              <a:bodyPr/>
              <a:lstStyle/>
              <a:p>
                <a:pPr eaLnBrk="1" hangingPunct="1">
                  <a:defRPr/>
                </a:pPr>
                <a:endParaRPr lang="en-US" sz="1400"/>
              </a:p>
            </p:txBody>
          </p:sp>
          <p:sp>
            <p:nvSpPr>
              <p:cNvPr id="13" name="Line 49">
                <a:extLst>
                  <a:ext uri="{FF2B5EF4-FFF2-40B4-BE49-F238E27FC236}">
                    <a16:creationId xmlns:a16="http://schemas.microsoft.com/office/drawing/2014/main" id="{98E74CE2-3822-4567-85B3-A0EB657288BC}"/>
                  </a:ext>
                </a:extLst>
              </p:cNvPr>
              <p:cNvSpPr>
                <a:spLocks noChangeShapeType="1"/>
              </p:cNvSpPr>
              <p:nvPr/>
            </p:nvSpPr>
            <p:spPr bwMode="auto">
              <a:xfrm>
                <a:off x="2608" y="2019"/>
                <a:ext cx="181" cy="0"/>
              </a:xfrm>
              <a:prstGeom prst="line">
                <a:avLst/>
              </a:prstGeom>
              <a:grpFill/>
              <a:ln w="28575">
                <a:solidFill>
                  <a:schemeClr val="tx1"/>
                </a:solidFill>
                <a:round/>
                <a:headEnd/>
                <a:tailEnd/>
              </a:ln>
            </p:spPr>
            <p:txBody>
              <a:bodyPr/>
              <a:lstStyle/>
              <a:p>
                <a:pPr eaLnBrk="1" hangingPunct="1">
                  <a:defRPr/>
                </a:pPr>
                <a:endParaRPr lang="en-US" sz="1400"/>
              </a:p>
            </p:txBody>
          </p:sp>
          <p:sp>
            <p:nvSpPr>
              <p:cNvPr id="14" name="Arc 50">
                <a:extLst>
                  <a:ext uri="{FF2B5EF4-FFF2-40B4-BE49-F238E27FC236}">
                    <a16:creationId xmlns:a16="http://schemas.microsoft.com/office/drawing/2014/main" id="{78801CEC-61BB-4562-9980-1608A502AB16}"/>
                  </a:ext>
                </a:extLst>
              </p:cNvPr>
              <p:cNvSpPr>
                <a:spLocks/>
              </p:cNvSpPr>
              <p:nvPr/>
            </p:nvSpPr>
            <p:spPr bwMode="auto">
              <a:xfrm>
                <a:off x="2776" y="1706"/>
                <a:ext cx="186" cy="311"/>
              </a:xfrm>
              <a:custGeom>
                <a:avLst/>
                <a:gdLst>
                  <a:gd name="T0" fmla="*/ 8 w 22632"/>
                  <a:gd name="T1" fmla="*/ 0 h 43200"/>
                  <a:gd name="T2" fmla="*/ 0 w 22632"/>
                  <a:gd name="T3" fmla="*/ 322 h 43200"/>
                  <a:gd name="T4" fmla="*/ 8 w 22632"/>
                  <a:gd name="T5" fmla="*/ 161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close/>
                  </a:path>
                </a:pathLst>
              </a:custGeom>
              <a:grpFill/>
              <a:ln w="28575">
                <a:solidFill>
                  <a:schemeClr val="tx1"/>
                </a:solidFill>
                <a:round/>
                <a:headEnd/>
                <a:tailEnd/>
              </a:ln>
            </p:spPr>
            <p:txBody>
              <a:bodyPr wrap="none" anchor="ctr"/>
              <a:lstStyle/>
              <a:p>
                <a:pPr eaLnBrk="1" hangingPunct="1">
                  <a:defRPr/>
                </a:pPr>
                <a:endParaRPr lang="en-US" sz="1600"/>
              </a:p>
            </p:txBody>
          </p:sp>
        </p:grpSp>
        <p:cxnSp>
          <p:nvCxnSpPr>
            <p:cNvPr id="4" name="Straight Connector 14">
              <a:extLst>
                <a:ext uri="{FF2B5EF4-FFF2-40B4-BE49-F238E27FC236}">
                  <a16:creationId xmlns:a16="http://schemas.microsoft.com/office/drawing/2014/main" id="{46F10302-CD37-A870-1E0F-86D2DF16E07D}"/>
                </a:ext>
              </a:extLst>
            </p:cNvPr>
            <p:cNvCxnSpPr>
              <a:cxnSpLocks noChangeShapeType="1"/>
            </p:cNvCxnSpPr>
            <p:nvPr/>
          </p:nvCxnSpPr>
          <p:spPr bwMode="auto">
            <a:xfrm>
              <a:off x="3012239" y="3167186"/>
              <a:ext cx="41148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5" name="TextBox 15">
              <a:extLst>
                <a:ext uri="{FF2B5EF4-FFF2-40B4-BE49-F238E27FC236}">
                  <a16:creationId xmlns:a16="http://schemas.microsoft.com/office/drawing/2014/main" id="{F5AF0ADD-36D1-9563-A440-787BF255ED5A}"/>
                </a:ext>
              </a:extLst>
            </p:cNvPr>
            <p:cNvSpPr txBox="1">
              <a:spLocks noChangeArrowheads="1"/>
            </p:cNvSpPr>
            <p:nvPr/>
          </p:nvSpPr>
          <p:spPr bwMode="auto">
            <a:xfrm>
              <a:off x="3500430" y="3000372"/>
              <a:ext cx="3571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cxnSp>
          <p:nvCxnSpPr>
            <p:cNvPr id="6" name="Straight Connector 16">
              <a:extLst>
                <a:ext uri="{FF2B5EF4-FFF2-40B4-BE49-F238E27FC236}">
                  <a16:creationId xmlns:a16="http://schemas.microsoft.com/office/drawing/2014/main" id="{0467977F-9A9F-DFA4-9B54-E344BD9D7133}"/>
                </a:ext>
              </a:extLst>
            </p:cNvPr>
            <p:cNvCxnSpPr>
              <a:cxnSpLocks noChangeShapeType="1"/>
            </p:cNvCxnSpPr>
            <p:nvPr/>
          </p:nvCxnSpPr>
          <p:spPr bwMode="auto">
            <a:xfrm>
              <a:off x="1596106" y="3059935"/>
              <a:ext cx="82296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7" name="Oval 17">
              <a:extLst>
                <a:ext uri="{FF2B5EF4-FFF2-40B4-BE49-F238E27FC236}">
                  <a16:creationId xmlns:a16="http://schemas.microsoft.com/office/drawing/2014/main" id="{509B075E-4119-0234-85C3-1CE44CABA985}"/>
                </a:ext>
              </a:extLst>
            </p:cNvPr>
            <p:cNvSpPr>
              <a:spLocks noChangeArrowheads="1"/>
            </p:cNvSpPr>
            <p:nvPr/>
          </p:nvSpPr>
          <p:spPr bwMode="auto">
            <a:xfrm>
              <a:off x="2428672" y="3000372"/>
              <a:ext cx="128016" cy="128016"/>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 name="Oval 18">
              <a:extLst>
                <a:ext uri="{FF2B5EF4-FFF2-40B4-BE49-F238E27FC236}">
                  <a16:creationId xmlns:a16="http://schemas.microsoft.com/office/drawing/2014/main" id="{12ACB7CF-3EB6-CCF7-8312-78AB68D17420}"/>
                </a:ext>
              </a:extLst>
            </p:cNvPr>
            <p:cNvSpPr>
              <a:spLocks noChangeArrowheads="1"/>
            </p:cNvSpPr>
            <p:nvPr/>
          </p:nvSpPr>
          <p:spPr bwMode="auto">
            <a:xfrm>
              <a:off x="2428860" y="3214686"/>
              <a:ext cx="128016" cy="128016"/>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cxnSp>
          <p:nvCxnSpPr>
            <p:cNvPr id="14352" name="Straight Connector 19">
              <a:extLst>
                <a:ext uri="{FF2B5EF4-FFF2-40B4-BE49-F238E27FC236}">
                  <a16:creationId xmlns:a16="http://schemas.microsoft.com/office/drawing/2014/main" id="{78EE988C-06C3-754B-DA26-9481F7962149}"/>
                </a:ext>
              </a:extLst>
            </p:cNvPr>
            <p:cNvCxnSpPr>
              <a:cxnSpLocks noChangeShapeType="1"/>
            </p:cNvCxnSpPr>
            <p:nvPr/>
          </p:nvCxnSpPr>
          <p:spPr bwMode="auto">
            <a:xfrm>
              <a:off x="1607793" y="3274249"/>
              <a:ext cx="82296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4353" name="Oval 20">
              <a:extLst>
                <a:ext uri="{FF2B5EF4-FFF2-40B4-BE49-F238E27FC236}">
                  <a16:creationId xmlns:a16="http://schemas.microsoft.com/office/drawing/2014/main" id="{342552A8-B4A9-A7B2-07DD-EF10560BB8B5}"/>
                </a:ext>
              </a:extLst>
            </p:cNvPr>
            <p:cNvSpPr>
              <a:spLocks noChangeArrowheads="1"/>
            </p:cNvSpPr>
            <p:nvPr/>
          </p:nvSpPr>
          <p:spPr bwMode="auto">
            <a:xfrm>
              <a:off x="5107691" y="2190616"/>
              <a:ext cx="128016" cy="128016"/>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cxnSp>
          <p:nvCxnSpPr>
            <p:cNvPr id="14354" name="Straight Connector 22">
              <a:extLst>
                <a:ext uri="{FF2B5EF4-FFF2-40B4-BE49-F238E27FC236}">
                  <a16:creationId xmlns:a16="http://schemas.microsoft.com/office/drawing/2014/main" id="{13BF4D5E-694D-025B-B0B5-771F3C27DF05}"/>
                </a:ext>
              </a:extLst>
            </p:cNvPr>
            <p:cNvCxnSpPr>
              <a:cxnSpLocks noChangeShapeType="1"/>
            </p:cNvCxnSpPr>
            <p:nvPr/>
          </p:nvCxnSpPr>
          <p:spPr bwMode="auto">
            <a:xfrm rot="16200000" flipH="1">
              <a:off x="4938654" y="1950140"/>
              <a:ext cx="45720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4355" name="Straight Connector 24">
              <a:extLst>
                <a:ext uri="{FF2B5EF4-FFF2-40B4-BE49-F238E27FC236}">
                  <a16:creationId xmlns:a16="http://schemas.microsoft.com/office/drawing/2014/main" id="{FF7E071B-8EBC-7F7B-7E33-749200908179}"/>
                </a:ext>
              </a:extLst>
            </p:cNvPr>
            <p:cNvCxnSpPr>
              <a:cxnSpLocks noChangeShapeType="1"/>
            </p:cNvCxnSpPr>
            <p:nvPr/>
          </p:nvCxnSpPr>
          <p:spPr bwMode="auto">
            <a:xfrm rot="10800000">
              <a:off x="2238296" y="1714488"/>
              <a:ext cx="2928958"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4356" name="Straight Connector 27">
              <a:extLst>
                <a:ext uri="{FF2B5EF4-FFF2-40B4-BE49-F238E27FC236}">
                  <a16:creationId xmlns:a16="http://schemas.microsoft.com/office/drawing/2014/main" id="{290C0922-DD3A-8FA7-6E35-B166249C80A9}"/>
                </a:ext>
              </a:extLst>
            </p:cNvPr>
            <p:cNvCxnSpPr>
              <a:cxnSpLocks noChangeShapeType="1"/>
            </p:cNvCxnSpPr>
            <p:nvPr/>
          </p:nvCxnSpPr>
          <p:spPr bwMode="auto">
            <a:xfrm rot="5400000">
              <a:off x="1535885" y="2381274"/>
              <a:ext cx="1357322" cy="1588"/>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4357" name="Straight Connector 28">
              <a:extLst>
                <a:ext uri="{FF2B5EF4-FFF2-40B4-BE49-F238E27FC236}">
                  <a16:creationId xmlns:a16="http://schemas.microsoft.com/office/drawing/2014/main" id="{F961E8B9-F589-8BBE-04FD-AE2A8DF391B4}"/>
                </a:ext>
              </a:extLst>
            </p:cNvPr>
            <p:cNvCxnSpPr>
              <a:cxnSpLocks noChangeShapeType="1"/>
            </p:cNvCxnSpPr>
            <p:nvPr/>
          </p:nvCxnSpPr>
          <p:spPr bwMode="auto">
            <a:xfrm>
              <a:off x="5357818" y="2428868"/>
              <a:ext cx="500066"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4358" name="TextBox 31">
              <a:extLst>
                <a:ext uri="{FF2B5EF4-FFF2-40B4-BE49-F238E27FC236}">
                  <a16:creationId xmlns:a16="http://schemas.microsoft.com/office/drawing/2014/main" id="{89AA7B8F-EF5A-19EA-D066-F1D45EC07F0E}"/>
                </a:ext>
              </a:extLst>
            </p:cNvPr>
            <p:cNvSpPr txBox="1">
              <a:spLocks noChangeArrowheads="1"/>
            </p:cNvSpPr>
            <p:nvPr/>
          </p:nvSpPr>
          <p:spPr bwMode="auto">
            <a:xfrm>
              <a:off x="1071538" y="2273850"/>
              <a:ext cx="714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a:t>
              </a:r>
              <a:endParaRPr lang="en-GB" altLang="en-US"/>
            </a:p>
          </p:txBody>
        </p:sp>
        <p:sp>
          <p:nvSpPr>
            <p:cNvPr id="14359" name="TextBox 32">
              <a:extLst>
                <a:ext uri="{FF2B5EF4-FFF2-40B4-BE49-F238E27FC236}">
                  <a16:creationId xmlns:a16="http://schemas.microsoft.com/office/drawing/2014/main" id="{11A35D40-3047-53BD-3035-48304629615E}"/>
                </a:ext>
              </a:extLst>
            </p:cNvPr>
            <p:cNvSpPr txBox="1">
              <a:spLocks noChangeArrowheads="1"/>
            </p:cNvSpPr>
            <p:nvPr/>
          </p:nvSpPr>
          <p:spPr bwMode="auto">
            <a:xfrm>
              <a:off x="714348" y="2857496"/>
              <a:ext cx="9286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SEL_L</a:t>
              </a:r>
              <a:endParaRPr lang="en-GB" altLang="en-US"/>
            </a:p>
          </p:txBody>
        </p:sp>
        <p:sp>
          <p:nvSpPr>
            <p:cNvPr id="14360" name="TextBox 33">
              <a:extLst>
                <a:ext uri="{FF2B5EF4-FFF2-40B4-BE49-F238E27FC236}">
                  <a16:creationId xmlns:a16="http://schemas.microsoft.com/office/drawing/2014/main" id="{70EB7409-29E9-A773-E879-45C8181FF8BC}"/>
                </a:ext>
              </a:extLst>
            </p:cNvPr>
            <p:cNvSpPr txBox="1">
              <a:spLocks noChangeArrowheads="1"/>
            </p:cNvSpPr>
            <p:nvPr/>
          </p:nvSpPr>
          <p:spPr bwMode="auto">
            <a:xfrm>
              <a:off x="785786" y="3143248"/>
              <a:ext cx="9286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WR_L</a:t>
              </a:r>
              <a:endParaRPr lang="en-GB" altLang="en-US"/>
            </a:p>
          </p:txBody>
        </p:sp>
        <p:sp>
          <p:nvSpPr>
            <p:cNvPr id="14361" name="TextBox 34">
              <a:extLst>
                <a:ext uri="{FF2B5EF4-FFF2-40B4-BE49-F238E27FC236}">
                  <a16:creationId xmlns:a16="http://schemas.microsoft.com/office/drawing/2014/main" id="{D3F83F20-799E-151C-8CCE-16EE2D39DAA6}"/>
                </a:ext>
              </a:extLst>
            </p:cNvPr>
            <p:cNvSpPr txBox="1">
              <a:spLocks noChangeArrowheads="1"/>
            </p:cNvSpPr>
            <p:nvPr/>
          </p:nvSpPr>
          <p:spPr bwMode="auto">
            <a:xfrm>
              <a:off x="5857884" y="2214554"/>
              <a:ext cx="714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OUT</a:t>
              </a:r>
              <a:endParaRPr lang="en-GB" altLang="en-US"/>
            </a:p>
          </p:txBody>
        </p:sp>
      </p:grpSp>
      <p:grpSp>
        <p:nvGrpSpPr>
          <p:cNvPr id="14340" name="Group 57">
            <a:extLst>
              <a:ext uri="{FF2B5EF4-FFF2-40B4-BE49-F238E27FC236}">
                <a16:creationId xmlns:a16="http://schemas.microsoft.com/office/drawing/2014/main" id="{02B49F6C-05BB-4AFF-B221-C8BABFC0A0B1}"/>
              </a:ext>
            </a:extLst>
          </p:cNvPr>
          <p:cNvGrpSpPr>
            <a:grpSpLocks/>
          </p:cNvGrpSpPr>
          <p:nvPr/>
        </p:nvGrpSpPr>
        <p:grpSpPr bwMode="auto">
          <a:xfrm>
            <a:off x="8167689" y="2071690"/>
            <a:ext cx="2111375" cy="1571625"/>
            <a:chOff x="6643702" y="2071679"/>
            <a:chExt cx="2111043" cy="1571636"/>
          </a:xfrm>
          <a:solidFill>
            <a:schemeClr val="accent1"/>
          </a:solidFill>
        </p:grpSpPr>
        <p:sp>
          <p:nvSpPr>
            <p:cNvPr id="46" name="Rectangle 45">
              <a:extLst>
                <a:ext uri="{FF2B5EF4-FFF2-40B4-BE49-F238E27FC236}">
                  <a16:creationId xmlns:a16="http://schemas.microsoft.com/office/drawing/2014/main" id="{3E15896F-F2D2-4F7F-8522-8A8931E7E907}"/>
                </a:ext>
              </a:extLst>
            </p:cNvPr>
            <p:cNvSpPr/>
            <p:nvPr/>
          </p:nvSpPr>
          <p:spPr bwMode="auto">
            <a:xfrm>
              <a:off x="7238956" y="2071679"/>
              <a:ext cx="1071394" cy="1571636"/>
            </a:xfrm>
            <a:prstGeom prst="rect">
              <a:avLst/>
            </a:prstGeom>
            <a:grp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cxnSp>
          <p:nvCxnSpPr>
            <p:cNvPr id="14342" name="Straight Connector 47">
              <a:extLst>
                <a:ext uri="{FF2B5EF4-FFF2-40B4-BE49-F238E27FC236}">
                  <a16:creationId xmlns:a16="http://schemas.microsoft.com/office/drawing/2014/main" id="{EF1CC2DA-FA88-4BDB-99C4-B259D2C66530}"/>
                </a:ext>
              </a:extLst>
            </p:cNvPr>
            <p:cNvCxnSpPr>
              <a:cxnSpLocks noChangeShapeType="1"/>
            </p:cNvCxnSpPr>
            <p:nvPr/>
          </p:nvCxnSpPr>
          <p:spPr bwMode="auto">
            <a:xfrm>
              <a:off x="6643702" y="2428868"/>
              <a:ext cx="548640" cy="1588"/>
            </a:xfrm>
            <a:prstGeom prst="line">
              <a:avLst/>
            </a:prstGeom>
            <a:grpFill/>
            <a:ln w="28575" algn="ctr">
              <a:solidFill>
                <a:schemeClr val="tx1"/>
              </a:solidFill>
              <a:round/>
              <a:headEnd/>
              <a:tailEnd/>
            </a:ln>
          </p:spPr>
        </p:cxnSp>
        <p:sp>
          <p:nvSpPr>
            <p:cNvPr id="49" name="Oval 48">
              <a:extLst>
                <a:ext uri="{FF2B5EF4-FFF2-40B4-BE49-F238E27FC236}">
                  <a16:creationId xmlns:a16="http://schemas.microsoft.com/office/drawing/2014/main" id="{921960B0-1986-43BB-B547-0B4A0E6566B8}"/>
                </a:ext>
              </a:extLst>
            </p:cNvPr>
            <p:cNvSpPr/>
            <p:nvPr/>
          </p:nvSpPr>
          <p:spPr bwMode="auto">
            <a:xfrm>
              <a:off x="7072260" y="2786058"/>
              <a:ext cx="146027" cy="146051"/>
            </a:xfrm>
            <a:prstGeom prst="ellips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50" name="Oval 49">
              <a:extLst>
                <a:ext uri="{FF2B5EF4-FFF2-40B4-BE49-F238E27FC236}">
                  <a16:creationId xmlns:a16="http://schemas.microsoft.com/office/drawing/2014/main" id="{F90AD7DF-F174-4D13-97F7-C4C632F4F389}"/>
                </a:ext>
              </a:extLst>
            </p:cNvPr>
            <p:cNvSpPr/>
            <p:nvPr/>
          </p:nvSpPr>
          <p:spPr bwMode="auto">
            <a:xfrm>
              <a:off x="7072260" y="3143247"/>
              <a:ext cx="146027" cy="146051"/>
            </a:xfrm>
            <a:prstGeom prst="ellips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cxnSp>
          <p:nvCxnSpPr>
            <p:cNvPr id="14345" name="Straight Connector 50">
              <a:extLst>
                <a:ext uri="{FF2B5EF4-FFF2-40B4-BE49-F238E27FC236}">
                  <a16:creationId xmlns:a16="http://schemas.microsoft.com/office/drawing/2014/main" id="{E4B6B778-9711-48CC-9F4F-6D4B511AF425}"/>
                </a:ext>
              </a:extLst>
            </p:cNvPr>
            <p:cNvCxnSpPr>
              <a:cxnSpLocks noChangeShapeType="1"/>
            </p:cNvCxnSpPr>
            <p:nvPr/>
          </p:nvCxnSpPr>
          <p:spPr bwMode="auto">
            <a:xfrm>
              <a:off x="6655577" y="2857496"/>
              <a:ext cx="411480" cy="1588"/>
            </a:xfrm>
            <a:prstGeom prst="line">
              <a:avLst/>
            </a:prstGeom>
            <a:grpFill/>
            <a:ln w="28575" algn="ctr">
              <a:solidFill>
                <a:schemeClr val="tx1"/>
              </a:solidFill>
              <a:round/>
              <a:headEnd/>
              <a:tailEnd/>
            </a:ln>
          </p:spPr>
        </p:cxnSp>
        <p:cxnSp>
          <p:nvCxnSpPr>
            <p:cNvPr id="14346" name="Straight Connector 51">
              <a:extLst>
                <a:ext uri="{FF2B5EF4-FFF2-40B4-BE49-F238E27FC236}">
                  <a16:creationId xmlns:a16="http://schemas.microsoft.com/office/drawing/2014/main" id="{F7B007EA-9B6A-457E-B2B4-F77CB5E7820A}"/>
                </a:ext>
              </a:extLst>
            </p:cNvPr>
            <p:cNvCxnSpPr>
              <a:cxnSpLocks noChangeShapeType="1"/>
            </p:cNvCxnSpPr>
            <p:nvPr/>
          </p:nvCxnSpPr>
          <p:spPr bwMode="auto">
            <a:xfrm>
              <a:off x="6655577" y="3226561"/>
              <a:ext cx="411480" cy="1588"/>
            </a:xfrm>
            <a:prstGeom prst="line">
              <a:avLst/>
            </a:prstGeom>
            <a:grpFill/>
            <a:ln w="28575" algn="ctr">
              <a:solidFill>
                <a:schemeClr val="tx1"/>
              </a:solidFill>
              <a:round/>
              <a:headEnd/>
              <a:tailEnd/>
            </a:ln>
          </p:spPr>
        </p:cxnSp>
        <p:cxnSp>
          <p:nvCxnSpPr>
            <p:cNvPr id="14347" name="Straight Connector 52">
              <a:extLst>
                <a:ext uri="{FF2B5EF4-FFF2-40B4-BE49-F238E27FC236}">
                  <a16:creationId xmlns:a16="http://schemas.microsoft.com/office/drawing/2014/main" id="{E79CA169-6F5C-41E3-AFDC-9EAC0E13CB40}"/>
                </a:ext>
              </a:extLst>
            </p:cNvPr>
            <p:cNvCxnSpPr>
              <a:cxnSpLocks noChangeShapeType="1"/>
            </p:cNvCxnSpPr>
            <p:nvPr/>
          </p:nvCxnSpPr>
          <p:spPr bwMode="auto">
            <a:xfrm>
              <a:off x="8297545" y="2428868"/>
              <a:ext cx="457200" cy="1588"/>
            </a:xfrm>
            <a:prstGeom prst="line">
              <a:avLst/>
            </a:prstGeom>
            <a:grpFill/>
            <a:ln w="28575" algn="ctr">
              <a:solidFill>
                <a:schemeClr val="tx1"/>
              </a:solidFill>
              <a:round/>
              <a:headEnd/>
              <a:tailEnd/>
            </a:ln>
          </p:spPr>
        </p:cxnSp>
        <p:sp>
          <p:nvSpPr>
            <p:cNvPr id="14348" name="TextBox 53">
              <a:extLst>
                <a:ext uri="{FF2B5EF4-FFF2-40B4-BE49-F238E27FC236}">
                  <a16:creationId xmlns:a16="http://schemas.microsoft.com/office/drawing/2014/main" id="{CFC4EA65-D752-4FA4-BF82-1DEF2F095C41}"/>
                </a:ext>
              </a:extLst>
            </p:cNvPr>
            <p:cNvSpPr txBox="1">
              <a:spLocks noChangeArrowheads="1"/>
            </p:cNvSpPr>
            <p:nvPr/>
          </p:nvSpPr>
          <p:spPr bwMode="auto">
            <a:xfrm>
              <a:off x="7274587" y="2285780"/>
              <a:ext cx="500066" cy="3693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dirty="0">
                  <a:solidFill>
                    <a:schemeClr val="bg1"/>
                  </a:solidFill>
                </a:rPr>
                <a:t>IN</a:t>
              </a:r>
              <a:endParaRPr lang="en-GB" altLang="en-US" dirty="0">
                <a:solidFill>
                  <a:schemeClr val="bg1"/>
                </a:solidFill>
              </a:endParaRPr>
            </a:p>
          </p:txBody>
        </p:sp>
        <p:sp>
          <p:nvSpPr>
            <p:cNvPr id="14349" name="TextBox 54">
              <a:extLst>
                <a:ext uri="{FF2B5EF4-FFF2-40B4-BE49-F238E27FC236}">
                  <a16:creationId xmlns:a16="http://schemas.microsoft.com/office/drawing/2014/main" id="{6BEFC276-EED8-4F94-9B62-60251A9972A9}"/>
                </a:ext>
              </a:extLst>
            </p:cNvPr>
            <p:cNvSpPr txBox="1">
              <a:spLocks noChangeArrowheads="1"/>
            </p:cNvSpPr>
            <p:nvPr/>
          </p:nvSpPr>
          <p:spPr bwMode="auto">
            <a:xfrm>
              <a:off x="7577678" y="2273640"/>
              <a:ext cx="714348" cy="3693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dirty="0">
                  <a:solidFill>
                    <a:schemeClr val="bg1"/>
                  </a:solidFill>
                </a:rPr>
                <a:t>OUT</a:t>
              </a:r>
              <a:endParaRPr lang="en-GB" altLang="en-US" dirty="0">
                <a:solidFill>
                  <a:schemeClr val="bg1"/>
                </a:solidFill>
              </a:endParaRPr>
            </a:p>
          </p:txBody>
        </p:sp>
        <p:sp>
          <p:nvSpPr>
            <p:cNvPr id="14350" name="TextBox 55">
              <a:extLst>
                <a:ext uri="{FF2B5EF4-FFF2-40B4-BE49-F238E27FC236}">
                  <a16:creationId xmlns:a16="http://schemas.microsoft.com/office/drawing/2014/main" id="{9DDAE077-6AF1-4139-A790-3EE76B66D25E}"/>
                </a:ext>
              </a:extLst>
            </p:cNvPr>
            <p:cNvSpPr txBox="1">
              <a:spLocks noChangeArrowheads="1"/>
            </p:cNvSpPr>
            <p:nvPr/>
          </p:nvSpPr>
          <p:spPr bwMode="auto">
            <a:xfrm>
              <a:off x="7238956" y="2690870"/>
              <a:ext cx="500066" cy="3693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a:solidFill>
                    <a:schemeClr val="bg1"/>
                  </a:solidFill>
                </a:rPr>
                <a:t>S</a:t>
              </a:r>
              <a:endParaRPr lang="en-GB" altLang="en-US">
                <a:solidFill>
                  <a:schemeClr val="bg1"/>
                </a:solidFill>
              </a:endParaRPr>
            </a:p>
          </p:txBody>
        </p:sp>
        <p:sp>
          <p:nvSpPr>
            <p:cNvPr id="14351" name="TextBox 56">
              <a:extLst>
                <a:ext uri="{FF2B5EF4-FFF2-40B4-BE49-F238E27FC236}">
                  <a16:creationId xmlns:a16="http://schemas.microsoft.com/office/drawing/2014/main" id="{788DCBE3-6AFD-4BD4-A42E-AB65EE18DD42}"/>
                </a:ext>
              </a:extLst>
            </p:cNvPr>
            <p:cNvSpPr txBox="1">
              <a:spLocks noChangeArrowheads="1"/>
            </p:cNvSpPr>
            <p:nvPr/>
          </p:nvSpPr>
          <p:spPr bwMode="auto">
            <a:xfrm>
              <a:off x="7250830" y="3059668"/>
              <a:ext cx="750193" cy="3693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a:solidFill>
                    <a:schemeClr val="bg1"/>
                  </a:solidFill>
                </a:rPr>
                <a:t>WR</a:t>
              </a:r>
              <a:endParaRPr lang="en-GB" altLang="en-US">
                <a:solidFill>
                  <a:schemeClr val="bg1"/>
                </a:solidFil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a:extLst>
              <a:ext uri="{FF2B5EF4-FFF2-40B4-BE49-F238E27FC236}">
                <a16:creationId xmlns:a16="http://schemas.microsoft.com/office/drawing/2014/main" id="{F6E911B5-8225-A5A9-BC85-82876E4DF8DB}"/>
              </a:ext>
            </a:extLst>
          </p:cNvPr>
          <p:cNvSpPr>
            <a:spLocks noGrp="1" noChangeArrowheads="1"/>
          </p:cNvSpPr>
          <p:nvPr>
            <p:ph type="title"/>
          </p:nvPr>
        </p:nvSpPr>
        <p:spPr/>
        <p:txBody>
          <a:bodyPr/>
          <a:lstStyle/>
          <a:p>
            <a:r>
              <a:rPr lang="en-US" altLang="en-US"/>
              <a:t>Linear Select SRAM (Internal Structure)</a:t>
            </a:r>
            <a:endParaRPr lang="ru-RU" altLang="en-US"/>
          </a:p>
        </p:txBody>
      </p:sp>
      <p:grpSp>
        <p:nvGrpSpPr>
          <p:cNvPr id="15363" name="Group 233">
            <a:extLst>
              <a:ext uri="{FF2B5EF4-FFF2-40B4-BE49-F238E27FC236}">
                <a16:creationId xmlns:a16="http://schemas.microsoft.com/office/drawing/2014/main" id="{5F8BA104-5A75-7C63-D92F-CDFEFE329C44}"/>
              </a:ext>
            </a:extLst>
          </p:cNvPr>
          <p:cNvGrpSpPr>
            <a:grpSpLocks/>
          </p:cNvGrpSpPr>
          <p:nvPr/>
        </p:nvGrpSpPr>
        <p:grpSpPr bwMode="auto">
          <a:xfrm>
            <a:off x="2525713" y="1571626"/>
            <a:ext cx="7061200" cy="4219575"/>
            <a:chOff x="1001255" y="1571625"/>
            <a:chExt cx="7061619" cy="4220357"/>
          </a:xfrm>
        </p:grpSpPr>
        <p:sp>
          <p:nvSpPr>
            <p:cNvPr id="15364" name="Text Box 7">
              <a:extLst>
                <a:ext uri="{FF2B5EF4-FFF2-40B4-BE49-F238E27FC236}">
                  <a16:creationId xmlns:a16="http://schemas.microsoft.com/office/drawing/2014/main" id="{43FE2377-B590-3921-9272-4FAE4C4BF8B1}"/>
                </a:ext>
              </a:extLst>
            </p:cNvPr>
            <p:cNvSpPr txBox="1">
              <a:spLocks noChangeArrowheads="1"/>
            </p:cNvSpPr>
            <p:nvPr/>
          </p:nvSpPr>
          <p:spPr bwMode="auto">
            <a:xfrm>
              <a:off x="7546403" y="5378112"/>
              <a:ext cx="51647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O</a:t>
              </a:r>
              <a:r>
                <a:rPr lang="en-US" altLang="en-US" sz="1600" baseline="-25000"/>
                <a:t>0</a:t>
              </a:r>
              <a:endParaRPr lang="en-US" altLang="en-US" sz="1600"/>
            </a:p>
          </p:txBody>
        </p:sp>
        <p:sp>
          <p:nvSpPr>
            <p:cNvPr id="15365" name="Rectangle 8">
              <a:extLst>
                <a:ext uri="{FF2B5EF4-FFF2-40B4-BE49-F238E27FC236}">
                  <a16:creationId xmlns:a16="http://schemas.microsoft.com/office/drawing/2014/main" id="{3B5280B5-A447-5BAF-067A-FA96FA19A1CF}"/>
                </a:ext>
              </a:extLst>
            </p:cNvPr>
            <p:cNvSpPr>
              <a:spLocks noChangeArrowheads="1"/>
            </p:cNvSpPr>
            <p:nvPr/>
          </p:nvSpPr>
          <p:spPr bwMode="auto">
            <a:xfrm>
              <a:off x="6755774" y="4234991"/>
              <a:ext cx="580164"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66" name="Rectangle 9">
              <a:extLst>
                <a:ext uri="{FF2B5EF4-FFF2-40B4-BE49-F238E27FC236}">
                  <a16:creationId xmlns:a16="http://schemas.microsoft.com/office/drawing/2014/main" id="{68F0C655-8D5E-549E-9EC1-54D883173514}"/>
                </a:ext>
              </a:extLst>
            </p:cNvPr>
            <p:cNvSpPr>
              <a:spLocks noChangeArrowheads="1"/>
            </p:cNvSpPr>
            <p:nvPr/>
          </p:nvSpPr>
          <p:spPr bwMode="auto">
            <a:xfrm>
              <a:off x="6755774" y="1978764"/>
              <a:ext cx="580164"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67" name="Rectangle 10">
              <a:extLst>
                <a:ext uri="{FF2B5EF4-FFF2-40B4-BE49-F238E27FC236}">
                  <a16:creationId xmlns:a16="http://schemas.microsoft.com/office/drawing/2014/main" id="{139990C6-DDB5-423C-26A2-0E3B4A9D9115}"/>
                </a:ext>
              </a:extLst>
            </p:cNvPr>
            <p:cNvSpPr>
              <a:spLocks noChangeArrowheads="1"/>
            </p:cNvSpPr>
            <p:nvPr/>
          </p:nvSpPr>
          <p:spPr bwMode="auto">
            <a:xfrm>
              <a:off x="4102804" y="3468996"/>
              <a:ext cx="581549"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68" name="Rectangle 11">
              <a:extLst>
                <a:ext uri="{FF2B5EF4-FFF2-40B4-BE49-F238E27FC236}">
                  <a16:creationId xmlns:a16="http://schemas.microsoft.com/office/drawing/2014/main" id="{149594C1-CE83-2845-0A1A-5453AD2A1885}"/>
                </a:ext>
              </a:extLst>
            </p:cNvPr>
            <p:cNvSpPr>
              <a:spLocks noChangeArrowheads="1"/>
            </p:cNvSpPr>
            <p:nvPr/>
          </p:nvSpPr>
          <p:spPr bwMode="auto">
            <a:xfrm>
              <a:off x="5461135" y="3468996"/>
              <a:ext cx="582933"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69" name="Rectangle 12">
              <a:extLst>
                <a:ext uri="{FF2B5EF4-FFF2-40B4-BE49-F238E27FC236}">
                  <a16:creationId xmlns:a16="http://schemas.microsoft.com/office/drawing/2014/main" id="{F20B93FE-C2CF-2BD0-92E5-758C5AE19DB1}"/>
                </a:ext>
              </a:extLst>
            </p:cNvPr>
            <p:cNvSpPr>
              <a:spLocks noChangeArrowheads="1"/>
            </p:cNvSpPr>
            <p:nvPr/>
          </p:nvSpPr>
          <p:spPr bwMode="auto">
            <a:xfrm>
              <a:off x="6755774" y="3468996"/>
              <a:ext cx="580164"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70" name="Rectangle 13">
              <a:extLst>
                <a:ext uri="{FF2B5EF4-FFF2-40B4-BE49-F238E27FC236}">
                  <a16:creationId xmlns:a16="http://schemas.microsoft.com/office/drawing/2014/main" id="{E7F54F46-7778-70C8-B3BE-18B87370B9C6}"/>
                </a:ext>
              </a:extLst>
            </p:cNvPr>
            <p:cNvSpPr>
              <a:spLocks noChangeArrowheads="1"/>
            </p:cNvSpPr>
            <p:nvPr/>
          </p:nvSpPr>
          <p:spPr bwMode="auto">
            <a:xfrm>
              <a:off x="2823396" y="3468996"/>
              <a:ext cx="582933"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71" name="Rectangle 14">
              <a:extLst>
                <a:ext uri="{FF2B5EF4-FFF2-40B4-BE49-F238E27FC236}">
                  <a16:creationId xmlns:a16="http://schemas.microsoft.com/office/drawing/2014/main" id="{6A91C77B-5680-918C-8FD8-E104890C7176}"/>
                </a:ext>
              </a:extLst>
            </p:cNvPr>
            <p:cNvSpPr>
              <a:spLocks noChangeArrowheads="1"/>
            </p:cNvSpPr>
            <p:nvPr/>
          </p:nvSpPr>
          <p:spPr bwMode="auto">
            <a:xfrm>
              <a:off x="4102804" y="4234991"/>
              <a:ext cx="581549"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72" name="Rectangle 15">
              <a:extLst>
                <a:ext uri="{FF2B5EF4-FFF2-40B4-BE49-F238E27FC236}">
                  <a16:creationId xmlns:a16="http://schemas.microsoft.com/office/drawing/2014/main" id="{1800126D-BAA6-565B-8B67-DF7439AE917E}"/>
                </a:ext>
              </a:extLst>
            </p:cNvPr>
            <p:cNvSpPr>
              <a:spLocks noChangeArrowheads="1"/>
            </p:cNvSpPr>
            <p:nvPr/>
          </p:nvSpPr>
          <p:spPr bwMode="auto">
            <a:xfrm>
              <a:off x="5461135" y="4234991"/>
              <a:ext cx="582933"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73" name="Rectangle 16">
              <a:extLst>
                <a:ext uri="{FF2B5EF4-FFF2-40B4-BE49-F238E27FC236}">
                  <a16:creationId xmlns:a16="http://schemas.microsoft.com/office/drawing/2014/main" id="{8E6D20E4-B11B-9933-4902-6EFCBA615A8B}"/>
                </a:ext>
              </a:extLst>
            </p:cNvPr>
            <p:cNvSpPr>
              <a:spLocks noChangeArrowheads="1"/>
            </p:cNvSpPr>
            <p:nvPr/>
          </p:nvSpPr>
          <p:spPr bwMode="auto">
            <a:xfrm>
              <a:off x="2823396" y="4234991"/>
              <a:ext cx="582933"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74" name="Rectangle 17">
              <a:extLst>
                <a:ext uri="{FF2B5EF4-FFF2-40B4-BE49-F238E27FC236}">
                  <a16:creationId xmlns:a16="http://schemas.microsoft.com/office/drawing/2014/main" id="{FA61CFF2-4EB9-6E13-9368-4FCC101E7EFB}"/>
                </a:ext>
              </a:extLst>
            </p:cNvPr>
            <p:cNvSpPr>
              <a:spLocks noChangeArrowheads="1"/>
            </p:cNvSpPr>
            <p:nvPr/>
          </p:nvSpPr>
          <p:spPr bwMode="auto">
            <a:xfrm>
              <a:off x="4102804" y="1978764"/>
              <a:ext cx="581549"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75" name="Rectangle 18">
              <a:extLst>
                <a:ext uri="{FF2B5EF4-FFF2-40B4-BE49-F238E27FC236}">
                  <a16:creationId xmlns:a16="http://schemas.microsoft.com/office/drawing/2014/main" id="{258E7A11-F5D2-931D-F0C4-17DEBD6D9BC3}"/>
                </a:ext>
              </a:extLst>
            </p:cNvPr>
            <p:cNvSpPr>
              <a:spLocks noChangeArrowheads="1"/>
            </p:cNvSpPr>
            <p:nvPr/>
          </p:nvSpPr>
          <p:spPr bwMode="auto">
            <a:xfrm>
              <a:off x="5461135" y="1978764"/>
              <a:ext cx="582933"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76" name="Rectangle 19">
              <a:extLst>
                <a:ext uri="{FF2B5EF4-FFF2-40B4-BE49-F238E27FC236}">
                  <a16:creationId xmlns:a16="http://schemas.microsoft.com/office/drawing/2014/main" id="{5CDC0D77-6AB9-6C49-DC19-A31FB2D8810A}"/>
                </a:ext>
              </a:extLst>
            </p:cNvPr>
            <p:cNvSpPr>
              <a:spLocks noChangeArrowheads="1"/>
            </p:cNvSpPr>
            <p:nvPr/>
          </p:nvSpPr>
          <p:spPr bwMode="auto">
            <a:xfrm>
              <a:off x="2823396" y="1978764"/>
              <a:ext cx="582933"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77" name="Text Box 20">
              <a:extLst>
                <a:ext uri="{FF2B5EF4-FFF2-40B4-BE49-F238E27FC236}">
                  <a16:creationId xmlns:a16="http://schemas.microsoft.com/office/drawing/2014/main" id="{1DB7ED66-AEF1-A06D-312B-A7F0FD66E5E0}"/>
                </a:ext>
              </a:extLst>
            </p:cNvPr>
            <p:cNvSpPr txBox="1">
              <a:spLocks noChangeArrowheads="1"/>
            </p:cNvSpPr>
            <p:nvPr/>
          </p:nvSpPr>
          <p:spPr bwMode="auto">
            <a:xfrm>
              <a:off x="2823396" y="1934396"/>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378" name="Rectangle 21">
              <a:extLst>
                <a:ext uri="{FF2B5EF4-FFF2-40B4-BE49-F238E27FC236}">
                  <a16:creationId xmlns:a16="http://schemas.microsoft.com/office/drawing/2014/main" id="{F7B73065-9530-5E3D-30A2-21C87CF29A47}"/>
                </a:ext>
              </a:extLst>
            </p:cNvPr>
            <p:cNvSpPr>
              <a:spLocks noChangeArrowheads="1"/>
            </p:cNvSpPr>
            <p:nvPr/>
          </p:nvSpPr>
          <p:spPr bwMode="auto">
            <a:xfrm>
              <a:off x="5461135" y="2701696"/>
              <a:ext cx="582933"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79" name="Rectangle 22">
              <a:extLst>
                <a:ext uri="{FF2B5EF4-FFF2-40B4-BE49-F238E27FC236}">
                  <a16:creationId xmlns:a16="http://schemas.microsoft.com/office/drawing/2014/main" id="{A4DFC294-E913-8260-3AA0-FF13683E712A}"/>
                </a:ext>
              </a:extLst>
            </p:cNvPr>
            <p:cNvSpPr>
              <a:spLocks noChangeArrowheads="1"/>
            </p:cNvSpPr>
            <p:nvPr/>
          </p:nvSpPr>
          <p:spPr bwMode="auto">
            <a:xfrm>
              <a:off x="4102804" y="2701696"/>
              <a:ext cx="581549"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80" name="Rectangle 23">
              <a:extLst>
                <a:ext uri="{FF2B5EF4-FFF2-40B4-BE49-F238E27FC236}">
                  <a16:creationId xmlns:a16="http://schemas.microsoft.com/office/drawing/2014/main" id="{6B6BBB1F-95C0-C2A6-09B4-AAA26F46BB04}"/>
                </a:ext>
              </a:extLst>
            </p:cNvPr>
            <p:cNvSpPr>
              <a:spLocks noChangeArrowheads="1"/>
            </p:cNvSpPr>
            <p:nvPr/>
          </p:nvSpPr>
          <p:spPr bwMode="auto">
            <a:xfrm>
              <a:off x="6755774" y="2701696"/>
              <a:ext cx="580164"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81" name="Rectangle 24">
              <a:extLst>
                <a:ext uri="{FF2B5EF4-FFF2-40B4-BE49-F238E27FC236}">
                  <a16:creationId xmlns:a16="http://schemas.microsoft.com/office/drawing/2014/main" id="{15722201-0976-828E-5A98-66C2B801F605}"/>
                </a:ext>
              </a:extLst>
            </p:cNvPr>
            <p:cNvSpPr>
              <a:spLocks noChangeArrowheads="1"/>
            </p:cNvSpPr>
            <p:nvPr/>
          </p:nvSpPr>
          <p:spPr bwMode="auto">
            <a:xfrm>
              <a:off x="2823396" y="2701696"/>
              <a:ext cx="582933" cy="541547"/>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82" name="Rectangle 25">
              <a:extLst>
                <a:ext uri="{FF2B5EF4-FFF2-40B4-BE49-F238E27FC236}">
                  <a16:creationId xmlns:a16="http://schemas.microsoft.com/office/drawing/2014/main" id="{43338C4E-D48D-30B4-0E27-E93CB5B38D1F}"/>
                </a:ext>
              </a:extLst>
            </p:cNvPr>
            <p:cNvSpPr>
              <a:spLocks noChangeArrowheads="1"/>
            </p:cNvSpPr>
            <p:nvPr/>
          </p:nvSpPr>
          <p:spPr bwMode="auto">
            <a:xfrm>
              <a:off x="1802916" y="1978764"/>
              <a:ext cx="387699" cy="94868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5383" name="Text Box 27">
              <a:extLst>
                <a:ext uri="{FF2B5EF4-FFF2-40B4-BE49-F238E27FC236}">
                  <a16:creationId xmlns:a16="http://schemas.microsoft.com/office/drawing/2014/main" id="{C18B4393-9AA3-7CF3-52CE-0B533A70DC50}"/>
                </a:ext>
              </a:extLst>
            </p:cNvPr>
            <p:cNvSpPr txBox="1">
              <a:spLocks noChangeArrowheads="1"/>
            </p:cNvSpPr>
            <p:nvPr/>
          </p:nvSpPr>
          <p:spPr bwMode="auto">
            <a:xfrm>
              <a:off x="4102804" y="1934396"/>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384" name="Text Box 28">
              <a:extLst>
                <a:ext uri="{FF2B5EF4-FFF2-40B4-BE49-F238E27FC236}">
                  <a16:creationId xmlns:a16="http://schemas.microsoft.com/office/drawing/2014/main" id="{2C5A6942-E583-9EED-1C33-C441607A98CD}"/>
                </a:ext>
              </a:extLst>
            </p:cNvPr>
            <p:cNvSpPr txBox="1">
              <a:spLocks noChangeArrowheads="1"/>
            </p:cNvSpPr>
            <p:nvPr/>
          </p:nvSpPr>
          <p:spPr bwMode="auto">
            <a:xfrm>
              <a:off x="4165112" y="2114477"/>
              <a:ext cx="260312"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385" name="Text Box 29">
              <a:extLst>
                <a:ext uri="{FF2B5EF4-FFF2-40B4-BE49-F238E27FC236}">
                  <a16:creationId xmlns:a16="http://schemas.microsoft.com/office/drawing/2014/main" id="{C5389F37-1F4A-B8A4-445A-AD7A74D28544}"/>
                </a:ext>
              </a:extLst>
            </p:cNvPr>
            <p:cNvSpPr txBox="1">
              <a:spLocks noChangeArrowheads="1"/>
            </p:cNvSpPr>
            <p:nvPr/>
          </p:nvSpPr>
          <p:spPr bwMode="auto">
            <a:xfrm>
              <a:off x="4102804" y="2295862"/>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386" name="Text Box 30">
              <a:extLst>
                <a:ext uri="{FF2B5EF4-FFF2-40B4-BE49-F238E27FC236}">
                  <a16:creationId xmlns:a16="http://schemas.microsoft.com/office/drawing/2014/main" id="{9883CE91-966B-EA6C-79BC-E559DC68BB71}"/>
                </a:ext>
              </a:extLst>
            </p:cNvPr>
            <p:cNvSpPr txBox="1">
              <a:spLocks noChangeArrowheads="1"/>
            </p:cNvSpPr>
            <p:nvPr/>
          </p:nvSpPr>
          <p:spPr bwMode="auto">
            <a:xfrm>
              <a:off x="4361731" y="2114477"/>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387" name="Text Box 31">
              <a:extLst>
                <a:ext uri="{FF2B5EF4-FFF2-40B4-BE49-F238E27FC236}">
                  <a16:creationId xmlns:a16="http://schemas.microsoft.com/office/drawing/2014/main" id="{46D79F19-0462-05D8-0ECE-89544DAA132D}"/>
                </a:ext>
              </a:extLst>
            </p:cNvPr>
            <p:cNvSpPr txBox="1">
              <a:spLocks noChangeArrowheads="1"/>
            </p:cNvSpPr>
            <p:nvPr/>
          </p:nvSpPr>
          <p:spPr bwMode="auto">
            <a:xfrm>
              <a:off x="5461135" y="1934396"/>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388" name="Text Box 32">
              <a:extLst>
                <a:ext uri="{FF2B5EF4-FFF2-40B4-BE49-F238E27FC236}">
                  <a16:creationId xmlns:a16="http://schemas.microsoft.com/office/drawing/2014/main" id="{0C338BFF-CA26-374F-6734-981544DCECDA}"/>
                </a:ext>
              </a:extLst>
            </p:cNvPr>
            <p:cNvSpPr txBox="1">
              <a:spLocks noChangeArrowheads="1"/>
            </p:cNvSpPr>
            <p:nvPr/>
          </p:nvSpPr>
          <p:spPr bwMode="auto">
            <a:xfrm>
              <a:off x="5524829" y="2114477"/>
              <a:ext cx="260312"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389" name="Text Box 33">
              <a:extLst>
                <a:ext uri="{FF2B5EF4-FFF2-40B4-BE49-F238E27FC236}">
                  <a16:creationId xmlns:a16="http://schemas.microsoft.com/office/drawing/2014/main" id="{50C7A725-EFA3-15AA-2B1A-470D7447E089}"/>
                </a:ext>
              </a:extLst>
            </p:cNvPr>
            <p:cNvSpPr txBox="1">
              <a:spLocks noChangeArrowheads="1"/>
            </p:cNvSpPr>
            <p:nvPr/>
          </p:nvSpPr>
          <p:spPr bwMode="auto">
            <a:xfrm>
              <a:off x="5461135" y="2295862"/>
              <a:ext cx="324006"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390" name="Text Box 34">
              <a:extLst>
                <a:ext uri="{FF2B5EF4-FFF2-40B4-BE49-F238E27FC236}">
                  <a16:creationId xmlns:a16="http://schemas.microsoft.com/office/drawing/2014/main" id="{19808DEF-1F96-4460-86C9-08F56E5EDCAD}"/>
                </a:ext>
              </a:extLst>
            </p:cNvPr>
            <p:cNvSpPr txBox="1">
              <a:spLocks noChangeArrowheads="1"/>
            </p:cNvSpPr>
            <p:nvPr/>
          </p:nvSpPr>
          <p:spPr bwMode="auto">
            <a:xfrm>
              <a:off x="5720063" y="2114477"/>
              <a:ext cx="324006"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391" name="Text Box 35">
              <a:extLst>
                <a:ext uri="{FF2B5EF4-FFF2-40B4-BE49-F238E27FC236}">
                  <a16:creationId xmlns:a16="http://schemas.microsoft.com/office/drawing/2014/main" id="{9CDC606D-E3A0-6EA1-C442-AD8D1F5E3670}"/>
                </a:ext>
              </a:extLst>
            </p:cNvPr>
            <p:cNvSpPr txBox="1">
              <a:spLocks noChangeArrowheads="1"/>
            </p:cNvSpPr>
            <p:nvPr/>
          </p:nvSpPr>
          <p:spPr bwMode="auto">
            <a:xfrm>
              <a:off x="6755774" y="1934396"/>
              <a:ext cx="257543"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392" name="Text Box 36">
              <a:extLst>
                <a:ext uri="{FF2B5EF4-FFF2-40B4-BE49-F238E27FC236}">
                  <a16:creationId xmlns:a16="http://schemas.microsoft.com/office/drawing/2014/main" id="{61884AD7-FB8F-6B77-F56F-A9E020992872}"/>
                </a:ext>
              </a:extLst>
            </p:cNvPr>
            <p:cNvSpPr txBox="1">
              <a:spLocks noChangeArrowheads="1"/>
            </p:cNvSpPr>
            <p:nvPr/>
          </p:nvSpPr>
          <p:spPr bwMode="auto">
            <a:xfrm>
              <a:off x="6819467" y="2114477"/>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393" name="Text Box 37">
              <a:extLst>
                <a:ext uri="{FF2B5EF4-FFF2-40B4-BE49-F238E27FC236}">
                  <a16:creationId xmlns:a16="http://schemas.microsoft.com/office/drawing/2014/main" id="{43E8488B-B180-FB4F-75E4-7923EF609897}"/>
                </a:ext>
              </a:extLst>
            </p:cNvPr>
            <p:cNvSpPr txBox="1">
              <a:spLocks noChangeArrowheads="1"/>
            </p:cNvSpPr>
            <p:nvPr/>
          </p:nvSpPr>
          <p:spPr bwMode="auto">
            <a:xfrm>
              <a:off x="6755774" y="2295862"/>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394" name="Text Box 38">
              <a:extLst>
                <a:ext uri="{FF2B5EF4-FFF2-40B4-BE49-F238E27FC236}">
                  <a16:creationId xmlns:a16="http://schemas.microsoft.com/office/drawing/2014/main" id="{06F4812D-0124-1E8C-1038-3AA24782DFE1}"/>
                </a:ext>
              </a:extLst>
            </p:cNvPr>
            <p:cNvSpPr txBox="1">
              <a:spLocks noChangeArrowheads="1"/>
            </p:cNvSpPr>
            <p:nvPr/>
          </p:nvSpPr>
          <p:spPr bwMode="auto">
            <a:xfrm>
              <a:off x="7013317" y="2114477"/>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395" name="Text Box 39">
              <a:extLst>
                <a:ext uri="{FF2B5EF4-FFF2-40B4-BE49-F238E27FC236}">
                  <a16:creationId xmlns:a16="http://schemas.microsoft.com/office/drawing/2014/main" id="{2A10415D-8DF4-CFAB-AECC-124F91B86DBD}"/>
                </a:ext>
              </a:extLst>
            </p:cNvPr>
            <p:cNvSpPr txBox="1">
              <a:spLocks noChangeArrowheads="1"/>
            </p:cNvSpPr>
            <p:nvPr/>
          </p:nvSpPr>
          <p:spPr bwMode="auto">
            <a:xfrm>
              <a:off x="2887090" y="2114477"/>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396" name="Text Box 40">
              <a:extLst>
                <a:ext uri="{FF2B5EF4-FFF2-40B4-BE49-F238E27FC236}">
                  <a16:creationId xmlns:a16="http://schemas.microsoft.com/office/drawing/2014/main" id="{8B76098F-F669-50FF-2BC2-C0E1CE72F8EA}"/>
                </a:ext>
              </a:extLst>
            </p:cNvPr>
            <p:cNvSpPr txBox="1">
              <a:spLocks noChangeArrowheads="1"/>
            </p:cNvSpPr>
            <p:nvPr/>
          </p:nvSpPr>
          <p:spPr bwMode="auto">
            <a:xfrm>
              <a:off x="2823396" y="2295862"/>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397" name="Text Box 41">
              <a:extLst>
                <a:ext uri="{FF2B5EF4-FFF2-40B4-BE49-F238E27FC236}">
                  <a16:creationId xmlns:a16="http://schemas.microsoft.com/office/drawing/2014/main" id="{08252A85-46AD-221F-9E9D-F37816CB8073}"/>
                </a:ext>
              </a:extLst>
            </p:cNvPr>
            <p:cNvSpPr txBox="1">
              <a:spLocks noChangeArrowheads="1"/>
            </p:cNvSpPr>
            <p:nvPr/>
          </p:nvSpPr>
          <p:spPr bwMode="auto">
            <a:xfrm>
              <a:off x="3082324" y="2114477"/>
              <a:ext cx="324006"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398" name="Text Box 42">
              <a:extLst>
                <a:ext uri="{FF2B5EF4-FFF2-40B4-BE49-F238E27FC236}">
                  <a16:creationId xmlns:a16="http://schemas.microsoft.com/office/drawing/2014/main" id="{1DF182FC-3D45-78AA-1002-AA6AA650CAB6}"/>
                </a:ext>
              </a:extLst>
            </p:cNvPr>
            <p:cNvSpPr txBox="1">
              <a:spLocks noChangeArrowheads="1"/>
            </p:cNvSpPr>
            <p:nvPr/>
          </p:nvSpPr>
          <p:spPr bwMode="auto">
            <a:xfrm>
              <a:off x="4102804" y="2657328"/>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399" name="Text Box 43">
              <a:extLst>
                <a:ext uri="{FF2B5EF4-FFF2-40B4-BE49-F238E27FC236}">
                  <a16:creationId xmlns:a16="http://schemas.microsoft.com/office/drawing/2014/main" id="{B5F66B7F-F7BD-7E96-90DF-CA87D22911C5}"/>
                </a:ext>
              </a:extLst>
            </p:cNvPr>
            <p:cNvSpPr txBox="1">
              <a:spLocks noChangeArrowheads="1"/>
            </p:cNvSpPr>
            <p:nvPr/>
          </p:nvSpPr>
          <p:spPr bwMode="auto">
            <a:xfrm>
              <a:off x="4165112" y="2837409"/>
              <a:ext cx="260312"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400" name="Text Box 44">
              <a:extLst>
                <a:ext uri="{FF2B5EF4-FFF2-40B4-BE49-F238E27FC236}">
                  <a16:creationId xmlns:a16="http://schemas.microsoft.com/office/drawing/2014/main" id="{997AC165-250E-1C8D-9402-5C79FCA6A4E8}"/>
                </a:ext>
              </a:extLst>
            </p:cNvPr>
            <p:cNvSpPr txBox="1">
              <a:spLocks noChangeArrowheads="1"/>
            </p:cNvSpPr>
            <p:nvPr/>
          </p:nvSpPr>
          <p:spPr bwMode="auto">
            <a:xfrm>
              <a:off x="4102804" y="3017490"/>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401" name="Text Box 45">
              <a:extLst>
                <a:ext uri="{FF2B5EF4-FFF2-40B4-BE49-F238E27FC236}">
                  <a16:creationId xmlns:a16="http://schemas.microsoft.com/office/drawing/2014/main" id="{A7C3221C-3287-2A33-2E05-05DC1AF4C066}"/>
                </a:ext>
              </a:extLst>
            </p:cNvPr>
            <p:cNvSpPr txBox="1">
              <a:spLocks noChangeArrowheads="1"/>
            </p:cNvSpPr>
            <p:nvPr/>
          </p:nvSpPr>
          <p:spPr bwMode="auto">
            <a:xfrm>
              <a:off x="4361731" y="2837409"/>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402" name="Text Box 46">
              <a:extLst>
                <a:ext uri="{FF2B5EF4-FFF2-40B4-BE49-F238E27FC236}">
                  <a16:creationId xmlns:a16="http://schemas.microsoft.com/office/drawing/2014/main" id="{ECD7D6D8-DBA7-2C2A-0EC2-870CC9CC0D2A}"/>
                </a:ext>
              </a:extLst>
            </p:cNvPr>
            <p:cNvSpPr txBox="1">
              <a:spLocks noChangeArrowheads="1"/>
            </p:cNvSpPr>
            <p:nvPr/>
          </p:nvSpPr>
          <p:spPr bwMode="auto">
            <a:xfrm>
              <a:off x="5461135" y="2657328"/>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403" name="Text Box 47">
              <a:extLst>
                <a:ext uri="{FF2B5EF4-FFF2-40B4-BE49-F238E27FC236}">
                  <a16:creationId xmlns:a16="http://schemas.microsoft.com/office/drawing/2014/main" id="{CA3BE60E-4076-4B3F-E5AD-103AC00909B1}"/>
                </a:ext>
              </a:extLst>
            </p:cNvPr>
            <p:cNvSpPr txBox="1">
              <a:spLocks noChangeArrowheads="1"/>
            </p:cNvSpPr>
            <p:nvPr/>
          </p:nvSpPr>
          <p:spPr bwMode="auto">
            <a:xfrm>
              <a:off x="5524829" y="2837409"/>
              <a:ext cx="260312"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404" name="Text Box 48">
              <a:extLst>
                <a:ext uri="{FF2B5EF4-FFF2-40B4-BE49-F238E27FC236}">
                  <a16:creationId xmlns:a16="http://schemas.microsoft.com/office/drawing/2014/main" id="{104D3CB5-FD90-BE0A-42BF-99FC0D999673}"/>
                </a:ext>
              </a:extLst>
            </p:cNvPr>
            <p:cNvSpPr txBox="1">
              <a:spLocks noChangeArrowheads="1"/>
            </p:cNvSpPr>
            <p:nvPr/>
          </p:nvSpPr>
          <p:spPr bwMode="auto">
            <a:xfrm>
              <a:off x="5461135" y="3017490"/>
              <a:ext cx="324006"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405" name="Text Box 49">
              <a:extLst>
                <a:ext uri="{FF2B5EF4-FFF2-40B4-BE49-F238E27FC236}">
                  <a16:creationId xmlns:a16="http://schemas.microsoft.com/office/drawing/2014/main" id="{4414B2CB-5C05-BF54-CB48-5DC889B14878}"/>
                </a:ext>
              </a:extLst>
            </p:cNvPr>
            <p:cNvSpPr txBox="1">
              <a:spLocks noChangeArrowheads="1"/>
            </p:cNvSpPr>
            <p:nvPr/>
          </p:nvSpPr>
          <p:spPr bwMode="auto">
            <a:xfrm>
              <a:off x="5720063" y="2837409"/>
              <a:ext cx="324006"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406" name="Text Box 50">
              <a:extLst>
                <a:ext uri="{FF2B5EF4-FFF2-40B4-BE49-F238E27FC236}">
                  <a16:creationId xmlns:a16="http://schemas.microsoft.com/office/drawing/2014/main" id="{20201AB7-D31B-E197-860E-C322D8E3A922}"/>
                </a:ext>
              </a:extLst>
            </p:cNvPr>
            <p:cNvSpPr txBox="1">
              <a:spLocks noChangeArrowheads="1"/>
            </p:cNvSpPr>
            <p:nvPr/>
          </p:nvSpPr>
          <p:spPr bwMode="auto">
            <a:xfrm>
              <a:off x="6755774" y="2657328"/>
              <a:ext cx="257543"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407" name="Text Box 51">
              <a:extLst>
                <a:ext uri="{FF2B5EF4-FFF2-40B4-BE49-F238E27FC236}">
                  <a16:creationId xmlns:a16="http://schemas.microsoft.com/office/drawing/2014/main" id="{1EBC43EE-61A0-A2C8-8FF2-4BFB9B0BEC63}"/>
                </a:ext>
              </a:extLst>
            </p:cNvPr>
            <p:cNvSpPr txBox="1">
              <a:spLocks noChangeArrowheads="1"/>
            </p:cNvSpPr>
            <p:nvPr/>
          </p:nvSpPr>
          <p:spPr bwMode="auto">
            <a:xfrm>
              <a:off x="6819467" y="2837409"/>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408" name="Text Box 52">
              <a:extLst>
                <a:ext uri="{FF2B5EF4-FFF2-40B4-BE49-F238E27FC236}">
                  <a16:creationId xmlns:a16="http://schemas.microsoft.com/office/drawing/2014/main" id="{49F8B73A-6A4E-1B74-CBDA-B12200FB9179}"/>
                </a:ext>
              </a:extLst>
            </p:cNvPr>
            <p:cNvSpPr txBox="1">
              <a:spLocks noChangeArrowheads="1"/>
            </p:cNvSpPr>
            <p:nvPr/>
          </p:nvSpPr>
          <p:spPr bwMode="auto">
            <a:xfrm>
              <a:off x="6755774" y="3017490"/>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409" name="Text Box 53">
              <a:extLst>
                <a:ext uri="{FF2B5EF4-FFF2-40B4-BE49-F238E27FC236}">
                  <a16:creationId xmlns:a16="http://schemas.microsoft.com/office/drawing/2014/main" id="{12286773-1078-42AF-A8EF-4E9A0EFF3C5B}"/>
                </a:ext>
              </a:extLst>
            </p:cNvPr>
            <p:cNvSpPr txBox="1">
              <a:spLocks noChangeArrowheads="1"/>
            </p:cNvSpPr>
            <p:nvPr/>
          </p:nvSpPr>
          <p:spPr bwMode="auto">
            <a:xfrm>
              <a:off x="7013317" y="2837409"/>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410" name="Text Box 54">
              <a:extLst>
                <a:ext uri="{FF2B5EF4-FFF2-40B4-BE49-F238E27FC236}">
                  <a16:creationId xmlns:a16="http://schemas.microsoft.com/office/drawing/2014/main" id="{BF11BD13-C215-45E4-A664-CEBAEEE52302}"/>
                </a:ext>
              </a:extLst>
            </p:cNvPr>
            <p:cNvSpPr txBox="1">
              <a:spLocks noChangeArrowheads="1"/>
            </p:cNvSpPr>
            <p:nvPr/>
          </p:nvSpPr>
          <p:spPr bwMode="auto">
            <a:xfrm>
              <a:off x="2823396" y="2657328"/>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411" name="Text Box 55">
              <a:extLst>
                <a:ext uri="{FF2B5EF4-FFF2-40B4-BE49-F238E27FC236}">
                  <a16:creationId xmlns:a16="http://schemas.microsoft.com/office/drawing/2014/main" id="{754AC51F-AAE4-1603-C658-FB1C1B88AAF1}"/>
                </a:ext>
              </a:extLst>
            </p:cNvPr>
            <p:cNvSpPr txBox="1">
              <a:spLocks noChangeArrowheads="1"/>
            </p:cNvSpPr>
            <p:nvPr/>
          </p:nvSpPr>
          <p:spPr bwMode="auto">
            <a:xfrm>
              <a:off x="2887090" y="2837409"/>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412" name="Text Box 56">
              <a:extLst>
                <a:ext uri="{FF2B5EF4-FFF2-40B4-BE49-F238E27FC236}">
                  <a16:creationId xmlns:a16="http://schemas.microsoft.com/office/drawing/2014/main" id="{F9F06770-B240-8923-DA69-0D9AF29E74EE}"/>
                </a:ext>
              </a:extLst>
            </p:cNvPr>
            <p:cNvSpPr txBox="1">
              <a:spLocks noChangeArrowheads="1"/>
            </p:cNvSpPr>
            <p:nvPr/>
          </p:nvSpPr>
          <p:spPr bwMode="auto">
            <a:xfrm>
              <a:off x="2823396" y="3017490"/>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413" name="Text Box 57">
              <a:extLst>
                <a:ext uri="{FF2B5EF4-FFF2-40B4-BE49-F238E27FC236}">
                  <a16:creationId xmlns:a16="http://schemas.microsoft.com/office/drawing/2014/main" id="{EB2478AC-E1A6-E756-75F2-5C5701A3DA3A}"/>
                </a:ext>
              </a:extLst>
            </p:cNvPr>
            <p:cNvSpPr txBox="1">
              <a:spLocks noChangeArrowheads="1"/>
            </p:cNvSpPr>
            <p:nvPr/>
          </p:nvSpPr>
          <p:spPr bwMode="auto">
            <a:xfrm>
              <a:off x="3082324" y="2837409"/>
              <a:ext cx="324006"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414" name="Text Box 58">
              <a:extLst>
                <a:ext uri="{FF2B5EF4-FFF2-40B4-BE49-F238E27FC236}">
                  <a16:creationId xmlns:a16="http://schemas.microsoft.com/office/drawing/2014/main" id="{9106F8AD-43A8-2342-8B77-02BAE1DA4320}"/>
                </a:ext>
              </a:extLst>
            </p:cNvPr>
            <p:cNvSpPr txBox="1">
              <a:spLocks noChangeArrowheads="1"/>
            </p:cNvSpPr>
            <p:nvPr/>
          </p:nvSpPr>
          <p:spPr bwMode="auto">
            <a:xfrm>
              <a:off x="4102804" y="3423324"/>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415" name="Text Box 59">
              <a:extLst>
                <a:ext uri="{FF2B5EF4-FFF2-40B4-BE49-F238E27FC236}">
                  <a16:creationId xmlns:a16="http://schemas.microsoft.com/office/drawing/2014/main" id="{CDBDFF23-4BD1-9E88-1BAD-D68FEE71C1D6}"/>
                </a:ext>
              </a:extLst>
            </p:cNvPr>
            <p:cNvSpPr txBox="1">
              <a:spLocks noChangeArrowheads="1"/>
            </p:cNvSpPr>
            <p:nvPr/>
          </p:nvSpPr>
          <p:spPr bwMode="auto">
            <a:xfrm>
              <a:off x="4165112" y="3603404"/>
              <a:ext cx="260312"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416" name="Text Box 60">
              <a:extLst>
                <a:ext uri="{FF2B5EF4-FFF2-40B4-BE49-F238E27FC236}">
                  <a16:creationId xmlns:a16="http://schemas.microsoft.com/office/drawing/2014/main" id="{9BC5FBAC-A292-CC20-609F-75049FB3BD0A}"/>
                </a:ext>
              </a:extLst>
            </p:cNvPr>
            <p:cNvSpPr txBox="1">
              <a:spLocks noChangeArrowheads="1"/>
            </p:cNvSpPr>
            <p:nvPr/>
          </p:nvSpPr>
          <p:spPr bwMode="auto">
            <a:xfrm>
              <a:off x="4102804" y="3786095"/>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417" name="Text Box 61">
              <a:extLst>
                <a:ext uri="{FF2B5EF4-FFF2-40B4-BE49-F238E27FC236}">
                  <a16:creationId xmlns:a16="http://schemas.microsoft.com/office/drawing/2014/main" id="{085F408F-31CC-54CD-291A-8991DC299DF9}"/>
                </a:ext>
              </a:extLst>
            </p:cNvPr>
            <p:cNvSpPr txBox="1">
              <a:spLocks noChangeArrowheads="1"/>
            </p:cNvSpPr>
            <p:nvPr/>
          </p:nvSpPr>
          <p:spPr bwMode="auto">
            <a:xfrm>
              <a:off x="4361731" y="3603404"/>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418" name="Text Box 62">
              <a:extLst>
                <a:ext uri="{FF2B5EF4-FFF2-40B4-BE49-F238E27FC236}">
                  <a16:creationId xmlns:a16="http://schemas.microsoft.com/office/drawing/2014/main" id="{89BED879-F247-1E8C-BF0A-BB6A241E01A5}"/>
                </a:ext>
              </a:extLst>
            </p:cNvPr>
            <p:cNvSpPr txBox="1">
              <a:spLocks noChangeArrowheads="1"/>
            </p:cNvSpPr>
            <p:nvPr/>
          </p:nvSpPr>
          <p:spPr bwMode="auto">
            <a:xfrm>
              <a:off x="5461135" y="3423324"/>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419" name="Text Box 63">
              <a:extLst>
                <a:ext uri="{FF2B5EF4-FFF2-40B4-BE49-F238E27FC236}">
                  <a16:creationId xmlns:a16="http://schemas.microsoft.com/office/drawing/2014/main" id="{5098C40A-CB4D-DE06-CB02-CD5EC2D3944B}"/>
                </a:ext>
              </a:extLst>
            </p:cNvPr>
            <p:cNvSpPr txBox="1">
              <a:spLocks noChangeArrowheads="1"/>
            </p:cNvSpPr>
            <p:nvPr/>
          </p:nvSpPr>
          <p:spPr bwMode="auto">
            <a:xfrm>
              <a:off x="5524829" y="3603404"/>
              <a:ext cx="260312"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420" name="Text Box 64">
              <a:extLst>
                <a:ext uri="{FF2B5EF4-FFF2-40B4-BE49-F238E27FC236}">
                  <a16:creationId xmlns:a16="http://schemas.microsoft.com/office/drawing/2014/main" id="{B53AA720-B995-5235-C21C-8004CC02C88F}"/>
                </a:ext>
              </a:extLst>
            </p:cNvPr>
            <p:cNvSpPr txBox="1">
              <a:spLocks noChangeArrowheads="1"/>
            </p:cNvSpPr>
            <p:nvPr/>
          </p:nvSpPr>
          <p:spPr bwMode="auto">
            <a:xfrm>
              <a:off x="5461135" y="3786095"/>
              <a:ext cx="324006"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421" name="Text Box 65">
              <a:extLst>
                <a:ext uri="{FF2B5EF4-FFF2-40B4-BE49-F238E27FC236}">
                  <a16:creationId xmlns:a16="http://schemas.microsoft.com/office/drawing/2014/main" id="{E8CA55E9-B9DF-3BC5-D9FD-AC95E3702503}"/>
                </a:ext>
              </a:extLst>
            </p:cNvPr>
            <p:cNvSpPr txBox="1">
              <a:spLocks noChangeArrowheads="1"/>
            </p:cNvSpPr>
            <p:nvPr/>
          </p:nvSpPr>
          <p:spPr bwMode="auto">
            <a:xfrm>
              <a:off x="5720063" y="3603404"/>
              <a:ext cx="324006"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422" name="Text Box 66">
              <a:extLst>
                <a:ext uri="{FF2B5EF4-FFF2-40B4-BE49-F238E27FC236}">
                  <a16:creationId xmlns:a16="http://schemas.microsoft.com/office/drawing/2014/main" id="{6C147EC4-B764-C4DC-D7D0-97CDFE82FDEE}"/>
                </a:ext>
              </a:extLst>
            </p:cNvPr>
            <p:cNvSpPr txBox="1">
              <a:spLocks noChangeArrowheads="1"/>
            </p:cNvSpPr>
            <p:nvPr/>
          </p:nvSpPr>
          <p:spPr bwMode="auto">
            <a:xfrm>
              <a:off x="6755774" y="3423324"/>
              <a:ext cx="257543"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423" name="Text Box 67">
              <a:extLst>
                <a:ext uri="{FF2B5EF4-FFF2-40B4-BE49-F238E27FC236}">
                  <a16:creationId xmlns:a16="http://schemas.microsoft.com/office/drawing/2014/main" id="{BB1CDB9B-F085-D4B0-7915-C13F4FF90A67}"/>
                </a:ext>
              </a:extLst>
            </p:cNvPr>
            <p:cNvSpPr txBox="1">
              <a:spLocks noChangeArrowheads="1"/>
            </p:cNvSpPr>
            <p:nvPr/>
          </p:nvSpPr>
          <p:spPr bwMode="auto">
            <a:xfrm>
              <a:off x="6819467" y="3603404"/>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424" name="Text Box 68">
              <a:extLst>
                <a:ext uri="{FF2B5EF4-FFF2-40B4-BE49-F238E27FC236}">
                  <a16:creationId xmlns:a16="http://schemas.microsoft.com/office/drawing/2014/main" id="{71642074-7D35-9512-7703-583FC5130665}"/>
                </a:ext>
              </a:extLst>
            </p:cNvPr>
            <p:cNvSpPr txBox="1">
              <a:spLocks noChangeArrowheads="1"/>
            </p:cNvSpPr>
            <p:nvPr/>
          </p:nvSpPr>
          <p:spPr bwMode="auto">
            <a:xfrm>
              <a:off x="6755774" y="3786095"/>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425" name="Text Box 69">
              <a:extLst>
                <a:ext uri="{FF2B5EF4-FFF2-40B4-BE49-F238E27FC236}">
                  <a16:creationId xmlns:a16="http://schemas.microsoft.com/office/drawing/2014/main" id="{355177BD-7FAA-0A3E-A0C2-16D6A8ABBD2D}"/>
                </a:ext>
              </a:extLst>
            </p:cNvPr>
            <p:cNvSpPr txBox="1">
              <a:spLocks noChangeArrowheads="1"/>
            </p:cNvSpPr>
            <p:nvPr/>
          </p:nvSpPr>
          <p:spPr bwMode="auto">
            <a:xfrm>
              <a:off x="7013317" y="3603404"/>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426" name="Text Box 70">
              <a:extLst>
                <a:ext uri="{FF2B5EF4-FFF2-40B4-BE49-F238E27FC236}">
                  <a16:creationId xmlns:a16="http://schemas.microsoft.com/office/drawing/2014/main" id="{2E451A28-C762-52D5-BE4B-0A7E79D3CC7D}"/>
                </a:ext>
              </a:extLst>
            </p:cNvPr>
            <p:cNvSpPr txBox="1">
              <a:spLocks noChangeArrowheads="1"/>
            </p:cNvSpPr>
            <p:nvPr/>
          </p:nvSpPr>
          <p:spPr bwMode="auto">
            <a:xfrm>
              <a:off x="2823396" y="3423324"/>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427" name="Text Box 71">
              <a:extLst>
                <a:ext uri="{FF2B5EF4-FFF2-40B4-BE49-F238E27FC236}">
                  <a16:creationId xmlns:a16="http://schemas.microsoft.com/office/drawing/2014/main" id="{3A2685CF-D52D-9FC3-2068-F32143FCE6BD}"/>
                </a:ext>
              </a:extLst>
            </p:cNvPr>
            <p:cNvSpPr txBox="1">
              <a:spLocks noChangeArrowheads="1"/>
            </p:cNvSpPr>
            <p:nvPr/>
          </p:nvSpPr>
          <p:spPr bwMode="auto">
            <a:xfrm>
              <a:off x="2887090" y="3603404"/>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428" name="Text Box 72">
              <a:extLst>
                <a:ext uri="{FF2B5EF4-FFF2-40B4-BE49-F238E27FC236}">
                  <a16:creationId xmlns:a16="http://schemas.microsoft.com/office/drawing/2014/main" id="{1C884896-A23E-C400-F321-4E27E1ACAEA8}"/>
                </a:ext>
              </a:extLst>
            </p:cNvPr>
            <p:cNvSpPr txBox="1">
              <a:spLocks noChangeArrowheads="1"/>
            </p:cNvSpPr>
            <p:nvPr/>
          </p:nvSpPr>
          <p:spPr bwMode="auto">
            <a:xfrm>
              <a:off x="2823396" y="3786095"/>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429" name="Text Box 73">
              <a:extLst>
                <a:ext uri="{FF2B5EF4-FFF2-40B4-BE49-F238E27FC236}">
                  <a16:creationId xmlns:a16="http://schemas.microsoft.com/office/drawing/2014/main" id="{64B91867-65BE-260C-C46C-EA19CF67F3E6}"/>
                </a:ext>
              </a:extLst>
            </p:cNvPr>
            <p:cNvSpPr txBox="1">
              <a:spLocks noChangeArrowheads="1"/>
            </p:cNvSpPr>
            <p:nvPr/>
          </p:nvSpPr>
          <p:spPr bwMode="auto">
            <a:xfrm>
              <a:off x="3082324" y="3603404"/>
              <a:ext cx="324006"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430" name="Text Box 74">
              <a:extLst>
                <a:ext uri="{FF2B5EF4-FFF2-40B4-BE49-F238E27FC236}">
                  <a16:creationId xmlns:a16="http://schemas.microsoft.com/office/drawing/2014/main" id="{56625D6E-C89E-34F3-B2FF-59F77743B44D}"/>
                </a:ext>
              </a:extLst>
            </p:cNvPr>
            <p:cNvSpPr txBox="1">
              <a:spLocks noChangeArrowheads="1"/>
            </p:cNvSpPr>
            <p:nvPr/>
          </p:nvSpPr>
          <p:spPr bwMode="auto">
            <a:xfrm>
              <a:off x="4102804" y="4190624"/>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431" name="Text Box 75">
              <a:extLst>
                <a:ext uri="{FF2B5EF4-FFF2-40B4-BE49-F238E27FC236}">
                  <a16:creationId xmlns:a16="http://schemas.microsoft.com/office/drawing/2014/main" id="{07C01D8F-4FA8-D153-EB9A-31F05AB6ACFD}"/>
                </a:ext>
              </a:extLst>
            </p:cNvPr>
            <p:cNvSpPr txBox="1">
              <a:spLocks noChangeArrowheads="1"/>
            </p:cNvSpPr>
            <p:nvPr/>
          </p:nvSpPr>
          <p:spPr bwMode="auto">
            <a:xfrm>
              <a:off x="4165112" y="4370704"/>
              <a:ext cx="260312"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432" name="Text Box 76">
              <a:extLst>
                <a:ext uri="{FF2B5EF4-FFF2-40B4-BE49-F238E27FC236}">
                  <a16:creationId xmlns:a16="http://schemas.microsoft.com/office/drawing/2014/main" id="{D439AEBD-5A55-7301-2346-3CD8911B00D9}"/>
                </a:ext>
              </a:extLst>
            </p:cNvPr>
            <p:cNvSpPr txBox="1">
              <a:spLocks noChangeArrowheads="1"/>
            </p:cNvSpPr>
            <p:nvPr/>
          </p:nvSpPr>
          <p:spPr bwMode="auto">
            <a:xfrm>
              <a:off x="4102804" y="4552090"/>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433" name="Text Box 77">
              <a:extLst>
                <a:ext uri="{FF2B5EF4-FFF2-40B4-BE49-F238E27FC236}">
                  <a16:creationId xmlns:a16="http://schemas.microsoft.com/office/drawing/2014/main" id="{6642728C-18B9-74A2-76E9-BE796E709F6B}"/>
                </a:ext>
              </a:extLst>
            </p:cNvPr>
            <p:cNvSpPr txBox="1">
              <a:spLocks noChangeArrowheads="1"/>
            </p:cNvSpPr>
            <p:nvPr/>
          </p:nvSpPr>
          <p:spPr bwMode="auto">
            <a:xfrm>
              <a:off x="4361731" y="4370704"/>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434" name="Text Box 78">
              <a:extLst>
                <a:ext uri="{FF2B5EF4-FFF2-40B4-BE49-F238E27FC236}">
                  <a16:creationId xmlns:a16="http://schemas.microsoft.com/office/drawing/2014/main" id="{489E2EB0-4100-85F1-6787-BB702847744C}"/>
                </a:ext>
              </a:extLst>
            </p:cNvPr>
            <p:cNvSpPr txBox="1">
              <a:spLocks noChangeArrowheads="1"/>
            </p:cNvSpPr>
            <p:nvPr/>
          </p:nvSpPr>
          <p:spPr bwMode="auto">
            <a:xfrm>
              <a:off x="5461135" y="4190624"/>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435" name="Text Box 79">
              <a:extLst>
                <a:ext uri="{FF2B5EF4-FFF2-40B4-BE49-F238E27FC236}">
                  <a16:creationId xmlns:a16="http://schemas.microsoft.com/office/drawing/2014/main" id="{F28B0C9B-D96C-53EC-A9C8-30E327EB6FA2}"/>
                </a:ext>
              </a:extLst>
            </p:cNvPr>
            <p:cNvSpPr txBox="1">
              <a:spLocks noChangeArrowheads="1"/>
            </p:cNvSpPr>
            <p:nvPr/>
          </p:nvSpPr>
          <p:spPr bwMode="auto">
            <a:xfrm>
              <a:off x="5524829" y="4370704"/>
              <a:ext cx="260312"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436" name="Text Box 80">
              <a:extLst>
                <a:ext uri="{FF2B5EF4-FFF2-40B4-BE49-F238E27FC236}">
                  <a16:creationId xmlns:a16="http://schemas.microsoft.com/office/drawing/2014/main" id="{84EB51AF-9FB5-1C37-6DD1-112CF844FA43}"/>
                </a:ext>
              </a:extLst>
            </p:cNvPr>
            <p:cNvSpPr txBox="1">
              <a:spLocks noChangeArrowheads="1"/>
            </p:cNvSpPr>
            <p:nvPr/>
          </p:nvSpPr>
          <p:spPr bwMode="auto">
            <a:xfrm>
              <a:off x="5461135" y="4552090"/>
              <a:ext cx="324006"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437" name="Text Box 81">
              <a:extLst>
                <a:ext uri="{FF2B5EF4-FFF2-40B4-BE49-F238E27FC236}">
                  <a16:creationId xmlns:a16="http://schemas.microsoft.com/office/drawing/2014/main" id="{E57BBF77-9F3F-B5E5-803E-4103DE782B97}"/>
                </a:ext>
              </a:extLst>
            </p:cNvPr>
            <p:cNvSpPr txBox="1">
              <a:spLocks noChangeArrowheads="1"/>
            </p:cNvSpPr>
            <p:nvPr/>
          </p:nvSpPr>
          <p:spPr bwMode="auto">
            <a:xfrm>
              <a:off x="5720063" y="4370704"/>
              <a:ext cx="324006"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438" name="Text Box 82">
              <a:extLst>
                <a:ext uri="{FF2B5EF4-FFF2-40B4-BE49-F238E27FC236}">
                  <a16:creationId xmlns:a16="http://schemas.microsoft.com/office/drawing/2014/main" id="{0AF0FA2C-8ABF-3E1B-D7C4-BFF1072DA5A8}"/>
                </a:ext>
              </a:extLst>
            </p:cNvPr>
            <p:cNvSpPr txBox="1">
              <a:spLocks noChangeArrowheads="1"/>
            </p:cNvSpPr>
            <p:nvPr/>
          </p:nvSpPr>
          <p:spPr bwMode="auto">
            <a:xfrm>
              <a:off x="6755774" y="4190624"/>
              <a:ext cx="257543"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439" name="Text Box 83">
              <a:extLst>
                <a:ext uri="{FF2B5EF4-FFF2-40B4-BE49-F238E27FC236}">
                  <a16:creationId xmlns:a16="http://schemas.microsoft.com/office/drawing/2014/main" id="{1A17C228-415C-6EFC-798A-4C001EBB2D57}"/>
                </a:ext>
              </a:extLst>
            </p:cNvPr>
            <p:cNvSpPr txBox="1">
              <a:spLocks noChangeArrowheads="1"/>
            </p:cNvSpPr>
            <p:nvPr/>
          </p:nvSpPr>
          <p:spPr bwMode="auto">
            <a:xfrm>
              <a:off x="6819467" y="4370704"/>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440" name="Text Box 84">
              <a:extLst>
                <a:ext uri="{FF2B5EF4-FFF2-40B4-BE49-F238E27FC236}">
                  <a16:creationId xmlns:a16="http://schemas.microsoft.com/office/drawing/2014/main" id="{63970537-8FA1-91A4-0F1A-B29AE0BA9224}"/>
                </a:ext>
              </a:extLst>
            </p:cNvPr>
            <p:cNvSpPr txBox="1">
              <a:spLocks noChangeArrowheads="1"/>
            </p:cNvSpPr>
            <p:nvPr/>
          </p:nvSpPr>
          <p:spPr bwMode="auto">
            <a:xfrm>
              <a:off x="6755774" y="4552090"/>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441" name="Text Box 85">
              <a:extLst>
                <a:ext uri="{FF2B5EF4-FFF2-40B4-BE49-F238E27FC236}">
                  <a16:creationId xmlns:a16="http://schemas.microsoft.com/office/drawing/2014/main" id="{E61F5575-B507-A22D-59EF-6F56E9328517}"/>
                </a:ext>
              </a:extLst>
            </p:cNvPr>
            <p:cNvSpPr txBox="1">
              <a:spLocks noChangeArrowheads="1"/>
            </p:cNvSpPr>
            <p:nvPr/>
          </p:nvSpPr>
          <p:spPr bwMode="auto">
            <a:xfrm>
              <a:off x="7013317" y="4370704"/>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sp>
          <p:nvSpPr>
            <p:cNvPr id="15442" name="Text Box 86">
              <a:extLst>
                <a:ext uri="{FF2B5EF4-FFF2-40B4-BE49-F238E27FC236}">
                  <a16:creationId xmlns:a16="http://schemas.microsoft.com/office/drawing/2014/main" id="{2BDA2A7F-E27B-840B-206D-3FDACA0AC83C}"/>
                </a:ext>
              </a:extLst>
            </p:cNvPr>
            <p:cNvSpPr txBox="1">
              <a:spLocks noChangeArrowheads="1"/>
            </p:cNvSpPr>
            <p:nvPr/>
          </p:nvSpPr>
          <p:spPr bwMode="auto">
            <a:xfrm>
              <a:off x="2823396" y="4190624"/>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S</a:t>
              </a:r>
            </a:p>
          </p:txBody>
        </p:sp>
        <p:sp>
          <p:nvSpPr>
            <p:cNvPr id="15443" name="Text Box 87">
              <a:extLst>
                <a:ext uri="{FF2B5EF4-FFF2-40B4-BE49-F238E27FC236}">
                  <a16:creationId xmlns:a16="http://schemas.microsoft.com/office/drawing/2014/main" id="{95B0FA12-8F1D-BB9A-0CD5-F37018EF1906}"/>
                </a:ext>
              </a:extLst>
            </p:cNvPr>
            <p:cNvSpPr txBox="1">
              <a:spLocks noChangeArrowheads="1"/>
            </p:cNvSpPr>
            <p:nvPr/>
          </p:nvSpPr>
          <p:spPr bwMode="auto">
            <a:xfrm>
              <a:off x="2887090" y="4370704"/>
              <a:ext cx="258928"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I</a:t>
              </a:r>
            </a:p>
          </p:txBody>
        </p:sp>
        <p:sp>
          <p:nvSpPr>
            <p:cNvPr id="15444" name="Text Box 88">
              <a:extLst>
                <a:ext uri="{FF2B5EF4-FFF2-40B4-BE49-F238E27FC236}">
                  <a16:creationId xmlns:a16="http://schemas.microsoft.com/office/drawing/2014/main" id="{31ACE0A9-2E43-D3ED-012B-5CDB19CA88D4}"/>
                </a:ext>
              </a:extLst>
            </p:cNvPr>
            <p:cNvSpPr txBox="1">
              <a:spLocks noChangeArrowheads="1"/>
            </p:cNvSpPr>
            <p:nvPr/>
          </p:nvSpPr>
          <p:spPr bwMode="auto">
            <a:xfrm>
              <a:off x="2823396" y="4552090"/>
              <a:ext cx="322621"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a:t>
              </a:r>
            </a:p>
          </p:txBody>
        </p:sp>
        <p:sp>
          <p:nvSpPr>
            <p:cNvPr id="15445" name="Text Box 89">
              <a:extLst>
                <a:ext uri="{FF2B5EF4-FFF2-40B4-BE49-F238E27FC236}">
                  <a16:creationId xmlns:a16="http://schemas.microsoft.com/office/drawing/2014/main" id="{C7CEC174-11A8-3EA8-3F36-0370AD399FF6}"/>
                </a:ext>
              </a:extLst>
            </p:cNvPr>
            <p:cNvSpPr txBox="1">
              <a:spLocks noChangeArrowheads="1"/>
            </p:cNvSpPr>
            <p:nvPr/>
          </p:nvSpPr>
          <p:spPr bwMode="auto">
            <a:xfrm>
              <a:off x="3082324" y="4370704"/>
              <a:ext cx="324006"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O</a:t>
              </a:r>
            </a:p>
          </p:txBody>
        </p:sp>
        <p:cxnSp>
          <p:nvCxnSpPr>
            <p:cNvPr id="15446" name="AutoShape 92">
              <a:extLst>
                <a:ext uri="{FF2B5EF4-FFF2-40B4-BE49-F238E27FC236}">
                  <a16:creationId xmlns:a16="http://schemas.microsoft.com/office/drawing/2014/main" id="{6AD757C6-E56E-9D42-3095-F0885CBCB478}"/>
                </a:ext>
              </a:extLst>
            </p:cNvPr>
            <p:cNvCxnSpPr>
              <a:cxnSpLocks noChangeShapeType="1"/>
            </p:cNvCxnSpPr>
            <p:nvPr/>
          </p:nvCxnSpPr>
          <p:spPr bwMode="auto">
            <a:xfrm>
              <a:off x="1546758" y="2354584"/>
              <a:ext cx="258928" cy="0"/>
            </a:xfrm>
            <a:prstGeom prst="straightConnector1">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15447" name="AutoShape 93">
              <a:extLst>
                <a:ext uri="{FF2B5EF4-FFF2-40B4-BE49-F238E27FC236}">
                  <a16:creationId xmlns:a16="http://schemas.microsoft.com/office/drawing/2014/main" id="{86DF096B-9804-FA4C-FD72-88478C6B77F4}"/>
                </a:ext>
              </a:extLst>
            </p:cNvPr>
            <p:cNvCxnSpPr>
              <a:cxnSpLocks noChangeShapeType="1"/>
            </p:cNvCxnSpPr>
            <p:nvPr/>
          </p:nvCxnSpPr>
          <p:spPr bwMode="auto">
            <a:xfrm>
              <a:off x="1550912" y="2547714"/>
              <a:ext cx="258928" cy="0"/>
            </a:xfrm>
            <a:prstGeom prst="straightConnector1">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15448" name="Line 96">
              <a:extLst>
                <a:ext uri="{FF2B5EF4-FFF2-40B4-BE49-F238E27FC236}">
                  <a16:creationId xmlns:a16="http://schemas.microsoft.com/office/drawing/2014/main" id="{4B3C0D19-E2FE-19FA-89F5-D474D2703017}"/>
                </a:ext>
              </a:extLst>
            </p:cNvPr>
            <p:cNvSpPr>
              <a:spLocks noChangeShapeType="1"/>
            </p:cNvSpPr>
            <p:nvPr/>
          </p:nvSpPr>
          <p:spPr bwMode="auto">
            <a:xfrm flipH="1">
              <a:off x="2186462" y="2746064"/>
              <a:ext cx="235389" cy="39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49" name="Line 97">
              <a:extLst>
                <a:ext uri="{FF2B5EF4-FFF2-40B4-BE49-F238E27FC236}">
                  <a16:creationId xmlns:a16="http://schemas.microsoft.com/office/drawing/2014/main" id="{25CEFE90-0213-3EDF-12DC-C4ECB0D1D4D4}"/>
                </a:ext>
              </a:extLst>
            </p:cNvPr>
            <p:cNvSpPr>
              <a:spLocks noChangeShapeType="1"/>
            </p:cNvSpPr>
            <p:nvPr/>
          </p:nvSpPr>
          <p:spPr bwMode="auto">
            <a:xfrm>
              <a:off x="2421851" y="2752589"/>
              <a:ext cx="0" cy="157374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50" name="Line 98">
              <a:extLst>
                <a:ext uri="{FF2B5EF4-FFF2-40B4-BE49-F238E27FC236}">
                  <a16:creationId xmlns:a16="http://schemas.microsoft.com/office/drawing/2014/main" id="{507BF121-C4FB-8499-2063-EC9AE46A7319}"/>
                </a:ext>
              </a:extLst>
            </p:cNvPr>
            <p:cNvSpPr>
              <a:spLocks noChangeShapeType="1"/>
            </p:cNvSpPr>
            <p:nvPr/>
          </p:nvSpPr>
          <p:spPr bwMode="auto">
            <a:xfrm>
              <a:off x="2409389" y="4314592"/>
              <a:ext cx="4112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51" name="Line 99">
              <a:extLst>
                <a:ext uri="{FF2B5EF4-FFF2-40B4-BE49-F238E27FC236}">
                  <a16:creationId xmlns:a16="http://schemas.microsoft.com/office/drawing/2014/main" id="{72D8F5D5-DB88-05CE-8CDE-0D49B0877D4F}"/>
                </a:ext>
              </a:extLst>
            </p:cNvPr>
            <p:cNvSpPr>
              <a:spLocks noChangeShapeType="1"/>
            </p:cNvSpPr>
            <p:nvPr/>
          </p:nvSpPr>
          <p:spPr bwMode="auto">
            <a:xfrm>
              <a:off x="2421851" y="4144951"/>
              <a:ext cx="4203767"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452" name="Line 100">
              <a:extLst>
                <a:ext uri="{FF2B5EF4-FFF2-40B4-BE49-F238E27FC236}">
                  <a16:creationId xmlns:a16="http://schemas.microsoft.com/office/drawing/2014/main" id="{1D66696A-5145-7D2B-618B-B8BA65461832}"/>
                </a:ext>
              </a:extLst>
            </p:cNvPr>
            <p:cNvSpPr>
              <a:spLocks noChangeShapeType="1"/>
            </p:cNvSpPr>
            <p:nvPr/>
          </p:nvSpPr>
          <p:spPr bwMode="auto">
            <a:xfrm>
              <a:off x="3972647" y="4144951"/>
              <a:ext cx="0" cy="181386"/>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453" name="Line 101">
              <a:extLst>
                <a:ext uri="{FF2B5EF4-FFF2-40B4-BE49-F238E27FC236}">
                  <a16:creationId xmlns:a16="http://schemas.microsoft.com/office/drawing/2014/main" id="{28EA0B72-7F24-B2AF-B97F-DBEB9C9AA538}"/>
                </a:ext>
              </a:extLst>
            </p:cNvPr>
            <p:cNvSpPr>
              <a:spLocks noChangeShapeType="1"/>
            </p:cNvSpPr>
            <p:nvPr/>
          </p:nvSpPr>
          <p:spPr bwMode="auto">
            <a:xfrm>
              <a:off x="5332364" y="4144951"/>
              <a:ext cx="0" cy="181386"/>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454" name="Line 102">
              <a:extLst>
                <a:ext uri="{FF2B5EF4-FFF2-40B4-BE49-F238E27FC236}">
                  <a16:creationId xmlns:a16="http://schemas.microsoft.com/office/drawing/2014/main" id="{CDEBB29A-C437-FE1E-5C4E-8D141AAD5B78}"/>
                </a:ext>
              </a:extLst>
            </p:cNvPr>
            <p:cNvSpPr>
              <a:spLocks noChangeShapeType="1"/>
            </p:cNvSpPr>
            <p:nvPr/>
          </p:nvSpPr>
          <p:spPr bwMode="auto">
            <a:xfrm>
              <a:off x="6625618" y="4144951"/>
              <a:ext cx="0" cy="18138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55" name="Line 103">
              <a:extLst>
                <a:ext uri="{FF2B5EF4-FFF2-40B4-BE49-F238E27FC236}">
                  <a16:creationId xmlns:a16="http://schemas.microsoft.com/office/drawing/2014/main" id="{522F2696-56F4-720D-6B17-27C138C2D1D7}"/>
                </a:ext>
              </a:extLst>
            </p:cNvPr>
            <p:cNvSpPr>
              <a:spLocks noChangeShapeType="1"/>
            </p:cNvSpPr>
            <p:nvPr/>
          </p:nvSpPr>
          <p:spPr bwMode="auto">
            <a:xfrm>
              <a:off x="3972647" y="4326337"/>
              <a:ext cx="13015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56" name="Line 104">
              <a:extLst>
                <a:ext uri="{FF2B5EF4-FFF2-40B4-BE49-F238E27FC236}">
                  <a16:creationId xmlns:a16="http://schemas.microsoft.com/office/drawing/2014/main" id="{5D4590AD-7CE2-E50C-1D38-34F0717BBF08}"/>
                </a:ext>
              </a:extLst>
            </p:cNvPr>
            <p:cNvSpPr>
              <a:spLocks noChangeShapeType="1"/>
            </p:cNvSpPr>
            <p:nvPr/>
          </p:nvSpPr>
          <p:spPr bwMode="auto">
            <a:xfrm>
              <a:off x="5332364" y="4326337"/>
              <a:ext cx="1287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57" name="Line 105">
              <a:extLst>
                <a:ext uri="{FF2B5EF4-FFF2-40B4-BE49-F238E27FC236}">
                  <a16:creationId xmlns:a16="http://schemas.microsoft.com/office/drawing/2014/main" id="{6E99BC4F-EF65-4F25-9356-56EF71C0D11A}"/>
                </a:ext>
              </a:extLst>
            </p:cNvPr>
            <p:cNvSpPr>
              <a:spLocks noChangeShapeType="1"/>
            </p:cNvSpPr>
            <p:nvPr/>
          </p:nvSpPr>
          <p:spPr bwMode="auto">
            <a:xfrm>
              <a:off x="6625618" y="4326337"/>
              <a:ext cx="13015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58" name="Line 106">
              <a:extLst>
                <a:ext uri="{FF2B5EF4-FFF2-40B4-BE49-F238E27FC236}">
                  <a16:creationId xmlns:a16="http://schemas.microsoft.com/office/drawing/2014/main" id="{8E327A29-A56C-E818-A01D-73B4D1C81279}"/>
                </a:ext>
              </a:extLst>
            </p:cNvPr>
            <p:cNvSpPr>
              <a:spLocks noChangeShapeType="1"/>
            </p:cNvSpPr>
            <p:nvPr/>
          </p:nvSpPr>
          <p:spPr bwMode="auto">
            <a:xfrm>
              <a:off x="2603238" y="2611656"/>
              <a:ext cx="0" cy="94738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59" name="Line 108">
              <a:extLst>
                <a:ext uri="{FF2B5EF4-FFF2-40B4-BE49-F238E27FC236}">
                  <a16:creationId xmlns:a16="http://schemas.microsoft.com/office/drawing/2014/main" id="{D3247B20-61FA-182F-E24B-01F2058507F6}"/>
                </a:ext>
              </a:extLst>
            </p:cNvPr>
            <p:cNvSpPr>
              <a:spLocks noChangeShapeType="1"/>
            </p:cNvSpPr>
            <p:nvPr/>
          </p:nvSpPr>
          <p:spPr bwMode="auto">
            <a:xfrm>
              <a:off x="2615700" y="3559037"/>
              <a:ext cx="21461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0" name="Line 109">
              <a:extLst>
                <a:ext uri="{FF2B5EF4-FFF2-40B4-BE49-F238E27FC236}">
                  <a16:creationId xmlns:a16="http://schemas.microsoft.com/office/drawing/2014/main" id="{02E5C37A-FD5F-28F9-E991-1DF10D641CA4}"/>
                </a:ext>
              </a:extLst>
            </p:cNvPr>
            <p:cNvSpPr>
              <a:spLocks noChangeShapeType="1"/>
            </p:cNvSpPr>
            <p:nvPr/>
          </p:nvSpPr>
          <p:spPr bwMode="auto">
            <a:xfrm>
              <a:off x="2603238" y="3377651"/>
              <a:ext cx="4023764"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461" name="Line 110">
              <a:extLst>
                <a:ext uri="{FF2B5EF4-FFF2-40B4-BE49-F238E27FC236}">
                  <a16:creationId xmlns:a16="http://schemas.microsoft.com/office/drawing/2014/main" id="{AD877483-69B3-281F-B8A7-343CDB5859F7}"/>
                </a:ext>
              </a:extLst>
            </p:cNvPr>
            <p:cNvSpPr>
              <a:spLocks noChangeShapeType="1"/>
            </p:cNvSpPr>
            <p:nvPr/>
          </p:nvSpPr>
          <p:spPr bwMode="auto">
            <a:xfrm>
              <a:off x="3972647" y="3377651"/>
              <a:ext cx="0" cy="181386"/>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462" name="Line 111">
              <a:extLst>
                <a:ext uri="{FF2B5EF4-FFF2-40B4-BE49-F238E27FC236}">
                  <a16:creationId xmlns:a16="http://schemas.microsoft.com/office/drawing/2014/main" id="{A42BAF4A-32A4-771E-3410-8E4DF95431B8}"/>
                </a:ext>
              </a:extLst>
            </p:cNvPr>
            <p:cNvSpPr>
              <a:spLocks noChangeShapeType="1"/>
            </p:cNvSpPr>
            <p:nvPr/>
          </p:nvSpPr>
          <p:spPr bwMode="auto">
            <a:xfrm>
              <a:off x="3972647" y="3559037"/>
              <a:ext cx="13015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3" name="Line 112">
              <a:extLst>
                <a:ext uri="{FF2B5EF4-FFF2-40B4-BE49-F238E27FC236}">
                  <a16:creationId xmlns:a16="http://schemas.microsoft.com/office/drawing/2014/main" id="{2EEA7AB5-4FCC-C619-CE13-5EE022EA3F90}"/>
                </a:ext>
              </a:extLst>
            </p:cNvPr>
            <p:cNvSpPr>
              <a:spLocks noChangeShapeType="1"/>
            </p:cNvSpPr>
            <p:nvPr/>
          </p:nvSpPr>
          <p:spPr bwMode="auto">
            <a:xfrm>
              <a:off x="5332364" y="3377651"/>
              <a:ext cx="0" cy="181386"/>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464" name="Line 113">
              <a:extLst>
                <a:ext uri="{FF2B5EF4-FFF2-40B4-BE49-F238E27FC236}">
                  <a16:creationId xmlns:a16="http://schemas.microsoft.com/office/drawing/2014/main" id="{19F32A67-AC03-2AA2-85AA-8BB6B17C85D7}"/>
                </a:ext>
              </a:extLst>
            </p:cNvPr>
            <p:cNvSpPr>
              <a:spLocks noChangeShapeType="1"/>
            </p:cNvSpPr>
            <p:nvPr/>
          </p:nvSpPr>
          <p:spPr bwMode="auto">
            <a:xfrm>
              <a:off x="5332364" y="3559037"/>
              <a:ext cx="1287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5" name="Line 114">
              <a:extLst>
                <a:ext uri="{FF2B5EF4-FFF2-40B4-BE49-F238E27FC236}">
                  <a16:creationId xmlns:a16="http://schemas.microsoft.com/office/drawing/2014/main" id="{A509E32B-0090-B7F3-959B-B79101A369EC}"/>
                </a:ext>
              </a:extLst>
            </p:cNvPr>
            <p:cNvSpPr>
              <a:spLocks noChangeShapeType="1"/>
            </p:cNvSpPr>
            <p:nvPr/>
          </p:nvSpPr>
          <p:spPr bwMode="auto">
            <a:xfrm>
              <a:off x="6625618" y="3377651"/>
              <a:ext cx="0" cy="18138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6" name="Line 115">
              <a:extLst>
                <a:ext uri="{FF2B5EF4-FFF2-40B4-BE49-F238E27FC236}">
                  <a16:creationId xmlns:a16="http://schemas.microsoft.com/office/drawing/2014/main" id="{088C4730-D491-C6D2-40CC-BA8B77887399}"/>
                </a:ext>
              </a:extLst>
            </p:cNvPr>
            <p:cNvSpPr>
              <a:spLocks noChangeShapeType="1"/>
            </p:cNvSpPr>
            <p:nvPr/>
          </p:nvSpPr>
          <p:spPr bwMode="auto">
            <a:xfrm>
              <a:off x="6625618" y="3559037"/>
              <a:ext cx="13015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7" name="Line 116">
              <a:extLst>
                <a:ext uri="{FF2B5EF4-FFF2-40B4-BE49-F238E27FC236}">
                  <a16:creationId xmlns:a16="http://schemas.microsoft.com/office/drawing/2014/main" id="{1043BCF8-1201-BBFA-8A31-3DD108A30B8E}"/>
                </a:ext>
              </a:extLst>
            </p:cNvPr>
            <p:cNvSpPr>
              <a:spLocks noChangeShapeType="1"/>
            </p:cNvSpPr>
            <p:nvPr/>
          </p:nvSpPr>
          <p:spPr bwMode="auto">
            <a:xfrm>
              <a:off x="2679394" y="2611656"/>
              <a:ext cx="3946224"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468" name="Line 117">
              <a:extLst>
                <a:ext uri="{FF2B5EF4-FFF2-40B4-BE49-F238E27FC236}">
                  <a16:creationId xmlns:a16="http://schemas.microsoft.com/office/drawing/2014/main" id="{5DDD87D8-6BD2-6150-DBB0-CFEF20294BA4}"/>
                </a:ext>
              </a:extLst>
            </p:cNvPr>
            <p:cNvSpPr>
              <a:spLocks noChangeShapeType="1"/>
            </p:cNvSpPr>
            <p:nvPr/>
          </p:nvSpPr>
          <p:spPr bwMode="auto">
            <a:xfrm>
              <a:off x="6625618" y="2611656"/>
              <a:ext cx="0" cy="18008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9" name="Line 118">
              <a:extLst>
                <a:ext uri="{FF2B5EF4-FFF2-40B4-BE49-F238E27FC236}">
                  <a16:creationId xmlns:a16="http://schemas.microsoft.com/office/drawing/2014/main" id="{E3356132-F946-2FB4-8C6E-D0772C8CBBCE}"/>
                </a:ext>
              </a:extLst>
            </p:cNvPr>
            <p:cNvSpPr>
              <a:spLocks noChangeShapeType="1"/>
            </p:cNvSpPr>
            <p:nvPr/>
          </p:nvSpPr>
          <p:spPr bwMode="auto">
            <a:xfrm>
              <a:off x="6625618" y="2791736"/>
              <a:ext cx="13015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70" name="Line 119">
              <a:extLst>
                <a:ext uri="{FF2B5EF4-FFF2-40B4-BE49-F238E27FC236}">
                  <a16:creationId xmlns:a16="http://schemas.microsoft.com/office/drawing/2014/main" id="{1A1E1722-2270-3B58-93F6-E1832B42504C}"/>
                </a:ext>
              </a:extLst>
            </p:cNvPr>
            <p:cNvSpPr>
              <a:spLocks noChangeShapeType="1"/>
            </p:cNvSpPr>
            <p:nvPr/>
          </p:nvSpPr>
          <p:spPr bwMode="auto">
            <a:xfrm>
              <a:off x="5332364" y="2611656"/>
              <a:ext cx="0" cy="180081"/>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471" name="Line 120">
              <a:extLst>
                <a:ext uri="{FF2B5EF4-FFF2-40B4-BE49-F238E27FC236}">
                  <a16:creationId xmlns:a16="http://schemas.microsoft.com/office/drawing/2014/main" id="{8DCAD042-099D-5060-E1CD-EA18A32BE74E}"/>
                </a:ext>
              </a:extLst>
            </p:cNvPr>
            <p:cNvSpPr>
              <a:spLocks noChangeShapeType="1"/>
            </p:cNvSpPr>
            <p:nvPr/>
          </p:nvSpPr>
          <p:spPr bwMode="auto">
            <a:xfrm>
              <a:off x="5332364" y="2791736"/>
              <a:ext cx="1287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72" name="Line 121">
              <a:extLst>
                <a:ext uri="{FF2B5EF4-FFF2-40B4-BE49-F238E27FC236}">
                  <a16:creationId xmlns:a16="http://schemas.microsoft.com/office/drawing/2014/main" id="{887AFDDA-0DDE-EAD1-691F-B814BC6D79DD}"/>
                </a:ext>
              </a:extLst>
            </p:cNvPr>
            <p:cNvSpPr>
              <a:spLocks noChangeShapeType="1"/>
            </p:cNvSpPr>
            <p:nvPr/>
          </p:nvSpPr>
          <p:spPr bwMode="auto">
            <a:xfrm>
              <a:off x="3972647" y="2611656"/>
              <a:ext cx="0" cy="180081"/>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473" name="Line 122">
              <a:extLst>
                <a:ext uri="{FF2B5EF4-FFF2-40B4-BE49-F238E27FC236}">
                  <a16:creationId xmlns:a16="http://schemas.microsoft.com/office/drawing/2014/main" id="{23697552-FBD2-5061-98FD-5E5FFB0C8F0E}"/>
                </a:ext>
              </a:extLst>
            </p:cNvPr>
            <p:cNvSpPr>
              <a:spLocks noChangeShapeType="1"/>
            </p:cNvSpPr>
            <p:nvPr/>
          </p:nvSpPr>
          <p:spPr bwMode="auto">
            <a:xfrm>
              <a:off x="3972647" y="2791736"/>
              <a:ext cx="13015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74" name="Line 123">
              <a:extLst>
                <a:ext uri="{FF2B5EF4-FFF2-40B4-BE49-F238E27FC236}">
                  <a16:creationId xmlns:a16="http://schemas.microsoft.com/office/drawing/2014/main" id="{051C12C9-9379-8B8F-6A6F-74D02AF78ED2}"/>
                </a:ext>
              </a:extLst>
            </p:cNvPr>
            <p:cNvSpPr>
              <a:spLocks noChangeShapeType="1"/>
            </p:cNvSpPr>
            <p:nvPr/>
          </p:nvSpPr>
          <p:spPr bwMode="auto">
            <a:xfrm>
              <a:off x="2679394" y="2295862"/>
              <a:ext cx="0" cy="4958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75" name="Line 124">
              <a:extLst>
                <a:ext uri="{FF2B5EF4-FFF2-40B4-BE49-F238E27FC236}">
                  <a16:creationId xmlns:a16="http://schemas.microsoft.com/office/drawing/2014/main" id="{8A6DE72C-6B70-052C-8811-27FB4D062BB7}"/>
                </a:ext>
              </a:extLst>
            </p:cNvPr>
            <p:cNvSpPr>
              <a:spLocks noChangeShapeType="1"/>
            </p:cNvSpPr>
            <p:nvPr/>
          </p:nvSpPr>
          <p:spPr bwMode="auto">
            <a:xfrm>
              <a:off x="2679394" y="2791736"/>
              <a:ext cx="15092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76" name="Line 125">
              <a:extLst>
                <a:ext uri="{FF2B5EF4-FFF2-40B4-BE49-F238E27FC236}">
                  <a16:creationId xmlns:a16="http://schemas.microsoft.com/office/drawing/2014/main" id="{4EB545C9-91F3-54DB-09E3-8E2522602737}"/>
                </a:ext>
              </a:extLst>
            </p:cNvPr>
            <p:cNvSpPr>
              <a:spLocks noChangeShapeType="1"/>
            </p:cNvSpPr>
            <p:nvPr/>
          </p:nvSpPr>
          <p:spPr bwMode="auto">
            <a:xfrm flipH="1">
              <a:off x="2190616" y="2307607"/>
              <a:ext cx="48323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77" name="Line 126">
              <a:extLst>
                <a:ext uri="{FF2B5EF4-FFF2-40B4-BE49-F238E27FC236}">
                  <a16:creationId xmlns:a16="http://schemas.microsoft.com/office/drawing/2014/main" id="{7CA19701-B306-B7B3-2059-8376B68F4652}"/>
                </a:ext>
              </a:extLst>
            </p:cNvPr>
            <p:cNvSpPr>
              <a:spLocks noChangeShapeType="1"/>
            </p:cNvSpPr>
            <p:nvPr/>
          </p:nvSpPr>
          <p:spPr bwMode="auto">
            <a:xfrm>
              <a:off x="2679394" y="1888723"/>
              <a:ext cx="394622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78" name="Line 127">
              <a:extLst>
                <a:ext uri="{FF2B5EF4-FFF2-40B4-BE49-F238E27FC236}">
                  <a16:creationId xmlns:a16="http://schemas.microsoft.com/office/drawing/2014/main" id="{462B9FB0-35FD-799C-B8C9-52EC5B746D04}"/>
                </a:ext>
              </a:extLst>
            </p:cNvPr>
            <p:cNvSpPr>
              <a:spLocks noChangeShapeType="1"/>
            </p:cNvSpPr>
            <p:nvPr/>
          </p:nvSpPr>
          <p:spPr bwMode="auto">
            <a:xfrm>
              <a:off x="6625618" y="1888723"/>
              <a:ext cx="0" cy="18138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79" name="Line 128">
              <a:extLst>
                <a:ext uri="{FF2B5EF4-FFF2-40B4-BE49-F238E27FC236}">
                  <a16:creationId xmlns:a16="http://schemas.microsoft.com/office/drawing/2014/main" id="{3655A3A9-A3DD-462C-B0F3-93373E589052}"/>
                </a:ext>
              </a:extLst>
            </p:cNvPr>
            <p:cNvSpPr>
              <a:spLocks noChangeShapeType="1"/>
            </p:cNvSpPr>
            <p:nvPr/>
          </p:nvSpPr>
          <p:spPr bwMode="auto">
            <a:xfrm>
              <a:off x="6625618" y="2070109"/>
              <a:ext cx="13015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0" name="Line 129">
              <a:extLst>
                <a:ext uri="{FF2B5EF4-FFF2-40B4-BE49-F238E27FC236}">
                  <a16:creationId xmlns:a16="http://schemas.microsoft.com/office/drawing/2014/main" id="{EBCFF5C2-5CAF-8FE4-DBAE-3D2F0A001FF3}"/>
                </a:ext>
              </a:extLst>
            </p:cNvPr>
            <p:cNvSpPr>
              <a:spLocks noChangeShapeType="1"/>
            </p:cNvSpPr>
            <p:nvPr/>
          </p:nvSpPr>
          <p:spPr bwMode="auto">
            <a:xfrm>
              <a:off x="5333748" y="1884809"/>
              <a:ext cx="0" cy="189215"/>
            </a:xfrm>
            <a:prstGeom prst="line">
              <a:avLst/>
            </a:prstGeom>
            <a:noFill/>
            <a:ln w="22225">
              <a:solidFill>
                <a:schemeClr val="tx1"/>
              </a:solidFill>
              <a:round/>
              <a:headEnd type="oval" w="med"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15481" name="Line 130">
              <a:extLst>
                <a:ext uri="{FF2B5EF4-FFF2-40B4-BE49-F238E27FC236}">
                  <a16:creationId xmlns:a16="http://schemas.microsoft.com/office/drawing/2014/main" id="{3DFD3842-1973-C40A-064F-77EB083866E5}"/>
                </a:ext>
              </a:extLst>
            </p:cNvPr>
            <p:cNvSpPr>
              <a:spLocks noChangeShapeType="1"/>
            </p:cNvSpPr>
            <p:nvPr/>
          </p:nvSpPr>
          <p:spPr bwMode="auto">
            <a:xfrm>
              <a:off x="5332364" y="2070109"/>
              <a:ext cx="1287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2" name="Line 131">
              <a:extLst>
                <a:ext uri="{FF2B5EF4-FFF2-40B4-BE49-F238E27FC236}">
                  <a16:creationId xmlns:a16="http://schemas.microsoft.com/office/drawing/2014/main" id="{100E022F-2742-DB28-795B-8D063211F569}"/>
                </a:ext>
              </a:extLst>
            </p:cNvPr>
            <p:cNvSpPr>
              <a:spLocks noChangeShapeType="1"/>
            </p:cNvSpPr>
            <p:nvPr/>
          </p:nvSpPr>
          <p:spPr bwMode="auto">
            <a:xfrm>
              <a:off x="3972647" y="1888723"/>
              <a:ext cx="0" cy="181386"/>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483" name="Line 132">
              <a:extLst>
                <a:ext uri="{FF2B5EF4-FFF2-40B4-BE49-F238E27FC236}">
                  <a16:creationId xmlns:a16="http://schemas.microsoft.com/office/drawing/2014/main" id="{3E56FCA1-6474-7B1B-2266-FA80FE37DE4B}"/>
                </a:ext>
              </a:extLst>
            </p:cNvPr>
            <p:cNvSpPr>
              <a:spLocks noChangeShapeType="1"/>
            </p:cNvSpPr>
            <p:nvPr/>
          </p:nvSpPr>
          <p:spPr bwMode="auto">
            <a:xfrm>
              <a:off x="3972647" y="2070109"/>
              <a:ext cx="13015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4" name="Line 133">
              <a:extLst>
                <a:ext uri="{FF2B5EF4-FFF2-40B4-BE49-F238E27FC236}">
                  <a16:creationId xmlns:a16="http://schemas.microsoft.com/office/drawing/2014/main" id="{02AEF5F1-18E3-E124-5E31-BEA11F26DD95}"/>
                </a:ext>
              </a:extLst>
            </p:cNvPr>
            <p:cNvSpPr>
              <a:spLocks noChangeShapeType="1"/>
            </p:cNvSpPr>
            <p:nvPr/>
          </p:nvSpPr>
          <p:spPr bwMode="auto">
            <a:xfrm flipV="1">
              <a:off x="2679394" y="1888723"/>
              <a:ext cx="0" cy="2714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5" name="Line 134">
              <a:extLst>
                <a:ext uri="{FF2B5EF4-FFF2-40B4-BE49-F238E27FC236}">
                  <a16:creationId xmlns:a16="http://schemas.microsoft.com/office/drawing/2014/main" id="{74AB47BE-6D60-DE80-C70F-B127CF08F807}"/>
                </a:ext>
              </a:extLst>
            </p:cNvPr>
            <p:cNvSpPr>
              <a:spLocks noChangeShapeType="1"/>
            </p:cNvSpPr>
            <p:nvPr/>
          </p:nvSpPr>
          <p:spPr bwMode="auto">
            <a:xfrm>
              <a:off x="2679394" y="2070109"/>
              <a:ext cx="15092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486" name="Line 135">
              <a:extLst>
                <a:ext uri="{FF2B5EF4-FFF2-40B4-BE49-F238E27FC236}">
                  <a16:creationId xmlns:a16="http://schemas.microsoft.com/office/drawing/2014/main" id="{39ADB0F4-3FEB-D90F-D121-CA3A21D3298E}"/>
                </a:ext>
              </a:extLst>
            </p:cNvPr>
            <p:cNvSpPr>
              <a:spLocks noChangeShapeType="1"/>
            </p:cNvSpPr>
            <p:nvPr/>
          </p:nvSpPr>
          <p:spPr bwMode="auto">
            <a:xfrm flipH="1">
              <a:off x="2190616" y="2160149"/>
              <a:ext cx="48323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7" name="Line 136">
              <a:extLst>
                <a:ext uri="{FF2B5EF4-FFF2-40B4-BE49-F238E27FC236}">
                  <a16:creationId xmlns:a16="http://schemas.microsoft.com/office/drawing/2014/main" id="{531E252E-1F51-23B0-F7D3-C96DDA40B600}"/>
                </a:ext>
              </a:extLst>
            </p:cNvPr>
            <p:cNvSpPr>
              <a:spLocks noChangeShapeType="1"/>
            </p:cNvSpPr>
            <p:nvPr/>
          </p:nvSpPr>
          <p:spPr bwMode="auto">
            <a:xfrm>
              <a:off x="3535101" y="2250190"/>
              <a:ext cx="0" cy="28878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8" name="Line 137">
              <a:extLst>
                <a:ext uri="{FF2B5EF4-FFF2-40B4-BE49-F238E27FC236}">
                  <a16:creationId xmlns:a16="http://schemas.microsoft.com/office/drawing/2014/main" id="{E52B5FAF-CC31-3F45-517E-7284C9246EB5}"/>
                </a:ext>
              </a:extLst>
            </p:cNvPr>
            <p:cNvSpPr>
              <a:spLocks noChangeShapeType="1"/>
            </p:cNvSpPr>
            <p:nvPr/>
          </p:nvSpPr>
          <p:spPr bwMode="auto">
            <a:xfrm>
              <a:off x="3406330" y="2250190"/>
              <a:ext cx="1287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9" name="Line 138">
              <a:extLst>
                <a:ext uri="{FF2B5EF4-FFF2-40B4-BE49-F238E27FC236}">
                  <a16:creationId xmlns:a16="http://schemas.microsoft.com/office/drawing/2014/main" id="{1E3A1B57-AAC4-3694-8C88-6DF6EA0DB4E2}"/>
                </a:ext>
              </a:extLst>
            </p:cNvPr>
            <p:cNvSpPr>
              <a:spLocks noChangeShapeType="1"/>
            </p:cNvSpPr>
            <p:nvPr/>
          </p:nvSpPr>
          <p:spPr bwMode="auto">
            <a:xfrm>
              <a:off x="3406330" y="2971817"/>
              <a:ext cx="128772" cy="0"/>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490" name="Line 139">
              <a:extLst>
                <a:ext uri="{FF2B5EF4-FFF2-40B4-BE49-F238E27FC236}">
                  <a16:creationId xmlns:a16="http://schemas.microsoft.com/office/drawing/2014/main" id="{CC3530E7-7238-FF48-818B-05BBFB4D3804}"/>
                </a:ext>
              </a:extLst>
            </p:cNvPr>
            <p:cNvSpPr>
              <a:spLocks noChangeShapeType="1"/>
            </p:cNvSpPr>
            <p:nvPr/>
          </p:nvSpPr>
          <p:spPr bwMode="auto">
            <a:xfrm>
              <a:off x="3406330" y="3739117"/>
              <a:ext cx="128772" cy="0"/>
            </a:xfrm>
            <a:prstGeom prst="line">
              <a:avLst/>
            </a:prstGeom>
            <a:noFill/>
            <a:ln w="22225">
              <a:solidFill>
                <a:schemeClr val="tx1"/>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15491" name="Line 140">
              <a:extLst>
                <a:ext uri="{FF2B5EF4-FFF2-40B4-BE49-F238E27FC236}">
                  <a16:creationId xmlns:a16="http://schemas.microsoft.com/office/drawing/2014/main" id="{58611DED-6DFA-1530-72A9-978A6A4B3248}"/>
                </a:ext>
              </a:extLst>
            </p:cNvPr>
            <p:cNvSpPr>
              <a:spLocks noChangeShapeType="1"/>
            </p:cNvSpPr>
            <p:nvPr/>
          </p:nvSpPr>
          <p:spPr bwMode="auto">
            <a:xfrm>
              <a:off x="3406330" y="4506417"/>
              <a:ext cx="128772" cy="0"/>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492" name="Line 141">
              <a:extLst>
                <a:ext uri="{FF2B5EF4-FFF2-40B4-BE49-F238E27FC236}">
                  <a16:creationId xmlns:a16="http://schemas.microsoft.com/office/drawing/2014/main" id="{2D58B25E-6E09-59E3-AC3F-9345DA80E84F}"/>
                </a:ext>
              </a:extLst>
            </p:cNvPr>
            <p:cNvSpPr>
              <a:spLocks noChangeShapeType="1"/>
            </p:cNvSpPr>
            <p:nvPr/>
          </p:nvSpPr>
          <p:spPr bwMode="auto">
            <a:xfrm>
              <a:off x="4814508" y="2250190"/>
              <a:ext cx="0" cy="28878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93" name="Line 142">
              <a:extLst>
                <a:ext uri="{FF2B5EF4-FFF2-40B4-BE49-F238E27FC236}">
                  <a16:creationId xmlns:a16="http://schemas.microsoft.com/office/drawing/2014/main" id="{C9F5ACB6-0800-4066-DC4C-B8F8CCC9F756}"/>
                </a:ext>
              </a:extLst>
            </p:cNvPr>
            <p:cNvSpPr>
              <a:spLocks noChangeShapeType="1"/>
            </p:cNvSpPr>
            <p:nvPr/>
          </p:nvSpPr>
          <p:spPr bwMode="auto">
            <a:xfrm>
              <a:off x="4684352" y="2250190"/>
              <a:ext cx="13015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94" name="Line 143">
              <a:extLst>
                <a:ext uri="{FF2B5EF4-FFF2-40B4-BE49-F238E27FC236}">
                  <a16:creationId xmlns:a16="http://schemas.microsoft.com/office/drawing/2014/main" id="{B5EF137E-CEA7-D75B-2EB8-6E05D1C99487}"/>
                </a:ext>
              </a:extLst>
            </p:cNvPr>
            <p:cNvSpPr>
              <a:spLocks noChangeShapeType="1"/>
            </p:cNvSpPr>
            <p:nvPr/>
          </p:nvSpPr>
          <p:spPr bwMode="auto">
            <a:xfrm>
              <a:off x="4684352" y="2971817"/>
              <a:ext cx="130156" cy="0"/>
            </a:xfrm>
            <a:prstGeom prst="line">
              <a:avLst/>
            </a:prstGeom>
            <a:noFill/>
            <a:ln w="22225">
              <a:solidFill>
                <a:schemeClr val="tx1"/>
              </a:solidFill>
              <a:round/>
              <a:headEnd type="none" w="sm" len="med"/>
              <a:tailEnd type="oval" w="sm" len="sm"/>
            </a:ln>
            <a:extLst>
              <a:ext uri="{909E8E84-426E-40DD-AFC4-6F175D3DCCD1}">
                <a14:hiddenFill xmlns:a14="http://schemas.microsoft.com/office/drawing/2010/main">
                  <a:noFill/>
                </a14:hiddenFill>
              </a:ext>
            </a:extLst>
          </p:spPr>
          <p:txBody>
            <a:bodyPr/>
            <a:lstStyle/>
            <a:p>
              <a:endParaRPr lang="en-US"/>
            </a:p>
          </p:txBody>
        </p:sp>
        <p:sp>
          <p:nvSpPr>
            <p:cNvPr id="15495" name="Line 144">
              <a:extLst>
                <a:ext uri="{FF2B5EF4-FFF2-40B4-BE49-F238E27FC236}">
                  <a16:creationId xmlns:a16="http://schemas.microsoft.com/office/drawing/2014/main" id="{4959B4AF-B7C7-4D2F-D526-39F098BD26FF}"/>
                </a:ext>
              </a:extLst>
            </p:cNvPr>
            <p:cNvSpPr>
              <a:spLocks noChangeShapeType="1"/>
            </p:cNvSpPr>
            <p:nvPr/>
          </p:nvSpPr>
          <p:spPr bwMode="auto">
            <a:xfrm>
              <a:off x="4684352" y="3739117"/>
              <a:ext cx="130156" cy="0"/>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496" name="Line 145">
              <a:extLst>
                <a:ext uri="{FF2B5EF4-FFF2-40B4-BE49-F238E27FC236}">
                  <a16:creationId xmlns:a16="http://schemas.microsoft.com/office/drawing/2014/main" id="{BD260999-43F7-04E4-10AC-4C14E74B3F3F}"/>
                </a:ext>
              </a:extLst>
            </p:cNvPr>
            <p:cNvSpPr>
              <a:spLocks noChangeShapeType="1"/>
            </p:cNvSpPr>
            <p:nvPr/>
          </p:nvSpPr>
          <p:spPr bwMode="auto">
            <a:xfrm>
              <a:off x="4684352" y="4506417"/>
              <a:ext cx="130156" cy="0"/>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497" name="Line 146">
              <a:extLst>
                <a:ext uri="{FF2B5EF4-FFF2-40B4-BE49-F238E27FC236}">
                  <a16:creationId xmlns:a16="http://schemas.microsoft.com/office/drawing/2014/main" id="{73B7D5AD-5A08-9F09-ED08-2E50D9655389}"/>
                </a:ext>
              </a:extLst>
            </p:cNvPr>
            <p:cNvSpPr>
              <a:spLocks noChangeShapeType="1"/>
            </p:cNvSpPr>
            <p:nvPr/>
          </p:nvSpPr>
          <p:spPr bwMode="auto">
            <a:xfrm>
              <a:off x="6172840" y="2250190"/>
              <a:ext cx="0" cy="28878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98" name="Line 147">
              <a:extLst>
                <a:ext uri="{FF2B5EF4-FFF2-40B4-BE49-F238E27FC236}">
                  <a16:creationId xmlns:a16="http://schemas.microsoft.com/office/drawing/2014/main" id="{65B2909E-4A56-FBC1-F374-5DC0C899FCFB}"/>
                </a:ext>
              </a:extLst>
            </p:cNvPr>
            <p:cNvSpPr>
              <a:spLocks noChangeShapeType="1"/>
            </p:cNvSpPr>
            <p:nvPr/>
          </p:nvSpPr>
          <p:spPr bwMode="auto">
            <a:xfrm>
              <a:off x="6044069" y="2250190"/>
              <a:ext cx="1287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99" name="Line 148">
              <a:extLst>
                <a:ext uri="{FF2B5EF4-FFF2-40B4-BE49-F238E27FC236}">
                  <a16:creationId xmlns:a16="http://schemas.microsoft.com/office/drawing/2014/main" id="{045B3D6C-EC91-65ED-4C0A-4C6FCA519505}"/>
                </a:ext>
              </a:extLst>
            </p:cNvPr>
            <p:cNvSpPr>
              <a:spLocks noChangeShapeType="1"/>
            </p:cNvSpPr>
            <p:nvPr/>
          </p:nvSpPr>
          <p:spPr bwMode="auto">
            <a:xfrm>
              <a:off x="6044069" y="2971817"/>
              <a:ext cx="128772" cy="0"/>
            </a:xfrm>
            <a:prstGeom prst="line">
              <a:avLst/>
            </a:prstGeom>
            <a:noFill/>
            <a:ln w="22225">
              <a:solidFill>
                <a:schemeClr val="tx1"/>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15500" name="Line 149">
              <a:extLst>
                <a:ext uri="{FF2B5EF4-FFF2-40B4-BE49-F238E27FC236}">
                  <a16:creationId xmlns:a16="http://schemas.microsoft.com/office/drawing/2014/main" id="{48C14794-E17F-BD20-D11C-5496D02AA1BD}"/>
                </a:ext>
              </a:extLst>
            </p:cNvPr>
            <p:cNvSpPr>
              <a:spLocks noChangeShapeType="1"/>
            </p:cNvSpPr>
            <p:nvPr/>
          </p:nvSpPr>
          <p:spPr bwMode="auto">
            <a:xfrm>
              <a:off x="6044069" y="3739117"/>
              <a:ext cx="128772" cy="0"/>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501" name="Line 150">
              <a:extLst>
                <a:ext uri="{FF2B5EF4-FFF2-40B4-BE49-F238E27FC236}">
                  <a16:creationId xmlns:a16="http://schemas.microsoft.com/office/drawing/2014/main" id="{6886D7D5-C13D-9926-7410-CDDF714D3326}"/>
                </a:ext>
              </a:extLst>
            </p:cNvPr>
            <p:cNvSpPr>
              <a:spLocks noChangeShapeType="1"/>
            </p:cNvSpPr>
            <p:nvPr/>
          </p:nvSpPr>
          <p:spPr bwMode="auto">
            <a:xfrm>
              <a:off x="6044069" y="4506417"/>
              <a:ext cx="128772" cy="0"/>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502" name="Line 151">
              <a:extLst>
                <a:ext uri="{FF2B5EF4-FFF2-40B4-BE49-F238E27FC236}">
                  <a16:creationId xmlns:a16="http://schemas.microsoft.com/office/drawing/2014/main" id="{068FB014-AE9A-C466-00E8-A219F08D9B71}"/>
                </a:ext>
              </a:extLst>
            </p:cNvPr>
            <p:cNvSpPr>
              <a:spLocks noChangeShapeType="1"/>
            </p:cNvSpPr>
            <p:nvPr/>
          </p:nvSpPr>
          <p:spPr bwMode="auto">
            <a:xfrm>
              <a:off x="7464710" y="2250190"/>
              <a:ext cx="0" cy="28878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03" name="Line 152">
              <a:extLst>
                <a:ext uri="{FF2B5EF4-FFF2-40B4-BE49-F238E27FC236}">
                  <a16:creationId xmlns:a16="http://schemas.microsoft.com/office/drawing/2014/main" id="{AE3A78AA-9DE4-4218-3DDE-FD1CD71929BB}"/>
                </a:ext>
              </a:extLst>
            </p:cNvPr>
            <p:cNvSpPr>
              <a:spLocks noChangeShapeType="1"/>
            </p:cNvSpPr>
            <p:nvPr/>
          </p:nvSpPr>
          <p:spPr bwMode="auto">
            <a:xfrm>
              <a:off x="7335938" y="2250190"/>
              <a:ext cx="1287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04" name="Line 153">
              <a:extLst>
                <a:ext uri="{FF2B5EF4-FFF2-40B4-BE49-F238E27FC236}">
                  <a16:creationId xmlns:a16="http://schemas.microsoft.com/office/drawing/2014/main" id="{CB318921-CA04-0F1B-0F8E-88F1C02A6351}"/>
                </a:ext>
              </a:extLst>
            </p:cNvPr>
            <p:cNvSpPr>
              <a:spLocks noChangeShapeType="1"/>
            </p:cNvSpPr>
            <p:nvPr/>
          </p:nvSpPr>
          <p:spPr bwMode="auto">
            <a:xfrm>
              <a:off x="7335938" y="2971817"/>
              <a:ext cx="128772" cy="0"/>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505" name="Line 154">
              <a:extLst>
                <a:ext uri="{FF2B5EF4-FFF2-40B4-BE49-F238E27FC236}">
                  <a16:creationId xmlns:a16="http://schemas.microsoft.com/office/drawing/2014/main" id="{F9191862-4082-30CC-8585-F3A205F2CDEE}"/>
                </a:ext>
              </a:extLst>
            </p:cNvPr>
            <p:cNvSpPr>
              <a:spLocks noChangeShapeType="1"/>
            </p:cNvSpPr>
            <p:nvPr/>
          </p:nvSpPr>
          <p:spPr bwMode="auto">
            <a:xfrm>
              <a:off x="7335938" y="3739117"/>
              <a:ext cx="128772" cy="0"/>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506" name="Line 155">
              <a:extLst>
                <a:ext uri="{FF2B5EF4-FFF2-40B4-BE49-F238E27FC236}">
                  <a16:creationId xmlns:a16="http://schemas.microsoft.com/office/drawing/2014/main" id="{EBEA8E0F-DC6F-99C9-E45C-E528F16086F2}"/>
                </a:ext>
              </a:extLst>
            </p:cNvPr>
            <p:cNvSpPr>
              <a:spLocks noChangeShapeType="1"/>
            </p:cNvSpPr>
            <p:nvPr/>
          </p:nvSpPr>
          <p:spPr bwMode="auto">
            <a:xfrm>
              <a:off x="7335938" y="4506417"/>
              <a:ext cx="128772" cy="0"/>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507" name="Line 156">
              <a:extLst>
                <a:ext uri="{FF2B5EF4-FFF2-40B4-BE49-F238E27FC236}">
                  <a16:creationId xmlns:a16="http://schemas.microsoft.com/office/drawing/2014/main" id="{419D2B96-C2CA-E5DF-BA1F-71455CBD50ED}"/>
                </a:ext>
              </a:extLst>
            </p:cNvPr>
            <p:cNvSpPr>
              <a:spLocks noChangeShapeType="1"/>
            </p:cNvSpPr>
            <p:nvPr/>
          </p:nvSpPr>
          <p:spPr bwMode="auto">
            <a:xfrm>
              <a:off x="3884030" y="1754315"/>
              <a:ext cx="0" cy="275210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08" name="Line 157">
              <a:extLst>
                <a:ext uri="{FF2B5EF4-FFF2-40B4-BE49-F238E27FC236}">
                  <a16:creationId xmlns:a16="http://schemas.microsoft.com/office/drawing/2014/main" id="{F60DAC11-9E80-40F7-A8DD-763ED1E9363A}"/>
                </a:ext>
              </a:extLst>
            </p:cNvPr>
            <p:cNvSpPr>
              <a:spLocks noChangeShapeType="1"/>
            </p:cNvSpPr>
            <p:nvPr/>
          </p:nvSpPr>
          <p:spPr bwMode="auto">
            <a:xfrm>
              <a:off x="3884030" y="4506417"/>
              <a:ext cx="22569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09" name="Line 158">
              <a:extLst>
                <a:ext uri="{FF2B5EF4-FFF2-40B4-BE49-F238E27FC236}">
                  <a16:creationId xmlns:a16="http://schemas.microsoft.com/office/drawing/2014/main" id="{8EA257B0-6E9B-4D01-E24A-065F54879411}"/>
                </a:ext>
              </a:extLst>
            </p:cNvPr>
            <p:cNvSpPr>
              <a:spLocks noChangeShapeType="1"/>
            </p:cNvSpPr>
            <p:nvPr/>
          </p:nvSpPr>
          <p:spPr bwMode="auto">
            <a:xfrm>
              <a:off x="3884030" y="3739117"/>
              <a:ext cx="22569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10" name="Line 159">
              <a:extLst>
                <a:ext uri="{FF2B5EF4-FFF2-40B4-BE49-F238E27FC236}">
                  <a16:creationId xmlns:a16="http://schemas.microsoft.com/office/drawing/2014/main" id="{7A120B5F-40A7-EF4E-4DAD-DEF3B141E93F}"/>
                </a:ext>
              </a:extLst>
            </p:cNvPr>
            <p:cNvSpPr>
              <a:spLocks noChangeShapeType="1"/>
            </p:cNvSpPr>
            <p:nvPr/>
          </p:nvSpPr>
          <p:spPr bwMode="auto">
            <a:xfrm>
              <a:off x="3884030" y="2971817"/>
              <a:ext cx="22569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11" name="Line 160">
              <a:extLst>
                <a:ext uri="{FF2B5EF4-FFF2-40B4-BE49-F238E27FC236}">
                  <a16:creationId xmlns:a16="http://schemas.microsoft.com/office/drawing/2014/main" id="{0254EB45-5EC2-BF48-E156-5A5EE30C0594}"/>
                </a:ext>
              </a:extLst>
            </p:cNvPr>
            <p:cNvSpPr>
              <a:spLocks noChangeShapeType="1"/>
            </p:cNvSpPr>
            <p:nvPr/>
          </p:nvSpPr>
          <p:spPr bwMode="auto">
            <a:xfrm>
              <a:off x="3884030" y="2250190"/>
              <a:ext cx="22569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12" name="Line 161">
              <a:extLst>
                <a:ext uri="{FF2B5EF4-FFF2-40B4-BE49-F238E27FC236}">
                  <a16:creationId xmlns:a16="http://schemas.microsoft.com/office/drawing/2014/main" id="{73FF6DB4-5AB0-15C8-949F-5638FE5A8BA6}"/>
                </a:ext>
              </a:extLst>
            </p:cNvPr>
            <p:cNvSpPr>
              <a:spLocks noChangeShapeType="1"/>
            </p:cNvSpPr>
            <p:nvPr/>
          </p:nvSpPr>
          <p:spPr bwMode="auto">
            <a:xfrm>
              <a:off x="2510467" y="1754315"/>
              <a:ext cx="0" cy="275210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13" name="Line 162">
              <a:extLst>
                <a:ext uri="{FF2B5EF4-FFF2-40B4-BE49-F238E27FC236}">
                  <a16:creationId xmlns:a16="http://schemas.microsoft.com/office/drawing/2014/main" id="{73326C7E-0A85-9CE5-A1DD-FD7C3D9BD622}"/>
                </a:ext>
              </a:extLst>
            </p:cNvPr>
            <p:cNvSpPr>
              <a:spLocks noChangeShapeType="1"/>
            </p:cNvSpPr>
            <p:nvPr/>
          </p:nvSpPr>
          <p:spPr bwMode="auto">
            <a:xfrm>
              <a:off x="2498006" y="4506417"/>
              <a:ext cx="3447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14" name="Line 163">
              <a:extLst>
                <a:ext uri="{FF2B5EF4-FFF2-40B4-BE49-F238E27FC236}">
                  <a16:creationId xmlns:a16="http://schemas.microsoft.com/office/drawing/2014/main" id="{438813D3-7188-7D82-BFB8-C55B2A0FE9FF}"/>
                </a:ext>
              </a:extLst>
            </p:cNvPr>
            <p:cNvSpPr>
              <a:spLocks noChangeShapeType="1"/>
            </p:cNvSpPr>
            <p:nvPr/>
          </p:nvSpPr>
          <p:spPr bwMode="auto">
            <a:xfrm flipV="1">
              <a:off x="2506314" y="3739117"/>
              <a:ext cx="319852" cy="261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15" name="Line 164">
              <a:extLst>
                <a:ext uri="{FF2B5EF4-FFF2-40B4-BE49-F238E27FC236}">
                  <a16:creationId xmlns:a16="http://schemas.microsoft.com/office/drawing/2014/main" id="{F5D1895C-E3BF-CF46-B5FE-98BBD03740AD}"/>
                </a:ext>
              </a:extLst>
            </p:cNvPr>
            <p:cNvSpPr>
              <a:spLocks noChangeShapeType="1"/>
            </p:cNvSpPr>
            <p:nvPr/>
          </p:nvSpPr>
          <p:spPr bwMode="auto">
            <a:xfrm>
              <a:off x="2522929" y="2222786"/>
              <a:ext cx="314313"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16" name="Line 165">
              <a:extLst>
                <a:ext uri="{FF2B5EF4-FFF2-40B4-BE49-F238E27FC236}">
                  <a16:creationId xmlns:a16="http://schemas.microsoft.com/office/drawing/2014/main" id="{84E9FBF5-CB56-CBA6-3474-7DA00E5F1BAC}"/>
                </a:ext>
              </a:extLst>
            </p:cNvPr>
            <p:cNvSpPr>
              <a:spLocks noChangeShapeType="1"/>
            </p:cNvSpPr>
            <p:nvPr/>
          </p:nvSpPr>
          <p:spPr bwMode="auto">
            <a:xfrm>
              <a:off x="5240978" y="1754315"/>
              <a:ext cx="0" cy="275210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17" name="Line 166">
              <a:extLst>
                <a:ext uri="{FF2B5EF4-FFF2-40B4-BE49-F238E27FC236}">
                  <a16:creationId xmlns:a16="http://schemas.microsoft.com/office/drawing/2014/main" id="{D4CD604C-FF2E-F0E6-86C0-F0125390A84E}"/>
                </a:ext>
              </a:extLst>
            </p:cNvPr>
            <p:cNvSpPr>
              <a:spLocks noChangeShapeType="1"/>
            </p:cNvSpPr>
            <p:nvPr/>
          </p:nvSpPr>
          <p:spPr bwMode="auto">
            <a:xfrm>
              <a:off x="5240978" y="4506417"/>
              <a:ext cx="22569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18" name="Line 167">
              <a:extLst>
                <a:ext uri="{FF2B5EF4-FFF2-40B4-BE49-F238E27FC236}">
                  <a16:creationId xmlns:a16="http://schemas.microsoft.com/office/drawing/2014/main" id="{C74A18C7-863B-3818-04C6-746A0A1C6A5E}"/>
                </a:ext>
              </a:extLst>
            </p:cNvPr>
            <p:cNvSpPr>
              <a:spLocks noChangeShapeType="1"/>
            </p:cNvSpPr>
            <p:nvPr/>
          </p:nvSpPr>
          <p:spPr bwMode="auto">
            <a:xfrm>
              <a:off x="5253439" y="3739117"/>
              <a:ext cx="22569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19" name="Line 168">
              <a:extLst>
                <a:ext uri="{FF2B5EF4-FFF2-40B4-BE49-F238E27FC236}">
                  <a16:creationId xmlns:a16="http://schemas.microsoft.com/office/drawing/2014/main" id="{A0506AB9-50C9-9285-2E1C-445211D3AF65}"/>
                </a:ext>
              </a:extLst>
            </p:cNvPr>
            <p:cNvSpPr>
              <a:spLocks noChangeShapeType="1"/>
            </p:cNvSpPr>
            <p:nvPr/>
          </p:nvSpPr>
          <p:spPr bwMode="auto">
            <a:xfrm>
              <a:off x="5265901" y="2971817"/>
              <a:ext cx="195234"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20" name="Line 169">
              <a:extLst>
                <a:ext uri="{FF2B5EF4-FFF2-40B4-BE49-F238E27FC236}">
                  <a16:creationId xmlns:a16="http://schemas.microsoft.com/office/drawing/2014/main" id="{66F87AEE-2E9C-7FC8-0B03-35EBE46B524B}"/>
                </a:ext>
              </a:extLst>
            </p:cNvPr>
            <p:cNvSpPr>
              <a:spLocks noChangeShapeType="1"/>
            </p:cNvSpPr>
            <p:nvPr/>
          </p:nvSpPr>
          <p:spPr bwMode="auto">
            <a:xfrm>
              <a:off x="5258978" y="2212347"/>
              <a:ext cx="202157"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21" name="Line 170">
              <a:extLst>
                <a:ext uri="{FF2B5EF4-FFF2-40B4-BE49-F238E27FC236}">
                  <a16:creationId xmlns:a16="http://schemas.microsoft.com/office/drawing/2014/main" id="{8DC1801F-803C-DF28-BA7B-0E4DDD97FE3E}"/>
                </a:ext>
              </a:extLst>
            </p:cNvPr>
            <p:cNvSpPr>
              <a:spLocks noChangeShapeType="1"/>
            </p:cNvSpPr>
            <p:nvPr/>
          </p:nvSpPr>
          <p:spPr bwMode="auto">
            <a:xfrm>
              <a:off x="6535616" y="1754315"/>
              <a:ext cx="0" cy="275210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22" name="Line 171">
              <a:extLst>
                <a:ext uri="{FF2B5EF4-FFF2-40B4-BE49-F238E27FC236}">
                  <a16:creationId xmlns:a16="http://schemas.microsoft.com/office/drawing/2014/main" id="{40443B3E-3800-7B09-C623-3C2089FA9D75}"/>
                </a:ext>
              </a:extLst>
            </p:cNvPr>
            <p:cNvSpPr>
              <a:spLocks noChangeShapeType="1"/>
            </p:cNvSpPr>
            <p:nvPr/>
          </p:nvSpPr>
          <p:spPr bwMode="auto">
            <a:xfrm>
              <a:off x="6535616" y="4506417"/>
              <a:ext cx="22569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23" name="Line 172">
              <a:extLst>
                <a:ext uri="{FF2B5EF4-FFF2-40B4-BE49-F238E27FC236}">
                  <a16:creationId xmlns:a16="http://schemas.microsoft.com/office/drawing/2014/main" id="{DB29112B-1B42-DA33-9C52-31BF0FBEFB02}"/>
                </a:ext>
              </a:extLst>
            </p:cNvPr>
            <p:cNvSpPr>
              <a:spLocks noChangeShapeType="1"/>
            </p:cNvSpPr>
            <p:nvPr/>
          </p:nvSpPr>
          <p:spPr bwMode="auto">
            <a:xfrm>
              <a:off x="6535616" y="3739117"/>
              <a:ext cx="22569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24" name="Line 173">
              <a:extLst>
                <a:ext uri="{FF2B5EF4-FFF2-40B4-BE49-F238E27FC236}">
                  <a16:creationId xmlns:a16="http://schemas.microsoft.com/office/drawing/2014/main" id="{53145177-EF26-CF3B-2B3C-835A99E1E496}"/>
                </a:ext>
              </a:extLst>
            </p:cNvPr>
            <p:cNvSpPr>
              <a:spLocks noChangeShapeType="1"/>
            </p:cNvSpPr>
            <p:nvPr/>
          </p:nvSpPr>
          <p:spPr bwMode="auto">
            <a:xfrm>
              <a:off x="6535616" y="2971817"/>
              <a:ext cx="22569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25" name="Line 174">
              <a:extLst>
                <a:ext uri="{FF2B5EF4-FFF2-40B4-BE49-F238E27FC236}">
                  <a16:creationId xmlns:a16="http://schemas.microsoft.com/office/drawing/2014/main" id="{A07ABD2E-8FC4-BFAA-D9FF-896D310AA2C6}"/>
                </a:ext>
              </a:extLst>
            </p:cNvPr>
            <p:cNvSpPr>
              <a:spLocks noChangeShapeType="1"/>
            </p:cNvSpPr>
            <p:nvPr/>
          </p:nvSpPr>
          <p:spPr bwMode="auto">
            <a:xfrm>
              <a:off x="6535616" y="2250190"/>
              <a:ext cx="22569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26" name="Line 175">
              <a:extLst>
                <a:ext uri="{FF2B5EF4-FFF2-40B4-BE49-F238E27FC236}">
                  <a16:creationId xmlns:a16="http://schemas.microsoft.com/office/drawing/2014/main" id="{A832D246-1268-A39F-FA34-A18FC71A4516}"/>
                </a:ext>
              </a:extLst>
            </p:cNvPr>
            <p:cNvSpPr>
              <a:spLocks noChangeShapeType="1"/>
            </p:cNvSpPr>
            <p:nvPr/>
          </p:nvSpPr>
          <p:spPr bwMode="auto">
            <a:xfrm>
              <a:off x="1643683" y="4912251"/>
              <a:ext cx="478670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27" name="Line 176">
              <a:extLst>
                <a:ext uri="{FF2B5EF4-FFF2-40B4-BE49-F238E27FC236}">
                  <a16:creationId xmlns:a16="http://schemas.microsoft.com/office/drawing/2014/main" id="{FE2B2CCF-09DF-443A-69D8-2E22646B8D46}"/>
                </a:ext>
              </a:extLst>
            </p:cNvPr>
            <p:cNvSpPr>
              <a:spLocks noChangeShapeType="1"/>
            </p:cNvSpPr>
            <p:nvPr/>
          </p:nvSpPr>
          <p:spPr bwMode="auto">
            <a:xfrm>
              <a:off x="6430383" y="4686498"/>
              <a:ext cx="325390"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28" name="Line 177">
              <a:extLst>
                <a:ext uri="{FF2B5EF4-FFF2-40B4-BE49-F238E27FC236}">
                  <a16:creationId xmlns:a16="http://schemas.microsoft.com/office/drawing/2014/main" id="{2A6112D7-3281-98CC-5B89-AD5BF6C41EE2}"/>
                </a:ext>
              </a:extLst>
            </p:cNvPr>
            <p:cNvSpPr>
              <a:spLocks noChangeShapeType="1"/>
            </p:cNvSpPr>
            <p:nvPr/>
          </p:nvSpPr>
          <p:spPr bwMode="auto">
            <a:xfrm>
              <a:off x="6430383" y="2430270"/>
              <a:ext cx="0" cy="248198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29" name="Line 178">
              <a:extLst>
                <a:ext uri="{FF2B5EF4-FFF2-40B4-BE49-F238E27FC236}">
                  <a16:creationId xmlns:a16="http://schemas.microsoft.com/office/drawing/2014/main" id="{1AB17A68-ECC1-9D41-EFE8-81B92A0D6FAC}"/>
                </a:ext>
              </a:extLst>
            </p:cNvPr>
            <p:cNvSpPr>
              <a:spLocks noChangeShapeType="1"/>
            </p:cNvSpPr>
            <p:nvPr/>
          </p:nvSpPr>
          <p:spPr bwMode="auto">
            <a:xfrm>
              <a:off x="5137130" y="4686498"/>
              <a:ext cx="32400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30" name="Line 179">
              <a:extLst>
                <a:ext uri="{FF2B5EF4-FFF2-40B4-BE49-F238E27FC236}">
                  <a16:creationId xmlns:a16="http://schemas.microsoft.com/office/drawing/2014/main" id="{D56CAB84-07D8-694B-1531-31955EC59911}"/>
                </a:ext>
              </a:extLst>
            </p:cNvPr>
            <p:cNvSpPr>
              <a:spLocks noChangeShapeType="1"/>
            </p:cNvSpPr>
            <p:nvPr/>
          </p:nvSpPr>
          <p:spPr bwMode="auto">
            <a:xfrm>
              <a:off x="5137130" y="2430270"/>
              <a:ext cx="0" cy="2481981"/>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5531" name="Line 180">
              <a:extLst>
                <a:ext uri="{FF2B5EF4-FFF2-40B4-BE49-F238E27FC236}">
                  <a16:creationId xmlns:a16="http://schemas.microsoft.com/office/drawing/2014/main" id="{8F8C60E2-EDB9-9192-E3E4-C67135F084CB}"/>
                </a:ext>
              </a:extLst>
            </p:cNvPr>
            <p:cNvSpPr>
              <a:spLocks noChangeShapeType="1"/>
            </p:cNvSpPr>
            <p:nvPr/>
          </p:nvSpPr>
          <p:spPr bwMode="auto">
            <a:xfrm>
              <a:off x="3778798" y="4686498"/>
              <a:ext cx="32400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32" name="Line 181">
              <a:extLst>
                <a:ext uri="{FF2B5EF4-FFF2-40B4-BE49-F238E27FC236}">
                  <a16:creationId xmlns:a16="http://schemas.microsoft.com/office/drawing/2014/main" id="{519AED8D-6B77-AAF0-D104-7C39899A1ED2}"/>
                </a:ext>
              </a:extLst>
            </p:cNvPr>
            <p:cNvSpPr>
              <a:spLocks noChangeShapeType="1"/>
            </p:cNvSpPr>
            <p:nvPr/>
          </p:nvSpPr>
          <p:spPr bwMode="auto">
            <a:xfrm>
              <a:off x="3778798" y="2430270"/>
              <a:ext cx="0" cy="2481981"/>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5533" name="Line 182">
              <a:extLst>
                <a:ext uri="{FF2B5EF4-FFF2-40B4-BE49-F238E27FC236}">
                  <a16:creationId xmlns:a16="http://schemas.microsoft.com/office/drawing/2014/main" id="{D8AA6C1E-EA23-E575-F4BF-A0DB28702BF5}"/>
                </a:ext>
              </a:extLst>
            </p:cNvPr>
            <p:cNvSpPr>
              <a:spLocks noChangeShapeType="1"/>
            </p:cNvSpPr>
            <p:nvPr/>
          </p:nvSpPr>
          <p:spPr bwMode="auto">
            <a:xfrm>
              <a:off x="2313849" y="4686498"/>
              <a:ext cx="502624"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34" name="Line 183">
              <a:extLst>
                <a:ext uri="{FF2B5EF4-FFF2-40B4-BE49-F238E27FC236}">
                  <a16:creationId xmlns:a16="http://schemas.microsoft.com/office/drawing/2014/main" id="{0EDF32C2-B420-C7B4-0B16-5294D6F7575B}"/>
                </a:ext>
              </a:extLst>
            </p:cNvPr>
            <p:cNvSpPr>
              <a:spLocks noChangeShapeType="1"/>
            </p:cNvSpPr>
            <p:nvPr/>
          </p:nvSpPr>
          <p:spPr bwMode="auto">
            <a:xfrm flipH="1">
              <a:off x="2316618" y="2421136"/>
              <a:ext cx="2769" cy="2481981"/>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5535" name="Line 184">
              <a:extLst>
                <a:ext uri="{FF2B5EF4-FFF2-40B4-BE49-F238E27FC236}">
                  <a16:creationId xmlns:a16="http://schemas.microsoft.com/office/drawing/2014/main" id="{C3128132-61EE-35F9-BC86-0E16EDE0F378}"/>
                </a:ext>
              </a:extLst>
            </p:cNvPr>
            <p:cNvSpPr>
              <a:spLocks noChangeShapeType="1"/>
            </p:cNvSpPr>
            <p:nvPr/>
          </p:nvSpPr>
          <p:spPr bwMode="auto">
            <a:xfrm>
              <a:off x="6430383" y="3920503"/>
              <a:ext cx="325390"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36" name="Line 185">
              <a:extLst>
                <a:ext uri="{FF2B5EF4-FFF2-40B4-BE49-F238E27FC236}">
                  <a16:creationId xmlns:a16="http://schemas.microsoft.com/office/drawing/2014/main" id="{F62EE1A9-7CF6-E90B-12A2-36944D12B9CD}"/>
                </a:ext>
              </a:extLst>
            </p:cNvPr>
            <p:cNvSpPr>
              <a:spLocks noChangeShapeType="1"/>
            </p:cNvSpPr>
            <p:nvPr/>
          </p:nvSpPr>
          <p:spPr bwMode="auto">
            <a:xfrm>
              <a:off x="6430383" y="3151898"/>
              <a:ext cx="325390"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37" name="Line 186">
              <a:extLst>
                <a:ext uri="{FF2B5EF4-FFF2-40B4-BE49-F238E27FC236}">
                  <a16:creationId xmlns:a16="http://schemas.microsoft.com/office/drawing/2014/main" id="{723DACAB-A4F8-AD17-2472-5831BCE85B46}"/>
                </a:ext>
              </a:extLst>
            </p:cNvPr>
            <p:cNvSpPr>
              <a:spLocks noChangeShapeType="1"/>
            </p:cNvSpPr>
            <p:nvPr/>
          </p:nvSpPr>
          <p:spPr bwMode="auto">
            <a:xfrm>
              <a:off x="6430383" y="2430270"/>
              <a:ext cx="32539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38" name="Line 187">
              <a:extLst>
                <a:ext uri="{FF2B5EF4-FFF2-40B4-BE49-F238E27FC236}">
                  <a16:creationId xmlns:a16="http://schemas.microsoft.com/office/drawing/2014/main" id="{F71FF5B5-4844-F030-8C12-B9F7EB46E259}"/>
                </a:ext>
              </a:extLst>
            </p:cNvPr>
            <p:cNvSpPr>
              <a:spLocks noChangeShapeType="1"/>
            </p:cNvSpPr>
            <p:nvPr/>
          </p:nvSpPr>
          <p:spPr bwMode="auto">
            <a:xfrm>
              <a:off x="5137130" y="3920503"/>
              <a:ext cx="32400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39" name="Line 188">
              <a:extLst>
                <a:ext uri="{FF2B5EF4-FFF2-40B4-BE49-F238E27FC236}">
                  <a16:creationId xmlns:a16="http://schemas.microsoft.com/office/drawing/2014/main" id="{3E84D1DD-7E64-6230-C4FB-86F3A9D5FA12}"/>
                </a:ext>
              </a:extLst>
            </p:cNvPr>
            <p:cNvSpPr>
              <a:spLocks noChangeShapeType="1"/>
            </p:cNvSpPr>
            <p:nvPr/>
          </p:nvSpPr>
          <p:spPr bwMode="auto">
            <a:xfrm>
              <a:off x="5137130" y="3151898"/>
              <a:ext cx="32400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40" name="Line 189">
              <a:extLst>
                <a:ext uri="{FF2B5EF4-FFF2-40B4-BE49-F238E27FC236}">
                  <a16:creationId xmlns:a16="http://schemas.microsoft.com/office/drawing/2014/main" id="{F5CBDC49-A8BB-FEEB-8FF3-644A5A6CFF48}"/>
                </a:ext>
              </a:extLst>
            </p:cNvPr>
            <p:cNvSpPr>
              <a:spLocks noChangeShapeType="1"/>
            </p:cNvSpPr>
            <p:nvPr/>
          </p:nvSpPr>
          <p:spPr bwMode="auto">
            <a:xfrm>
              <a:off x="5137130" y="2430270"/>
              <a:ext cx="32400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1" name="Line 190">
              <a:extLst>
                <a:ext uri="{FF2B5EF4-FFF2-40B4-BE49-F238E27FC236}">
                  <a16:creationId xmlns:a16="http://schemas.microsoft.com/office/drawing/2014/main" id="{5C0E5091-82C1-233E-D60A-5A7047A095A9}"/>
                </a:ext>
              </a:extLst>
            </p:cNvPr>
            <p:cNvSpPr>
              <a:spLocks noChangeShapeType="1"/>
            </p:cNvSpPr>
            <p:nvPr/>
          </p:nvSpPr>
          <p:spPr bwMode="auto">
            <a:xfrm>
              <a:off x="3778798" y="3920503"/>
              <a:ext cx="32400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42" name="Line 191">
              <a:extLst>
                <a:ext uri="{FF2B5EF4-FFF2-40B4-BE49-F238E27FC236}">
                  <a16:creationId xmlns:a16="http://schemas.microsoft.com/office/drawing/2014/main" id="{6FACC9DC-8B43-14FE-044A-1F63FADC958A}"/>
                </a:ext>
              </a:extLst>
            </p:cNvPr>
            <p:cNvSpPr>
              <a:spLocks noChangeShapeType="1"/>
            </p:cNvSpPr>
            <p:nvPr/>
          </p:nvSpPr>
          <p:spPr bwMode="auto">
            <a:xfrm>
              <a:off x="3778798" y="3151898"/>
              <a:ext cx="324006"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43" name="Line 192">
              <a:extLst>
                <a:ext uri="{FF2B5EF4-FFF2-40B4-BE49-F238E27FC236}">
                  <a16:creationId xmlns:a16="http://schemas.microsoft.com/office/drawing/2014/main" id="{9F4954EE-4C54-551B-CBDE-24BF07117A7E}"/>
                </a:ext>
              </a:extLst>
            </p:cNvPr>
            <p:cNvSpPr>
              <a:spLocks noChangeShapeType="1"/>
            </p:cNvSpPr>
            <p:nvPr/>
          </p:nvSpPr>
          <p:spPr bwMode="auto">
            <a:xfrm>
              <a:off x="3778798" y="2430270"/>
              <a:ext cx="32400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4" name="Line 193">
              <a:extLst>
                <a:ext uri="{FF2B5EF4-FFF2-40B4-BE49-F238E27FC236}">
                  <a16:creationId xmlns:a16="http://schemas.microsoft.com/office/drawing/2014/main" id="{F4C4B043-A0BF-1330-A0CC-31EE42255953}"/>
                </a:ext>
              </a:extLst>
            </p:cNvPr>
            <p:cNvSpPr>
              <a:spLocks noChangeShapeType="1"/>
            </p:cNvSpPr>
            <p:nvPr/>
          </p:nvSpPr>
          <p:spPr bwMode="auto">
            <a:xfrm>
              <a:off x="2301387" y="3920503"/>
              <a:ext cx="517855"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45" name="Line 194">
              <a:extLst>
                <a:ext uri="{FF2B5EF4-FFF2-40B4-BE49-F238E27FC236}">
                  <a16:creationId xmlns:a16="http://schemas.microsoft.com/office/drawing/2014/main" id="{01B186EB-13F6-C297-E423-BF70F2F43631}"/>
                </a:ext>
              </a:extLst>
            </p:cNvPr>
            <p:cNvSpPr>
              <a:spLocks noChangeShapeType="1"/>
            </p:cNvSpPr>
            <p:nvPr/>
          </p:nvSpPr>
          <p:spPr bwMode="auto">
            <a:xfrm>
              <a:off x="2313849" y="3151898"/>
              <a:ext cx="498470"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46" name="Line 195">
              <a:extLst>
                <a:ext uri="{FF2B5EF4-FFF2-40B4-BE49-F238E27FC236}">
                  <a16:creationId xmlns:a16="http://schemas.microsoft.com/office/drawing/2014/main" id="{1455A54B-4F89-877F-31B0-8B9615DBA9E4}"/>
                </a:ext>
              </a:extLst>
            </p:cNvPr>
            <p:cNvSpPr>
              <a:spLocks noChangeShapeType="1"/>
            </p:cNvSpPr>
            <p:nvPr/>
          </p:nvSpPr>
          <p:spPr bwMode="auto">
            <a:xfrm>
              <a:off x="2326310" y="2430270"/>
              <a:ext cx="47077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7" name="Text Box 196">
              <a:extLst>
                <a:ext uri="{FF2B5EF4-FFF2-40B4-BE49-F238E27FC236}">
                  <a16:creationId xmlns:a16="http://schemas.microsoft.com/office/drawing/2014/main" id="{5D323192-C91D-420A-CD3C-3FE8413617C9}"/>
                </a:ext>
              </a:extLst>
            </p:cNvPr>
            <p:cNvSpPr txBox="1">
              <a:spLocks noChangeArrowheads="1"/>
            </p:cNvSpPr>
            <p:nvPr/>
          </p:nvSpPr>
          <p:spPr bwMode="auto">
            <a:xfrm>
              <a:off x="1062134" y="4694650"/>
              <a:ext cx="7103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Write</a:t>
              </a:r>
            </a:p>
          </p:txBody>
        </p:sp>
        <p:sp>
          <p:nvSpPr>
            <p:cNvPr id="15548" name="Line 197">
              <a:extLst>
                <a:ext uri="{FF2B5EF4-FFF2-40B4-BE49-F238E27FC236}">
                  <a16:creationId xmlns:a16="http://schemas.microsoft.com/office/drawing/2014/main" id="{6FCD071C-A839-7199-8F66-B816808A2619}"/>
                </a:ext>
              </a:extLst>
            </p:cNvPr>
            <p:cNvSpPr>
              <a:spLocks noChangeShapeType="1"/>
            </p:cNvSpPr>
            <p:nvPr/>
          </p:nvSpPr>
          <p:spPr bwMode="auto">
            <a:xfrm>
              <a:off x="1643683" y="5046659"/>
              <a:ext cx="59511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9" name="Text Box 198">
              <a:extLst>
                <a:ext uri="{FF2B5EF4-FFF2-40B4-BE49-F238E27FC236}">
                  <a16:creationId xmlns:a16="http://schemas.microsoft.com/office/drawing/2014/main" id="{EA507740-DD60-D26C-18A1-9CDFBF9419A0}"/>
                </a:ext>
              </a:extLst>
            </p:cNvPr>
            <p:cNvSpPr txBox="1">
              <a:spLocks noChangeArrowheads="1"/>
            </p:cNvSpPr>
            <p:nvPr/>
          </p:nvSpPr>
          <p:spPr bwMode="auto">
            <a:xfrm>
              <a:off x="1031081" y="4894090"/>
              <a:ext cx="7117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Read</a:t>
              </a:r>
            </a:p>
          </p:txBody>
        </p:sp>
        <p:sp>
          <p:nvSpPr>
            <p:cNvPr id="15550" name="Line 199">
              <a:extLst>
                <a:ext uri="{FF2B5EF4-FFF2-40B4-BE49-F238E27FC236}">
                  <a16:creationId xmlns:a16="http://schemas.microsoft.com/office/drawing/2014/main" id="{321995F5-3A42-9696-275C-F9C745076339}"/>
                </a:ext>
              </a:extLst>
            </p:cNvPr>
            <p:cNvSpPr>
              <a:spLocks noChangeShapeType="1"/>
            </p:cNvSpPr>
            <p:nvPr/>
          </p:nvSpPr>
          <p:spPr bwMode="auto">
            <a:xfrm flipH="1">
              <a:off x="3211095" y="5138004"/>
              <a:ext cx="32400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1" name="Line 200">
              <a:extLst>
                <a:ext uri="{FF2B5EF4-FFF2-40B4-BE49-F238E27FC236}">
                  <a16:creationId xmlns:a16="http://schemas.microsoft.com/office/drawing/2014/main" id="{F0CC4341-83D6-F9ED-26DC-6DDB9E0342BD}"/>
                </a:ext>
              </a:extLst>
            </p:cNvPr>
            <p:cNvSpPr>
              <a:spLocks noChangeShapeType="1"/>
            </p:cNvSpPr>
            <p:nvPr/>
          </p:nvSpPr>
          <p:spPr bwMode="auto">
            <a:xfrm flipH="1">
              <a:off x="5850219" y="5138004"/>
              <a:ext cx="32262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2" name="Line 201">
              <a:extLst>
                <a:ext uri="{FF2B5EF4-FFF2-40B4-BE49-F238E27FC236}">
                  <a16:creationId xmlns:a16="http://schemas.microsoft.com/office/drawing/2014/main" id="{AC73862D-D91C-F11E-58E3-A271F3AB1284}"/>
                </a:ext>
              </a:extLst>
            </p:cNvPr>
            <p:cNvSpPr>
              <a:spLocks noChangeShapeType="1"/>
            </p:cNvSpPr>
            <p:nvPr/>
          </p:nvSpPr>
          <p:spPr bwMode="auto">
            <a:xfrm flipH="1">
              <a:off x="7142088" y="5138004"/>
              <a:ext cx="32262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3" name="Line 202">
              <a:extLst>
                <a:ext uri="{FF2B5EF4-FFF2-40B4-BE49-F238E27FC236}">
                  <a16:creationId xmlns:a16="http://schemas.microsoft.com/office/drawing/2014/main" id="{D4E7BD0F-58CA-6B49-A0CB-B6C41260DB33}"/>
                </a:ext>
              </a:extLst>
            </p:cNvPr>
            <p:cNvSpPr>
              <a:spLocks noChangeShapeType="1"/>
            </p:cNvSpPr>
            <p:nvPr/>
          </p:nvSpPr>
          <p:spPr bwMode="auto">
            <a:xfrm>
              <a:off x="3211095" y="5138004"/>
              <a:ext cx="0" cy="22444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4" name="Line 203">
              <a:extLst>
                <a:ext uri="{FF2B5EF4-FFF2-40B4-BE49-F238E27FC236}">
                  <a16:creationId xmlns:a16="http://schemas.microsoft.com/office/drawing/2014/main" id="{33654E89-49D0-8386-43A5-9CE5A05649DD}"/>
                </a:ext>
              </a:extLst>
            </p:cNvPr>
            <p:cNvSpPr>
              <a:spLocks noChangeShapeType="1"/>
            </p:cNvSpPr>
            <p:nvPr/>
          </p:nvSpPr>
          <p:spPr bwMode="auto">
            <a:xfrm>
              <a:off x="3211095" y="5372892"/>
              <a:ext cx="25477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5" name="Line 204">
              <a:extLst>
                <a:ext uri="{FF2B5EF4-FFF2-40B4-BE49-F238E27FC236}">
                  <a16:creationId xmlns:a16="http://schemas.microsoft.com/office/drawing/2014/main" id="{47D177F3-0D8C-96DF-5993-94A6EA5A75DC}"/>
                </a:ext>
              </a:extLst>
            </p:cNvPr>
            <p:cNvSpPr>
              <a:spLocks noChangeShapeType="1"/>
            </p:cNvSpPr>
            <p:nvPr/>
          </p:nvSpPr>
          <p:spPr bwMode="auto">
            <a:xfrm>
              <a:off x="4496041" y="5138004"/>
              <a:ext cx="0" cy="22444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6" name="Line 205">
              <a:extLst>
                <a:ext uri="{FF2B5EF4-FFF2-40B4-BE49-F238E27FC236}">
                  <a16:creationId xmlns:a16="http://schemas.microsoft.com/office/drawing/2014/main" id="{AFF53D1E-A82A-AE20-9322-81CFCBDA8782}"/>
                </a:ext>
              </a:extLst>
            </p:cNvPr>
            <p:cNvSpPr>
              <a:spLocks noChangeShapeType="1"/>
            </p:cNvSpPr>
            <p:nvPr/>
          </p:nvSpPr>
          <p:spPr bwMode="auto">
            <a:xfrm>
              <a:off x="4496041" y="5362453"/>
              <a:ext cx="22569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7" name="Line 206">
              <a:extLst>
                <a:ext uri="{FF2B5EF4-FFF2-40B4-BE49-F238E27FC236}">
                  <a16:creationId xmlns:a16="http://schemas.microsoft.com/office/drawing/2014/main" id="{9F0F8404-5560-5527-1A45-BF1CE8B28E50}"/>
                </a:ext>
              </a:extLst>
            </p:cNvPr>
            <p:cNvSpPr>
              <a:spLocks noChangeShapeType="1"/>
            </p:cNvSpPr>
            <p:nvPr/>
          </p:nvSpPr>
          <p:spPr bwMode="auto">
            <a:xfrm>
              <a:off x="5850219" y="5138004"/>
              <a:ext cx="0" cy="22444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8" name="Line 207">
              <a:extLst>
                <a:ext uri="{FF2B5EF4-FFF2-40B4-BE49-F238E27FC236}">
                  <a16:creationId xmlns:a16="http://schemas.microsoft.com/office/drawing/2014/main" id="{AF324DC1-6CA7-AF17-242A-36E81812A125}"/>
                </a:ext>
              </a:extLst>
            </p:cNvPr>
            <p:cNvSpPr>
              <a:spLocks noChangeShapeType="1"/>
            </p:cNvSpPr>
            <p:nvPr/>
          </p:nvSpPr>
          <p:spPr bwMode="auto">
            <a:xfrm>
              <a:off x="5850219" y="5362453"/>
              <a:ext cx="1938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9" name="Line 208">
              <a:extLst>
                <a:ext uri="{FF2B5EF4-FFF2-40B4-BE49-F238E27FC236}">
                  <a16:creationId xmlns:a16="http://schemas.microsoft.com/office/drawing/2014/main" id="{656060DF-62C9-3B43-5FEE-D409653B4F4F}"/>
                </a:ext>
              </a:extLst>
            </p:cNvPr>
            <p:cNvSpPr>
              <a:spLocks noChangeShapeType="1"/>
            </p:cNvSpPr>
            <p:nvPr/>
          </p:nvSpPr>
          <p:spPr bwMode="auto">
            <a:xfrm>
              <a:off x="5850219" y="5138004"/>
              <a:ext cx="0" cy="22444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0" name="Line 209">
              <a:extLst>
                <a:ext uri="{FF2B5EF4-FFF2-40B4-BE49-F238E27FC236}">
                  <a16:creationId xmlns:a16="http://schemas.microsoft.com/office/drawing/2014/main" id="{B5AB18BA-B4B5-8AEF-69D2-76ECDF678F72}"/>
                </a:ext>
              </a:extLst>
            </p:cNvPr>
            <p:cNvSpPr>
              <a:spLocks noChangeShapeType="1"/>
            </p:cNvSpPr>
            <p:nvPr/>
          </p:nvSpPr>
          <p:spPr bwMode="auto">
            <a:xfrm>
              <a:off x="5850219" y="5362453"/>
              <a:ext cx="25754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1" name="Line 210">
              <a:extLst>
                <a:ext uri="{FF2B5EF4-FFF2-40B4-BE49-F238E27FC236}">
                  <a16:creationId xmlns:a16="http://schemas.microsoft.com/office/drawing/2014/main" id="{EDC71573-7F9F-E65F-3A40-B2D7401819F2}"/>
                </a:ext>
              </a:extLst>
            </p:cNvPr>
            <p:cNvSpPr>
              <a:spLocks noChangeShapeType="1"/>
            </p:cNvSpPr>
            <p:nvPr/>
          </p:nvSpPr>
          <p:spPr bwMode="auto">
            <a:xfrm flipH="1">
              <a:off x="4484964" y="5128870"/>
              <a:ext cx="32262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2" name="Line 211">
              <a:extLst>
                <a:ext uri="{FF2B5EF4-FFF2-40B4-BE49-F238E27FC236}">
                  <a16:creationId xmlns:a16="http://schemas.microsoft.com/office/drawing/2014/main" id="{E0E28947-D011-887B-87ED-20BDE8991232}"/>
                </a:ext>
              </a:extLst>
            </p:cNvPr>
            <p:cNvSpPr>
              <a:spLocks noChangeShapeType="1"/>
            </p:cNvSpPr>
            <p:nvPr/>
          </p:nvSpPr>
          <p:spPr bwMode="auto">
            <a:xfrm>
              <a:off x="7142088" y="5138004"/>
              <a:ext cx="0" cy="22444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3" name="Line 212">
              <a:extLst>
                <a:ext uri="{FF2B5EF4-FFF2-40B4-BE49-F238E27FC236}">
                  <a16:creationId xmlns:a16="http://schemas.microsoft.com/office/drawing/2014/main" id="{C57EAB79-2721-4913-52CD-4D3B58EB6F37}"/>
                </a:ext>
              </a:extLst>
            </p:cNvPr>
            <p:cNvSpPr>
              <a:spLocks noChangeShapeType="1"/>
            </p:cNvSpPr>
            <p:nvPr/>
          </p:nvSpPr>
          <p:spPr bwMode="auto">
            <a:xfrm>
              <a:off x="7142088" y="5362453"/>
              <a:ext cx="25892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4" name="Line 213">
              <a:extLst>
                <a:ext uri="{FF2B5EF4-FFF2-40B4-BE49-F238E27FC236}">
                  <a16:creationId xmlns:a16="http://schemas.microsoft.com/office/drawing/2014/main" id="{8699E543-5210-CB37-8D43-DE98266C2F00}"/>
                </a:ext>
              </a:extLst>
            </p:cNvPr>
            <p:cNvSpPr>
              <a:spLocks noChangeShapeType="1"/>
            </p:cNvSpPr>
            <p:nvPr/>
          </p:nvSpPr>
          <p:spPr bwMode="auto">
            <a:xfrm>
              <a:off x="3652795" y="5046659"/>
              <a:ext cx="0" cy="271426"/>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5565" name="Line 214">
              <a:extLst>
                <a:ext uri="{FF2B5EF4-FFF2-40B4-BE49-F238E27FC236}">
                  <a16:creationId xmlns:a16="http://schemas.microsoft.com/office/drawing/2014/main" id="{8527DDC0-970B-0061-A603-AD87E8EE8EB0}"/>
                </a:ext>
              </a:extLst>
            </p:cNvPr>
            <p:cNvSpPr>
              <a:spLocks noChangeShapeType="1"/>
            </p:cNvSpPr>
            <p:nvPr/>
          </p:nvSpPr>
          <p:spPr bwMode="auto">
            <a:xfrm>
              <a:off x="4907279" y="5037525"/>
              <a:ext cx="0" cy="245327"/>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5566" name="Line 215">
              <a:extLst>
                <a:ext uri="{FF2B5EF4-FFF2-40B4-BE49-F238E27FC236}">
                  <a16:creationId xmlns:a16="http://schemas.microsoft.com/office/drawing/2014/main" id="{DAE72206-D7C4-0600-E427-295F52445431}"/>
                </a:ext>
              </a:extLst>
            </p:cNvPr>
            <p:cNvSpPr>
              <a:spLocks noChangeShapeType="1"/>
            </p:cNvSpPr>
            <p:nvPr/>
          </p:nvSpPr>
          <p:spPr bwMode="auto">
            <a:xfrm>
              <a:off x="6268381" y="5046659"/>
              <a:ext cx="0" cy="246632"/>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5567" name="Line 216">
              <a:extLst>
                <a:ext uri="{FF2B5EF4-FFF2-40B4-BE49-F238E27FC236}">
                  <a16:creationId xmlns:a16="http://schemas.microsoft.com/office/drawing/2014/main" id="{930EAF9D-7D91-EE7E-8E7B-B60A27FBD9F9}"/>
                </a:ext>
              </a:extLst>
            </p:cNvPr>
            <p:cNvSpPr>
              <a:spLocks noChangeShapeType="1"/>
            </p:cNvSpPr>
            <p:nvPr/>
          </p:nvSpPr>
          <p:spPr bwMode="auto">
            <a:xfrm>
              <a:off x="7594866" y="5046659"/>
              <a:ext cx="0" cy="2714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8" name="Line 217">
              <a:extLst>
                <a:ext uri="{FF2B5EF4-FFF2-40B4-BE49-F238E27FC236}">
                  <a16:creationId xmlns:a16="http://schemas.microsoft.com/office/drawing/2014/main" id="{B59B6C24-681E-D069-94CD-B46017CBA1BF}"/>
                </a:ext>
              </a:extLst>
            </p:cNvPr>
            <p:cNvSpPr>
              <a:spLocks noChangeShapeType="1"/>
            </p:cNvSpPr>
            <p:nvPr/>
          </p:nvSpPr>
          <p:spPr bwMode="auto">
            <a:xfrm>
              <a:off x="3730335" y="5372892"/>
              <a:ext cx="19523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9" name="Line 218">
              <a:extLst>
                <a:ext uri="{FF2B5EF4-FFF2-40B4-BE49-F238E27FC236}">
                  <a16:creationId xmlns:a16="http://schemas.microsoft.com/office/drawing/2014/main" id="{63E8412C-485E-9C59-7308-9978B3688BAE}"/>
                </a:ext>
              </a:extLst>
            </p:cNvPr>
            <p:cNvSpPr>
              <a:spLocks noChangeShapeType="1"/>
            </p:cNvSpPr>
            <p:nvPr/>
          </p:nvSpPr>
          <p:spPr bwMode="auto">
            <a:xfrm>
              <a:off x="5041589" y="5362453"/>
              <a:ext cx="19523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70" name="Line 219">
              <a:extLst>
                <a:ext uri="{FF2B5EF4-FFF2-40B4-BE49-F238E27FC236}">
                  <a16:creationId xmlns:a16="http://schemas.microsoft.com/office/drawing/2014/main" id="{8A4BE25D-E4CD-500F-1C57-5DAC4BF9DC7C}"/>
                </a:ext>
              </a:extLst>
            </p:cNvPr>
            <p:cNvSpPr>
              <a:spLocks noChangeShapeType="1"/>
            </p:cNvSpPr>
            <p:nvPr/>
          </p:nvSpPr>
          <p:spPr bwMode="auto">
            <a:xfrm>
              <a:off x="6366690" y="5362453"/>
              <a:ext cx="1938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71" name="Line 220">
              <a:extLst>
                <a:ext uri="{FF2B5EF4-FFF2-40B4-BE49-F238E27FC236}">
                  <a16:creationId xmlns:a16="http://schemas.microsoft.com/office/drawing/2014/main" id="{9F90805C-2A05-BEE7-76DB-85FE1C8FB78C}"/>
                </a:ext>
              </a:extLst>
            </p:cNvPr>
            <p:cNvSpPr>
              <a:spLocks noChangeShapeType="1"/>
            </p:cNvSpPr>
            <p:nvPr/>
          </p:nvSpPr>
          <p:spPr bwMode="auto">
            <a:xfrm>
              <a:off x="7659944" y="5362453"/>
              <a:ext cx="1938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72" name="Line 221">
              <a:extLst>
                <a:ext uri="{FF2B5EF4-FFF2-40B4-BE49-F238E27FC236}">
                  <a16:creationId xmlns:a16="http://schemas.microsoft.com/office/drawing/2014/main" id="{31BBDEA8-5F82-0208-9063-C20F8D21B8E1}"/>
                </a:ext>
              </a:extLst>
            </p:cNvPr>
            <p:cNvSpPr>
              <a:spLocks noChangeShapeType="1"/>
            </p:cNvSpPr>
            <p:nvPr/>
          </p:nvSpPr>
          <p:spPr bwMode="auto">
            <a:xfrm>
              <a:off x="3913108" y="5362453"/>
              <a:ext cx="0" cy="18269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573" name="Line 222">
              <a:extLst>
                <a:ext uri="{FF2B5EF4-FFF2-40B4-BE49-F238E27FC236}">
                  <a16:creationId xmlns:a16="http://schemas.microsoft.com/office/drawing/2014/main" id="{C0DC5EB3-421E-D1B9-D69A-23405E8D0A25}"/>
                </a:ext>
              </a:extLst>
            </p:cNvPr>
            <p:cNvSpPr>
              <a:spLocks noChangeShapeType="1"/>
            </p:cNvSpPr>
            <p:nvPr/>
          </p:nvSpPr>
          <p:spPr bwMode="auto">
            <a:xfrm>
              <a:off x="5236824" y="5362453"/>
              <a:ext cx="0" cy="18269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574" name="Line 223">
              <a:extLst>
                <a:ext uri="{FF2B5EF4-FFF2-40B4-BE49-F238E27FC236}">
                  <a16:creationId xmlns:a16="http://schemas.microsoft.com/office/drawing/2014/main" id="{DDB76373-A3EC-3023-01EC-0250525A7D5E}"/>
                </a:ext>
              </a:extLst>
            </p:cNvPr>
            <p:cNvSpPr>
              <a:spLocks noChangeShapeType="1"/>
            </p:cNvSpPr>
            <p:nvPr/>
          </p:nvSpPr>
          <p:spPr bwMode="auto">
            <a:xfrm>
              <a:off x="6560540" y="5362453"/>
              <a:ext cx="0" cy="18269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575" name="Line 224">
              <a:extLst>
                <a:ext uri="{FF2B5EF4-FFF2-40B4-BE49-F238E27FC236}">
                  <a16:creationId xmlns:a16="http://schemas.microsoft.com/office/drawing/2014/main" id="{C10B0558-2963-3F7A-7FA1-873736DCFE9A}"/>
                </a:ext>
              </a:extLst>
            </p:cNvPr>
            <p:cNvSpPr>
              <a:spLocks noChangeShapeType="1"/>
            </p:cNvSpPr>
            <p:nvPr/>
          </p:nvSpPr>
          <p:spPr bwMode="auto">
            <a:xfrm>
              <a:off x="7853793" y="5362453"/>
              <a:ext cx="0" cy="18269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576" name="Text Box 225">
              <a:extLst>
                <a:ext uri="{FF2B5EF4-FFF2-40B4-BE49-F238E27FC236}">
                  <a16:creationId xmlns:a16="http://schemas.microsoft.com/office/drawing/2014/main" id="{EA93F903-FCFA-9C4D-23DF-8CFD8CD69954}"/>
                </a:ext>
              </a:extLst>
            </p:cNvPr>
            <p:cNvSpPr txBox="1">
              <a:spLocks noChangeArrowheads="1"/>
            </p:cNvSpPr>
            <p:nvPr/>
          </p:nvSpPr>
          <p:spPr bwMode="auto">
            <a:xfrm>
              <a:off x="3935262" y="5336354"/>
              <a:ext cx="51785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O</a:t>
              </a:r>
              <a:r>
                <a:rPr lang="en-US" altLang="en-US" sz="1600" baseline="-25000"/>
                <a:t>3</a:t>
              </a:r>
              <a:endParaRPr lang="en-US" altLang="en-US" sz="1600"/>
            </a:p>
          </p:txBody>
        </p:sp>
        <p:sp>
          <p:nvSpPr>
            <p:cNvPr id="15577" name="Text Box 226">
              <a:extLst>
                <a:ext uri="{FF2B5EF4-FFF2-40B4-BE49-F238E27FC236}">
                  <a16:creationId xmlns:a16="http://schemas.microsoft.com/office/drawing/2014/main" id="{91AA0ADC-256B-F8F3-C727-04D9CC42288F}"/>
                </a:ext>
              </a:extLst>
            </p:cNvPr>
            <p:cNvSpPr txBox="1">
              <a:spLocks noChangeArrowheads="1"/>
            </p:cNvSpPr>
            <p:nvPr/>
          </p:nvSpPr>
          <p:spPr bwMode="auto">
            <a:xfrm>
              <a:off x="5240978" y="5346793"/>
              <a:ext cx="51647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O</a:t>
              </a:r>
              <a:r>
                <a:rPr lang="en-US" altLang="en-US" sz="1600" baseline="-25000"/>
                <a:t>2</a:t>
              </a:r>
              <a:endParaRPr lang="en-US" altLang="en-US" sz="1600"/>
            </a:p>
          </p:txBody>
        </p:sp>
        <p:sp>
          <p:nvSpPr>
            <p:cNvPr id="15578" name="Text Box 227">
              <a:extLst>
                <a:ext uri="{FF2B5EF4-FFF2-40B4-BE49-F238E27FC236}">
                  <a16:creationId xmlns:a16="http://schemas.microsoft.com/office/drawing/2014/main" id="{499BBF07-D4F8-5C2C-D72F-5325E9B269EA}"/>
                </a:ext>
              </a:extLst>
            </p:cNvPr>
            <p:cNvSpPr txBox="1">
              <a:spLocks noChangeArrowheads="1"/>
            </p:cNvSpPr>
            <p:nvPr/>
          </p:nvSpPr>
          <p:spPr bwMode="auto">
            <a:xfrm>
              <a:off x="6575771" y="5327219"/>
              <a:ext cx="51785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O</a:t>
              </a:r>
              <a:r>
                <a:rPr lang="en-US" altLang="en-US" sz="1600" baseline="-25000"/>
                <a:t>1</a:t>
              </a:r>
              <a:endParaRPr lang="en-US" altLang="en-US" sz="1600"/>
            </a:p>
          </p:txBody>
        </p:sp>
        <p:sp>
          <p:nvSpPr>
            <p:cNvPr id="15579" name="Text Box 228">
              <a:extLst>
                <a:ext uri="{FF2B5EF4-FFF2-40B4-BE49-F238E27FC236}">
                  <a16:creationId xmlns:a16="http://schemas.microsoft.com/office/drawing/2014/main" id="{481A0579-6390-4EB3-E735-92852D087D17}"/>
                </a:ext>
              </a:extLst>
            </p:cNvPr>
            <p:cNvSpPr txBox="1">
              <a:spLocks noChangeArrowheads="1"/>
            </p:cNvSpPr>
            <p:nvPr/>
          </p:nvSpPr>
          <p:spPr bwMode="auto">
            <a:xfrm>
              <a:off x="1783531" y="2017912"/>
              <a:ext cx="625857" cy="2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DC</a:t>
              </a:r>
            </a:p>
          </p:txBody>
        </p:sp>
        <p:sp>
          <p:nvSpPr>
            <p:cNvPr id="7389" name="AutoShape 229">
              <a:extLst>
                <a:ext uri="{FF2B5EF4-FFF2-40B4-BE49-F238E27FC236}">
                  <a16:creationId xmlns:a16="http://schemas.microsoft.com/office/drawing/2014/main" id="{27CEDF1F-B873-47C7-8B79-2F5FF28A467B}"/>
                </a:ext>
              </a:extLst>
            </p:cNvPr>
            <p:cNvSpPr>
              <a:spLocks noChangeArrowheads="1"/>
            </p:cNvSpPr>
            <p:nvPr/>
          </p:nvSpPr>
          <p:spPr bwMode="auto">
            <a:xfrm rot="5400000">
              <a:off x="3432633" y="5214838"/>
              <a:ext cx="358841" cy="306405"/>
            </a:xfrm>
            <a:prstGeom prst="triangle">
              <a:avLst>
                <a:gd name="adj" fmla="val 50000"/>
              </a:avLst>
            </a:prstGeom>
            <a:solidFill>
              <a:schemeClr val="accent1">
                <a:lumMod val="20000"/>
                <a:lumOff val="80000"/>
              </a:schemeClr>
            </a:solidFill>
            <a:ln w="22225">
              <a:solidFill>
                <a:schemeClr val="tx1"/>
              </a:solidFill>
              <a:miter lim="800000"/>
              <a:headEnd/>
              <a:tailEnd/>
            </a:ln>
          </p:spPr>
          <p:txBody>
            <a:bodyPr rot="10800000" vert="eaVert" wrap="none" anchor="ctr"/>
            <a:lstStyle/>
            <a:p>
              <a:pPr eaLnBrk="1" hangingPunct="1">
                <a:defRPr/>
              </a:pPr>
              <a:endParaRPr lang="en-US" sz="1200"/>
            </a:p>
          </p:txBody>
        </p:sp>
        <p:sp>
          <p:nvSpPr>
            <p:cNvPr id="7390" name="AutoShape 230">
              <a:extLst>
                <a:ext uri="{FF2B5EF4-FFF2-40B4-BE49-F238E27FC236}">
                  <a16:creationId xmlns:a16="http://schemas.microsoft.com/office/drawing/2014/main" id="{CD872AA8-FBAA-4E2E-8905-9C2017E945C1}"/>
                </a:ext>
              </a:extLst>
            </p:cNvPr>
            <p:cNvSpPr>
              <a:spLocks noChangeArrowheads="1"/>
            </p:cNvSpPr>
            <p:nvPr/>
          </p:nvSpPr>
          <p:spPr bwMode="auto">
            <a:xfrm rot="5400000">
              <a:off x="4707470" y="5200549"/>
              <a:ext cx="358841" cy="306406"/>
            </a:xfrm>
            <a:prstGeom prst="triangle">
              <a:avLst>
                <a:gd name="adj" fmla="val 50000"/>
              </a:avLst>
            </a:prstGeom>
            <a:solidFill>
              <a:schemeClr val="accent1">
                <a:lumMod val="20000"/>
                <a:lumOff val="80000"/>
              </a:schemeClr>
            </a:solidFill>
            <a:ln w="22225">
              <a:solidFill>
                <a:schemeClr val="tx1"/>
              </a:solidFill>
              <a:miter lim="800000"/>
              <a:headEnd/>
              <a:tailEnd/>
            </a:ln>
          </p:spPr>
          <p:txBody>
            <a:bodyPr rot="10800000" vert="eaVert" wrap="none" anchor="ctr"/>
            <a:lstStyle/>
            <a:p>
              <a:pPr eaLnBrk="1" hangingPunct="1">
                <a:defRPr/>
              </a:pPr>
              <a:endParaRPr lang="en-US" sz="1200"/>
            </a:p>
          </p:txBody>
        </p:sp>
        <p:sp>
          <p:nvSpPr>
            <p:cNvPr id="7391" name="AutoShape 231">
              <a:extLst>
                <a:ext uri="{FF2B5EF4-FFF2-40B4-BE49-F238E27FC236}">
                  <a16:creationId xmlns:a16="http://schemas.microsoft.com/office/drawing/2014/main" id="{F797F873-6674-440E-B6A1-2B9CF5838D48}"/>
                </a:ext>
              </a:extLst>
            </p:cNvPr>
            <p:cNvSpPr>
              <a:spLocks noChangeArrowheads="1"/>
            </p:cNvSpPr>
            <p:nvPr/>
          </p:nvSpPr>
          <p:spPr bwMode="auto">
            <a:xfrm rot="5400000">
              <a:off x="6067245" y="5198167"/>
              <a:ext cx="358841" cy="314344"/>
            </a:xfrm>
            <a:prstGeom prst="triangle">
              <a:avLst>
                <a:gd name="adj" fmla="val 50000"/>
              </a:avLst>
            </a:prstGeom>
            <a:solidFill>
              <a:schemeClr val="accent1">
                <a:lumMod val="20000"/>
                <a:lumOff val="80000"/>
              </a:schemeClr>
            </a:solidFill>
            <a:ln w="22225">
              <a:solidFill>
                <a:schemeClr val="tx1"/>
              </a:solidFill>
              <a:miter lim="800000"/>
              <a:headEnd/>
              <a:tailEnd/>
            </a:ln>
          </p:spPr>
          <p:txBody>
            <a:bodyPr wrap="none" anchor="ctr"/>
            <a:lstStyle/>
            <a:p>
              <a:pPr algn="ctr" eaLnBrk="1" hangingPunct="1">
                <a:defRPr/>
              </a:pPr>
              <a:endParaRPr lang="en-US" sz="1200"/>
            </a:p>
          </p:txBody>
        </p:sp>
        <p:sp>
          <p:nvSpPr>
            <p:cNvPr id="7392" name="AutoShape 232">
              <a:extLst>
                <a:ext uri="{FF2B5EF4-FFF2-40B4-BE49-F238E27FC236}">
                  <a16:creationId xmlns:a16="http://schemas.microsoft.com/office/drawing/2014/main" id="{A0477176-0554-4551-9B25-6F8A958988C8}"/>
                </a:ext>
              </a:extLst>
            </p:cNvPr>
            <p:cNvSpPr>
              <a:spLocks noChangeArrowheads="1"/>
            </p:cNvSpPr>
            <p:nvPr/>
          </p:nvSpPr>
          <p:spPr bwMode="auto">
            <a:xfrm rot="5400000">
              <a:off x="7366691" y="5216427"/>
              <a:ext cx="358841" cy="306405"/>
            </a:xfrm>
            <a:prstGeom prst="triangle">
              <a:avLst>
                <a:gd name="adj" fmla="val 50000"/>
              </a:avLst>
            </a:prstGeom>
            <a:solidFill>
              <a:schemeClr val="accent1">
                <a:lumMod val="20000"/>
                <a:lumOff val="80000"/>
              </a:schemeClr>
            </a:solidFill>
            <a:ln w="22225">
              <a:solidFill>
                <a:schemeClr val="tx1"/>
              </a:solidFill>
              <a:miter lim="800000"/>
              <a:headEnd/>
              <a:tailEnd/>
            </a:ln>
          </p:spPr>
          <p:txBody>
            <a:bodyPr wrap="none" anchor="ctr"/>
            <a:lstStyle/>
            <a:p>
              <a:pPr algn="ctr" eaLnBrk="1" hangingPunct="1">
                <a:defRPr/>
              </a:pPr>
              <a:endParaRPr lang="en-US" sz="1200"/>
            </a:p>
          </p:txBody>
        </p:sp>
        <p:sp>
          <p:nvSpPr>
            <p:cNvPr id="15584" name="Line 233">
              <a:extLst>
                <a:ext uri="{FF2B5EF4-FFF2-40B4-BE49-F238E27FC236}">
                  <a16:creationId xmlns:a16="http://schemas.microsoft.com/office/drawing/2014/main" id="{ECD45A05-5468-87EB-215A-7C4C629F6E8D}"/>
                </a:ext>
              </a:extLst>
            </p:cNvPr>
            <p:cNvSpPr>
              <a:spLocks noChangeShapeType="1"/>
            </p:cNvSpPr>
            <p:nvPr/>
          </p:nvSpPr>
          <p:spPr bwMode="auto">
            <a:xfrm>
              <a:off x="2528468" y="2954853"/>
              <a:ext cx="307390" cy="0"/>
            </a:xfrm>
            <a:prstGeom prst="line">
              <a:avLst/>
            </a:prstGeom>
            <a:noFill/>
            <a:ln w="22225">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5585" name="Text Box 234">
              <a:extLst>
                <a:ext uri="{FF2B5EF4-FFF2-40B4-BE49-F238E27FC236}">
                  <a16:creationId xmlns:a16="http://schemas.microsoft.com/office/drawing/2014/main" id="{332A61AB-909A-1AC0-9FC9-A7D46094FC63}"/>
                </a:ext>
              </a:extLst>
            </p:cNvPr>
            <p:cNvSpPr txBox="1">
              <a:spLocks noChangeArrowheads="1"/>
            </p:cNvSpPr>
            <p:nvPr/>
          </p:nvSpPr>
          <p:spPr bwMode="auto">
            <a:xfrm>
              <a:off x="2506314" y="1589894"/>
              <a:ext cx="43339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a:t>
              </a:r>
              <a:r>
                <a:rPr lang="en-US" altLang="en-US" sz="1600" baseline="-25000"/>
                <a:t>3</a:t>
              </a:r>
              <a:endParaRPr lang="en-US" altLang="en-US" sz="1600"/>
            </a:p>
          </p:txBody>
        </p:sp>
        <p:sp>
          <p:nvSpPr>
            <p:cNvPr id="15586" name="Text Box 235">
              <a:extLst>
                <a:ext uri="{FF2B5EF4-FFF2-40B4-BE49-F238E27FC236}">
                  <a16:creationId xmlns:a16="http://schemas.microsoft.com/office/drawing/2014/main" id="{449DE132-8867-390D-F1A8-23DD4FB07A68}"/>
                </a:ext>
              </a:extLst>
            </p:cNvPr>
            <p:cNvSpPr txBox="1">
              <a:spLocks noChangeArrowheads="1"/>
            </p:cNvSpPr>
            <p:nvPr/>
          </p:nvSpPr>
          <p:spPr bwMode="auto">
            <a:xfrm>
              <a:off x="3867415" y="1571733"/>
              <a:ext cx="432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a:t>
              </a:r>
              <a:r>
                <a:rPr lang="en-US" altLang="en-US" sz="1600" baseline="-25000"/>
                <a:t>2</a:t>
              </a:r>
              <a:endParaRPr lang="en-US" altLang="en-US" sz="1600"/>
            </a:p>
          </p:txBody>
        </p:sp>
        <p:sp>
          <p:nvSpPr>
            <p:cNvPr id="15587" name="Text Box 236">
              <a:extLst>
                <a:ext uri="{FF2B5EF4-FFF2-40B4-BE49-F238E27FC236}">
                  <a16:creationId xmlns:a16="http://schemas.microsoft.com/office/drawing/2014/main" id="{DED4EC0A-9CC3-FE39-592A-F5E2C2686B41}"/>
                </a:ext>
              </a:extLst>
            </p:cNvPr>
            <p:cNvSpPr txBox="1">
              <a:spLocks noChangeArrowheads="1"/>
            </p:cNvSpPr>
            <p:nvPr/>
          </p:nvSpPr>
          <p:spPr bwMode="auto">
            <a:xfrm>
              <a:off x="5196669" y="1571625"/>
              <a:ext cx="432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a:t>
              </a:r>
              <a:r>
                <a:rPr lang="en-US" altLang="en-US" sz="1600" baseline="-25000"/>
                <a:t>1</a:t>
              </a:r>
              <a:endParaRPr lang="en-US" altLang="en-US" sz="1600"/>
            </a:p>
          </p:txBody>
        </p:sp>
        <p:sp>
          <p:nvSpPr>
            <p:cNvPr id="15588" name="Text Box 237">
              <a:extLst>
                <a:ext uri="{FF2B5EF4-FFF2-40B4-BE49-F238E27FC236}">
                  <a16:creationId xmlns:a16="http://schemas.microsoft.com/office/drawing/2014/main" id="{CCAB4097-549C-CB61-DB45-C695E88DB092}"/>
                </a:ext>
              </a:extLst>
            </p:cNvPr>
            <p:cNvSpPr txBox="1">
              <a:spLocks noChangeArrowheads="1"/>
            </p:cNvSpPr>
            <p:nvPr/>
          </p:nvSpPr>
          <p:spPr bwMode="auto">
            <a:xfrm>
              <a:off x="6557770" y="1609468"/>
              <a:ext cx="432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a:t>
              </a:r>
              <a:r>
                <a:rPr lang="en-US" altLang="en-US" sz="1600" baseline="-25000"/>
                <a:t>0</a:t>
              </a:r>
              <a:endParaRPr lang="en-US" altLang="en-US" sz="1600"/>
            </a:p>
          </p:txBody>
        </p:sp>
        <p:sp>
          <p:nvSpPr>
            <p:cNvPr id="15589" name="Text Box 238">
              <a:extLst>
                <a:ext uri="{FF2B5EF4-FFF2-40B4-BE49-F238E27FC236}">
                  <a16:creationId xmlns:a16="http://schemas.microsoft.com/office/drawing/2014/main" id="{317E6B81-BF3C-7BB7-3A8D-3CEFE243174C}"/>
                </a:ext>
              </a:extLst>
            </p:cNvPr>
            <p:cNvSpPr txBox="1">
              <a:spLocks noChangeArrowheads="1"/>
            </p:cNvSpPr>
            <p:nvPr/>
          </p:nvSpPr>
          <p:spPr bwMode="auto">
            <a:xfrm>
              <a:off x="1156290" y="2183638"/>
              <a:ext cx="43200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0</a:t>
              </a:r>
              <a:br>
                <a:rPr lang="en-US" altLang="en-US" sz="1600"/>
              </a:br>
              <a:r>
                <a:rPr lang="en-US" altLang="en-US" sz="1600"/>
                <a:t>A</a:t>
              </a:r>
              <a:r>
                <a:rPr lang="en-US" altLang="en-US" sz="1600" baseline="-25000"/>
                <a:t>1</a:t>
              </a:r>
              <a:endParaRPr lang="en-US" altLang="en-US" sz="1600"/>
            </a:p>
          </p:txBody>
        </p:sp>
        <p:sp>
          <p:nvSpPr>
            <p:cNvPr id="15590" name="Line 234">
              <a:extLst>
                <a:ext uri="{FF2B5EF4-FFF2-40B4-BE49-F238E27FC236}">
                  <a16:creationId xmlns:a16="http://schemas.microsoft.com/office/drawing/2014/main" id="{AE91EDAB-DF65-CAB9-2241-EE6E1E7EF124}"/>
                </a:ext>
              </a:extLst>
            </p:cNvPr>
            <p:cNvSpPr>
              <a:spLocks noChangeShapeType="1"/>
            </p:cNvSpPr>
            <p:nvPr/>
          </p:nvSpPr>
          <p:spPr bwMode="auto">
            <a:xfrm flipH="1">
              <a:off x="2183692" y="2619485"/>
              <a:ext cx="42093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91" name="Text Box 239">
              <a:extLst>
                <a:ext uri="{FF2B5EF4-FFF2-40B4-BE49-F238E27FC236}">
                  <a16:creationId xmlns:a16="http://schemas.microsoft.com/office/drawing/2014/main" id="{472F5A12-A4BA-D85C-1173-F73664EEBE2F}"/>
                </a:ext>
              </a:extLst>
            </p:cNvPr>
            <p:cNvSpPr txBox="1">
              <a:spLocks noChangeArrowheads="1"/>
            </p:cNvSpPr>
            <p:nvPr/>
          </p:nvSpPr>
          <p:spPr bwMode="auto">
            <a:xfrm>
              <a:off x="1001255" y="5207207"/>
              <a:ext cx="228907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solidFill>
                    <a:srgbClr val="0000FF"/>
                  </a:solidFill>
                </a:rPr>
                <a:t>Four-address memory with 4 bits per word</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a:extLst>
              <a:ext uri="{FF2B5EF4-FFF2-40B4-BE49-F238E27FC236}">
                <a16:creationId xmlns:a16="http://schemas.microsoft.com/office/drawing/2014/main" id="{42A5E06B-6FED-EF90-0BDF-A5090FDB6533}"/>
              </a:ext>
            </a:extLst>
          </p:cNvPr>
          <p:cNvSpPr>
            <a:spLocks noGrp="1" noChangeArrowheads="1"/>
          </p:cNvSpPr>
          <p:nvPr>
            <p:ph type="title"/>
          </p:nvPr>
        </p:nvSpPr>
        <p:spPr/>
        <p:txBody>
          <a:bodyPr>
            <a:normAutofit/>
          </a:bodyPr>
          <a:lstStyle/>
          <a:p>
            <a:pPr eaLnBrk="1" hangingPunct="1"/>
            <a:r>
              <a:rPr lang="en-US" altLang="en-US" dirty="0"/>
              <a:t>Two-dimensional Memory Cell</a:t>
            </a:r>
            <a:endParaRPr lang="ru-RU" altLang="en-US" dirty="0">
              <a:solidFill>
                <a:srgbClr val="3333FF"/>
              </a:solidFill>
            </a:endParaRPr>
          </a:p>
        </p:txBody>
      </p:sp>
      <p:sp>
        <p:nvSpPr>
          <p:cNvPr id="16387" name="Text Box 27">
            <a:extLst>
              <a:ext uri="{FF2B5EF4-FFF2-40B4-BE49-F238E27FC236}">
                <a16:creationId xmlns:a16="http://schemas.microsoft.com/office/drawing/2014/main" id="{CCD69960-5F81-76C3-6A40-2EA1DBC04A0D}"/>
              </a:ext>
            </a:extLst>
          </p:cNvPr>
          <p:cNvSpPr txBox="1">
            <a:spLocks noChangeArrowheads="1"/>
          </p:cNvSpPr>
          <p:nvPr/>
        </p:nvSpPr>
        <p:spPr bwMode="auto">
          <a:xfrm>
            <a:off x="8108951" y="2324100"/>
            <a:ext cx="779463"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a:p>
          <a:p>
            <a:r>
              <a:rPr lang="ru-RU" altLang="en-US"/>
              <a:t>Out</a:t>
            </a:r>
          </a:p>
        </p:txBody>
      </p:sp>
      <p:grpSp>
        <p:nvGrpSpPr>
          <p:cNvPr id="3" name="Group 48">
            <a:extLst>
              <a:ext uri="{FF2B5EF4-FFF2-40B4-BE49-F238E27FC236}">
                <a16:creationId xmlns:a16="http://schemas.microsoft.com/office/drawing/2014/main" id="{D41E2837-585F-4421-856C-35F62F3C9A1F}"/>
              </a:ext>
            </a:extLst>
          </p:cNvPr>
          <p:cNvGrpSpPr>
            <a:grpSpLocks/>
          </p:cNvGrpSpPr>
          <p:nvPr/>
        </p:nvGrpSpPr>
        <p:grpSpPr bwMode="auto">
          <a:xfrm>
            <a:off x="7636361" y="3694598"/>
            <a:ext cx="1998805" cy="1506296"/>
            <a:chOff x="4152" y="2772"/>
            <a:chExt cx="1371" cy="1112"/>
          </a:xfrm>
          <a:noFill/>
        </p:grpSpPr>
        <p:sp>
          <p:nvSpPr>
            <p:cNvPr id="8198" name="Text Box 49">
              <a:extLst>
                <a:ext uri="{FF2B5EF4-FFF2-40B4-BE49-F238E27FC236}">
                  <a16:creationId xmlns:a16="http://schemas.microsoft.com/office/drawing/2014/main" id="{8E532DDB-A537-46BC-BDE9-F7FE4E23183D}"/>
                </a:ext>
              </a:extLst>
            </p:cNvPr>
            <p:cNvSpPr txBox="1">
              <a:spLocks noChangeArrowheads="1"/>
            </p:cNvSpPr>
            <p:nvPr/>
          </p:nvSpPr>
          <p:spPr bwMode="auto">
            <a:xfrm>
              <a:off x="4468" y="2889"/>
              <a:ext cx="732" cy="995"/>
            </a:xfrm>
            <a:prstGeom prst="rect">
              <a:avLst/>
            </a:prstGeom>
            <a:grpFill/>
            <a:ln w="28575">
              <a:solidFill>
                <a:srgbClr val="000000"/>
              </a:solidFill>
              <a:miter lim="800000"/>
              <a:headEnd/>
              <a:tailEnd/>
            </a:ln>
          </p:spPr>
          <p:txBody>
            <a:bodyPr/>
            <a:lstStyle/>
            <a:p>
              <a:pPr>
                <a:defRPr/>
              </a:pPr>
              <a:r>
                <a:rPr lang="en-US" sz="1600" dirty="0"/>
                <a:t>     S2</a:t>
              </a:r>
            </a:p>
            <a:p>
              <a:pPr>
                <a:defRPr/>
              </a:pPr>
              <a:r>
                <a:rPr lang="en-US" sz="1600" dirty="0"/>
                <a:t>S1</a:t>
              </a:r>
            </a:p>
            <a:p>
              <a:pPr>
                <a:defRPr/>
              </a:pPr>
              <a:r>
                <a:rPr lang="en-US" sz="1600" dirty="0"/>
                <a:t>I         O W</a:t>
              </a:r>
              <a:endParaRPr lang="en-US" sz="1000" dirty="0"/>
            </a:p>
          </p:txBody>
        </p:sp>
        <p:sp>
          <p:nvSpPr>
            <p:cNvPr id="8199" name="Line 50">
              <a:extLst>
                <a:ext uri="{FF2B5EF4-FFF2-40B4-BE49-F238E27FC236}">
                  <a16:creationId xmlns:a16="http://schemas.microsoft.com/office/drawing/2014/main" id="{33D9E90C-B03F-4EAD-9D05-4CB562DEB19D}"/>
                </a:ext>
              </a:extLst>
            </p:cNvPr>
            <p:cNvSpPr>
              <a:spLocks noChangeShapeType="1"/>
            </p:cNvSpPr>
            <p:nvPr/>
          </p:nvSpPr>
          <p:spPr bwMode="auto">
            <a:xfrm flipH="1">
              <a:off x="4152" y="3173"/>
              <a:ext cx="314" cy="0"/>
            </a:xfrm>
            <a:prstGeom prst="line">
              <a:avLst/>
            </a:prstGeom>
            <a:grpFill/>
            <a:ln w="28575">
              <a:solidFill>
                <a:srgbClr val="000000"/>
              </a:solidFill>
              <a:round/>
              <a:headEnd/>
              <a:tailEnd/>
            </a:ln>
          </p:spPr>
          <p:txBody>
            <a:bodyPr/>
            <a:lstStyle/>
            <a:p>
              <a:pPr eaLnBrk="1" hangingPunct="1">
                <a:defRPr/>
              </a:pPr>
              <a:endParaRPr lang="en-US" sz="1200"/>
            </a:p>
          </p:txBody>
        </p:sp>
        <p:sp>
          <p:nvSpPr>
            <p:cNvPr id="8200" name="Line 51">
              <a:extLst>
                <a:ext uri="{FF2B5EF4-FFF2-40B4-BE49-F238E27FC236}">
                  <a16:creationId xmlns:a16="http://schemas.microsoft.com/office/drawing/2014/main" id="{A34549C7-A285-4721-9CB4-29A870A42E97}"/>
                </a:ext>
              </a:extLst>
            </p:cNvPr>
            <p:cNvSpPr>
              <a:spLocks noChangeShapeType="1"/>
            </p:cNvSpPr>
            <p:nvPr/>
          </p:nvSpPr>
          <p:spPr bwMode="auto">
            <a:xfrm flipH="1">
              <a:off x="4154" y="3418"/>
              <a:ext cx="314" cy="1"/>
            </a:xfrm>
            <a:prstGeom prst="line">
              <a:avLst/>
            </a:prstGeom>
            <a:grpFill/>
            <a:ln w="28575">
              <a:solidFill>
                <a:srgbClr val="000000"/>
              </a:solidFill>
              <a:round/>
              <a:headEnd/>
              <a:tailEnd/>
            </a:ln>
          </p:spPr>
          <p:txBody>
            <a:bodyPr/>
            <a:lstStyle/>
            <a:p>
              <a:pPr eaLnBrk="1" hangingPunct="1">
                <a:defRPr/>
              </a:pPr>
              <a:endParaRPr lang="en-US" sz="1200"/>
            </a:p>
          </p:txBody>
        </p:sp>
        <p:sp>
          <p:nvSpPr>
            <p:cNvPr id="8201" name="Line 52">
              <a:extLst>
                <a:ext uri="{FF2B5EF4-FFF2-40B4-BE49-F238E27FC236}">
                  <a16:creationId xmlns:a16="http://schemas.microsoft.com/office/drawing/2014/main" id="{85109CA2-ED9B-459D-9306-97E4FB16F93A}"/>
                </a:ext>
              </a:extLst>
            </p:cNvPr>
            <p:cNvSpPr>
              <a:spLocks noChangeShapeType="1"/>
            </p:cNvSpPr>
            <p:nvPr/>
          </p:nvSpPr>
          <p:spPr bwMode="auto">
            <a:xfrm flipH="1">
              <a:off x="4154" y="3654"/>
              <a:ext cx="314" cy="1"/>
            </a:xfrm>
            <a:prstGeom prst="line">
              <a:avLst/>
            </a:prstGeom>
            <a:grpFill/>
            <a:ln w="28575">
              <a:solidFill>
                <a:srgbClr val="000000"/>
              </a:solidFill>
              <a:round/>
              <a:headEnd/>
              <a:tailEnd/>
            </a:ln>
          </p:spPr>
          <p:txBody>
            <a:bodyPr/>
            <a:lstStyle/>
            <a:p>
              <a:pPr eaLnBrk="1" hangingPunct="1">
                <a:defRPr/>
              </a:pPr>
              <a:endParaRPr lang="en-US" sz="1200"/>
            </a:p>
          </p:txBody>
        </p:sp>
        <p:sp>
          <p:nvSpPr>
            <p:cNvPr id="8202" name="Line 53">
              <a:extLst>
                <a:ext uri="{FF2B5EF4-FFF2-40B4-BE49-F238E27FC236}">
                  <a16:creationId xmlns:a16="http://schemas.microsoft.com/office/drawing/2014/main" id="{8B98F323-670A-4674-A146-DC0575227A35}"/>
                </a:ext>
              </a:extLst>
            </p:cNvPr>
            <p:cNvSpPr>
              <a:spLocks noChangeShapeType="1"/>
            </p:cNvSpPr>
            <p:nvPr/>
          </p:nvSpPr>
          <p:spPr bwMode="auto">
            <a:xfrm>
              <a:off x="5209" y="3402"/>
              <a:ext cx="314" cy="1"/>
            </a:xfrm>
            <a:prstGeom prst="line">
              <a:avLst/>
            </a:prstGeom>
            <a:grpFill/>
            <a:ln w="28575">
              <a:solidFill>
                <a:srgbClr val="000000"/>
              </a:solidFill>
              <a:round/>
              <a:headEnd/>
              <a:tailEnd/>
            </a:ln>
          </p:spPr>
          <p:txBody>
            <a:bodyPr/>
            <a:lstStyle/>
            <a:p>
              <a:pPr eaLnBrk="1" hangingPunct="1">
                <a:defRPr/>
              </a:pPr>
              <a:endParaRPr lang="en-US" sz="1200"/>
            </a:p>
          </p:txBody>
        </p:sp>
        <p:sp>
          <p:nvSpPr>
            <p:cNvPr id="8203" name="Line 54">
              <a:extLst>
                <a:ext uri="{FF2B5EF4-FFF2-40B4-BE49-F238E27FC236}">
                  <a16:creationId xmlns:a16="http://schemas.microsoft.com/office/drawing/2014/main" id="{91BD925D-85CC-4CCD-ACB8-1A4A547344DC}"/>
                </a:ext>
              </a:extLst>
            </p:cNvPr>
            <p:cNvSpPr>
              <a:spLocks noChangeShapeType="1"/>
            </p:cNvSpPr>
            <p:nvPr/>
          </p:nvSpPr>
          <p:spPr bwMode="auto">
            <a:xfrm>
              <a:off x="4825" y="2772"/>
              <a:ext cx="0" cy="106"/>
            </a:xfrm>
            <a:prstGeom prst="line">
              <a:avLst/>
            </a:prstGeom>
            <a:grpFill/>
            <a:ln w="28575">
              <a:solidFill>
                <a:schemeClr val="tx1"/>
              </a:solidFill>
              <a:round/>
              <a:headEnd/>
              <a:tailEnd/>
            </a:ln>
          </p:spPr>
          <p:txBody>
            <a:bodyPr/>
            <a:lstStyle/>
            <a:p>
              <a:pPr eaLnBrk="1" hangingPunct="1">
                <a:defRPr/>
              </a:pPr>
              <a:endParaRPr lang="en-US" sz="1200"/>
            </a:p>
          </p:txBody>
        </p:sp>
      </p:grpSp>
      <p:sp>
        <p:nvSpPr>
          <p:cNvPr id="16389" name="Text Box 8">
            <a:extLst>
              <a:ext uri="{FF2B5EF4-FFF2-40B4-BE49-F238E27FC236}">
                <a16:creationId xmlns:a16="http://schemas.microsoft.com/office/drawing/2014/main" id="{92A59E48-F95F-ED2E-37EA-2965D0141B65}"/>
              </a:ext>
            </a:extLst>
          </p:cNvPr>
          <p:cNvSpPr txBox="1">
            <a:spLocks noChangeArrowheads="1"/>
          </p:cNvSpPr>
          <p:nvPr/>
        </p:nvSpPr>
        <p:spPr bwMode="auto">
          <a:xfrm>
            <a:off x="5969000" y="2524126"/>
            <a:ext cx="914400" cy="1300163"/>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ru-RU" altLang="en-US" sz="1600"/>
              <a:t>S      T</a:t>
            </a:r>
          </a:p>
          <a:p>
            <a:endParaRPr lang="en-US" altLang="en-US" sz="1600"/>
          </a:p>
          <a:p>
            <a:endParaRPr lang="en-US" altLang="en-US" sz="1600"/>
          </a:p>
          <a:p>
            <a:r>
              <a:rPr lang="en-US" altLang="en-US" sz="1600"/>
              <a:t>R</a:t>
            </a:r>
          </a:p>
        </p:txBody>
      </p:sp>
      <p:sp>
        <p:nvSpPr>
          <p:cNvPr id="16390" name="Line 9">
            <a:extLst>
              <a:ext uri="{FF2B5EF4-FFF2-40B4-BE49-F238E27FC236}">
                <a16:creationId xmlns:a16="http://schemas.microsoft.com/office/drawing/2014/main" id="{6FBE62AB-2551-5E0D-F41F-EBC7DCA42059}"/>
              </a:ext>
            </a:extLst>
          </p:cNvPr>
          <p:cNvSpPr>
            <a:spLocks noChangeShapeType="1"/>
          </p:cNvSpPr>
          <p:nvPr/>
        </p:nvSpPr>
        <p:spPr bwMode="auto">
          <a:xfrm flipH="1">
            <a:off x="5583239" y="2763838"/>
            <a:ext cx="4016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1" name="Line 10">
            <a:extLst>
              <a:ext uri="{FF2B5EF4-FFF2-40B4-BE49-F238E27FC236}">
                <a16:creationId xmlns:a16="http://schemas.microsoft.com/office/drawing/2014/main" id="{2BEFB3A9-927F-1F0C-9633-09F4C78326A2}"/>
              </a:ext>
            </a:extLst>
          </p:cNvPr>
          <p:cNvSpPr>
            <a:spLocks noChangeShapeType="1"/>
          </p:cNvSpPr>
          <p:nvPr/>
        </p:nvSpPr>
        <p:spPr bwMode="auto">
          <a:xfrm flipH="1">
            <a:off x="5600701" y="3648075"/>
            <a:ext cx="3667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2" name="Line 11">
            <a:extLst>
              <a:ext uri="{FF2B5EF4-FFF2-40B4-BE49-F238E27FC236}">
                <a16:creationId xmlns:a16="http://schemas.microsoft.com/office/drawing/2014/main" id="{C33EA49B-F32D-20E7-9ECF-6034723618A9}"/>
              </a:ext>
            </a:extLst>
          </p:cNvPr>
          <p:cNvSpPr>
            <a:spLocks noChangeShapeType="1"/>
          </p:cNvSpPr>
          <p:nvPr/>
        </p:nvSpPr>
        <p:spPr bwMode="auto">
          <a:xfrm>
            <a:off x="6878638" y="2814638"/>
            <a:ext cx="6397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3" name="Oval 12">
            <a:extLst>
              <a:ext uri="{FF2B5EF4-FFF2-40B4-BE49-F238E27FC236}">
                <a16:creationId xmlns:a16="http://schemas.microsoft.com/office/drawing/2014/main" id="{393F5E92-1182-8FFA-13FC-4B19A0AC994B}"/>
              </a:ext>
            </a:extLst>
          </p:cNvPr>
          <p:cNvSpPr>
            <a:spLocks noChangeArrowheads="1"/>
          </p:cNvSpPr>
          <p:nvPr/>
        </p:nvSpPr>
        <p:spPr bwMode="auto">
          <a:xfrm>
            <a:off x="4268789" y="3687764"/>
            <a:ext cx="122237" cy="111125"/>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16394" name="Line 14">
            <a:extLst>
              <a:ext uri="{FF2B5EF4-FFF2-40B4-BE49-F238E27FC236}">
                <a16:creationId xmlns:a16="http://schemas.microsoft.com/office/drawing/2014/main" id="{89770D49-13FA-AF57-ABA2-426BC17D54D2}"/>
              </a:ext>
            </a:extLst>
          </p:cNvPr>
          <p:cNvSpPr>
            <a:spLocks noChangeShapeType="1"/>
          </p:cNvSpPr>
          <p:nvPr/>
        </p:nvSpPr>
        <p:spPr bwMode="auto">
          <a:xfrm flipH="1">
            <a:off x="4376738" y="3732213"/>
            <a:ext cx="8493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5" name="Line 15">
            <a:extLst>
              <a:ext uri="{FF2B5EF4-FFF2-40B4-BE49-F238E27FC236}">
                <a16:creationId xmlns:a16="http://schemas.microsoft.com/office/drawing/2014/main" id="{2F1D35DA-1472-D256-0075-2BDFDBB3780A}"/>
              </a:ext>
            </a:extLst>
          </p:cNvPr>
          <p:cNvSpPr>
            <a:spLocks noChangeAspect="1" noChangeShapeType="1"/>
          </p:cNvSpPr>
          <p:nvPr/>
        </p:nvSpPr>
        <p:spPr bwMode="auto">
          <a:xfrm flipH="1">
            <a:off x="3200401" y="2857500"/>
            <a:ext cx="2003425"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6" name="Line 16">
            <a:extLst>
              <a:ext uri="{FF2B5EF4-FFF2-40B4-BE49-F238E27FC236}">
                <a16:creationId xmlns:a16="http://schemas.microsoft.com/office/drawing/2014/main" id="{29367B4F-4F24-43E3-BF67-3DBF1F57ABAD}"/>
              </a:ext>
            </a:extLst>
          </p:cNvPr>
          <p:cNvSpPr>
            <a:spLocks noChangeShapeType="1"/>
          </p:cNvSpPr>
          <p:nvPr/>
        </p:nvSpPr>
        <p:spPr bwMode="auto">
          <a:xfrm flipH="1">
            <a:off x="3656013" y="3738563"/>
            <a:ext cx="2730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7" name="Line 17">
            <a:extLst>
              <a:ext uri="{FF2B5EF4-FFF2-40B4-BE49-F238E27FC236}">
                <a16:creationId xmlns:a16="http://schemas.microsoft.com/office/drawing/2014/main" id="{67752948-B06B-7220-C456-9A3FD48EA3B4}"/>
              </a:ext>
            </a:extLst>
          </p:cNvPr>
          <p:cNvSpPr>
            <a:spLocks noChangeShapeType="1"/>
          </p:cNvSpPr>
          <p:nvPr/>
        </p:nvSpPr>
        <p:spPr bwMode="auto">
          <a:xfrm flipV="1">
            <a:off x="3662363" y="2857501"/>
            <a:ext cx="0" cy="874713"/>
          </a:xfrm>
          <a:prstGeom prst="line">
            <a:avLst/>
          </a:prstGeom>
          <a:noFill/>
          <a:ln w="2857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6398" name="Line 18">
            <a:extLst>
              <a:ext uri="{FF2B5EF4-FFF2-40B4-BE49-F238E27FC236}">
                <a16:creationId xmlns:a16="http://schemas.microsoft.com/office/drawing/2014/main" id="{152FCF48-564B-E7F0-F33B-233E08322DBF}"/>
              </a:ext>
            </a:extLst>
          </p:cNvPr>
          <p:cNvSpPr>
            <a:spLocks noChangeShapeType="1"/>
          </p:cNvSpPr>
          <p:nvPr/>
        </p:nvSpPr>
        <p:spPr bwMode="auto">
          <a:xfrm flipV="1">
            <a:off x="3200400" y="2198688"/>
            <a:ext cx="39322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9" name="Line 19">
            <a:extLst>
              <a:ext uri="{FF2B5EF4-FFF2-40B4-BE49-F238E27FC236}">
                <a16:creationId xmlns:a16="http://schemas.microsoft.com/office/drawing/2014/main" id="{6E5D4D3E-B982-CB6A-8757-45C617B49AE1}"/>
              </a:ext>
            </a:extLst>
          </p:cNvPr>
          <p:cNvSpPr>
            <a:spLocks noChangeShapeType="1"/>
          </p:cNvSpPr>
          <p:nvPr/>
        </p:nvSpPr>
        <p:spPr bwMode="auto">
          <a:xfrm flipH="1">
            <a:off x="4803775" y="2187576"/>
            <a:ext cx="0" cy="1395413"/>
          </a:xfrm>
          <a:prstGeom prst="line">
            <a:avLst/>
          </a:prstGeom>
          <a:noFill/>
          <a:ln w="28575">
            <a:solidFill>
              <a:srgbClr val="000000"/>
            </a:solidFill>
            <a:round/>
            <a:headEnd type="oval" w="med"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16400" name="Line 20">
            <a:extLst>
              <a:ext uri="{FF2B5EF4-FFF2-40B4-BE49-F238E27FC236}">
                <a16:creationId xmlns:a16="http://schemas.microsoft.com/office/drawing/2014/main" id="{38F5B1E3-C05A-9994-1FAF-42561165AAF8}"/>
              </a:ext>
            </a:extLst>
          </p:cNvPr>
          <p:cNvSpPr>
            <a:spLocks noChangeShapeType="1"/>
          </p:cNvSpPr>
          <p:nvPr/>
        </p:nvSpPr>
        <p:spPr bwMode="auto">
          <a:xfrm>
            <a:off x="4792663" y="3594100"/>
            <a:ext cx="4302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1" name="Line 21">
            <a:extLst>
              <a:ext uri="{FF2B5EF4-FFF2-40B4-BE49-F238E27FC236}">
                <a16:creationId xmlns:a16="http://schemas.microsoft.com/office/drawing/2014/main" id="{52285F32-0953-2E88-829A-FB0436E799AB}"/>
              </a:ext>
            </a:extLst>
          </p:cNvPr>
          <p:cNvSpPr>
            <a:spLocks noChangeShapeType="1"/>
          </p:cNvSpPr>
          <p:nvPr/>
        </p:nvSpPr>
        <p:spPr bwMode="auto">
          <a:xfrm flipH="1">
            <a:off x="4803775" y="2708275"/>
            <a:ext cx="400050" cy="0"/>
          </a:xfrm>
          <a:prstGeom prst="line">
            <a:avLst/>
          </a:prstGeom>
          <a:noFill/>
          <a:ln w="28575">
            <a:solidFill>
              <a:srgbClr val="000000"/>
            </a:solidFill>
            <a:round/>
            <a:headEnd type="none" w="sm" len="sm"/>
            <a:tailEnd type="oval" w="med" len="med"/>
          </a:ln>
          <a:extLst>
            <a:ext uri="{909E8E84-426E-40DD-AFC4-6F175D3DCCD1}">
              <a14:hiddenFill xmlns:a14="http://schemas.microsoft.com/office/drawing/2010/main">
                <a:noFill/>
              </a14:hiddenFill>
            </a:ext>
          </a:extLst>
        </p:spPr>
        <p:txBody>
          <a:bodyPr/>
          <a:lstStyle/>
          <a:p>
            <a:endParaRPr lang="en-US"/>
          </a:p>
        </p:txBody>
      </p:sp>
      <p:sp>
        <p:nvSpPr>
          <p:cNvPr id="16402" name="Line 22">
            <a:extLst>
              <a:ext uri="{FF2B5EF4-FFF2-40B4-BE49-F238E27FC236}">
                <a16:creationId xmlns:a16="http://schemas.microsoft.com/office/drawing/2014/main" id="{7A3B4F78-BA1B-F810-8676-1B14AD63F62D}"/>
              </a:ext>
            </a:extLst>
          </p:cNvPr>
          <p:cNvSpPr>
            <a:spLocks noChangeShapeType="1"/>
          </p:cNvSpPr>
          <p:nvPr/>
        </p:nvSpPr>
        <p:spPr bwMode="auto">
          <a:xfrm>
            <a:off x="3228975" y="4121151"/>
            <a:ext cx="1754188" cy="476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3" name="Line 23">
            <a:extLst>
              <a:ext uri="{FF2B5EF4-FFF2-40B4-BE49-F238E27FC236}">
                <a16:creationId xmlns:a16="http://schemas.microsoft.com/office/drawing/2014/main" id="{DA359C8B-853B-F7E1-4C19-135386185907}"/>
              </a:ext>
            </a:extLst>
          </p:cNvPr>
          <p:cNvSpPr>
            <a:spLocks noChangeShapeType="1"/>
          </p:cNvSpPr>
          <p:nvPr/>
        </p:nvSpPr>
        <p:spPr bwMode="auto">
          <a:xfrm flipH="1">
            <a:off x="4972050" y="2982913"/>
            <a:ext cx="2238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4" name="Line 24">
            <a:extLst>
              <a:ext uri="{FF2B5EF4-FFF2-40B4-BE49-F238E27FC236}">
                <a16:creationId xmlns:a16="http://schemas.microsoft.com/office/drawing/2014/main" id="{AB9AA8E1-649F-532D-F708-3C30F420D131}"/>
              </a:ext>
            </a:extLst>
          </p:cNvPr>
          <p:cNvSpPr>
            <a:spLocks noChangeShapeType="1"/>
          </p:cNvSpPr>
          <p:nvPr/>
        </p:nvSpPr>
        <p:spPr bwMode="auto">
          <a:xfrm flipV="1">
            <a:off x="4986338" y="2981326"/>
            <a:ext cx="0" cy="11398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5" name="Line 25">
            <a:extLst>
              <a:ext uri="{FF2B5EF4-FFF2-40B4-BE49-F238E27FC236}">
                <a16:creationId xmlns:a16="http://schemas.microsoft.com/office/drawing/2014/main" id="{663CB8B6-08E4-99BE-70DC-DEA6E1D23FE5}"/>
              </a:ext>
            </a:extLst>
          </p:cNvPr>
          <p:cNvSpPr>
            <a:spLocks noChangeShapeType="1"/>
          </p:cNvSpPr>
          <p:nvPr/>
        </p:nvSpPr>
        <p:spPr bwMode="auto">
          <a:xfrm flipH="1">
            <a:off x="4986339" y="3873500"/>
            <a:ext cx="244475" cy="0"/>
          </a:xfrm>
          <a:prstGeom prst="line">
            <a:avLst/>
          </a:prstGeom>
          <a:noFill/>
          <a:ln w="2857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6406" name="Line 26">
            <a:extLst>
              <a:ext uri="{FF2B5EF4-FFF2-40B4-BE49-F238E27FC236}">
                <a16:creationId xmlns:a16="http://schemas.microsoft.com/office/drawing/2014/main" id="{09C82171-D48C-4098-7441-40E171D3B385}"/>
              </a:ext>
            </a:extLst>
          </p:cNvPr>
          <p:cNvSpPr>
            <a:spLocks noChangeShapeType="1"/>
          </p:cNvSpPr>
          <p:nvPr/>
        </p:nvSpPr>
        <p:spPr bwMode="auto">
          <a:xfrm>
            <a:off x="7807326" y="2792413"/>
            <a:ext cx="2508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7" name="Line 29">
            <a:extLst>
              <a:ext uri="{FF2B5EF4-FFF2-40B4-BE49-F238E27FC236}">
                <a16:creationId xmlns:a16="http://schemas.microsoft.com/office/drawing/2014/main" id="{8A479513-58E9-2222-9771-6B3ED7DF9B4B}"/>
              </a:ext>
            </a:extLst>
          </p:cNvPr>
          <p:cNvSpPr>
            <a:spLocks noChangeShapeType="1"/>
          </p:cNvSpPr>
          <p:nvPr/>
        </p:nvSpPr>
        <p:spPr bwMode="auto">
          <a:xfrm>
            <a:off x="7702550" y="2132014"/>
            <a:ext cx="1588" cy="57943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8" name="Text Box 30">
            <a:extLst>
              <a:ext uri="{FF2B5EF4-FFF2-40B4-BE49-F238E27FC236}">
                <a16:creationId xmlns:a16="http://schemas.microsoft.com/office/drawing/2014/main" id="{CF14200C-E2E3-C12A-0B2A-458B40630103}"/>
              </a:ext>
            </a:extLst>
          </p:cNvPr>
          <p:cNvSpPr txBox="1">
            <a:spLocks noChangeArrowheads="1"/>
          </p:cNvSpPr>
          <p:nvPr/>
        </p:nvSpPr>
        <p:spPr bwMode="auto">
          <a:xfrm>
            <a:off x="4211639" y="1506539"/>
            <a:ext cx="1169987"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Select 2</a:t>
            </a:r>
          </a:p>
        </p:txBody>
      </p:sp>
      <p:sp>
        <p:nvSpPr>
          <p:cNvPr id="16409" name="Line 31">
            <a:extLst>
              <a:ext uri="{FF2B5EF4-FFF2-40B4-BE49-F238E27FC236}">
                <a16:creationId xmlns:a16="http://schemas.microsoft.com/office/drawing/2014/main" id="{E09E1493-85A3-175A-BC79-9674C41B3532}"/>
              </a:ext>
            </a:extLst>
          </p:cNvPr>
          <p:cNvSpPr>
            <a:spLocks noChangeShapeType="1"/>
          </p:cNvSpPr>
          <p:nvPr/>
        </p:nvSpPr>
        <p:spPr bwMode="auto">
          <a:xfrm flipH="1">
            <a:off x="4576763" y="1809750"/>
            <a:ext cx="0" cy="16208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0" name="Line 32">
            <a:extLst>
              <a:ext uri="{FF2B5EF4-FFF2-40B4-BE49-F238E27FC236}">
                <a16:creationId xmlns:a16="http://schemas.microsoft.com/office/drawing/2014/main" id="{9A82F43B-1F95-4DCA-E258-DCCBA2C450FE}"/>
              </a:ext>
            </a:extLst>
          </p:cNvPr>
          <p:cNvSpPr>
            <a:spLocks noChangeShapeType="1"/>
          </p:cNvSpPr>
          <p:nvPr/>
        </p:nvSpPr>
        <p:spPr bwMode="auto">
          <a:xfrm>
            <a:off x="4565651" y="3433763"/>
            <a:ext cx="6635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1" name="Line 33">
            <a:extLst>
              <a:ext uri="{FF2B5EF4-FFF2-40B4-BE49-F238E27FC236}">
                <a16:creationId xmlns:a16="http://schemas.microsoft.com/office/drawing/2014/main" id="{5A6B04E0-C32D-D4C2-4716-83F5A2A4E630}"/>
              </a:ext>
            </a:extLst>
          </p:cNvPr>
          <p:cNvSpPr>
            <a:spLocks noChangeShapeType="1"/>
          </p:cNvSpPr>
          <p:nvPr/>
        </p:nvSpPr>
        <p:spPr bwMode="auto">
          <a:xfrm>
            <a:off x="4576764" y="2524125"/>
            <a:ext cx="630237"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6412" name="Line 34">
            <a:extLst>
              <a:ext uri="{FF2B5EF4-FFF2-40B4-BE49-F238E27FC236}">
                <a16:creationId xmlns:a16="http://schemas.microsoft.com/office/drawing/2014/main" id="{F08A4BB9-9B35-B2C9-D2B0-AF813BEF19C6}"/>
              </a:ext>
            </a:extLst>
          </p:cNvPr>
          <p:cNvSpPr>
            <a:spLocks noChangeShapeType="1"/>
          </p:cNvSpPr>
          <p:nvPr/>
        </p:nvSpPr>
        <p:spPr bwMode="auto">
          <a:xfrm>
            <a:off x="4576763" y="2003425"/>
            <a:ext cx="2576512"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grpSp>
        <p:nvGrpSpPr>
          <p:cNvPr id="4" name="Group 35">
            <a:extLst>
              <a:ext uri="{FF2B5EF4-FFF2-40B4-BE49-F238E27FC236}">
                <a16:creationId xmlns:a16="http://schemas.microsoft.com/office/drawing/2014/main" id="{9F2217D7-827D-42F8-A39F-A6DB260B126D}"/>
              </a:ext>
            </a:extLst>
          </p:cNvPr>
          <p:cNvGrpSpPr>
            <a:grpSpLocks/>
          </p:cNvGrpSpPr>
          <p:nvPr/>
        </p:nvGrpSpPr>
        <p:grpSpPr bwMode="auto">
          <a:xfrm>
            <a:off x="5192891" y="2407783"/>
            <a:ext cx="389265" cy="652909"/>
            <a:chOff x="768" y="3312"/>
            <a:chExt cx="240" cy="435"/>
          </a:xfrm>
          <a:noFill/>
        </p:grpSpPr>
        <p:sp>
          <p:nvSpPr>
            <p:cNvPr id="8242" name="Line 36">
              <a:extLst>
                <a:ext uri="{FF2B5EF4-FFF2-40B4-BE49-F238E27FC236}">
                  <a16:creationId xmlns:a16="http://schemas.microsoft.com/office/drawing/2014/main" id="{5191E1A0-6E5D-4263-87DE-E3C81DAA6573}"/>
                </a:ext>
              </a:extLst>
            </p:cNvPr>
            <p:cNvSpPr>
              <a:spLocks noChangeShapeType="1"/>
            </p:cNvSpPr>
            <p:nvPr/>
          </p:nvSpPr>
          <p:spPr bwMode="auto">
            <a:xfrm>
              <a:off x="768" y="3312"/>
              <a:ext cx="0" cy="432"/>
            </a:xfrm>
            <a:prstGeom prst="line">
              <a:avLst/>
            </a:prstGeom>
            <a:grpFill/>
            <a:ln w="28575">
              <a:solidFill>
                <a:schemeClr val="tx1"/>
              </a:solidFill>
              <a:round/>
              <a:headEnd/>
              <a:tailEnd/>
            </a:ln>
          </p:spPr>
          <p:txBody>
            <a:bodyPr/>
            <a:lstStyle/>
            <a:p>
              <a:pPr eaLnBrk="1" hangingPunct="1">
                <a:defRPr/>
              </a:pPr>
              <a:endParaRPr lang="en-US" sz="1200"/>
            </a:p>
          </p:txBody>
        </p:sp>
        <p:sp>
          <p:nvSpPr>
            <p:cNvPr id="8243" name="Arc 37">
              <a:extLst>
                <a:ext uri="{FF2B5EF4-FFF2-40B4-BE49-F238E27FC236}">
                  <a16:creationId xmlns:a16="http://schemas.microsoft.com/office/drawing/2014/main" id="{C1357228-5AA4-4D99-9F62-3BA9CD30D0D4}"/>
                </a:ext>
              </a:extLst>
            </p:cNvPr>
            <p:cNvSpPr>
              <a:spLocks/>
            </p:cNvSpPr>
            <p:nvPr/>
          </p:nvSpPr>
          <p:spPr bwMode="auto">
            <a:xfrm>
              <a:off x="768" y="3312"/>
              <a:ext cx="240" cy="435"/>
            </a:xfrm>
            <a:custGeom>
              <a:avLst/>
              <a:gdLst>
                <a:gd name="T0" fmla="*/ 0 w 21600"/>
                <a:gd name="T1" fmla="*/ 0 h 43200"/>
                <a:gd name="T2" fmla="*/ 0 w 21600"/>
                <a:gd name="T3" fmla="*/ 435 h 43200"/>
                <a:gd name="T4" fmla="*/ 0 w 21600"/>
                <a:gd name="T5" fmla="*/ 218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grpFill/>
            <a:ln w="28575">
              <a:solidFill>
                <a:schemeClr val="tx1"/>
              </a:solidFill>
              <a:round/>
              <a:headEnd/>
              <a:tailEnd/>
            </a:ln>
          </p:spPr>
          <p:txBody>
            <a:bodyPr wrap="none" anchor="ctr"/>
            <a:lstStyle/>
            <a:p>
              <a:pPr eaLnBrk="1" hangingPunct="1">
                <a:defRPr/>
              </a:pPr>
              <a:endParaRPr lang="en-US" sz="1400"/>
            </a:p>
          </p:txBody>
        </p:sp>
      </p:grpSp>
      <p:sp>
        <p:nvSpPr>
          <p:cNvPr id="16414" name="AutoShape 38">
            <a:extLst>
              <a:ext uri="{FF2B5EF4-FFF2-40B4-BE49-F238E27FC236}">
                <a16:creationId xmlns:a16="http://schemas.microsoft.com/office/drawing/2014/main" id="{54BC206C-987D-DBF5-A28A-C0918C881D5C}"/>
              </a:ext>
            </a:extLst>
          </p:cNvPr>
          <p:cNvSpPr>
            <a:spLocks noChangeArrowheads="1"/>
          </p:cNvSpPr>
          <p:nvPr/>
        </p:nvSpPr>
        <p:spPr bwMode="auto">
          <a:xfrm rot="5400000">
            <a:off x="3879057" y="3567907"/>
            <a:ext cx="454025" cy="350838"/>
          </a:xfrm>
          <a:prstGeom prst="triangle">
            <a:avLst>
              <a:gd name="adj" fmla="val 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16415" name="AutoShape 39">
            <a:extLst>
              <a:ext uri="{FF2B5EF4-FFF2-40B4-BE49-F238E27FC236}">
                <a16:creationId xmlns:a16="http://schemas.microsoft.com/office/drawing/2014/main" id="{B6453A27-67D7-DE08-9D07-FF518FE813A4}"/>
              </a:ext>
            </a:extLst>
          </p:cNvPr>
          <p:cNvSpPr>
            <a:spLocks noChangeArrowheads="1"/>
          </p:cNvSpPr>
          <p:nvPr/>
        </p:nvSpPr>
        <p:spPr bwMode="auto">
          <a:xfrm rot="5400000">
            <a:off x="7411245" y="2659858"/>
            <a:ext cx="498475" cy="300037"/>
          </a:xfrm>
          <a:prstGeom prst="triangle">
            <a:avLst>
              <a:gd name="adj" fmla="val 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grpSp>
        <p:nvGrpSpPr>
          <p:cNvPr id="5" name="Group 40">
            <a:extLst>
              <a:ext uri="{FF2B5EF4-FFF2-40B4-BE49-F238E27FC236}">
                <a16:creationId xmlns:a16="http://schemas.microsoft.com/office/drawing/2014/main" id="{8CFE6CB6-7F07-4DD0-92F1-071167513F7E}"/>
              </a:ext>
            </a:extLst>
          </p:cNvPr>
          <p:cNvGrpSpPr>
            <a:grpSpLocks/>
          </p:cNvGrpSpPr>
          <p:nvPr/>
        </p:nvGrpSpPr>
        <p:grpSpPr bwMode="auto">
          <a:xfrm>
            <a:off x="7137540" y="1862010"/>
            <a:ext cx="345527" cy="495777"/>
            <a:chOff x="768" y="3312"/>
            <a:chExt cx="240" cy="435"/>
          </a:xfrm>
          <a:noFill/>
        </p:grpSpPr>
        <p:sp>
          <p:nvSpPr>
            <p:cNvPr id="8240" name="Line 41">
              <a:extLst>
                <a:ext uri="{FF2B5EF4-FFF2-40B4-BE49-F238E27FC236}">
                  <a16:creationId xmlns:a16="http://schemas.microsoft.com/office/drawing/2014/main" id="{1488486E-06FD-462F-BF9F-468C7B5E6F7D}"/>
                </a:ext>
              </a:extLst>
            </p:cNvPr>
            <p:cNvSpPr>
              <a:spLocks noChangeShapeType="1"/>
            </p:cNvSpPr>
            <p:nvPr/>
          </p:nvSpPr>
          <p:spPr bwMode="auto">
            <a:xfrm>
              <a:off x="768" y="3312"/>
              <a:ext cx="0" cy="432"/>
            </a:xfrm>
            <a:prstGeom prst="line">
              <a:avLst/>
            </a:prstGeom>
            <a:grpFill/>
            <a:ln w="28575">
              <a:solidFill>
                <a:schemeClr val="tx1"/>
              </a:solidFill>
              <a:round/>
              <a:headEnd/>
              <a:tailEnd/>
            </a:ln>
          </p:spPr>
          <p:txBody>
            <a:bodyPr/>
            <a:lstStyle/>
            <a:p>
              <a:pPr eaLnBrk="1" hangingPunct="1">
                <a:defRPr/>
              </a:pPr>
              <a:endParaRPr lang="en-US" sz="1200"/>
            </a:p>
          </p:txBody>
        </p:sp>
        <p:sp>
          <p:nvSpPr>
            <p:cNvPr id="8241" name="Arc 42">
              <a:extLst>
                <a:ext uri="{FF2B5EF4-FFF2-40B4-BE49-F238E27FC236}">
                  <a16:creationId xmlns:a16="http://schemas.microsoft.com/office/drawing/2014/main" id="{FB227C6E-0748-4414-9B7A-AE764A0BD7A0}"/>
                </a:ext>
              </a:extLst>
            </p:cNvPr>
            <p:cNvSpPr>
              <a:spLocks/>
            </p:cNvSpPr>
            <p:nvPr/>
          </p:nvSpPr>
          <p:spPr bwMode="auto">
            <a:xfrm>
              <a:off x="768" y="3312"/>
              <a:ext cx="240" cy="435"/>
            </a:xfrm>
            <a:custGeom>
              <a:avLst/>
              <a:gdLst>
                <a:gd name="T0" fmla="*/ 0 w 21600"/>
                <a:gd name="T1" fmla="*/ 0 h 43200"/>
                <a:gd name="T2" fmla="*/ 0 w 21600"/>
                <a:gd name="T3" fmla="*/ 435 h 43200"/>
                <a:gd name="T4" fmla="*/ 0 w 21600"/>
                <a:gd name="T5" fmla="*/ 218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grpFill/>
            <a:ln w="28575">
              <a:solidFill>
                <a:schemeClr val="tx1"/>
              </a:solidFill>
              <a:round/>
              <a:headEnd/>
              <a:tailEnd/>
            </a:ln>
          </p:spPr>
          <p:txBody>
            <a:bodyPr wrap="none" anchor="ctr"/>
            <a:lstStyle/>
            <a:p>
              <a:pPr eaLnBrk="1" hangingPunct="1">
                <a:defRPr/>
              </a:pPr>
              <a:endParaRPr lang="en-US" sz="1400"/>
            </a:p>
          </p:txBody>
        </p:sp>
      </p:grpSp>
      <p:sp>
        <p:nvSpPr>
          <p:cNvPr id="16417" name="Line 43">
            <a:extLst>
              <a:ext uri="{FF2B5EF4-FFF2-40B4-BE49-F238E27FC236}">
                <a16:creationId xmlns:a16="http://schemas.microsoft.com/office/drawing/2014/main" id="{3ECB9801-A00F-9EA2-A4E8-EFC0587242CD}"/>
              </a:ext>
            </a:extLst>
          </p:cNvPr>
          <p:cNvSpPr>
            <a:spLocks noChangeShapeType="1"/>
          </p:cNvSpPr>
          <p:nvPr/>
        </p:nvSpPr>
        <p:spPr bwMode="auto">
          <a:xfrm>
            <a:off x="5219700" y="3303589"/>
            <a:ext cx="0" cy="650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8" name="Arc 44">
            <a:extLst>
              <a:ext uri="{FF2B5EF4-FFF2-40B4-BE49-F238E27FC236}">
                <a16:creationId xmlns:a16="http://schemas.microsoft.com/office/drawing/2014/main" id="{985C7C65-6BDB-7281-EB28-BA821B7FD7AE}"/>
              </a:ext>
            </a:extLst>
          </p:cNvPr>
          <p:cNvSpPr>
            <a:spLocks/>
          </p:cNvSpPr>
          <p:nvPr/>
        </p:nvSpPr>
        <p:spPr bwMode="auto">
          <a:xfrm>
            <a:off x="5219700" y="3303588"/>
            <a:ext cx="388938" cy="654050"/>
          </a:xfrm>
          <a:custGeom>
            <a:avLst/>
            <a:gdLst>
              <a:gd name="T0" fmla="*/ 0 w 21600"/>
              <a:gd name="T1" fmla="*/ 0 h 43200"/>
              <a:gd name="T2" fmla="*/ 0 w 21600"/>
              <a:gd name="T3" fmla="*/ 2147483646 h 43200"/>
              <a:gd name="T4" fmla="*/ 0 w 21600"/>
              <a:gd name="T5" fmla="*/ 2147483646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19" name="Line 45">
            <a:extLst>
              <a:ext uri="{FF2B5EF4-FFF2-40B4-BE49-F238E27FC236}">
                <a16:creationId xmlns:a16="http://schemas.microsoft.com/office/drawing/2014/main" id="{66469E8B-F243-11C9-B2B2-ABA71A586B9A}"/>
              </a:ext>
            </a:extLst>
          </p:cNvPr>
          <p:cNvSpPr>
            <a:spLocks noChangeShapeType="1"/>
          </p:cNvSpPr>
          <p:nvPr/>
        </p:nvSpPr>
        <p:spPr bwMode="auto">
          <a:xfrm>
            <a:off x="7494588" y="2130425"/>
            <a:ext cx="2095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0" name="Text Box 54">
            <a:extLst>
              <a:ext uri="{FF2B5EF4-FFF2-40B4-BE49-F238E27FC236}">
                <a16:creationId xmlns:a16="http://schemas.microsoft.com/office/drawing/2014/main" id="{EF8E48CB-AF81-1901-9EBD-51BF2B096766}"/>
              </a:ext>
            </a:extLst>
          </p:cNvPr>
          <p:cNvSpPr txBox="1">
            <a:spLocks noChangeArrowheads="1"/>
          </p:cNvSpPr>
          <p:nvPr/>
        </p:nvSpPr>
        <p:spPr bwMode="auto">
          <a:xfrm>
            <a:off x="2251075" y="2008189"/>
            <a:ext cx="1409700"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ru-RU" altLang="en-US"/>
              <a:t>Select</a:t>
            </a:r>
            <a:r>
              <a:rPr lang="en-US" altLang="en-US"/>
              <a:t> 1</a:t>
            </a:r>
            <a:endParaRPr lang="ru-RU" altLang="en-US"/>
          </a:p>
        </p:txBody>
      </p:sp>
      <p:sp>
        <p:nvSpPr>
          <p:cNvPr id="16421" name="Text Box 55">
            <a:extLst>
              <a:ext uri="{FF2B5EF4-FFF2-40B4-BE49-F238E27FC236}">
                <a16:creationId xmlns:a16="http://schemas.microsoft.com/office/drawing/2014/main" id="{106A034B-0700-E5AB-71F0-4225B5227A4D}"/>
              </a:ext>
            </a:extLst>
          </p:cNvPr>
          <p:cNvSpPr txBox="1">
            <a:spLocks noChangeArrowheads="1"/>
          </p:cNvSpPr>
          <p:nvPr/>
        </p:nvSpPr>
        <p:spPr bwMode="auto">
          <a:xfrm>
            <a:off x="2462214" y="2673350"/>
            <a:ext cx="981075"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Input</a:t>
            </a:r>
            <a:endParaRPr lang="ru-RU" altLang="en-US"/>
          </a:p>
        </p:txBody>
      </p:sp>
      <p:sp>
        <p:nvSpPr>
          <p:cNvPr id="16422" name="Text Box 56">
            <a:extLst>
              <a:ext uri="{FF2B5EF4-FFF2-40B4-BE49-F238E27FC236}">
                <a16:creationId xmlns:a16="http://schemas.microsoft.com/office/drawing/2014/main" id="{4389102C-86C0-3E63-05E5-3BD0AA058B3D}"/>
              </a:ext>
            </a:extLst>
          </p:cNvPr>
          <p:cNvSpPr txBox="1">
            <a:spLocks noChangeArrowheads="1"/>
          </p:cNvSpPr>
          <p:nvPr/>
        </p:nvSpPr>
        <p:spPr bwMode="auto">
          <a:xfrm>
            <a:off x="2162176" y="3805238"/>
            <a:ext cx="1470025"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a:t>Write</a:t>
            </a:r>
          </a:p>
          <a:p>
            <a:pPr algn="ctr"/>
            <a:r>
              <a:rPr lang="en-US" altLang="en-US"/>
              <a:t>Enable</a:t>
            </a:r>
            <a:endParaRPr lang="ru-RU"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4E796090-4C7B-FA32-E9AD-357567124555}"/>
              </a:ext>
            </a:extLst>
          </p:cNvPr>
          <p:cNvSpPr>
            <a:spLocks noGrp="1" noChangeArrowheads="1"/>
          </p:cNvSpPr>
          <p:nvPr>
            <p:ph type="title"/>
          </p:nvPr>
        </p:nvSpPr>
        <p:spPr/>
        <p:txBody>
          <a:bodyPr>
            <a:normAutofit/>
          </a:bodyPr>
          <a:lstStyle/>
          <a:p>
            <a:r>
              <a:rPr lang="en-US" altLang="en-US" dirty="0"/>
              <a:t>Two-dimensional Memory Cell</a:t>
            </a:r>
            <a:endParaRPr lang="en-GB" altLang="en-US" dirty="0"/>
          </a:p>
        </p:txBody>
      </p:sp>
      <p:grpSp>
        <p:nvGrpSpPr>
          <p:cNvPr id="64" name="Group 46">
            <a:extLst>
              <a:ext uri="{FF2B5EF4-FFF2-40B4-BE49-F238E27FC236}">
                <a16:creationId xmlns:a16="http://schemas.microsoft.com/office/drawing/2014/main" id="{5D980859-17EA-497E-89B5-301F4D390424}"/>
              </a:ext>
            </a:extLst>
          </p:cNvPr>
          <p:cNvGrpSpPr>
            <a:grpSpLocks/>
          </p:cNvGrpSpPr>
          <p:nvPr/>
        </p:nvGrpSpPr>
        <p:grpSpPr bwMode="auto">
          <a:xfrm>
            <a:off x="-1151144" y="2905184"/>
            <a:ext cx="181" cy="539979"/>
            <a:chOff x="2608" y="1706"/>
            <a:chExt cx="181" cy="313"/>
          </a:xfrm>
          <a:noFill/>
        </p:grpSpPr>
        <p:sp>
          <p:nvSpPr>
            <p:cNvPr id="81" name="Line 48">
              <a:extLst>
                <a:ext uri="{FF2B5EF4-FFF2-40B4-BE49-F238E27FC236}">
                  <a16:creationId xmlns:a16="http://schemas.microsoft.com/office/drawing/2014/main" id="{6F87A8AA-F217-4076-AE73-BE010A80BBCB}"/>
                </a:ext>
              </a:extLst>
            </p:cNvPr>
            <p:cNvSpPr>
              <a:spLocks noChangeShapeType="1"/>
            </p:cNvSpPr>
            <p:nvPr/>
          </p:nvSpPr>
          <p:spPr bwMode="auto">
            <a:xfrm>
              <a:off x="2608" y="1706"/>
              <a:ext cx="181" cy="0"/>
            </a:xfrm>
            <a:prstGeom prst="line">
              <a:avLst/>
            </a:prstGeom>
            <a:grpFill/>
            <a:ln w="28575">
              <a:solidFill>
                <a:schemeClr val="tx1"/>
              </a:solidFill>
              <a:round/>
              <a:headEnd/>
              <a:tailEnd/>
            </a:ln>
          </p:spPr>
          <p:txBody>
            <a:bodyPr/>
            <a:lstStyle/>
            <a:p>
              <a:pPr eaLnBrk="1" hangingPunct="1">
                <a:defRPr/>
              </a:pPr>
              <a:endParaRPr lang="en-US" sz="1400"/>
            </a:p>
          </p:txBody>
        </p:sp>
        <p:sp>
          <p:nvSpPr>
            <p:cNvPr id="82" name="Line 49">
              <a:extLst>
                <a:ext uri="{FF2B5EF4-FFF2-40B4-BE49-F238E27FC236}">
                  <a16:creationId xmlns:a16="http://schemas.microsoft.com/office/drawing/2014/main" id="{53278515-C0DC-4EF6-B913-30E5F4A14419}"/>
                </a:ext>
              </a:extLst>
            </p:cNvPr>
            <p:cNvSpPr>
              <a:spLocks noChangeShapeType="1"/>
            </p:cNvSpPr>
            <p:nvPr/>
          </p:nvSpPr>
          <p:spPr bwMode="auto">
            <a:xfrm>
              <a:off x="2608" y="2019"/>
              <a:ext cx="181" cy="0"/>
            </a:xfrm>
            <a:prstGeom prst="line">
              <a:avLst/>
            </a:prstGeom>
            <a:grpFill/>
            <a:ln w="28575">
              <a:solidFill>
                <a:schemeClr val="tx1"/>
              </a:solidFill>
              <a:round/>
              <a:headEnd/>
              <a:tailEnd/>
            </a:ln>
          </p:spPr>
          <p:txBody>
            <a:bodyPr/>
            <a:lstStyle/>
            <a:p>
              <a:pPr eaLnBrk="1" hangingPunct="1">
                <a:defRPr/>
              </a:pPr>
              <a:endParaRPr lang="en-US" sz="1400"/>
            </a:p>
          </p:txBody>
        </p:sp>
      </p:grpSp>
      <p:grpSp>
        <p:nvGrpSpPr>
          <p:cNvPr id="17412" name="Group 114">
            <a:extLst>
              <a:ext uri="{FF2B5EF4-FFF2-40B4-BE49-F238E27FC236}">
                <a16:creationId xmlns:a16="http://schemas.microsoft.com/office/drawing/2014/main" id="{4E894934-D210-EE24-3550-AB72287F72B7}"/>
              </a:ext>
            </a:extLst>
          </p:cNvPr>
          <p:cNvGrpSpPr>
            <a:grpSpLocks/>
          </p:cNvGrpSpPr>
          <p:nvPr/>
        </p:nvGrpSpPr>
        <p:grpSpPr bwMode="auto">
          <a:xfrm>
            <a:off x="1798639" y="1928813"/>
            <a:ext cx="5940425" cy="2317750"/>
            <a:chOff x="273845" y="1285860"/>
            <a:chExt cx="5941229" cy="2316998"/>
          </a:xfrm>
        </p:grpSpPr>
        <p:sp>
          <p:nvSpPr>
            <p:cNvPr id="17428" name="Rectangle 58">
              <a:extLst>
                <a:ext uri="{FF2B5EF4-FFF2-40B4-BE49-F238E27FC236}">
                  <a16:creationId xmlns:a16="http://schemas.microsoft.com/office/drawing/2014/main" id="{D4D6E1A3-942C-9C15-20AA-ADD5A281BF10}"/>
                </a:ext>
              </a:extLst>
            </p:cNvPr>
            <p:cNvSpPr>
              <a:spLocks noChangeArrowheads="1"/>
            </p:cNvSpPr>
            <p:nvPr/>
          </p:nvSpPr>
          <p:spPr bwMode="auto">
            <a:xfrm>
              <a:off x="3071399" y="2071678"/>
              <a:ext cx="1000260" cy="1428760"/>
            </a:xfrm>
            <a:prstGeom prst="rect">
              <a:avLst/>
            </a:prstGeom>
            <a:solidFill>
              <a:schemeClr val="accent1"/>
            </a:solidFill>
            <a:ln w="2857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17429" name="Straight Connector 59">
              <a:extLst>
                <a:ext uri="{FF2B5EF4-FFF2-40B4-BE49-F238E27FC236}">
                  <a16:creationId xmlns:a16="http://schemas.microsoft.com/office/drawing/2014/main" id="{678E76C6-6AFE-F56D-D8E6-F7550BFDFF31}"/>
                </a:ext>
              </a:extLst>
            </p:cNvPr>
            <p:cNvCxnSpPr>
              <a:cxnSpLocks noChangeShapeType="1"/>
            </p:cNvCxnSpPr>
            <p:nvPr/>
          </p:nvCxnSpPr>
          <p:spPr bwMode="auto">
            <a:xfrm>
              <a:off x="1214978" y="2215118"/>
              <a:ext cx="10058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7430" name="TextBox 60">
              <a:extLst>
                <a:ext uri="{FF2B5EF4-FFF2-40B4-BE49-F238E27FC236}">
                  <a16:creationId xmlns:a16="http://schemas.microsoft.com/office/drawing/2014/main" id="{3BC68762-2D16-03C0-B58C-EA750257C08C}"/>
                </a:ext>
              </a:extLst>
            </p:cNvPr>
            <p:cNvSpPr txBox="1">
              <a:spLocks noChangeArrowheads="1"/>
            </p:cNvSpPr>
            <p:nvPr/>
          </p:nvSpPr>
          <p:spPr bwMode="auto">
            <a:xfrm>
              <a:off x="3143240" y="2285992"/>
              <a:ext cx="3571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endParaRPr lang="en-GB" altLang="en-US" dirty="0">
                <a:solidFill>
                  <a:schemeClr val="bg1"/>
                </a:solidFill>
              </a:endParaRPr>
            </a:p>
          </p:txBody>
        </p:sp>
        <p:cxnSp>
          <p:nvCxnSpPr>
            <p:cNvPr id="17431" name="Straight Connector 61">
              <a:extLst>
                <a:ext uri="{FF2B5EF4-FFF2-40B4-BE49-F238E27FC236}">
                  <a16:creationId xmlns:a16="http://schemas.microsoft.com/office/drawing/2014/main" id="{8C640D90-0D2E-4793-2D55-B4CBA7E3419E}"/>
                </a:ext>
              </a:extLst>
            </p:cNvPr>
            <p:cNvCxnSpPr>
              <a:cxnSpLocks noChangeShapeType="1"/>
            </p:cNvCxnSpPr>
            <p:nvPr/>
          </p:nvCxnSpPr>
          <p:spPr bwMode="auto">
            <a:xfrm>
              <a:off x="4071934" y="2428868"/>
              <a:ext cx="500066"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7432" name="Isosceles Triangle 62">
              <a:extLst>
                <a:ext uri="{FF2B5EF4-FFF2-40B4-BE49-F238E27FC236}">
                  <a16:creationId xmlns:a16="http://schemas.microsoft.com/office/drawing/2014/main" id="{6B8FB120-F374-E0BE-1D96-050E107AA876}"/>
                </a:ext>
              </a:extLst>
            </p:cNvPr>
            <p:cNvSpPr>
              <a:spLocks noChangeArrowheads="1"/>
            </p:cNvSpPr>
            <p:nvPr/>
          </p:nvSpPr>
          <p:spPr bwMode="auto">
            <a:xfrm rot="5400000">
              <a:off x="4524983" y="2215320"/>
              <a:ext cx="500067" cy="428683"/>
            </a:xfrm>
            <a:prstGeom prst="triangle">
              <a:avLst>
                <a:gd name="adj" fmla="val 50000"/>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17433" name="Straight Connector 64">
              <a:extLst>
                <a:ext uri="{FF2B5EF4-FFF2-40B4-BE49-F238E27FC236}">
                  <a16:creationId xmlns:a16="http://schemas.microsoft.com/office/drawing/2014/main" id="{6F3E3E3C-AF47-11F0-66EA-AC6FC87642B5}"/>
                </a:ext>
              </a:extLst>
            </p:cNvPr>
            <p:cNvCxnSpPr>
              <a:cxnSpLocks noChangeShapeType="1"/>
            </p:cNvCxnSpPr>
            <p:nvPr/>
          </p:nvCxnSpPr>
          <p:spPr bwMode="auto">
            <a:xfrm>
              <a:off x="2750049" y="3214686"/>
              <a:ext cx="310896"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7434" name="TextBox 65">
              <a:extLst>
                <a:ext uri="{FF2B5EF4-FFF2-40B4-BE49-F238E27FC236}">
                  <a16:creationId xmlns:a16="http://schemas.microsoft.com/office/drawing/2014/main" id="{072FF7E2-BAA3-E895-5B2D-6DBC7EA6A976}"/>
                </a:ext>
              </a:extLst>
            </p:cNvPr>
            <p:cNvSpPr txBox="1">
              <a:spLocks noChangeArrowheads="1"/>
            </p:cNvSpPr>
            <p:nvPr/>
          </p:nvSpPr>
          <p:spPr bwMode="auto">
            <a:xfrm>
              <a:off x="3143240" y="3000372"/>
              <a:ext cx="3571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C</a:t>
              </a:r>
              <a:endParaRPr lang="en-GB" altLang="en-US" dirty="0">
                <a:solidFill>
                  <a:schemeClr val="bg1"/>
                </a:solidFill>
              </a:endParaRPr>
            </a:p>
          </p:txBody>
        </p:sp>
        <p:cxnSp>
          <p:nvCxnSpPr>
            <p:cNvPr id="17435" name="Straight Connector 66">
              <a:extLst>
                <a:ext uri="{FF2B5EF4-FFF2-40B4-BE49-F238E27FC236}">
                  <a16:creationId xmlns:a16="http://schemas.microsoft.com/office/drawing/2014/main" id="{9DAE785A-7F47-9835-C6B1-4E6E12193048}"/>
                </a:ext>
              </a:extLst>
            </p:cNvPr>
            <p:cNvCxnSpPr>
              <a:cxnSpLocks noChangeShapeType="1"/>
            </p:cNvCxnSpPr>
            <p:nvPr/>
          </p:nvCxnSpPr>
          <p:spPr bwMode="auto">
            <a:xfrm>
              <a:off x="1844474" y="3059935"/>
              <a:ext cx="2286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7436" name="Oval 67">
              <a:extLst>
                <a:ext uri="{FF2B5EF4-FFF2-40B4-BE49-F238E27FC236}">
                  <a16:creationId xmlns:a16="http://schemas.microsoft.com/office/drawing/2014/main" id="{A84F393D-0E30-F6CF-D823-F8684A5399BF}"/>
                </a:ext>
              </a:extLst>
            </p:cNvPr>
            <p:cNvSpPr>
              <a:spLocks noChangeArrowheads="1"/>
            </p:cNvSpPr>
            <p:nvPr/>
          </p:nvSpPr>
          <p:spPr bwMode="auto">
            <a:xfrm>
              <a:off x="2059607" y="3000372"/>
              <a:ext cx="128016" cy="128016"/>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17437" name="Oval 68">
              <a:extLst>
                <a:ext uri="{FF2B5EF4-FFF2-40B4-BE49-F238E27FC236}">
                  <a16:creationId xmlns:a16="http://schemas.microsoft.com/office/drawing/2014/main" id="{BCD682B7-C0AA-8479-BE12-9C15CF619FFC}"/>
                </a:ext>
              </a:extLst>
            </p:cNvPr>
            <p:cNvSpPr>
              <a:spLocks noChangeArrowheads="1"/>
            </p:cNvSpPr>
            <p:nvPr/>
          </p:nvSpPr>
          <p:spPr bwMode="auto">
            <a:xfrm>
              <a:off x="2059795" y="3214686"/>
              <a:ext cx="128016" cy="128016"/>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cxnSp>
          <p:nvCxnSpPr>
            <p:cNvPr id="17438" name="Straight Connector 69">
              <a:extLst>
                <a:ext uri="{FF2B5EF4-FFF2-40B4-BE49-F238E27FC236}">
                  <a16:creationId xmlns:a16="http://schemas.microsoft.com/office/drawing/2014/main" id="{5768BB7F-F867-6197-03E0-F70EE3C5E8A0}"/>
                </a:ext>
              </a:extLst>
            </p:cNvPr>
            <p:cNvCxnSpPr>
              <a:cxnSpLocks noChangeShapeType="1"/>
            </p:cNvCxnSpPr>
            <p:nvPr/>
          </p:nvCxnSpPr>
          <p:spPr bwMode="auto">
            <a:xfrm>
              <a:off x="1583103" y="3274249"/>
              <a:ext cx="4572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7439" name="Oval 70">
              <a:extLst>
                <a:ext uri="{FF2B5EF4-FFF2-40B4-BE49-F238E27FC236}">
                  <a16:creationId xmlns:a16="http://schemas.microsoft.com/office/drawing/2014/main" id="{67A023B6-2482-65C3-8B9C-893C1949E4BC}"/>
                </a:ext>
              </a:extLst>
            </p:cNvPr>
            <p:cNvSpPr>
              <a:spLocks noChangeArrowheads="1"/>
            </p:cNvSpPr>
            <p:nvPr/>
          </p:nvSpPr>
          <p:spPr bwMode="auto">
            <a:xfrm>
              <a:off x="4750501" y="2190616"/>
              <a:ext cx="128016" cy="128016"/>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cxnSp>
          <p:nvCxnSpPr>
            <p:cNvPr id="17440" name="Straight Connector 71">
              <a:extLst>
                <a:ext uri="{FF2B5EF4-FFF2-40B4-BE49-F238E27FC236}">
                  <a16:creationId xmlns:a16="http://schemas.microsoft.com/office/drawing/2014/main" id="{9B24E49C-CD08-AF74-B885-220FC43E6FBA}"/>
                </a:ext>
              </a:extLst>
            </p:cNvPr>
            <p:cNvCxnSpPr>
              <a:cxnSpLocks noChangeShapeType="1"/>
            </p:cNvCxnSpPr>
            <p:nvPr/>
          </p:nvCxnSpPr>
          <p:spPr bwMode="auto">
            <a:xfrm rot="16200000" flipH="1">
              <a:off x="4503740" y="1872416"/>
              <a:ext cx="612648"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7441" name="Straight Connector 72">
              <a:extLst>
                <a:ext uri="{FF2B5EF4-FFF2-40B4-BE49-F238E27FC236}">
                  <a16:creationId xmlns:a16="http://schemas.microsoft.com/office/drawing/2014/main" id="{904AF8BA-70BB-D28E-68A3-CACF69773524}"/>
                </a:ext>
              </a:extLst>
            </p:cNvPr>
            <p:cNvCxnSpPr>
              <a:cxnSpLocks noChangeShapeType="1"/>
            </p:cNvCxnSpPr>
            <p:nvPr/>
          </p:nvCxnSpPr>
          <p:spPr bwMode="auto">
            <a:xfrm rot="10800000">
              <a:off x="4444304" y="1571613"/>
              <a:ext cx="36576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7442" name="Straight Connector 73">
              <a:extLst>
                <a:ext uri="{FF2B5EF4-FFF2-40B4-BE49-F238E27FC236}">
                  <a16:creationId xmlns:a16="http://schemas.microsoft.com/office/drawing/2014/main" id="{1858FD1A-8802-3197-658E-B4D3CCD8246F}"/>
                </a:ext>
              </a:extLst>
            </p:cNvPr>
            <p:cNvCxnSpPr>
              <a:cxnSpLocks noChangeShapeType="1"/>
            </p:cNvCxnSpPr>
            <p:nvPr/>
          </p:nvCxnSpPr>
          <p:spPr bwMode="auto">
            <a:xfrm rot="5400000">
              <a:off x="1185272" y="2386572"/>
              <a:ext cx="1344168" cy="1588"/>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7443" name="Straight Connector 74">
              <a:extLst>
                <a:ext uri="{FF2B5EF4-FFF2-40B4-BE49-F238E27FC236}">
                  <a16:creationId xmlns:a16="http://schemas.microsoft.com/office/drawing/2014/main" id="{44D33535-5502-917B-35B5-4CF4D5F2C95B}"/>
                </a:ext>
              </a:extLst>
            </p:cNvPr>
            <p:cNvCxnSpPr>
              <a:cxnSpLocks noChangeShapeType="1"/>
            </p:cNvCxnSpPr>
            <p:nvPr/>
          </p:nvCxnSpPr>
          <p:spPr bwMode="auto">
            <a:xfrm>
              <a:off x="5000628" y="2428868"/>
              <a:ext cx="500066"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7444" name="TextBox 75">
              <a:extLst>
                <a:ext uri="{FF2B5EF4-FFF2-40B4-BE49-F238E27FC236}">
                  <a16:creationId xmlns:a16="http://schemas.microsoft.com/office/drawing/2014/main" id="{F1158C11-8816-A93B-EA13-EC525EBF2081}"/>
                </a:ext>
              </a:extLst>
            </p:cNvPr>
            <p:cNvSpPr txBox="1">
              <a:spLocks noChangeArrowheads="1"/>
            </p:cNvSpPr>
            <p:nvPr/>
          </p:nvSpPr>
          <p:spPr bwMode="auto">
            <a:xfrm>
              <a:off x="856848" y="2059536"/>
              <a:ext cx="714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a:t>
              </a:r>
              <a:endParaRPr lang="en-GB" altLang="en-US"/>
            </a:p>
          </p:txBody>
        </p:sp>
        <p:sp>
          <p:nvSpPr>
            <p:cNvPr id="17445" name="TextBox 76">
              <a:extLst>
                <a:ext uri="{FF2B5EF4-FFF2-40B4-BE49-F238E27FC236}">
                  <a16:creationId xmlns:a16="http://schemas.microsoft.com/office/drawing/2014/main" id="{AEC8E4F5-DC0A-8FEE-52A9-BC51A91BF1D4}"/>
                </a:ext>
              </a:extLst>
            </p:cNvPr>
            <p:cNvSpPr txBox="1">
              <a:spLocks noChangeArrowheads="1"/>
            </p:cNvSpPr>
            <p:nvPr/>
          </p:nvSpPr>
          <p:spPr bwMode="auto">
            <a:xfrm>
              <a:off x="285908" y="1285860"/>
              <a:ext cx="11430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SEL_L1</a:t>
              </a:r>
              <a:endParaRPr lang="en-GB" altLang="en-US"/>
            </a:p>
          </p:txBody>
        </p:sp>
        <p:sp>
          <p:nvSpPr>
            <p:cNvPr id="17446" name="TextBox 77">
              <a:extLst>
                <a:ext uri="{FF2B5EF4-FFF2-40B4-BE49-F238E27FC236}">
                  <a16:creationId xmlns:a16="http://schemas.microsoft.com/office/drawing/2014/main" id="{D04361CB-C4BA-1DF3-9AE0-B443DEE658DF}"/>
                </a:ext>
              </a:extLst>
            </p:cNvPr>
            <p:cNvSpPr txBox="1">
              <a:spLocks noChangeArrowheads="1"/>
            </p:cNvSpPr>
            <p:nvPr/>
          </p:nvSpPr>
          <p:spPr bwMode="auto">
            <a:xfrm>
              <a:off x="428596" y="3202623"/>
              <a:ext cx="9286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WR_L</a:t>
              </a:r>
              <a:endParaRPr lang="en-GB" altLang="en-US"/>
            </a:p>
          </p:txBody>
        </p:sp>
        <p:sp>
          <p:nvSpPr>
            <p:cNvPr id="17447" name="TextBox 78">
              <a:extLst>
                <a:ext uri="{FF2B5EF4-FFF2-40B4-BE49-F238E27FC236}">
                  <a16:creationId xmlns:a16="http://schemas.microsoft.com/office/drawing/2014/main" id="{66969451-D57F-97AE-05BB-441FA3E5F44B}"/>
                </a:ext>
              </a:extLst>
            </p:cNvPr>
            <p:cNvSpPr txBox="1">
              <a:spLocks noChangeArrowheads="1"/>
            </p:cNvSpPr>
            <p:nvPr/>
          </p:nvSpPr>
          <p:spPr bwMode="auto">
            <a:xfrm>
              <a:off x="5500694" y="2214554"/>
              <a:ext cx="714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OUT</a:t>
              </a:r>
              <a:endParaRPr lang="en-GB" altLang="en-US"/>
            </a:p>
          </p:txBody>
        </p:sp>
        <p:grpSp>
          <p:nvGrpSpPr>
            <p:cNvPr id="84" name="Group 46">
              <a:extLst>
                <a:ext uri="{FF2B5EF4-FFF2-40B4-BE49-F238E27FC236}">
                  <a16:creationId xmlns:a16="http://schemas.microsoft.com/office/drawing/2014/main" id="{52E3C914-0422-4C02-A531-6DB28D16BE22}"/>
                </a:ext>
              </a:extLst>
            </p:cNvPr>
            <p:cNvGrpSpPr>
              <a:grpSpLocks/>
            </p:cNvGrpSpPr>
            <p:nvPr/>
          </p:nvGrpSpPr>
          <p:grpSpPr bwMode="auto">
            <a:xfrm>
              <a:off x="2202671" y="2917058"/>
              <a:ext cx="548640" cy="685800"/>
              <a:chOff x="2608" y="1706"/>
              <a:chExt cx="354" cy="318"/>
            </a:xfrm>
            <a:noFill/>
          </p:grpSpPr>
          <p:sp>
            <p:nvSpPr>
              <p:cNvPr id="85" name="Line 47">
                <a:extLst>
                  <a:ext uri="{FF2B5EF4-FFF2-40B4-BE49-F238E27FC236}">
                    <a16:creationId xmlns:a16="http://schemas.microsoft.com/office/drawing/2014/main" id="{AB3157BF-607B-4A51-B524-8B1B3700B72B}"/>
                  </a:ext>
                </a:extLst>
              </p:cNvPr>
              <p:cNvSpPr>
                <a:spLocks noChangeShapeType="1"/>
              </p:cNvSpPr>
              <p:nvPr/>
            </p:nvSpPr>
            <p:spPr bwMode="auto">
              <a:xfrm>
                <a:off x="2608" y="1706"/>
                <a:ext cx="0" cy="318"/>
              </a:xfrm>
              <a:prstGeom prst="line">
                <a:avLst/>
              </a:prstGeom>
              <a:grpFill/>
              <a:ln w="28575">
                <a:solidFill>
                  <a:schemeClr val="tx1"/>
                </a:solidFill>
                <a:round/>
                <a:headEnd/>
                <a:tailEnd/>
              </a:ln>
            </p:spPr>
            <p:txBody>
              <a:bodyPr/>
              <a:lstStyle/>
              <a:p>
                <a:pPr eaLnBrk="1" hangingPunct="1">
                  <a:defRPr/>
                </a:pPr>
                <a:endParaRPr lang="en-US" sz="1400"/>
              </a:p>
            </p:txBody>
          </p:sp>
          <p:sp>
            <p:nvSpPr>
              <p:cNvPr id="86" name="Line 48">
                <a:extLst>
                  <a:ext uri="{FF2B5EF4-FFF2-40B4-BE49-F238E27FC236}">
                    <a16:creationId xmlns:a16="http://schemas.microsoft.com/office/drawing/2014/main" id="{C1F395E7-DE10-41AA-8172-383E23119D88}"/>
                  </a:ext>
                </a:extLst>
              </p:cNvPr>
              <p:cNvSpPr>
                <a:spLocks noChangeShapeType="1"/>
              </p:cNvSpPr>
              <p:nvPr/>
            </p:nvSpPr>
            <p:spPr bwMode="auto">
              <a:xfrm>
                <a:off x="2608" y="1706"/>
                <a:ext cx="181" cy="0"/>
              </a:xfrm>
              <a:prstGeom prst="line">
                <a:avLst/>
              </a:prstGeom>
              <a:grpFill/>
              <a:ln w="28575">
                <a:solidFill>
                  <a:schemeClr val="tx1"/>
                </a:solidFill>
                <a:round/>
                <a:headEnd/>
                <a:tailEnd/>
              </a:ln>
            </p:spPr>
            <p:txBody>
              <a:bodyPr/>
              <a:lstStyle/>
              <a:p>
                <a:pPr eaLnBrk="1" hangingPunct="1">
                  <a:defRPr/>
                </a:pPr>
                <a:endParaRPr lang="en-US" sz="1400"/>
              </a:p>
            </p:txBody>
          </p:sp>
          <p:sp>
            <p:nvSpPr>
              <p:cNvPr id="87" name="Line 49">
                <a:extLst>
                  <a:ext uri="{FF2B5EF4-FFF2-40B4-BE49-F238E27FC236}">
                    <a16:creationId xmlns:a16="http://schemas.microsoft.com/office/drawing/2014/main" id="{A169D41C-8673-42A9-A8AD-310BF2D9BAEB}"/>
                  </a:ext>
                </a:extLst>
              </p:cNvPr>
              <p:cNvSpPr>
                <a:spLocks noChangeShapeType="1"/>
              </p:cNvSpPr>
              <p:nvPr/>
            </p:nvSpPr>
            <p:spPr bwMode="auto">
              <a:xfrm>
                <a:off x="2608" y="2019"/>
                <a:ext cx="181" cy="0"/>
              </a:xfrm>
              <a:prstGeom prst="line">
                <a:avLst/>
              </a:prstGeom>
              <a:grpFill/>
              <a:ln w="28575">
                <a:solidFill>
                  <a:schemeClr val="tx1"/>
                </a:solidFill>
                <a:round/>
                <a:headEnd/>
                <a:tailEnd/>
              </a:ln>
            </p:spPr>
            <p:txBody>
              <a:bodyPr/>
              <a:lstStyle/>
              <a:p>
                <a:pPr eaLnBrk="1" hangingPunct="1">
                  <a:defRPr/>
                </a:pPr>
                <a:endParaRPr lang="en-US" sz="1400"/>
              </a:p>
            </p:txBody>
          </p:sp>
          <p:sp>
            <p:nvSpPr>
              <p:cNvPr id="88" name="Arc 50">
                <a:extLst>
                  <a:ext uri="{FF2B5EF4-FFF2-40B4-BE49-F238E27FC236}">
                    <a16:creationId xmlns:a16="http://schemas.microsoft.com/office/drawing/2014/main" id="{88172219-7441-4E8F-9C49-98F05E18E0C8}"/>
                  </a:ext>
                </a:extLst>
              </p:cNvPr>
              <p:cNvSpPr>
                <a:spLocks/>
              </p:cNvSpPr>
              <p:nvPr/>
            </p:nvSpPr>
            <p:spPr bwMode="auto">
              <a:xfrm>
                <a:off x="2776" y="1706"/>
                <a:ext cx="186" cy="311"/>
              </a:xfrm>
              <a:custGeom>
                <a:avLst/>
                <a:gdLst>
                  <a:gd name="T0" fmla="*/ 8 w 22632"/>
                  <a:gd name="T1" fmla="*/ 0 h 43200"/>
                  <a:gd name="T2" fmla="*/ 0 w 22632"/>
                  <a:gd name="T3" fmla="*/ 322 h 43200"/>
                  <a:gd name="T4" fmla="*/ 8 w 22632"/>
                  <a:gd name="T5" fmla="*/ 161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close/>
                  </a:path>
                </a:pathLst>
              </a:custGeom>
              <a:grpFill/>
              <a:ln w="28575">
                <a:solidFill>
                  <a:schemeClr val="tx1"/>
                </a:solidFill>
                <a:round/>
                <a:headEnd/>
                <a:tailEnd/>
              </a:ln>
            </p:spPr>
            <p:txBody>
              <a:bodyPr wrap="none" anchor="ctr"/>
              <a:lstStyle/>
              <a:p>
                <a:pPr eaLnBrk="1" hangingPunct="1">
                  <a:defRPr/>
                </a:pPr>
                <a:endParaRPr lang="en-US" sz="1600"/>
              </a:p>
            </p:txBody>
          </p:sp>
        </p:grpSp>
        <p:grpSp>
          <p:nvGrpSpPr>
            <p:cNvPr id="89" name="Group 46">
              <a:extLst>
                <a:ext uri="{FF2B5EF4-FFF2-40B4-BE49-F238E27FC236}">
                  <a16:creationId xmlns:a16="http://schemas.microsoft.com/office/drawing/2014/main" id="{39FE9E5F-C75E-447C-9A59-BB6D01245402}"/>
                </a:ext>
              </a:extLst>
            </p:cNvPr>
            <p:cNvGrpSpPr>
              <a:grpSpLocks/>
            </p:cNvGrpSpPr>
            <p:nvPr/>
          </p:nvGrpSpPr>
          <p:grpSpPr bwMode="auto">
            <a:xfrm>
              <a:off x="2226421" y="2071677"/>
              <a:ext cx="548640" cy="640080"/>
              <a:chOff x="2608" y="1706"/>
              <a:chExt cx="354" cy="318"/>
            </a:xfrm>
            <a:noFill/>
          </p:grpSpPr>
          <p:sp>
            <p:nvSpPr>
              <p:cNvPr id="90" name="Line 47">
                <a:extLst>
                  <a:ext uri="{FF2B5EF4-FFF2-40B4-BE49-F238E27FC236}">
                    <a16:creationId xmlns:a16="http://schemas.microsoft.com/office/drawing/2014/main" id="{1870F575-2D69-459B-94A9-5148A5A44C4B}"/>
                  </a:ext>
                </a:extLst>
              </p:cNvPr>
              <p:cNvSpPr>
                <a:spLocks noChangeShapeType="1"/>
              </p:cNvSpPr>
              <p:nvPr/>
            </p:nvSpPr>
            <p:spPr bwMode="auto">
              <a:xfrm>
                <a:off x="2608" y="1706"/>
                <a:ext cx="0" cy="318"/>
              </a:xfrm>
              <a:prstGeom prst="line">
                <a:avLst/>
              </a:prstGeom>
              <a:grpFill/>
              <a:ln w="28575">
                <a:solidFill>
                  <a:schemeClr val="tx1"/>
                </a:solidFill>
                <a:round/>
                <a:headEnd/>
                <a:tailEnd/>
              </a:ln>
            </p:spPr>
            <p:txBody>
              <a:bodyPr/>
              <a:lstStyle/>
              <a:p>
                <a:pPr eaLnBrk="1" hangingPunct="1">
                  <a:defRPr/>
                </a:pPr>
                <a:endParaRPr lang="en-US" sz="1400"/>
              </a:p>
            </p:txBody>
          </p:sp>
          <p:sp>
            <p:nvSpPr>
              <p:cNvPr id="91" name="Line 48">
                <a:extLst>
                  <a:ext uri="{FF2B5EF4-FFF2-40B4-BE49-F238E27FC236}">
                    <a16:creationId xmlns:a16="http://schemas.microsoft.com/office/drawing/2014/main" id="{441508BE-7C24-499E-859F-248239B5A049}"/>
                  </a:ext>
                </a:extLst>
              </p:cNvPr>
              <p:cNvSpPr>
                <a:spLocks noChangeShapeType="1"/>
              </p:cNvSpPr>
              <p:nvPr/>
            </p:nvSpPr>
            <p:spPr bwMode="auto">
              <a:xfrm>
                <a:off x="2608" y="1706"/>
                <a:ext cx="181" cy="0"/>
              </a:xfrm>
              <a:prstGeom prst="line">
                <a:avLst/>
              </a:prstGeom>
              <a:grpFill/>
              <a:ln w="28575">
                <a:solidFill>
                  <a:schemeClr val="tx1"/>
                </a:solidFill>
                <a:round/>
                <a:headEnd/>
                <a:tailEnd/>
              </a:ln>
            </p:spPr>
            <p:txBody>
              <a:bodyPr/>
              <a:lstStyle/>
              <a:p>
                <a:pPr eaLnBrk="1" hangingPunct="1">
                  <a:defRPr/>
                </a:pPr>
                <a:endParaRPr lang="en-US" sz="1400"/>
              </a:p>
            </p:txBody>
          </p:sp>
          <p:sp>
            <p:nvSpPr>
              <p:cNvPr id="92" name="Line 49">
                <a:extLst>
                  <a:ext uri="{FF2B5EF4-FFF2-40B4-BE49-F238E27FC236}">
                    <a16:creationId xmlns:a16="http://schemas.microsoft.com/office/drawing/2014/main" id="{ABA30391-3162-4ADA-9F4D-2533CC5706F2}"/>
                  </a:ext>
                </a:extLst>
              </p:cNvPr>
              <p:cNvSpPr>
                <a:spLocks noChangeShapeType="1"/>
              </p:cNvSpPr>
              <p:nvPr/>
            </p:nvSpPr>
            <p:spPr bwMode="auto">
              <a:xfrm>
                <a:off x="2608" y="2019"/>
                <a:ext cx="181" cy="0"/>
              </a:xfrm>
              <a:prstGeom prst="line">
                <a:avLst/>
              </a:prstGeom>
              <a:grpFill/>
              <a:ln w="28575">
                <a:solidFill>
                  <a:schemeClr val="tx1"/>
                </a:solidFill>
                <a:round/>
                <a:headEnd/>
                <a:tailEnd/>
              </a:ln>
            </p:spPr>
            <p:txBody>
              <a:bodyPr/>
              <a:lstStyle/>
              <a:p>
                <a:pPr eaLnBrk="1" hangingPunct="1">
                  <a:defRPr/>
                </a:pPr>
                <a:endParaRPr lang="en-US" sz="1400"/>
              </a:p>
            </p:txBody>
          </p:sp>
          <p:sp>
            <p:nvSpPr>
              <p:cNvPr id="93" name="Arc 50">
                <a:extLst>
                  <a:ext uri="{FF2B5EF4-FFF2-40B4-BE49-F238E27FC236}">
                    <a16:creationId xmlns:a16="http://schemas.microsoft.com/office/drawing/2014/main" id="{D7297174-DE71-48A1-AE81-EA783CD4A844}"/>
                  </a:ext>
                </a:extLst>
              </p:cNvPr>
              <p:cNvSpPr>
                <a:spLocks/>
              </p:cNvSpPr>
              <p:nvPr/>
            </p:nvSpPr>
            <p:spPr bwMode="auto">
              <a:xfrm>
                <a:off x="2776" y="1706"/>
                <a:ext cx="186" cy="311"/>
              </a:xfrm>
              <a:custGeom>
                <a:avLst/>
                <a:gdLst>
                  <a:gd name="T0" fmla="*/ 8 w 22632"/>
                  <a:gd name="T1" fmla="*/ 0 h 43200"/>
                  <a:gd name="T2" fmla="*/ 0 w 22632"/>
                  <a:gd name="T3" fmla="*/ 322 h 43200"/>
                  <a:gd name="T4" fmla="*/ 8 w 22632"/>
                  <a:gd name="T5" fmla="*/ 161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close/>
                  </a:path>
                </a:pathLst>
              </a:custGeom>
              <a:grpFill/>
              <a:ln w="28575">
                <a:solidFill>
                  <a:schemeClr val="tx1"/>
                </a:solidFill>
                <a:round/>
                <a:headEnd/>
                <a:tailEnd/>
              </a:ln>
            </p:spPr>
            <p:txBody>
              <a:bodyPr wrap="none" anchor="ctr"/>
              <a:lstStyle/>
              <a:p>
                <a:pPr eaLnBrk="1" hangingPunct="1">
                  <a:defRPr/>
                </a:pPr>
                <a:endParaRPr lang="en-US" sz="1600"/>
              </a:p>
            </p:txBody>
          </p:sp>
        </p:grpSp>
        <p:cxnSp>
          <p:nvCxnSpPr>
            <p:cNvPr id="17450" name="Straight Connector 95">
              <a:extLst>
                <a:ext uri="{FF2B5EF4-FFF2-40B4-BE49-F238E27FC236}">
                  <a16:creationId xmlns:a16="http://schemas.microsoft.com/office/drawing/2014/main" id="{768BA53C-5744-2BC0-06FA-CF044CA904AE}"/>
                </a:ext>
              </a:extLst>
            </p:cNvPr>
            <p:cNvCxnSpPr>
              <a:cxnSpLocks noChangeShapeType="1"/>
            </p:cNvCxnSpPr>
            <p:nvPr/>
          </p:nvCxnSpPr>
          <p:spPr bwMode="auto">
            <a:xfrm>
              <a:off x="2797737" y="2381180"/>
              <a:ext cx="27432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7451" name="Oval 96">
              <a:extLst>
                <a:ext uri="{FF2B5EF4-FFF2-40B4-BE49-F238E27FC236}">
                  <a16:creationId xmlns:a16="http://schemas.microsoft.com/office/drawing/2014/main" id="{48260011-AC5F-7AAD-BEAA-F03824D2B23D}"/>
                </a:ext>
              </a:extLst>
            </p:cNvPr>
            <p:cNvSpPr>
              <a:spLocks noChangeArrowheads="1"/>
            </p:cNvSpPr>
            <p:nvPr/>
          </p:nvSpPr>
          <p:spPr bwMode="auto">
            <a:xfrm>
              <a:off x="2095608" y="2321993"/>
              <a:ext cx="128016" cy="128016"/>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17452" name="Oval 97">
              <a:extLst>
                <a:ext uri="{FF2B5EF4-FFF2-40B4-BE49-F238E27FC236}">
                  <a16:creationId xmlns:a16="http://schemas.microsoft.com/office/drawing/2014/main" id="{036F3489-AF4F-C7DA-B43C-316B31DD93BD}"/>
                </a:ext>
              </a:extLst>
            </p:cNvPr>
            <p:cNvSpPr>
              <a:spLocks noChangeArrowheads="1"/>
            </p:cNvSpPr>
            <p:nvPr/>
          </p:nvSpPr>
          <p:spPr bwMode="auto">
            <a:xfrm>
              <a:off x="3845557" y="1416861"/>
              <a:ext cx="128016" cy="128016"/>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17453" name="Oval 98">
              <a:extLst>
                <a:ext uri="{FF2B5EF4-FFF2-40B4-BE49-F238E27FC236}">
                  <a16:creationId xmlns:a16="http://schemas.microsoft.com/office/drawing/2014/main" id="{71D7BC55-F106-55EF-4B10-C3F5FBF77200}"/>
                </a:ext>
              </a:extLst>
            </p:cNvPr>
            <p:cNvSpPr>
              <a:spLocks noChangeArrowheads="1"/>
            </p:cNvSpPr>
            <p:nvPr/>
          </p:nvSpPr>
          <p:spPr bwMode="auto">
            <a:xfrm>
              <a:off x="3857620" y="1654925"/>
              <a:ext cx="128016" cy="128016"/>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grpSp>
          <p:nvGrpSpPr>
            <p:cNvPr id="100" name="Group 46">
              <a:extLst>
                <a:ext uri="{FF2B5EF4-FFF2-40B4-BE49-F238E27FC236}">
                  <a16:creationId xmlns:a16="http://schemas.microsoft.com/office/drawing/2014/main" id="{777B152B-B3EB-4CF8-9336-F2AF483E474C}"/>
                </a:ext>
              </a:extLst>
            </p:cNvPr>
            <p:cNvGrpSpPr>
              <a:grpSpLocks/>
            </p:cNvGrpSpPr>
            <p:nvPr/>
          </p:nvGrpSpPr>
          <p:grpSpPr bwMode="auto">
            <a:xfrm>
              <a:off x="3988621" y="1321673"/>
              <a:ext cx="457200" cy="548605"/>
              <a:chOff x="2608" y="1706"/>
              <a:chExt cx="354" cy="318"/>
            </a:xfrm>
            <a:noFill/>
          </p:grpSpPr>
          <p:sp>
            <p:nvSpPr>
              <p:cNvPr id="101" name="Line 47">
                <a:extLst>
                  <a:ext uri="{FF2B5EF4-FFF2-40B4-BE49-F238E27FC236}">
                    <a16:creationId xmlns:a16="http://schemas.microsoft.com/office/drawing/2014/main" id="{200DFA15-4274-4994-ABB1-52107A494588}"/>
                  </a:ext>
                </a:extLst>
              </p:cNvPr>
              <p:cNvSpPr>
                <a:spLocks noChangeShapeType="1"/>
              </p:cNvSpPr>
              <p:nvPr/>
            </p:nvSpPr>
            <p:spPr bwMode="auto">
              <a:xfrm>
                <a:off x="2608" y="1706"/>
                <a:ext cx="0" cy="318"/>
              </a:xfrm>
              <a:prstGeom prst="line">
                <a:avLst/>
              </a:prstGeom>
              <a:grpFill/>
              <a:ln w="28575">
                <a:solidFill>
                  <a:schemeClr val="tx1"/>
                </a:solidFill>
                <a:round/>
                <a:headEnd/>
                <a:tailEnd/>
              </a:ln>
            </p:spPr>
            <p:txBody>
              <a:bodyPr/>
              <a:lstStyle/>
              <a:p>
                <a:pPr eaLnBrk="1" hangingPunct="1">
                  <a:defRPr/>
                </a:pPr>
                <a:endParaRPr lang="en-US" sz="1400"/>
              </a:p>
            </p:txBody>
          </p:sp>
          <p:sp>
            <p:nvSpPr>
              <p:cNvPr id="102" name="Line 48">
                <a:extLst>
                  <a:ext uri="{FF2B5EF4-FFF2-40B4-BE49-F238E27FC236}">
                    <a16:creationId xmlns:a16="http://schemas.microsoft.com/office/drawing/2014/main" id="{912C2A91-609D-4C93-88DC-83CCBBBFAE8D}"/>
                  </a:ext>
                </a:extLst>
              </p:cNvPr>
              <p:cNvSpPr>
                <a:spLocks noChangeShapeType="1"/>
              </p:cNvSpPr>
              <p:nvPr/>
            </p:nvSpPr>
            <p:spPr bwMode="auto">
              <a:xfrm>
                <a:off x="2608" y="1706"/>
                <a:ext cx="181" cy="0"/>
              </a:xfrm>
              <a:prstGeom prst="line">
                <a:avLst/>
              </a:prstGeom>
              <a:grpFill/>
              <a:ln w="28575">
                <a:solidFill>
                  <a:schemeClr val="tx1"/>
                </a:solidFill>
                <a:round/>
                <a:headEnd/>
                <a:tailEnd/>
              </a:ln>
            </p:spPr>
            <p:txBody>
              <a:bodyPr/>
              <a:lstStyle/>
              <a:p>
                <a:pPr eaLnBrk="1" hangingPunct="1">
                  <a:defRPr/>
                </a:pPr>
                <a:endParaRPr lang="en-US" sz="1400"/>
              </a:p>
            </p:txBody>
          </p:sp>
          <p:sp>
            <p:nvSpPr>
              <p:cNvPr id="103" name="Line 49">
                <a:extLst>
                  <a:ext uri="{FF2B5EF4-FFF2-40B4-BE49-F238E27FC236}">
                    <a16:creationId xmlns:a16="http://schemas.microsoft.com/office/drawing/2014/main" id="{3E98D1E7-BFAE-4EEB-89B0-322F1FD96479}"/>
                  </a:ext>
                </a:extLst>
              </p:cNvPr>
              <p:cNvSpPr>
                <a:spLocks noChangeShapeType="1"/>
              </p:cNvSpPr>
              <p:nvPr/>
            </p:nvSpPr>
            <p:spPr bwMode="auto">
              <a:xfrm>
                <a:off x="2608" y="2019"/>
                <a:ext cx="181" cy="0"/>
              </a:xfrm>
              <a:prstGeom prst="line">
                <a:avLst/>
              </a:prstGeom>
              <a:grpFill/>
              <a:ln w="28575">
                <a:solidFill>
                  <a:schemeClr val="tx1"/>
                </a:solidFill>
                <a:round/>
                <a:headEnd/>
                <a:tailEnd/>
              </a:ln>
            </p:spPr>
            <p:txBody>
              <a:bodyPr/>
              <a:lstStyle/>
              <a:p>
                <a:pPr eaLnBrk="1" hangingPunct="1">
                  <a:defRPr/>
                </a:pPr>
                <a:endParaRPr lang="en-US" sz="1400"/>
              </a:p>
            </p:txBody>
          </p:sp>
          <p:sp>
            <p:nvSpPr>
              <p:cNvPr id="104" name="Arc 50">
                <a:extLst>
                  <a:ext uri="{FF2B5EF4-FFF2-40B4-BE49-F238E27FC236}">
                    <a16:creationId xmlns:a16="http://schemas.microsoft.com/office/drawing/2014/main" id="{287A9B7F-EAC9-49B9-BFC0-2BC27C6719FF}"/>
                  </a:ext>
                </a:extLst>
              </p:cNvPr>
              <p:cNvSpPr>
                <a:spLocks/>
              </p:cNvSpPr>
              <p:nvPr/>
            </p:nvSpPr>
            <p:spPr bwMode="auto">
              <a:xfrm>
                <a:off x="2776" y="1706"/>
                <a:ext cx="186" cy="311"/>
              </a:xfrm>
              <a:custGeom>
                <a:avLst/>
                <a:gdLst>
                  <a:gd name="T0" fmla="*/ 8 w 22632"/>
                  <a:gd name="T1" fmla="*/ 0 h 43200"/>
                  <a:gd name="T2" fmla="*/ 0 w 22632"/>
                  <a:gd name="T3" fmla="*/ 322 h 43200"/>
                  <a:gd name="T4" fmla="*/ 8 w 22632"/>
                  <a:gd name="T5" fmla="*/ 161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close/>
                  </a:path>
                </a:pathLst>
              </a:custGeom>
              <a:grpFill/>
              <a:ln w="28575">
                <a:solidFill>
                  <a:schemeClr val="tx1"/>
                </a:solidFill>
                <a:round/>
                <a:headEnd/>
                <a:tailEnd/>
              </a:ln>
            </p:spPr>
            <p:txBody>
              <a:bodyPr wrap="none" anchor="ctr"/>
              <a:lstStyle/>
              <a:p>
                <a:pPr eaLnBrk="1" hangingPunct="1">
                  <a:defRPr/>
                </a:pPr>
                <a:endParaRPr lang="en-US" sz="1600"/>
              </a:p>
            </p:txBody>
          </p:sp>
        </p:grpSp>
        <p:cxnSp>
          <p:nvCxnSpPr>
            <p:cNvPr id="17455" name="Straight Connector 105">
              <a:extLst>
                <a:ext uri="{FF2B5EF4-FFF2-40B4-BE49-F238E27FC236}">
                  <a16:creationId xmlns:a16="http://schemas.microsoft.com/office/drawing/2014/main" id="{6BC36B88-EB36-3C1D-CB74-D3E78610CE9C}"/>
                </a:ext>
              </a:extLst>
            </p:cNvPr>
            <p:cNvCxnSpPr>
              <a:cxnSpLocks noChangeShapeType="1"/>
            </p:cNvCxnSpPr>
            <p:nvPr/>
          </p:nvCxnSpPr>
          <p:spPr bwMode="auto">
            <a:xfrm rot="10800000">
              <a:off x="1224911" y="1476424"/>
              <a:ext cx="2596896"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7456" name="Straight Connector 106">
              <a:extLst>
                <a:ext uri="{FF2B5EF4-FFF2-40B4-BE49-F238E27FC236}">
                  <a16:creationId xmlns:a16="http://schemas.microsoft.com/office/drawing/2014/main" id="{8D8821C8-E722-0279-558A-3553EA5B7326}"/>
                </a:ext>
              </a:extLst>
            </p:cNvPr>
            <p:cNvCxnSpPr>
              <a:cxnSpLocks noChangeShapeType="1"/>
            </p:cNvCxnSpPr>
            <p:nvPr/>
          </p:nvCxnSpPr>
          <p:spPr bwMode="auto">
            <a:xfrm rot="10800000">
              <a:off x="1238164" y="1714488"/>
              <a:ext cx="2596896"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7457" name="Straight Connector 107">
              <a:extLst>
                <a:ext uri="{FF2B5EF4-FFF2-40B4-BE49-F238E27FC236}">
                  <a16:creationId xmlns:a16="http://schemas.microsoft.com/office/drawing/2014/main" id="{0C307421-6210-F66A-D629-E4C36F1CC528}"/>
                </a:ext>
              </a:extLst>
            </p:cNvPr>
            <p:cNvCxnSpPr>
              <a:cxnSpLocks noChangeShapeType="1"/>
            </p:cNvCxnSpPr>
            <p:nvPr/>
          </p:nvCxnSpPr>
          <p:spPr bwMode="auto">
            <a:xfrm rot="5400000">
              <a:off x="704608" y="2378857"/>
              <a:ext cx="1783080" cy="1588"/>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sp>
          <p:nvSpPr>
            <p:cNvPr id="17458" name="Oval 108">
              <a:extLst>
                <a:ext uri="{FF2B5EF4-FFF2-40B4-BE49-F238E27FC236}">
                  <a16:creationId xmlns:a16="http://schemas.microsoft.com/office/drawing/2014/main" id="{94A31D52-61C5-CF64-24AE-E72C33BE5920}"/>
                </a:ext>
              </a:extLst>
            </p:cNvPr>
            <p:cNvSpPr>
              <a:spLocks noChangeArrowheads="1"/>
            </p:cNvSpPr>
            <p:nvPr/>
          </p:nvSpPr>
          <p:spPr bwMode="auto">
            <a:xfrm>
              <a:off x="2095608" y="2500306"/>
              <a:ext cx="128016" cy="128016"/>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cxnSp>
          <p:nvCxnSpPr>
            <p:cNvPr id="17459" name="Straight Connector 110">
              <a:extLst>
                <a:ext uri="{FF2B5EF4-FFF2-40B4-BE49-F238E27FC236}">
                  <a16:creationId xmlns:a16="http://schemas.microsoft.com/office/drawing/2014/main" id="{342E2E4B-F08A-82F7-A4ED-2CB19A490B80}"/>
                </a:ext>
              </a:extLst>
            </p:cNvPr>
            <p:cNvCxnSpPr>
              <a:cxnSpLocks noChangeShapeType="1"/>
            </p:cNvCxnSpPr>
            <p:nvPr/>
          </p:nvCxnSpPr>
          <p:spPr bwMode="auto">
            <a:xfrm flipV="1">
              <a:off x="1595354" y="2376365"/>
              <a:ext cx="502920" cy="0"/>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sp>
          <p:nvSpPr>
            <p:cNvPr id="17460" name="Oval 111">
              <a:extLst>
                <a:ext uri="{FF2B5EF4-FFF2-40B4-BE49-F238E27FC236}">
                  <a16:creationId xmlns:a16="http://schemas.microsoft.com/office/drawing/2014/main" id="{282B8AF1-8C1E-2FFD-F982-32C62E4E84AC}"/>
                </a:ext>
              </a:extLst>
            </p:cNvPr>
            <p:cNvSpPr>
              <a:spLocks noChangeArrowheads="1"/>
            </p:cNvSpPr>
            <p:nvPr/>
          </p:nvSpPr>
          <p:spPr bwMode="auto">
            <a:xfrm>
              <a:off x="2071670" y="3408047"/>
              <a:ext cx="128016" cy="128016"/>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17461" name="TextBox 112">
              <a:extLst>
                <a:ext uri="{FF2B5EF4-FFF2-40B4-BE49-F238E27FC236}">
                  <a16:creationId xmlns:a16="http://schemas.microsoft.com/office/drawing/2014/main" id="{F5BDCF99-2610-70C5-5F88-406A33A6C025}"/>
                </a:ext>
              </a:extLst>
            </p:cNvPr>
            <p:cNvSpPr txBox="1">
              <a:spLocks noChangeArrowheads="1"/>
            </p:cNvSpPr>
            <p:nvPr/>
          </p:nvSpPr>
          <p:spPr bwMode="auto">
            <a:xfrm>
              <a:off x="273845" y="1512049"/>
              <a:ext cx="11430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SEL_L2</a:t>
              </a:r>
              <a:endParaRPr lang="en-GB" altLang="en-US"/>
            </a:p>
          </p:txBody>
        </p:sp>
        <p:cxnSp>
          <p:nvCxnSpPr>
            <p:cNvPr id="17462" name="Straight Connector 113">
              <a:extLst>
                <a:ext uri="{FF2B5EF4-FFF2-40B4-BE49-F238E27FC236}">
                  <a16:creationId xmlns:a16="http://schemas.microsoft.com/office/drawing/2014/main" id="{D5CFF305-4880-2569-758E-CBA73A475D71}"/>
                </a:ext>
              </a:extLst>
            </p:cNvPr>
            <p:cNvCxnSpPr>
              <a:cxnSpLocks noChangeShapeType="1"/>
            </p:cNvCxnSpPr>
            <p:nvPr/>
          </p:nvCxnSpPr>
          <p:spPr bwMode="auto">
            <a:xfrm>
              <a:off x="1226101" y="3464813"/>
              <a:ext cx="82296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grpSp>
        <p:nvGrpSpPr>
          <p:cNvPr id="17413" name="Group 132">
            <a:extLst>
              <a:ext uri="{FF2B5EF4-FFF2-40B4-BE49-F238E27FC236}">
                <a16:creationId xmlns:a16="http://schemas.microsoft.com/office/drawing/2014/main" id="{765E59F1-B24B-898C-9CAF-0FE97B4EC318}"/>
              </a:ext>
            </a:extLst>
          </p:cNvPr>
          <p:cNvGrpSpPr>
            <a:grpSpLocks/>
          </p:cNvGrpSpPr>
          <p:nvPr/>
        </p:nvGrpSpPr>
        <p:grpSpPr bwMode="auto">
          <a:xfrm>
            <a:off x="7810501" y="3024188"/>
            <a:ext cx="2100263" cy="1911350"/>
            <a:chOff x="6286512" y="3024122"/>
            <a:chExt cx="2100274" cy="1911174"/>
          </a:xfrm>
        </p:grpSpPr>
        <p:sp>
          <p:nvSpPr>
            <p:cNvPr id="17414" name="Text Box 49">
              <a:extLst>
                <a:ext uri="{FF2B5EF4-FFF2-40B4-BE49-F238E27FC236}">
                  <a16:creationId xmlns:a16="http://schemas.microsoft.com/office/drawing/2014/main" id="{13D6FF08-6C47-5CDE-D772-D1A4CE06BD24}"/>
                </a:ext>
              </a:extLst>
            </p:cNvPr>
            <p:cNvSpPr txBox="1">
              <a:spLocks noChangeArrowheads="1"/>
            </p:cNvSpPr>
            <p:nvPr/>
          </p:nvSpPr>
          <p:spPr bwMode="auto">
            <a:xfrm>
              <a:off x="6780228" y="3459057"/>
              <a:ext cx="1144593" cy="1476239"/>
            </a:xfrm>
            <a:prstGeom prst="rect">
              <a:avLst/>
            </a:prstGeom>
            <a:solidFill>
              <a:schemeClr val="accent1"/>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     </a:t>
              </a:r>
              <a:endParaRPr lang="en-US" altLang="en-US" sz="1000"/>
            </a:p>
          </p:txBody>
        </p:sp>
        <p:sp>
          <p:nvSpPr>
            <p:cNvPr id="17415" name="Line 50">
              <a:extLst>
                <a:ext uri="{FF2B5EF4-FFF2-40B4-BE49-F238E27FC236}">
                  <a16:creationId xmlns:a16="http://schemas.microsoft.com/office/drawing/2014/main" id="{FA7191EC-64DE-6E45-D128-B8447363C06E}"/>
                </a:ext>
              </a:extLst>
            </p:cNvPr>
            <p:cNvSpPr>
              <a:spLocks noChangeShapeType="1"/>
            </p:cNvSpPr>
            <p:nvPr/>
          </p:nvSpPr>
          <p:spPr bwMode="auto">
            <a:xfrm flipH="1">
              <a:off x="6286512" y="3880834"/>
              <a:ext cx="3657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6" name="Line 52">
              <a:extLst>
                <a:ext uri="{FF2B5EF4-FFF2-40B4-BE49-F238E27FC236}">
                  <a16:creationId xmlns:a16="http://schemas.microsoft.com/office/drawing/2014/main" id="{C9BB7328-9C63-EFA9-8CB7-86FF9F302F3E}"/>
                </a:ext>
              </a:extLst>
            </p:cNvPr>
            <p:cNvSpPr>
              <a:spLocks noChangeShapeType="1"/>
            </p:cNvSpPr>
            <p:nvPr/>
          </p:nvSpPr>
          <p:spPr bwMode="auto">
            <a:xfrm flipH="1">
              <a:off x="6289638" y="4594190"/>
              <a:ext cx="365760" cy="148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7" name="Line 54">
              <a:extLst>
                <a:ext uri="{FF2B5EF4-FFF2-40B4-BE49-F238E27FC236}">
                  <a16:creationId xmlns:a16="http://schemas.microsoft.com/office/drawing/2014/main" id="{C37EDC84-58C9-44DD-AA29-176E9C21438C}"/>
                </a:ext>
              </a:extLst>
            </p:cNvPr>
            <p:cNvSpPr>
              <a:spLocks noChangeShapeType="1"/>
            </p:cNvSpPr>
            <p:nvPr/>
          </p:nvSpPr>
          <p:spPr bwMode="auto">
            <a:xfrm>
              <a:off x="7338542" y="3024122"/>
              <a:ext cx="0" cy="2743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8" name="Oval 122">
              <a:extLst>
                <a:ext uri="{FF2B5EF4-FFF2-40B4-BE49-F238E27FC236}">
                  <a16:creationId xmlns:a16="http://schemas.microsoft.com/office/drawing/2014/main" id="{86A29BCA-0B1B-760C-6782-F078923A8373}"/>
                </a:ext>
              </a:extLst>
            </p:cNvPr>
            <p:cNvSpPr>
              <a:spLocks noChangeArrowheads="1"/>
            </p:cNvSpPr>
            <p:nvPr/>
          </p:nvSpPr>
          <p:spPr bwMode="auto">
            <a:xfrm>
              <a:off x="7262894" y="3286124"/>
              <a:ext cx="146304" cy="146304"/>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7419" name="Oval 124">
              <a:extLst>
                <a:ext uri="{FF2B5EF4-FFF2-40B4-BE49-F238E27FC236}">
                  <a16:creationId xmlns:a16="http://schemas.microsoft.com/office/drawing/2014/main" id="{5A821B99-8460-6712-8AC7-D2AE755E3EBA}"/>
                </a:ext>
              </a:extLst>
            </p:cNvPr>
            <p:cNvSpPr>
              <a:spLocks noChangeArrowheads="1"/>
            </p:cNvSpPr>
            <p:nvPr/>
          </p:nvSpPr>
          <p:spPr bwMode="auto">
            <a:xfrm>
              <a:off x="6631827" y="3786190"/>
              <a:ext cx="146304" cy="146304"/>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7420" name="TextBox 125">
              <a:extLst>
                <a:ext uri="{FF2B5EF4-FFF2-40B4-BE49-F238E27FC236}">
                  <a16:creationId xmlns:a16="http://schemas.microsoft.com/office/drawing/2014/main" id="{176AC587-4CFA-ABBE-31B1-753C9CA6C890}"/>
                </a:ext>
              </a:extLst>
            </p:cNvPr>
            <p:cNvSpPr txBox="1">
              <a:spLocks noChangeArrowheads="1"/>
            </p:cNvSpPr>
            <p:nvPr/>
          </p:nvSpPr>
          <p:spPr bwMode="auto">
            <a:xfrm>
              <a:off x="6739266" y="3667252"/>
              <a:ext cx="5715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S1</a:t>
              </a:r>
              <a:endParaRPr lang="en-GB" altLang="en-US" dirty="0">
                <a:solidFill>
                  <a:schemeClr val="bg1"/>
                </a:solidFill>
              </a:endParaRPr>
            </a:p>
          </p:txBody>
        </p:sp>
        <p:sp>
          <p:nvSpPr>
            <p:cNvPr id="17421" name="TextBox 126">
              <a:extLst>
                <a:ext uri="{FF2B5EF4-FFF2-40B4-BE49-F238E27FC236}">
                  <a16:creationId xmlns:a16="http://schemas.microsoft.com/office/drawing/2014/main" id="{11F2F7AF-432F-363E-2906-0D0B0D74EE53}"/>
                </a:ext>
              </a:extLst>
            </p:cNvPr>
            <p:cNvSpPr txBox="1">
              <a:spLocks noChangeArrowheads="1"/>
            </p:cNvSpPr>
            <p:nvPr/>
          </p:nvSpPr>
          <p:spPr bwMode="auto">
            <a:xfrm>
              <a:off x="7167518" y="3381312"/>
              <a:ext cx="5715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S2</a:t>
              </a:r>
              <a:endParaRPr lang="en-GB" altLang="en-US" dirty="0">
                <a:solidFill>
                  <a:schemeClr val="bg1"/>
                </a:solidFill>
              </a:endParaRPr>
            </a:p>
          </p:txBody>
        </p:sp>
        <p:sp>
          <p:nvSpPr>
            <p:cNvPr id="17422" name="TextBox 127">
              <a:extLst>
                <a:ext uri="{FF2B5EF4-FFF2-40B4-BE49-F238E27FC236}">
                  <a16:creationId xmlns:a16="http://schemas.microsoft.com/office/drawing/2014/main" id="{1AAD1E1F-5B52-2ED9-C373-4775CB97D74E}"/>
                </a:ext>
              </a:extLst>
            </p:cNvPr>
            <p:cNvSpPr txBox="1">
              <a:spLocks noChangeArrowheads="1"/>
            </p:cNvSpPr>
            <p:nvPr/>
          </p:nvSpPr>
          <p:spPr bwMode="auto">
            <a:xfrm>
              <a:off x="7286644" y="3929066"/>
              <a:ext cx="785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OUT</a:t>
              </a:r>
              <a:endParaRPr lang="en-GB" altLang="en-US">
                <a:solidFill>
                  <a:schemeClr val="bg1"/>
                </a:solidFill>
              </a:endParaRPr>
            </a:p>
          </p:txBody>
        </p:sp>
        <p:sp>
          <p:nvSpPr>
            <p:cNvPr id="17423" name="TextBox 128">
              <a:extLst>
                <a:ext uri="{FF2B5EF4-FFF2-40B4-BE49-F238E27FC236}">
                  <a16:creationId xmlns:a16="http://schemas.microsoft.com/office/drawing/2014/main" id="{22D89C57-8E22-06B8-2488-DD2F5AB83983}"/>
                </a:ext>
              </a:extLst>
            </p:cNvPr>
            <p:cNvSpPr txBox="1">
              <a:spLocks noChangeArrowheads="1"/>
            </p:cNvSpPr>
            <p:nvPr/>
          </p:nvSpPr>
          <p:spPr bwMode="auto">
            <a:xfrm>
              <a:off x="6762828" y="4000504"/>
              <a:ext cx="785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IN</a:t>
              </a:r>
              <a:endParaRPr lang="en-GB" altLang="en-US">
                <a:solidFill>
                  <a:schemeClr val="bg1"/>
                </a:solidFill>
              </a:endParaRPr>
            </a:p>
          </p:txBody>
        </p:sp>
        <p:sp>
          <p:nvSpPr>
            <p:cNvPr id="17424" name="Oval 129">
              <a:extLst>
                <a:ext uri="{FF2B5EF4-FFF2-40B4-BE49-F238E27FC236}">
                  <a16:creationId xmlns:a16="http://schemas.microsoft.com/office/drawing/2014/main" id="{92FB5C84-61C2-CE38-716D-F5FF771744A1}"/>
                </a:ext>
              </a:extLst>
            </p:cNvPr>
            <p:cNvSpPr>
              <a:spLocks noChangeArrowheads="1"/>
            </p:cNvSpPr>
            <p:nvPr/>
          </p:nvSpPr>
          <p:spPr bwMode="auto">
            <a:xfrm>
              <a:off x="6643702" y="4500570"/>
              <a:ext cx="146304" cy="146304"/>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7425" name="Line 50">
              <a:extLst>
                <a:ext uri="{FF2B5EF4-FFF2-40B4-BE49-F238E27FC236}">
                  <a16:creationId xmlns:a16="http://schemas.microsoft.com/office/drawing/2014/main" id="{236A87B8-AD03-4152-68A5-61B75BCB373B}"/>
                </a:ext>
              </a:extLst>
            </p:cNvPr>
            <p:cNvSpPr>
              <a:spLocks noChangeShapeType="1"/>
            </p:cNvSpPr>
            <p:nvPr/>
          </p:nvSpPr>
          <p:spPr bwMode="auto">
            <a:xfrm flipH="1">
              <a:off x="6310262" y="4214818"/>
              <a:ext cx="4572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6" name="Line 50">
              <a:extLst>
                <a:ext uri="{FF2B5EF4-FFF2-40B4-BE49-F238E27FC236}">
                  <a16:creationId xmlns:a16="http://schemas.microsoft.com/office/drawing/2014/main" id="{25264FDD-BC2B-6AF3-10B3-F0D66325297E}"/>
                </a:ext>
              </a:extLst>
            </p:cNvPr>
            <p:cNvSpPr>
              <a:spLocks noChangeShapeType="1"/>
            </p:cNvSpPr>
            <p:nvPr/>
          </p:nvSpPr>
          <p:spPr bwMode="auto">
            <a:xfrm flipH="1">
              <a:off x="7929586" y="4131505"/>
              <a:ext cx="4572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7" name="TextBox 79">
              <a:extLst>
                <a:ext uri="{FF2B5EF4-FFF2-40B4-BE49-F238E27FC236}">
                  <a16:creationId xmlns:a16="http://schemas.microsoft.com/office/drawing/2014/main" id="{5B6CEF5C-7D15-2AC8-5890-DA1970CDB64C}"/>
                </a:ext>
              </a:extLst>
            </p:cNvPr>
            <p:cNvSpPr txBox="1">
              <a:spLocks noChangeArrowheads="1"/>
            </p:cNvSpPr>
            <p:nvPr/>
          </p:nvSpPr>
          <p:spPr bwMode="auto">
            <a:xfrm>
              <a:off x="6786578" y="4357694"/>
              <a:ext cx="785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WR</a:t>
              </a:r>
              <a:endParaRPr lang="en-GB" altLang="en-US">
                <a:solidFill>
                  <a:schemeClr val="bg1"/>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a:extLst>
              <a:ext uri="{FF2B5EF4-FFF2-40B4-BE49-F238E27FC236}">
                <a16:creationId xmlns:a16="http://schemas.microsoft.com/office/drawing/2014/main" id="{2C6E1191-ADD0-7729-8F03-E78B4C6759EF}"/>
              </a:ext>
            </a:extLst>
          </p:cNvPr>
          <p:cNvSpPr>
            <a:spLocks noGrp="1" noChangeArrowheads="1"/>
          </p:cNvSpPr>
          <p:nvPr>
            <p:ph type="title"/>
          </p:nvPr>
        </p:nvSpPr>
        <p:spPr/>
        <p:txBody>
          <a:bodyPr/>
          <a:lstStyle/>
          <a:p>
            <a:r>
              <a:rPr lang="en-US" altLang="en-US"/>
              <a:t>SRAM Cell</a:t>
            </a:r>
            <a:endParaRPr lang="ru-RU" altLang="en-US"/>
          </a:p>
        </p:txBody>
      </p:sp>
      <p:grpSp>
        <p:nvGrpSpPr>
          <p:cNvPr id="18435" name="Group 35">
            <a:extLst>
              <a:ext uri="{FF2B5EF4-FFF2-40B4-BE49-F238E27FC236}">
                <a16:creationId xmlns:a16="http://schemas.microsoft.com/office/drawing/2014/main" id="{40208669-9A67-4AFA-6CF6-489671065AC1}"/>
              </a:ext>
            </a:extLst>
          </p:cNvPr>
          <p:cNvGrpSpPr>
            <a:grpSpLocks/>
          </p:cNvGrpSpPr>
          <p:nvPr/>
        </p:nvGrpSpPr>
        <p:grpSpPr bwMode="auto">
          <a:xfrm>
            <a:off x="2503488" y="1571625"/>
            <a:ext cx="6400800" cy="3029252"/>
            <a:chOff x="979488" y="1571625"/>
            <a:chExt cx="6761162" cy="3092992"/>
          </a:xfrm>
        </p:grpSpPr>
        <p:sp>
          <p:nvSpPr>
            <p:cNvPr id="18436" name="Line 5">
              <a:extLst>
                <a:ext uri="{FF2B5EF4-FFF2-40B4-BE49-F238E27FC236}">
                  <a16:creationId xmlns:a16="http://schemas.microsoft.com/office/drawing/2014/main" id="{F285179B-6E24-8635-3D1B-6712DEF5F1FD}"/>
                </a:ext>
              </a:extLst>
            </p:cNvPr>
            <p:cNvSpPr>
              <a:spLocks noChangeShapeType="1"/>
            </p:cNvSpPr>
            <p:nvPr/>
          </p:nvSpPr>
          <p:spPr bwMode="auto">
            <a:xfrm>
              <a:off x="1331913" y="2220913"/>
              <a:ext cx="57594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7" name="Line 6">
              <a:extLst>
                <a:ext uri="{FF2B5EF4-FFF2-40B4-BE49-F238E27FC236}">
                  <a16:creationId xmlns:a16="http://schemas.microsoft.com/office/drawing/2014/main" id="{6E56E834-D08B-3479-315B-7999082390B1}"/>
                </a:ext>
              </a:extLst>
            </p:cNvPr>
            <p:cNvSpPr>
              <a:spLocks noChangeShapeType="1"/>
            </p:cNvSpPr>
            <p:nvPr/>
          </p:nvSpPr>
          <p:spPr bwMode="auto">
            <a:xfrm>
              <a:off x="2233613" y="1716088"/>
              <a:ext cx="0" cy="28797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8" name="Line 7">
              <a:extLst>
                <a:ext uri="{FF2B5EF4-FFF2-40B4-BE49-F238E27FC236}">
                  <a16:creationId xmlns:a16="http://schemas.microsoft.com/office/drawing/2014/main" id="{D07571EE-AFA8-82D0-4308-B9EC3713DAF3}"/>
                </a:ext>
              </a:extLst>
            </p:cNvPr>
            <p:cNvSpPr>
              <a:spLocks noChangeShapeType="1"/>
            </p:cNvSpPr>
            <p:nvPr/>
          </p:nvSpPr>
          <p:spPr bwMode="auto">
            <a:xfrm>
              <a:off x="6096000" y="1744663"/>
              <a:ext cx="0" cy="28797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9" name="Line 8">
              <a:extLst>
                <a:ext uri="{FF2B5EF4-FFF2-40B4-BE49-F238E27FC236}">
                  <a16:creationId xmlns:a16="http://schemas.microsoft.com/office/drawing/2014/main" id="{8C79A577-7B4C-1476-A756-6955C725B9FF}"/>
                </a:ext>
              </a:extLst>
            </p:cNvPr>
            <p:cNvSpPr>
              <a:spLocks noChangeShapeType="1"/>
            </p:cNvSpPr>
            <p:nvPr/>
          </p:nvSpPr>
          <p:spPr bwMode="auto">
            <a:xfrm>
              <a:off x="2916238" y="2220913"/>
              <a:ext cx="0" cy="43180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440" name="Line 9">
              <a:extLst>
                <a:ext uri="{FF2B5EF4-FFF2-40B4-BE49-F238E27FC236}">
                  <a16:creationId xmlns:a16="http://schemas.microsoft.com/office/drawing/2014/main" id="{A7B39A43-CD2C-63B1-DF00-5CFC92E052CC}"/>
                </a:ext>
              </a:extLst>
            </p:cNvPr>
            <p:cNvSpPr>
              <a:spLocks noChangeShapeType="1"/>
            </p:cNvSpPr>
            <p:nvPr/>
          </p:nvSpPr>
          <p:spPr bwMode="auto">
            <a:xfrm>
              <a:off x="2655888" y="2795588"/>
              <a:ext cx="5048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1" name="Line 10">
              <a:extLst>
                <a:ext uri="{FF2B5EF4-FFF2-40B4-BE49-F238E27FC236}">
                  <a16:creationId xmlns:a16="http://schemas.microsoft.com/office/drawing/2014/main" id="{93D4A5ED-6619-4F11-AF6B-30C33B1D4BA6}"/>
                </a:ext>
              </a:extLst>
            </p:cNvPr>
            <p:cNvSpPr>
              <a:spLocks noChangeShapeType="1"/>
            </p:cNvSpPr>
            <p:nvPr/>
          </p:nvSpPr>
          <p:spPr bwMode="auto">
            <a:xfrm>
              <a:off x="2713038" y="2781300"/>
              <a:ext cx="0" cy="288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2" name="Line 11">
              <a:extLst>
                <a:ext uri="{FF2B5EF4-FFF2-40B4-BE49-F238E27FC236}">
                  <a16:creationId xmlns:a16="http://schemas.microsoft.com/office/drawing/2014/main" id="{00BD727B-522D-FA8C-7C27-EB758D9F0B71}"/>
                </a:ext>
              </a:extLst>
            </p:cNvPr>
            <p:cNvSpPr>
              <a:spLocks noChangeShapeType="1"/>
            </p:cNvSpPr>
            <p:nvPr/>
          </p:nvSpPr>
          <p:spPr bwMode="auto">
            <a:xfrm>
              <a:off x="3092450" y="2781300"/>
              <a:ext cx="0" cy="288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3" name="Line 12">
              <a:extLst>
                <a:ext uri="{FF2B5EF4-FFF2-40B4-BE49-F238E27FC236}">
                  <a16:creationId xmlns:a16="http://schemas.microsoft.com/office/drawing/2014/main" id="{E49F41A5-974E-99D6-9F91-1CD368B321E6}"/>
                </a:ext>
              </a:extLst>
            </p:cNvPr>
            <p:cNvSpPr>
              <a:spLocks noChangeShapeType="1"/>
            </p:cNvSpPr>
            <p:nvPr/>
          </p:nvSpPr>
          <p:spPr bwMode="auto">
            <a:xfrm flipH="1">
              <a:off x="2233613" y="3054350"/>
              <a:ext cx="468312"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8444" name="Line 15">
              <a:extLst>
                <a:ext uri="{FF2B5EF4-FFF2-40B4-BE49-F238E27FC236}">
                  <a16:creationId xmlns:a16="http://schemas.microsoft.com/office/drawing/2014/main" id="{D91C35B2-CD31-D8B2-D60A-01C8CAE43B3A}"/>
                </a:ext>
              </a:extLst>
            </p:cNvPr>
            <p:cNvSpPr>
              <a:spLocks noChangeShapeType="1"/>
            </p:cNvSpPr>
            <p:nvPr/>
          </p:nvSpPr>
          <p:spPr bwMode="auto">
            <a:xfrm flipH="1">
              <a:off x="3081338" y="3082925"/>
              <a:ext cx="468312"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445" name="Line 16">
              <a:extLst>
                <a:ext uri="{FF2B5EF4-FFF2-40B4-BE49-F238E27FC236}">
                  <a16:creationId xmlns:a16="http://schemas.microsoft.com/office/drawing/2014/main" id="{3E39495F-E956-9D48-5A04-CB69F42257E6}"/>
                </a:ext>
              </a:extLst>
            </p:cNvPr>
            <p:cNvSpPr>
              <a:spLocks noChangeShapeType="1"/>
            </p:cNvSpPr>
            <p:nvPr/>
          </p:nvSpPr>
          <p:spPr bwMode="auto">
            <a:xfrm>
              <a:off x="3559175" y="2795588"/>
              <a:ext cx="0" cy="576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6" name="Line 17">
              <a:extLst>
                <a:ext uri="{FF2B5EF4-FFF2-40B4-BE49-F238E27FC236}">
                  <a16:creationId xmlns:a16="http://schemas.microsoft.com/office/drawing/2014/main" id="{67F88412-5973-227E-B3B4-5124C7D3A7F5}"/>
                </a:ext>
              </a:extLst>
            </p:cNvPr>
            <p:cNvSpPr>
              <a:spLocks noChangeShapeType="1"/>
            </p:cNvSpPr>
            <p:nvPr/>
          </p:nvSpPr>
          <p:spPr bwMode="auto">
            <a:xfrm>
              <a:off x="3549650" y="2795588"/>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447" name="Group 18">
              <a:extLst>
                <a:ext uri="{FF2B5EF4-FFF2-40B4-BE49-F238E27FC236}">
                  <a16:creationId xmlns:a16="http://schemas.microsoft.com/office/drawing/2014/main" id="{F6A4223C-D302-1E19-8FD4-9E0C71E76A72}"/>
                </a:ext>
              </a:extLst>
            </p:cNvPr>
            <p:cNvGrpSpPr>
              <a:grpSpLocks/>
            </p:cNvGrpSpPr>
            <p:nvPr/>
          </p:nvGrpSpPr>
          <p:grpSpPr bwMode="auto">
            <a:xfrm>
              <a:off x="4010025" y="2608263"/>
              <a:ext cx="388938" cy="360362"/>
              <a:chOff x="894" y="2432"/>
              <a:chExt cx="337" cy="326"/>
            </a:xfrm>
          </p:grpSpPr>
          <p:sp>
            <p:nvSpPr>
              <p:cNvPr id="18466" name="AutoShape 19">
                <a:extLst>
                  <a:ext uri="{FF2B5EF4-FFF2-40B4-BE49-F238E27FC236}">
                    <a16:creationId xmlns:a16="http://schemas.microsoft.com/office/drawing/2014/main" id="{3536269B-2462-C427-074A-6A623831288B}"/>
                  </a:ext>
                </a:extLst>
              </p:cNvPr>
              <p:cNvSpPr>
                <a:spLocks noChangeArrowheads="1"/>
              </p:cNvSpPr>
              <p:nvPr/>
            </p:nvSpPr>
            <p:spPr bwMode="auto">
              <a:xfrm rot="5400000">
                <a:off x="860" y="2466"/>
                <a:ext cx="326" cy="258"/>
              </a:xfrm>
              <a:prstGeom prst="triangle">
                <a:avLst>
                  <a:gd name="adj" fmla="val 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8467" name="Oval 20">
                <a:extLst>
                  <a:ext uri="{FF2B5EF4-FFF2-40B4-BE49-F238E27FC236}">
                    <a16:creationId xmlns:a16="http://schemas.microsoft.com/office/drawing/2014/main" id="{616942A8-B56F-E0B5-2A2A-42EEE9EDFAD0}"/>
                  </a:ext>
                </a:extLst>
              </p:cNvPr>
              <p:cNvSpPr>
                <a:spLocks noChangeArrowheads="1"/>
              </p:cNvSpPr>
              <p:nvPr/>
            </p:nvSpPr>
            <p:spPr bwMode="auto">
              <a:xfrm>
                <a:off x="1154" y="2558"/>
                <a:ext cx="77" cy="7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18448" name="Line 21">
              <a:extLst>
                <a:ext uri="{FF2B5EF4-FFF2-40B4-BE49-F238E27FC236}">
                  <a16:creationId xmlns:a16="http://schemas.microsoft.com/office/drawing/2014/main" id="{F1F9CC80-B97E-DB69-7FF7-3E3A7635A1EC}"/>
                </a:ext>
              </a:extLst>
            </p:cNvPr>
            <p:cNvSpPr>
              <a:spLocks noChangeShapeType="1"/>
            </p:cNvSpPr>
            <p:nvPr/>
          </p:nvSpPr>
          <p:spPr bwMode="auto">
            <a:xfrm>
              <a:off x="4391025" y="2781300"/>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9" name="Line 22">
              <a:extLst>
                <a:ext uri="{FF2B5EF4-FFF2-40B4-BE49-F238E27FC236}">
                  <a16:creationId xmlns:a16="http://schemas.microsoft.com/office/drawing/2014/main" id="{748C7C24-A6AB-34A1-28F7-E7398757B878}"/>
                </a:ext>
              </a:extLst>
            </p:cNvPr>
            <p:cNvSpPr>
              <a:spLocks noChangeShapeType="1"/>
            </p:cNvSpPr>
            <p:nvPr/>
          </p:nvSpPr>
          <p:spPr bwMode="auto">
            <a:xfrm>
              <a:off x="3563938" y="3362325"/>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450" name="Group 23">
              <a:extLst>
                <a:ext uri="{FF2B5EF4-FFF2-40B4-BE49-F238E27FC236}">
                  <a16:creationId xmlns:a16="http://schemas.microsoft.com/office/drawing/2014/main" id="{4EDDC985-9B23-1790-07CF-5BE19EB8DA97}"/>
                </a:ext>
              </a:extLst>
            </p:cNvPr>
            <p:cNvGrpSpPr>
              <a:grpSpLocks/>
            </p:cNvGrpSpPr>
            <p:nvPr/>
          </p:nvGrpSpPr>
          <p:grpSpPr bwMode="auto">
            <a:xfrm rot="10800000">
              <a:off x="3975100" y="3200400"/>
              <a:ext cx="388938" cy="360363"/>
              <a:chOff x="894" y="2432"/>
              <a:chExt cx="337" cy="326"/>
            </a:xfrm>
          </p:grpSpPr>
          <p:sp>
            <p:nvSpPr>
              <p:cNvPr id="18464" name="AutoShape 24">
                <a:extLst>
                  <a:ext uri="{FF2B5EF4-FFF2-40B4-BE49-F238E27FC236}">
                    <a16:creationId xmlns:a16="http://schemas.microsoft.com/office/drawing/2014/main" id="{5CD3B057-EA74-C210-9696-666D9494641C}"/>
                  </a:ext>
                </a:extLst>
              </p:cNvPr>
              <p:cNvSpPr>
                <a:spLocks noChangeArrowheads="1"/>
              </p:cNvSpPr>
              <p:nvPr/>
            </p:nvSpPr>
            <p:spPr bwMode="auto">
              <a:xfrm rot="5400000">
                <a:off x="860" y="2466"/>
                <a:ext cx="326" cy="258"/>
              </a:xfrm>
              <a:prstGeom prst="triangle">
                <a:avLst>
                  <a:gd name="adj" fmla="val 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8465" name="Oval 25">
                <a:extLst>
                  <a:ext uri="{FF2B5EF4-FFF2-40B4-BE49-F238E27FC236}">
                    <a16:creationId xmlns:a16="http://schemas.microsoft.com/office/drawing/2014/main" id="{7F65A980-9684-CC64-6E85-317F6BF48A33}"/>
                  </a:ext>
                </a:extLst>
              </p:cNvPr>
              <p:cNvSpPr>
                <a:spLocks noChangeArrowheads="1"/>
              </p:cNvSpPr>
              <p:nvPr/>
            </p:nvSpPr>
            <p:spPr bwMode="auto">
              <a:xfrm>
                <a:off x="1154" y="2558"/>
                <a:ext cx="77" cy="7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18451" name="Line 26">
              <a:extLst>
                <a:ext uri="{FF2B5EF4-FFF2-40B4-BE49-F238E27FC236}">
                  <a16:creationId xmlns:a16="http://schemas.microsoft.com/office/drawing/2014/main" id="{58614533-39F2-497D-0EC0-CB14B5EBE24C}"/>
                </a:ext>
              </a:extLst>
            </p:cNvPr>
            <p:cNvSpPr>
              <a:spLocks noChangeShapeType="1"/>
            </p:cNvSpPr>
            <p:nvPr/>
          </p:nvSpPr>
          <p:spPr bwMode="auto">
            <a:xfrm>
              <a:off x="4376738" y="3376613"/>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2" name="Line 27">
              <a:extLst>
                <a:ext uri="{FF2B5EF4-FFF2-40B4-BE49-F238E27FC236}">
                  <a16:creationId xmlns:a16="http://schemas.microsoft.com/office/drawing/2014/main" id="{68FF725F-B370-0440-6166-CF5B74B1C578}"/>
                </a:ext>
              </a:extLst>
            </p:cNvPr>
            <p:cNvSpPr>
              <a:spLocks noChangeShapeType="1"/>
            </p:cNvSpPr>
            <p:nvPr/>
          </p:nvSpPr>
          <p:spPr bwMode="auto">
            <a:xfrm>
              <a:off x="4806950" y="2790825"/>
              <a:ext cx="0"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3" name="Line 28">
              <a:extLst>
                <a:ext uri="{FF2B5EF4-FFF2-40B4-BE49-F238E27FC236}">
                  <a16:creationId xmlns:a16="http://schemas.microsoft.com/office/drawing/2014/main" id="{C9E664CF-CBFD-52C1-8919-588BF6F3F100}"/>
                </a:ext>
              </a:extLst>
            </p:cNvPr>
            <p:cNvSpPr>
              <a:spLocks noChangeShapeType="1"/>
            </p:cNvSpPr>
            <p:nvPr/>
          </p:nvSpPr>
          <p:spPr bwMode="auto">
            <a:xfrm flipH="1">
              <a:off x="4794250" y="3082925"/>
              <a:ext cx="468313"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8454" name="Line 29">
              <a:extLst>
                <a:ext uri="{FF2B5EF4-FFF2-40B4-BE49-F238E27FC236}">
                  <a16:creationId xmlns:a16="http://schemas.microsoft.com/office/drawing/2014/main" id="{E5891629-0541-A3E5-5DE4-5CA8E05225B9}"/>
                </a:ext>
              </a:extLst>
            </p:cNvPr>
            <p:cNvSpPr>
              <a:spLocks noChangeShapeType="1"/>
            </p:cNvSpPr>
            <p:nvPr/>
          </p:nvSpPr>
          <p:spPr bwMode="auto">
            <a:xfrm>
              <a:off x="5472113" y="2220913"/>
              <a:ext cx="0" cy="468312"/>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455" name="Line 30">
              <a:extLst>
                <a:ext uri="{FF2B5EF4-FFF2-40B4-BE49-F238E27FC236}">
                  <a16:creationId xmlns:a16="http://schemas.microsoft.com/office/drawing/2014/main" id="{06E27DBD-2BA9-237C-CE6F-627BF2E3479B}"/>
                </a:ext>
              </a:extLst>
            </p:cNvPr>
            <p:cNvSpPr>
              <a:spLocks noChangeShapeType="1"/>
            </p:cNvSpPr>
            <p:nvPr/>
          </p:nvSpPr>
          <p:spPr bwMode="auto">
            <a:xfrm>
              <a:off x="5211763" y="2809875"/>
              <a:ext cx="5048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6" name="Line 31">
              <a:extLst>
                <a:ext uri="{FF2B5EF4-FFF2-40B4-BE49-F238E27FC236}">
                  <a16:creationId xmlns:a16="http://schemas.microsoft.com/office/drawing/2014/main" id="{02EC7DDD-23F6-C8C8-75CC-03C3C554F7EB}"/>
                </a:ext>
              </a:extLst>
            </p:cNvPr>
            <p:cNvSpPr>
              <a:spLocks noChangeShapeType="1"/>
            </p:cNvSpPr>
            <p:nvPr/>
          </p:nvSpPr>
          <p:spPr bwMode="auto">
            <a:xfrm>
              <a:off x="5283200" y="2795588"/>
              <a:ext cx="0" cy="288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7" name="Line 32">
              <a:extLst>
                <a:ext uri="{FF2B5EF4-FFF2-40B4-BE49-F238E27FC236}">
                  <a16:creationId xmlns:a16="http://schemas.microsoft.com/office/drawing/2014/main" id="{B88226A8-429C-AEF5-60B1-20A3910FB7CC}"/>
                </a:ext>
              </a:extLst>
            </p:cNvPr>
            <p:cNvSpPr>
              <a:spLocks noChangeShapeType="1"/>
            </p:cNvSpPr>
            <p:nvPr/>
          </p:nvSpPr>
          <p:spPr bwMode="auto">
            <a:xfrm>
              <a:off x="5634038" y="2795588"/>
              <a:ext cx="0" cy="288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8" name="Line 34">
              <a:extLst>
                <a:ext uri="{FF2B5EF4-FFF2-40B4-BE49-F238E27FC236}">
                  <a16:creationId xmlns:a16="http://schemas.microsoft.com/office/drawing/2014/main" id="{EEE99983-8D20-3A2E-7774-3FB2880914A6}"/>
                </a:ext>
              </a:extLst>
            </p:cNvPr>
            <p:cNvSpPr>
              <a:spLocks noChangeShapeType="1"/>
            </p:cNvSpPr>
            <p:nvPr/>
          </p:nvSpPr>
          <p:spPr bwMode="auto">
            <a:xfrm flipH="1">
              <a:off x="5622925" y="3097213"/>
              <a:ext cx="468313"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459" name="Text Box 35">
              <a:extLst>
                <a:ext uri="{FF2B5EF4-FFF2-40B4-BE49-F238E27FC236}">
                  <a16:creationId xmlns:a16="http://schemas.microsoft.com/office/drawing/2014/main" id="{3899A7B7-BDBD-B7FA-3444-AAE182454E16}"/>
                </a:ext>
              </a:extLst>
            </p:cNvPr>
            <p:cNvSpPr txBox="1">
              <a:spLocks noChangeArrowheads="1"/>
            </p:cNvSpPr>
            <p:nvPr/>
          </p:nvSpPr>
          <p:spPr bwMode="auto">
            <a:xfrm>
              <a:off x="3578225" y="1571625"/>
              <a:ext cx="1655763" cy="408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Word Line</a:t>
              </a:r>
              <a:endParaRPr lang="ru-RU" altLang="en-US" sz="2000"/>
            </a:p>
          </p:txBody>
        </p:sp>
        <p:sp>
          <p:nvSpPr>
            <p:cNvPr id="18460" name="Text Box 36">
              <a:extLst>
                <a:ext uri="{FF2B5EF4-FFF2-40B4-BE49-F238E27FC236}">
                  <a16:creationId xmlns:a16="http://schemas.microsoft.com/office/drawing/2014/main" id="{03003AD9-B80B-A6FF-17EB-74BD8E128397}"/>
                </a:ext>
              </a:extLst>
            </p:cNvPr>
            <p:cNvSpPr txBox="1">
              <a:spLocks noChangeArrowheads="1"/>
            </p:cNvSpPr>
            <p:nvPr/>
          </p:nvSpPr>
          <p:spPr bwMode="auto">
            <a:xfrm>
              <a:off x="979488" y="4256088"/>
              <a:ext cx="1144587" cy="408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Bit Line</a:t>
              </a:r>
              <a:endParaRPr lang="ru-RU" altLang="en-US" sz="2000"/>
            </a:p>
          </p:txBody>
        </p:sp>
        <p:sp>
          <p:nvSpPr>
            <p:cNvPr id="18461" name="Text Box 37">
              <a:extLst>
                <a:ext uri="{FF2B5EF4-FFF2-40B4-BE49-F238E27FC236}">
                  <a16:creationId xmlns:a16="http://schemas.microsoft.com/office/drawing/2014/main" id="{0B295C9B-44EF-086B-C702-278EBB3C6CCB}"/>
                </a:ext>
              </a:extLst>
            </p:cNvPr>
            <p:cNvSpPr txBox="1">
              <a:spLocks noChangeArrowheads="1"/>
            </p:cNvSpPr>
            <p:nvPr/>
          </p:nvSpPr>
          <p:spPr bwMode="auto">
            <a:xfrm>
              <a:off x="6335712" y="4256088"/>
              <a:ext cx="1404938" cy="408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~Bit Line</a:t>
              </a:r>
              <a:endParaRPr lang="ru-RU" altLang="en-US" sz="2000"/>
            </a:p>
          </p:txBody>
        </p:sp>
        <p:sp>
          <p:nvSpPr>
            <p:cNvPr id="18462" name="Line 35">
              <a:extLst>
                <a:ext uri="{FF2B5EF4-FFF2-40B4-BE49-F238E27FC236}">
                  <a16:creationId xmlns:a16="http://schemas.microsoft.com/office/drawing/2014/main" id="{0261A4B6-CCD7-D328-9931-B8DCD6CE68EE}"/>
                </a:ext>
              </a:extLst>
            </p:cNvPr>
            <p:cNvSpPr>
              <a:spLocks noChangeShapeType="1"/>
            </p:cNvSpPr>
            <p:nvPr/>
          </p:nvSpPr>
          <p:spPr bwMode="auto">
            <a:xfrm>
              <a:off x="2771775" y="2665413"/>
              <a:ext cx="2873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3" name="Line 36">
              <a:extLst>
                <a:ext uri="{FF2B5EF4-FFF2-40B4-BE49-F238E27FC236}">
                  <a16:creationId xmlns:a16="http://schemas.microsoft.com/office/drawing/2014/main" id="{E60F761B-19CB-102B-FB52-0305853E68F9}"/>
                </a:ext>
              </a:extLst>
            </p:cNvPr>
            <p:cNvSpPr>
              <a:spLocks noChangeShapeType="1"/>
            </p:cNvSpPr>
            <p:nvPr/>
          </p:nvSpPr>
          <p:spPr bwMode="auto">
            <a:xfrm>
              <a:off x="5327650" y="2679700"/>
              <a:ext cx="2873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a:extLst>
              <a:ext uri="{FF2B5EF4-FFF2-40B4-BE49-F238E27FC236}">
                <a16:creationId xmlns:a16="http://schemas.microsoft.com/office/drawing/2014/main" id="{618BA9A9-A19B-D5B2-7092-FED696F25E16}"/>
              </a:ext>
            </a:extLst>
          </p:cNvPr>
          <p:cNvSpPr>
            <a:spLocks noGrp="1" noChangeArrowheads="1"/>
          </p:cNvSpPr>
          <p:nvPr>
            <p:ph type="title"/>
          </p:nvPr>
        </p:nvSpPr>
        <p:spPr/>
        <p:txBody>
          <a:bodyPr/>
          <a:lstStyle/>
          <a:p>
            <a:r>
              <a:rPr lang="en-US" altLang="en-US"/>
              <a:t>Two-dimensional  IC  Memory Organization</a:t>
            </a:r>
            <a:endParaRPr lang="ru-RU" altLang="en-US"/>
          </a:p>
        </p:txBody>
      </p:sp>
      <p:grpSp>
        <p:nvGrpSpPr>
          <p:cNvPr id="19459" name="Group 150">
            <a:extLst>
              <a:ext uri="{FF2B5EF4-FFF2-40B4-BE49-F238E27FC236}">
                <a16:creationId xmlns:a16="http://schemas.microsoft.com/office/drawing/2014/main" id="{E0860289-B053-644D-00F7-D3A9DBD2F962}"/>
              </a:ext>
            </a:extLst>
          </p:cNvPr>
          <p:cNvGrpSpPr>
            <a:grpSpLocks/>
          </p:cNvGrpSpPr>
          <p:nvPr/>
        </p:nvGrpSpPr>
        <p:grpSpPr bwMode="auto">
          <a:xfrm>
            <a:off x="2414589" y="1357313"/>
            <a:ext cx="7115175" cy="4495800"/>
            <a:chOff x="511" y="977"/>
            <a:chExt cx="4909" cy="3064"/>
          </a:xfrm>
        </p:grpSpPr>
        <p:sp>
          <p:nvSpPr>
            <p:cNvPr id="19460" name="Text Box 100">
              <a:extLst>
                <a:ext uri="{FF2B5EF4-FFF2-40B4-BE49-F238E27FC236}">
                  <a16:creationId xmlns:a16="http://schemas.microsoft.com/office/drawing/2014/main" id="{916A366C-FB4E-CD81-69D3-B2B0172DBF0E}"/>
                </a:ext>
              </a:extLst>
            </p:cNvPr>
            <p:cNvSpPr txBox="1">
              <a:spLocks noChangeArrowheads="1"/>
            </p:cNvSpPr>
            <p:nvPr/>
          </p:nvSpPr>
          <p:spPr bwMode="auto">
            <a:xfrm>
              <a:off x="3339" y="3726"/>
              <a:ext cx="2081"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All “O” outputs from cells are connected  to this point</a:t>
              </a:r>
            </a:p>
          </p:txBody>
        </p:sp>
        <p:sp>
          <p:nvSpPr>
            <p:cNvPr id="19461" name="Text Box 134">
              <a:extLst>
                <a:ext uri="{FF2B5EF4-FFF2-40B4-BE49-F238E27FC236}">
                  <a16:creationId xmlns:a16="http://schemas.microsoft.com/office/drawing/2014/main" id="{BCF9CC1F-9D6D-6971-E9D5-9659ADAC0C32}"/>
                </a:ext>
              </a:extLst>
            </p:cNvPr>
            <p:cNvSpPr txBox="1">
              <a:spLocks noChangeArrowheads="1"/>
            </p:cNvSpPr>
            <p:nvPr/>
          </p:nvSpPr>
          <p:spPr bwMode="auto">
            <a:xfrm>
              <a:off x="1182" y="3812"/>
              <a:ext cx="726"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Read</a:t>
              </a:r>
              <a:endParaRPr lang="ru-RU" altLang="en-US" sz="1200"/>
            </a:p>
          </p:txBody>
        </p:sp>
        <p:grpSp>
          <p:nvGrpSpPr>
            <p:cNvPr id="19462" name="Group 149">
              <a:extLst>
                <a:ext uri="{FF2B5EF4-FFF2-40B4-BE49-F238E27FC236}">
                  <a16:creationId xmlns:a16="http://schemas.microsoft.com/office/drawing/2014/main" id="{9CE3E1EB-CD7A-0F1A-9DA2-F60C72B1C946}"/>
                </a:ext>
              </a:extLst>
            </p:cNvPr>
            <p:cNvGrpSpPr>
              <a:grpSpLocks/>
            </p:cNvGrpSpPr>
            <p:nvPr/>
          </p:nvGrpSpPr>
          <p:grpSpPr bwMode="auto">
            <a:xfrm>
              <a:off x="511" y="977"/>
              <a:ext cx="4773" cy="2915"/>
              <a:chOff x="511" y="977"/>
              <a:chExt cx="4773" cy="2915"/>
            </a:xfrm>
          </p:grpSpPr>
          <p:sp>
            <p:nvSpPr>
              <p:cNvPr id="19463" name="Text Box 6">
                <a:extLst>
                  <a:ext uri="{FF2B5EF4-FFF2-40B4-BE49-F238E27FC236}">
                    <a16:creationId xmlns:a16="http://schemas.microsoft.com/office/drawing/2014/main" id="{D824FB51-3087-4203-6862-7A22C1F442DA}"/>
                  </a:ext>
                </a:extLst>
              </p:cNvPr>
              <p:cNvSpPr txBox="1">
                <a:spLocks noChangeArrowheads="1"/>
              </p:cNvSpPr>
              <p:nvPr/>
            </p:nvSpPr>
            <p:spPr bwMode="auto">
              <a:xfrm>
                <a:off x="793" y="3611"/>
                <a:ext cx="45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endParaRPr lang="en-US" altLang="en-US" sz="1400">
                  <a:latin typeface="Arial LatArm" pitchFamily="34" charset="0"/>
                </a:endParaRPr>
              </a:p>
            </p:txBody>
          </p:sp>
          <p:sp>
            <p:nvSpPr>
              <p:cNvPr id="19464" name="Rectangle 7">
                <a:extLst>
                  <a:ext uri="{FF2B5EF4-FFF2-40B4-BE49-F238E27FC236}">
                    <a16:creationId xmlns:a16="http://schemas.microsoft.com/office/drawing/2014/main" id="{65E5E70B-13F6-BE20-0488-1A1233BE17C7}"/>
                  </a:ext>
                </a:extLst>
              </p:cNvPr>
              <p:cNvSpPr>
                <a:spLocks noChangeArrowheads="1"/>
              </p:cNvSpPr>
              <p:nvPr/>
            </p:nvSpPr>
            <p:spPr bwMode="auto">
              <a:xfrm>
                <a:off x="1740" y="1495"/>
                <a:ext cx="2983" cy="1965"/>
              </a:xfrm>
              <a:prstGeom prst="rect">
                <a:avLst/>
              </a:prstGeom>
              <a:noFill/>
              <a:ln w="222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19465" name="Text Box 8">
                <a:extLst>
                  <a:ext uri="{FF2B5EF4-FFF2-40B4-BE49-F238E27FC236}">
                    <a16:creationId xmlns:a16="http://schemas.microsoft.com/office/drawing/2014/main" id="{663D5822-CA30-828C-2981-78D51B02EF9F}"/>
                  </a:ext>
                </a:extLst>
              </p:cNvPr>
              <p:cNvSpPr txBox="1">
                <a:spLocks noChangeArrowheads="1"/>
              </p:cNvSpPr>
              <p:nvPr/>
            </p:nvSpPr>
            <p:spPr bwMode="auto">
              <a:xfrm>
                <a:off x="524" y="2494"/>
                <a:ext cx="45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  CS</a:t>
                </a:r>
                <a:endParaRPr lang="en-US" altLang="en-US" sz="1600" baseline="-25000"/>
              </a:p>
            </p:txBody>
          </p:sp>
          <p:sp>
            <p:nvSpPr>
              <p:cNvPr id="19466" name="Text Box 9">
                <a:extLst>
                  <a:ext uri="{FF2B5EF4-FFF2-40B4-BE49-F238E27FC236}">
                    <a16:creationId xmlns:a16="http://schemas.microsoft.com/office/drawing/2014/main" id="{28439C13-03BC-E8B2-3B66-98BFC80A58DF}"/>
                  </a:ext>
                </a:extLst>
              </p:cNvPr>
              <p:cNvSpPr txBox="1">
                <a:spLocks noChangeArrowheads="1"/>
              </p:cNvSpPr>
              <p:nvPr/>
            </p:nvSpPr>
            <p:spPr bwMode="auto">
              <a:xfrm>
                <a:off x="1564" y="1152"/>
                <a:ext cx="898" cy="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1200"/>
                  <a:t>Memory cells matrix</a:t>
                </a:r>
                <a:endParaRPr lang="ru-RU" altLang="en-US" sz="1200"/>
              </a:p>
            </p:txBody>
          </p:sp>
          <p:sp>
            <p:nvSpPr>
              <p:cNvPr id="19467" name="Line 10">
                <a:extLst>
                  <a:ext uri="{FF2B5EF4-FFF2-40B4-BE49-F238E27FC236}">
                    <a16:creationId xmlns:a16="http://schemas.microsoft.com/office/drawing/2014/main" id="{B3810E4A-32B6-D8EA-4A07-1E394499CDEE}"/>
                  </a:ext>
                </a:extLst>
              </p:cNvPr>
              <p:cNvSpPr>
                <a:spLocks noChangeShapeType="1"/>
              </p:cNvSpPr>
              <p:nvPr/>
            </p:nvSpPr>
            <p:spPr bwMode="auto">
              <a:xfrm>
                <a:off x="3232" y="1065"/>
                <a:ext cx="0" cy="142"/>
              </a:xfrm>
              <a:prstGeom prst="line">
                <a:avLst/>
              </a:prstGeom>
              <a:noFill/>
              <a:ln w="22225">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19468" name="Line 11">
                <a:extLst>
                  <a:ext uri="{FF2B5EF4-FFF2-40B4-BE49-F238E27FC236}">
                    <a16:creationId xmlns:a16="http://schemas.microsoft.com/office/drawing/2014/main" id="{07BDDD70-059D-D25D-D8EF-03DA6A67FEA7}"/>
                  </a:ext>
                </a:extLst>
              </p:cNvPr>
              <p:cNvSpPr>
                <a:spLocks noChangeShapeType="1"/>
              </p:cNvSpPr>
              <p:nvPr/>
            </p:nvSpPr>
            <p:spPr bwMode="auto">
              <a:xfrm>
                <a:off x="3959" y="1060"/>
                <a:ext cx="0" cy="151"/>
              </a:xfrm>
              <a:prstGeom prst="line">
                <a:avLst/>
              </a:prstGeom>
              <a:noFill/>
              <a:ln w="22225">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19469" name="Text Box 12">
                <a:extLst>
                  <a:ext uri="{FF2B5EF4-FFF2-40B4-BE49-F238E27FC236}">
                    <a16:creationId xmlns:a16="http://schemas.microsoft.com/office/drawing/2014/main" id="{153F4FF3-4255-1474-8CC8-ACACB3B00A3E}"/>
                  </a:ext>
                </a:extLst>
              </p:cNvPr>
              <p:cNvSpPr txBox="1">
                <a:spLocks noChangeArrowheads="1"/>
              </p:cNvSpPr>
              <p:nvPr/>
            </p:nvSpPr>
            <p:spPr bwMode="auto">
              <a:xfrm>
                <a:off x="3544" y="977"/>
                <a:ext cx="133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t>     A</a:t>
                </a:r>
                <a:r>
                  <a:rPr lang="en-US" altLang="en-US" sz="1200" baseline="-25000"/>
                  <a:t>2    </a:t>
                </a:r>
                <a:r>
                  <a:rPr lang="en-US" altLang="en-US" sz="1200"/>
                  <a:t> (n/2bits)</a:t>
                </a:r>
              </a:p>
            </p:txBody>
          </p:sp>
          <p:sp>
            <p:nvSpPr>
              <p:cNvPr id="19470" name="Text Box 13">
                <a:extLst>
                  <a:ext uri="{FF2B5EF4-FFF2-40B4-BE49-F238E27FC236}">
                    <a16:creationId xmlns:a16="http://schemas.microsoft.com/office/drawing/2014/main" id="{F108626A-F6E9-5824-75AF-181399E30158}"/>
                  </a:ext>
                </a:extLst>
              </p:cNvPr>
              <p:cNvSpPr txBox="1">
                <a:spLocks noChangeArrowheads="1"/>
              </p:cNvSpPr>
              <p:nvPr/>
            </p:nvSpPr>
            <p:spPr bwMode="auto">
              <a:xfrm>
                <a:off x="1111" y="1330"/>
                <a:ext cx="524" cy="1782"/>
              </a:xfrm>
              <a:prstGeom prst="rect">
                <a:avLst/>
              </a:prstGeom>
              <a:solidFill>
                <a:srgbClr val="FFFFFF"/>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1200"/>
                  <a:t>Row</a:t>
                </a:r>
              </a:p>
              <a:p>
                <a:pPr algn="ctr"/>
                <a:r>
                  <a:rPr lang="en-US" altLang="en-US" sz="1200"/>
                  <a:t>deco-der</a:t>
                </a:r>
              </a:p>
              <a:p>
                <a:pPr algn="ctr"/>
                <a:r>
                  <a:rPr lang="en-US" altLang="en-US" sz="1200"/>
                  <a:t>(DC</a:t>
                </a:r>
                <a:r>
                  <a:rPr lang="en-US" altLang="en-US" sz="1200" baseline="-25000"/>
                  <a:t>X</a:t>
                </a:r>
                <a:r>
                  <a:rPr lang="en-US" altLang="en-US" sz="1200"/>
                  <a:t>)</a:t>
                </a:r>
              </a:p>
            </p:txBody>
          </p:sp>
          <p:sp>
            <p:nvSpPr>
              <p:cNvPr id="19471" name="Line 14">
                <a:extLst>
                  <a:ext uri="{FF2B5EF4-FFF2-40B4-BE49-F238E27FC236}">
                    <a16:creationId xmlns:a16="http://schemas.microsoft.com/office/drawing/2014/main" id="{2B39458B-0487-2235-2637-5AEC9FDA5F3E}"/>
                  </a:ext>
                </a:extLst>
              </p:cNvPr>
              <p:cNvSpPr>
                <a:spLocks noChangeShapeType="1"/>
              </p:cNvSpPr>
              <p:nvPr/>
            </p:nvSpPr>
            <p:spPr bwMode="auto">
              <a:xfrm>
                <a:off x="1640" y="1576"/>
                <a:ext cx="184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2" name="Text Box 15">
                <a:extLst>
                  <a:ext uri="{FF2B5EF4-FFF2-40B4-BE49-F238E27FC236}">
                    <a16:creationId xmlns:a16="http://schemas.microsoft.com/office/drawing/2014/main" id="{B144BE38-BBD0-47A6-ACB1-8A732292DC09}"/>
                  </a:ext>
                </a:extLst>
              </p:cNvPr>
              <p:cNvSpPr txBox="1">
                <a:spLocks noChangeArrowheads="1"/>
              </p:cNvSpPr>
              <p:nvPr/>
            </p:nvSpPr>
            <p:spPr bwMode="auto">
              <a:xfrm>
                <a:off x="2392" y="1210"/>
                <a:ext cx="2287" cy="253"/>
              </a:xfrm>
              <a:prstGeom prst="rect">
                <a:avLst/>
              </a:prstGeom>
              <a:solidFill>
                <a:srgbClr val="FFFFFF"/>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1200"/>
                  <a:t>Column decoder (DC</a:t>
                </a:r>
                <a:r>
                  <a:rPr lang="en-US" altLang="en-US" sz="1200" baseline="-25000"/>
                  <a:t>Y</a:t>
                </a:r>
                <a:r>
                  <a:rPr lang="en-US" altLang="en-US" sz="1200"/>
                  <a:t>)</a:t>
                </a:r>
              </a:p>
            </p:txBody>
          </p:sp>
          <p:sp>
            <p:nvSpPr>
              <p:cNvPr id="19473" name="Line 16">
                <a:extLst>
                  <a:ext uri="{FF2B5EF4-FFF2-40B4-BE49-F238E27FC236}">
                    <a16:creationId xmlns:a16="http://schemas.microsoft.com/office/drawing/2014/main" id="{AE3B1A2E-2C92-EB04-8586-F25FA929B919}"/>
                  </a:ext>
                </a:extLst>
              </p:cNvPr>
              <p:cNvSpPr>
                <a:spLocks noChangeShapeType="1"/>
              </p:cNvSpPr>
              <p:nvPr/>
            </p:nvSpPr>
            <p:spPr bwMode="auto">
              <a:xfrm>
                <a:off x="1645" y="2157"/>
                <a:ext cx="184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4" name="Line 17">
                <a:extLst>
                  <a:ext uri="{FF2B5EF4-FFF2-40B4-BE49-F238E27FC236}">
                    <a16:creationId xmlns:a16="http://schemas.microsoft.com/office/drawing/2014/main" id="{E45F277E-AAF9-303A-9867-BD4D9083A4A5}"/>
                  </a:ext>
                </a:extLst>
              </p:cNvPr>
              <p:cNvSpPr>
                <a:spLocks noChangeShapeType="1"/>
              </p:cNvSpPr>
              <p:nvPr/>
            </p:nvSpPr>
            <p:spPr bwMode="auto">
              <a:xfrm>
                <a:off x="1637" y="2890"/>
                <a:ext cx="184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5" name="Line 18">
                <a:extLst>
                  <a:ext uri="{FF2B5EF4-FFF2-40B4-BE49-F238E27FC236}">
                    <a16:creationId xmlns:a16="http://schemas.microsoft.com/office/drawing/2014/main" id="{07B01F89-0E48-BEBA-84CD-555EEA3E818A}"/>
                  </a:ext>
                </a:extLst>
              </p:cNvPr>
              <p:cNvSpPr>
                <a:spLocks noChangeShapeType="1"/>
              </p:cNvSpPr>
              <p:nvPr/>
            </p:nvSpPr>
            <p:spPr bwMode="auto">
              <a:xfrm>
                <a:off x="3507" y="1576"/>
                <a:ext cx="188"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6" name="Line 19">
                <a:extLst>
                  <a:ext uri="{FF2B5EF4-FFF2-40B4-BE49-F238E27FC236}">
                    <a16:creationId xmlns:a16="http://schemas.microsoft.com/office/drawing/2014/main" id="{1601E7DD-1453-5573-B80A-4B26EBDC48B2}"/>
                  </a:ext>
                </a:extLst>
              </p:cNvPr>
              <p:cNvSpPr>
                <a:spLocks noChangeShapeType="1"/>
              </p:cNvSpPr>
              <p:nvPr/>
            </p:nvSpPr>
            <p:spPr bwMode="auto">
              <a:xfrm flipV="1">
                <a:off x="3714" y="1583"/>
                <a:ext cx="45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7" name="Line 20">
                <a:extLst>
                  <a:ext uri="{FF2B5EF4-FFF2-40B4-BE49-F238E27FC236}">
                    <a16:creationId xmlns:a16="http://schemas.microsoft.com/office/drawing/2014/main" id="{0F6C8CCE-E163-79A4-0614-BC42338CBF97}"/>
                  </a:ext>
                </a:extLst>
              </p:cNvPr>
              <p:cNvSpPr>
                <a:spLocks noChangeShapeType="1"/>
              </p:cNvSpPr>
              <p:nvPr/>
            </p:nvSpPr>
            <p:spPr bwMode="auto">
              <a:xfrm>
                <a:off x="3543" y="2154"/>
                <a:ext cx="208"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8" name="Line 21">
                <a:extLst>
                  <a:ext uri="{FF2B5EF4-FFF2-40B4-BE49-F238E27FC236}">
                    <a16:creationId xmlns:a16="http://schemas.microsoft.com/office/drawing/2014/main" id="{5BA93F41-0ACC-1237-B2E0-F548226BF789}"/>
                  </a:ext>
                </a:extLst>
              </p:cNvPr>
              <p:cNvSpPr>
                <a:spLocks noChangeShapeType="1"/>
              </p:cNvSpPr>
              <p:nvPr/>
            </p:nvSpPr>
            <p:spPr bwMode="auto">
              <a:xfrm>
                <a:off x="3700" y="2154"/>
                <a:ext cx="4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9" name="Line 22">
                <a:extLst>
                  <a:ext uri="{FF2B5EF4-FFF2-40B4-BE49-F238E27FC236}">
                    <a16:creationId xmlns:a16="http://schemas.microsoft.com/office/drawing/2014/main" id="{959399B2-6054-BB23-91F1-F5F9565EDF03}"/>
                  </a:ext>
                </a:extLst>
              </p:cNvPr>
              <p:cNvSpPr>
                <a:spLocks noChangeShapeType="1"/>
              </p:cNvSpPr>
              <p:nvPr/>
            </p:nvSpPr>
            <p:spPr bwMode="auto">
              <a:xfrm>
                <a:off x="3541" y="2890"/>
                <a:ext cx="208"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80" name="Line 23">
                <a:extLst>
                  <a:ext uri="{FF2B5EF4-FFF2-40B4-BE49-F238E27FC236}">
                    <a16:creationId xmlns:a16="http://schemas.microsoft.com/office/drawing/2014/main" id="{DB1C80CB-3BD1-A54E-7174-13040D157ABD}"/>
                  </a:ext>
                </a:extLst>
              </p:cNvPr>
              <p:cNvSpPr>
                <a:spLocks noChangeShapeType="1"/>
              </p:cNvSpPr>
              <p:nvPr/>
            </p:nvSpPr>
            <p:spPr bwMode="auto">
              <a:xfrm>
                <a:off x="3703" y="2890"/>
                <a:ext cx="4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1" name="Line 26">
                <a:extLst>
                  <a:ext uri="{FF2B5EF4-FFF2-40B4-BE49-F238E27FC236}">
                    <a16:creationId xmlns:a16="http://schemas.microsoft.com/office/drawing/2014/main" id="{00B0097C-02C4-922B-0D8A-0276B7C62A0F}"/>
                  </a:ext>
                </a:extLst>
              </p:cNvPr>
              <p:cNvSpPr>
                <a:spLocks noChangeShapeType="1"/>
              </p:cNvSpPr>
              <p:nvPr/>
            </p:nvSpPr>
            <p:spPr bwMode="auto">
              <a:xfrm>
                <a:off x="859" y="2207"/>
                <a:ext cx="258" cy="1"/>
              </a:xfrm>
              <a:prstGeom prst="line">
                <a:avLst/>
              </a:prstGeom>
              <a:noFill/>
              <a:ln w="22225">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en-US"/>
              </a:p>
            </p:txBody>
          </p:sp>
          <p:sp>
            <p:nvSpPr>
              <p:cNvPr id="19482" name="Text Box 27">
                <a:extLst>
                  <a:ext uri="{FF2B5EF4-FFF2-40B4-BE49-F238E27FC236}">
                    <a16:creationId xmlns:a16="http://schemas.microsoft.com/office/drawing/2014/main" id="{EE906300-D5C6-5D79-D6FB-BB58EA616DC5}"/>
                  </a:ext>
                </a:extLst>
              </p:cNvPr>
              <p:cNvSpPr txBox="1">
                <a:spLocks noChangeArrowheads="1"/>
              </p:cNvSpPr>
              <p:nvPr/>
            </p:nvSpPr>
            <p:spPr bwMode="auto">
              <a:xfrm>
                <a:off x="511" y="1785"/>
                <a:ext cx="64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  A</a:t>
                </a:r>
                <a:r>
                  <a:rPr lang="en-US" altLang="en-US" sz="1600" baseline="-25000"/>
                  <a:t>1</a:t>
                </a:r>
                <a:r>
                  <a:rPr lang="en-US" altLang="en-US" sz="1600"/>
                  <a:t> (n/2bits)</a:t>
                </a:r>
                <a:endParaRPr lang="en-US" altLang="en-US" sz="1600" baseline="-25000"/>
              </a:p>
            </p:txBody>
          </p:sp>
          <p:sp>
            <p:nvSpPr>
              <p:cNvPr id="19483" name="Line 28">
                <a:extLst>
                  <a:ext uri="{FF2B5EF4-FFF2-40B4-BE49-F238E27FC236}">
                    <a16:creationId xmlns:a16="http://schemas.microsoft.com/office/drawing/2014/main" id="{BAB954F4-096E-5A3D-8539-94E8724B6CDE}"/>
                  </a:ext>
                </a:extLst>
              </p:cNvPr>
              <p:cNvSpPr>
                <a:spLocks noChangeShapeType="1"/>
              </p:cNvSpPr>
              <p:nvPr/>
            </p:nvSpPr>
            <p:spPr bwMode="auto">
              <a:xfrm flipH="1">
                <a:off x="952" y="2173"/>
                <a:ext cx="65" cy="7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4" name="Line 29">
                <a:extLst>
                  <a:ext uri="{FF2B5EF4-FFF2-40B4-BE49-F238E27FC236}">
                    <a16:creationId xmlns:a16="http://schemas.microsoft.com/office/drawing/2014/main" id="{ADF0B46A-2C97-BCF1-9B84-CA7A3E340218}"/>
                  </a:ext>
                </a:extLst>
              </p:cNvPr>
              <p:cNvSpPr>
                <a:spLocks noChangeShapeType="1"/>
              </p:cNvSpPr>
              <p:nvPr/>
            </p:nvSpPr>
            <p:spPr bwMode="auto">
              <a:xfrm>
                <a:off x="869" y="2613"/>
                <a:ext cx="23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5" name="Text Box 30">
                <a:extLst>
                  <a:ext uri="{FF2B5EF4-FFF2-40B4-BE49-F238E27FC236}">
                    <a16:creationId xmlns:a16="http://schemas.microsoft.com/office/drawing/2014/main" id="{3A60357D-DE2F-DCA8-1D10-1F6FC9B75D39}"/>
                  </a:ext>
                </a:extLst>
              </p:cNvPr>
              <p:cNvSpPr txBox="1">
                <a:spLocks noChangeArrowheads="1"/>
              </p:cNvSpPr>
              <p:nvPr/>
            </p:nvSpPr>
            <p:spPr bwMode="auto">
              <a:xfrm>
                <a:off x="2855" y="986"/>
                <a:ext cx="457"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100"/>
                  <a:t>  CS</a:t>
                </a:r>
                <a:endParaRPr lang="en-US" altLang="en-US" sz="1100" baseline="-25000"/>
              </a:p>
            </p:txBody>
          </p:sp>
          <p:sp>
            <p:nvSpPr>
              <p:cNvPr id="19486" name="Line 31">
                <a:extLst>
                  <a:ext uri="{FF2B5EF4-FFF2-40B4-BE49-F238E27FC236}">
                    <a16:creationId xmlns:a16="http://schemas.microsoft.com/office/drawing/2014/main" id="{2F460B7C-0DCB-7790-CB22-F74F8ED25084}"/>
                  </a:ext>
                </a:extLst>
              </p:cNvPr>
              <p:cNvSpPr>
                <a:spLocks noChangeShapeType="1"/>
              </p:cNvSpPr>
              <p:nvPr/>
            </p:nvSpPr>
            <p:spPr bwMode="auto">
              <a:xfrm flipV="1">
                <a:off x="2571" y="1462"/>
                <a:ext cx="0" cy="105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7" name="Line 32">
                <a:extLst>
                  <a:ext uri="{FF2B5EF4-FFF2-40B4-BE49-F238E27FC236}">
                    <a16:creationId xmlns:a16="http://schemas.microsoft.com/office/drawing/2014/main" id="{D91BCF83-541D-2357-B18A-2CAEED335DB6}"/>
                  </a:ext>
                </a:extLst>
              </p:cNvPr>
              <p:cNvSpPr>
                <a:spLocks noChangeShapeType="1"/>
              </p:cNvSpPr>
              <p:nvPr/>
            </p:nvSpPr>
            <p:spPr bwMode="auto">
              <a:xfrm flipV="1">
                <a:off x="1800" y="1472"/>
                <a:ext cx="0" cy="11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8" name="Line 33">
                <a:extLst>
                  <a:ext uri="{FF2B5EF4-FFF2-40B4-BE49-F238E27FC236}">
                    <a16:creationId xmlns:a16="http://schemas.microsoft.com/office/drawing/2014/main" id="{1573A820-E52E-B3E5-6DF5-5649683AEE2F}"/>
                  </a:ext>
                </a:extLst>
              </p:cNvPr>
              <p:cNvSpPr>
                <a:spLocks noChangeShapeType="1"/>
              </p:cNvSpPr>
              <p:nvPr/>
            </p:nvSpPr>
            <p:spPr bwMode="auto">
              <a:xfrm>
                <a:off x="2236" y="1577"/>
                <a:ext cx="0" cy="136"/>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489" name="Line 34">
                <a:extLst>
                  <a:ext uri="{FF2B5EF4-FFF2-40B4-BE49-F238E27FC236}">
                    <a16:creationId xmlns:a16="http://schemas.microsoft.com/office/drawing/2014/main" id="{00A96F18-1C4F-4E47-BA67-A8EBAB0E87A1}"/>
                  </a:ext>
                </a:extLst>
              </p:cNvPr>
              <p:cNvSpPr>
                <a:spLocks noChangeShapeType="1"/>
              </p:cNvSpPr>
              <p:nvPr/>
            </p:nvSpPr>
            <p:spPr bwMode="auto">
              <a:xfrm>
                <a:off x="2219" y="2893"/>
                <a:ext cx="0" cy="167"/>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490" name="Line 35">
                <a:extLst>
                  <a:ext uri="{FF2B5EF4-FFF2-40B4-BE49-F238E27FC236}">
                    <a16:creationId xmlns:a16="http://schemas.microsoft.com/office/drawing/2014/main" id="{1F6284B4-09A4-A048-8FC8-49301B99C511}"/>
                  </a:ext>
                </a:extLst>
              </p:cNvPr>
              <p:cNvSpPr>
                <a:spLocks noChangeShapeType="1"/>
              </p:cNvSpPr>
              <p:nvPr/>
            </p:nvSpPr>
            <p:spPr bwMode="auto">
              <a:xfrm flipH="1">
                <a:off x="2421" y="3208"/>
                <a:ext cx="143"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0275" name="Text Box 36">
                <a:extLst>
                  <a:ext uri="{FF2B5EF4-FFF2-40B4-BE49-F238E27FC236}">
                    <a16:creationId xmlns:a16="http://schemas.microsoft.com/office/drawing/2014/main" id="{1C013A11-399D-4411-B72A-E6223D078579}"/>
                  </a:ext>
                </a:extLst>
              </p:cNvPr>
              <p:cNvSpPr txBox="1">
                <a:spLocks noChangeArrowheads="1"/>
              </p:cNvSpPr>
              <p:nvPr/>
            </p:nvSpPr>
            <p:spPr bwMode="auto">
              <a:xfrm>
                <a:off x="1992" y="1714"/>
                <a:ext cx="414" cy="330"/>
              </a:xfrm>
              <a:prstGeom prst="rect">
                <a:avLst/>
              </a:prstGeom>
              <a:solidFill>
                <a:srgbClr val="FFFFFF"/>
              </a:solidFill>
              <a:ln w="22225">
                <a:solidFill>
                  <a:srgbClr val="000000"/>
                </a:solidFill>
                <a:miter lim="800000"/>
                <a:headEnd/>
                <a:tailEnd/>
              </a:ln>
            </p:spPr>
            <p:txBody>
              <a:bodyPr/>
              <a:lstStyle/>
              <a:p>
                <a:pPr>
                  <a:defRPr/>
                </a:pPr>
                <a:r>
                  <a:rPr lang="ru-RU" sz="1050"/>
                  <a:t>  </a:t>
                </a:r>
                <a:r>
                  <a:rPr lang="en-US" sz="1050"/>
                  <a:t> </a:t>
                </a:r>
                <a:r>
                  <a:rPr lang="ru-RU" sz="1100"/>
                  <a:t>S1</a:t>
                </a:r>
              </a:p>
              <a:p>
                <a:pPr>
                  <a:defRPr/>
                </a:pPr>
                <a:r>
                  <a:rPr lang="ru-RU" sz="1050"/>
                  <a:t> </a:t>
                </a:r>
              </a:p>
              <a:p>
                <a:pPr>
                  <a:defRPr/>
                </a:pPr>
                <a:endParaRPr lang="ru-RU" sz="1050"/>
              </a:p>
              <a:p>
                <a:pPr>
                  <a:defRPr/>
                </a:pPr>
                <a:endParaRPr lang="ru-RU" sz="1050"/>
              </a:p>
            </p:txBody>
          </p:sp>
          <p:sp>
            <p:nvSpPr>
              <p:cNvPr id="19492" name="Line 37">
                <a:extLst>
                  <a:ext uri="{FF2B5EF4-FFF2-40B4-BE49-F238E27FC236}">
                    <a16:creationId xmlns:a16="http://schemas.microsoft.com/office/drawing/2014/main" id="{6D46AA5A-3A4C-F6D7-9706-9BAA25747F06}"/>
                  </a:ext>
                </a:extLst>
              </p:cNvPr>
              <p:cNvSpPr>
                <a:spLocks noChangeShapeType="1"/>
              </p:cNvSpPr>
              <p:nvPr/>
            </p:nvSpPr>
            <p:spPr bwMode="auto">
              <a:xfrm flipH="1">
                <a:off x="2394" y="1855"/>
                <a:ext cx="165"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493" name="Line 38">
                <a:extLst>
                  <a:ext uri="{FF2B5EF4-FFF2-40B4-BE49-F238E27FC236}">
                    <a16:creationId xmlns:a16="http://schemas.microsoft.com/office/drawing/2014/main" id="{08A356BA-FFB6-1AEA-6337-1BEE90F3CFE7}"/>
                  </a:ext>
                </a:extLst>
              </p:cNvPr>
              <p:cNvSpPr>
                <a:spLocks noChangeShapeType="1"/>
              </p:cNvSpPr>
              <p:nvPr/>
            </p:nvSpPr>
            <p:spPr bwMode="auto">
              <a:xfrm flipH="1">
                <a:off x="1793" y="1822"/>
                <a:ext cx="204"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494" name="Line 39">
                <a:extLst>
                  <a:ext uri="{FF2B5EF4-FFF2-40B4-BE49-F238E27FC236}">
                    <a16:creationId xmlns:a16="http://schemas.microsoft.com/office/drawing/2014/main" id="{A5F4059F-5488-0873-3594-89B011BEB22F}"/>
                  </a:ext>
                </a:extLst>
              </p:cNvPr>
              <p:cNvSpPr>
                <a:spLocks noChangeShapeType="1"/>
              </p:cNvSpPr>
              <p:nvPr/>
            </p:nvSpPr>
            <p:spPr bwMode="auto">
              <a:xfrm flipH="1">
                <a:off x="1801" y="3170"/>
                <a:ext cx="202"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495" name="Line 40">
                <a:extLst>
                  <a:ext uri="{FF2B5EF4-FFF2-40B4-BE49-F238E27FC236}">
                    <a16:creationId xmlns:a16="http://schemas.microsoft.com/office/drawing/2014/main" id="{3B57C9E9-EA30-5177-90BA-C981474436A3}"/>
                  </a:ext>
                </a:extLst>
              </p:cNvPr>
              <p:cNvSpPr>
                <a:spLocks noChangeShapeType="1"/>
              </p:cNvSpPr>
              <p:nvPr/>
            </p:nvSpPr>
            <p:spPr bwMode="auto">
              <a:xfrm flipH="1">
                <a:off x="2399" y="2460"/>
                <a:ext cx="165"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496" name="Line 41">
                <a:extLst>
                  <a:ext uri="{FF2B5EF4-FFF2-40B4-BE49-F238E27FC236}">
                    <a16:creationId xmlns:a16="http://schemas.microsoft.com/office/drawing/2014/main" id="{784C1511-440F-6AD7-EE9C-67116489E697}"/>
                  </a:ext>
                </a:extLst>
              </p:cNvPr>
              <p:cNvSpPr>
                <a:spLocks noChangeShapeType="1"/>
              </p:cNvSpPr>
              <p:nvPr/>
            </p:nvSpPr>
            <p:spPr bwMode="auto">
              <a:xfrm flipH="1">
                <a:off x="1809" y="2397"/>
                <a:ext cx="183"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497" name="Text Box 42">
                <a:extLst>
                  <a:ext uri="{FF2B5EF4-FFF2-40B4-BE49-F238E27FC236}">
                    <a16:creationId xmlns:a16="http://schemas.microsoft.com/office/drawing/2014/main" id="{E29CD4DF-0E0C-39A6-D5EA-7035A427EA32}"/>
                  </a:ext>
                </a:extLst>
              </p:cNvPr>
              <p:cNvSpPr txBox="1">
                <a:spLocks noChangeArrowheads="1"/>
              </p:cNvSpPr>
              <p:nvPr/>
            </p:nvSpPr>
            <p:spPr bwMode="auto">
              <a:xfrm>
                <a:off x="1991" y="2286"/>
                <a:ext cx="412" cy="330"/>
              </a:xfrm>
              <a:prstGeom prst="rect">
                <a:avLst/>
              </a:prstGeom>
              <a:solidFill>
                <a:srgbClr val="FFFFFF"/>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ru-RU" altLang="en-US" sz="1100"/>
                  <a:t>   S1</a:t>
                </a:r>
              </a:p>
              <a:p>
                <a:r>
                  <a:rPr lang="ru-RU" altLang="en-US" sz="1100"/>
                  <a:t>  </a:t>
                </a:r>
              </a:p>
              <a:p>
                <a:endParaRPr lang="ru-RU" altLang="en-US" sz="1100"/>
              </a:p>
              <a:p>
                <a:endParaRPr lang="ru-RU" altLang="en-US" sz="1100"/>
              </a:p>
            </p:txBody>
          </p:sp>
          <p:sp>
            <p:nvSpPr>
              <p:cNvPr id="19498" name="Text Box 43">
                <a:extLst>
                  <a:ext uri="{FF2B5EF4-FFF2-40B4-BE49-F238E27FC236}">
                    <a16:creationId xmlns:a16="http://schemas.microsoft.com/office/drawing/2014/main" id="{0D43773E-389F-3E26-8C3D-EC6F160E2FAA}"/>
                  </a:ext>
                </a:extLst>
              </p:cNvPr>
              <p:cNvSpPr txBox="1">
                <a:spLocks noChangeArrowheads="1"/>
              </p:cNvSpPr>
              <p:nvPr/>
            </p:nvSpPr>
            <p:spPr bwMode="auto">
              <a:xfrm>
                <a:off x="2015" y="3057"/>
                <a:ext cx="410" cy="329"/>
              </a:xfrm>
              <a:prstGeom prst="rect">
                <a:avLst/>
              </a:prstGeom>
              <a:solidFill>
                <a:srgbClr val="FFFFFF"/>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ru-RU" altLang="en-US" sz="1100"/>
                  <a:t>   S1</a:t>
                </a:r>
              </a:p>
              <a:p>
                <a:r>
                  <a:rPr lang="ru-RU" altLang="en-US" sz="1100"/>
                  <a:t>  </a:t>
                </a:r>
              </a:p>
            </p:txBody>
          </p:sp>
          <p:sp>
            <p:nvSpPr>
              <p:cNvPr id="19499" name="Line 44">
                <a:extLst>
                  <a:ext uri="{FF2B5EF4-FFF2-40B4-BE49-F238E27FC236}">
                    <a16:creationId xmlns:a16="http://schemas.microsoft.com/office/drawing/2014/main" id="{62568868-72CC-981D-B203-237659DA6365}"/>
                  </a:ext>
                </a:extLst>
              </p:cNvPr>
              <p:cNvSpPr>
                <a:spLocks noChangeShapeType="1"/>
              </p:cNvSpPr>
              <p:nvPr/>
            </p:nvSpPr>
            <p:spPr bwMode="auto">
              <a:xfrm>
                <a:off x="2226" y="2161"/>
                <a:ext cx="0" cy="136"/>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00" name="Line 45">
                <a:extLst>
                  <a:ext uri="{FF2B5EF4-FFF2-40B4-BE49-F238E27FC236}">
                    <a16:creationId xmlns:a16="http://schemas.microsoft.com/office/drawing/2014/main" id="{3E73DF29-6189-D88E-3725-975251D382A6}"/>
                  </a:ext>
                </a:extLst>
              </p:cNvPr>
              <p:cNvSpPr>
                <a:spLocks noChangeShapeType="1"/>
              </p:cNvSpPr>
              <p:nvPr/>
            </p:nvSpPr>
            <p:spPr bwMode="auto">
              <a:xfrm>
                <a:off x="1800" y="2669"/>
                <a:ext cx="0" cy="183"/>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501" name="Line 46">
                <a:extLst>
                  <a:ext uri="{FF2B5EF4-FFF2-40B4-BE49-F238E27FC236}">
                    <a16:creationId xmlns:a16="http://schemas.microsoft.com/office/drawing/2014/main" id="{F5509248-7ECA-6648-CCCD-37035A53189B}"/>
                  </a:ext>
                </a:extLst>
              </p:cNvPr>
              <p:cNvSpPr>
                <a:spLocks noChangeShapeType="1"/>
              </p:cNvSpPr>
              <p:nvPr/>
            </p:nvSpPr>
            <p:spPr bwMode="auto">
              <a:xfrm>
                <a:off x="2569" y="2629"/>
                <a:ext cx="0" cy="18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502" name="Line 47">
                <a:extLst>
                  <a:ext uri="{FF2B5EF4-FFF2-40B4-BE49-F238E27FC236}">
                    <a16:creationId xmlns:a16="http://schemas.microsoft.com/office/drawing/2014/main" id="{572CB45A-03BA-6365-C79B-5B2570333F47}"/>
                  </a:ext>
                </a:extLst>
              </p:cNvPr>
              <p:cNvSpPr>
                <a:spLocks noChangeShapeType="1"/>
              </p:cNvSpPr>
              <p:nvPr/>
            </p:nvSpPr>
            <p:spPr bwMode="auto">
              <a:xfrm>
                <a:off x="1800" y="2855"/>
                <a:ext cx="0" cy="839"/>
              </a:xfrm>
              <a:prstGeom prst="line">
                <a:avLst/>
              </a:prstGeom>
              <a:noFill/>
              <a:ln w="222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9503" name="Line 48">
                <a:extLst>
                  <a:ext uri="{FF2B5EF4-FFF2-40B4-BE49-F238E27FC236}">
                    <a16:creationId xmlns:a16="http://schemas.microsoft.com/office/drawing/2014/main" id="{D7448E74-9BBB-0998-CEAE-6191EEAB99E2}"/>
                  </a:ext>
                </a:extLst>
              </p:cNvPr>
              <p:cNvSpPr>
                <a:spLocks noChangeShapeType="1"/>
              </p:cNvSpPr>
              <p:nvPr/>
            </p:nvSpPr>
            <p:spPr bwMode="auto">
              <a:xfrm>
                <a:off x="2571" y="2820"/>
                <a:ext cx="0" cy="39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4" name="Line 49">
                <a:extLst>
                  <a:ext uri="{FF2B5EF4-FFF2-40B4-BE49-F238E27FC236}">
                    <a16:creationId xmlns:a16="http://schemas.microsoft.com/office/drawing/2014/main" id="{EC9FA4CB-91B8-B428-BAC4-2DFA5BC8F0E7}"/>
                  </a:ext>
                </a:extLst>
              </p:cNvPr>
              <p:cNvSpPr>
                <a:spLocks noChangeShapeType="1"/>
              </p:cNvSpPr>
              <p:nvPr/>
            </p:nvSpPr>
            <p:spPr bwMode="auto">
              <a:xfrm flipV="1">
                <a:off x="3454" y="1459"/>
                <a:ext cx="0" cy="107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5" name="Line 50">
                <a:extLst>
                  <a:ext uri="{FF2B5EF4-FFF2-40B4-BE49-F238E27FC236}">
                    <a16:creationId xmlns:a16="http://schemas.microsoft.com/office/drawing/2014/main" id="{88B11693-8BD7-0F4B-4423-C3E5D6342962}"/>
                  </a:ext>
                </a:extLst>
              </p:cNvPr>
              <p:cNvSpPr>
                <a:spLocks noChangeShapeType="1"/>
              </p:cNvSpPr>
              <p:nvPr/>
            </p:nvSpPr>
            <p:spPr bwMode="auto">
              <a:xfrm flipV="1">
                <a:off x="2677" y="1528"/>
                <a:ext cx="0" cy="98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6" name="Line 51">
                <a:extLst>
                  <a:ext uri="{FF2B5EF4-FFF2-40B4-BE49-F238E27FC236}">
                    <a16:creationId xmlns:a16="http://schemas.microsoft.com/office/drawing/2014/main" id="{0F80818D-C87A-954D-9CEA-3C0E9FF83762}"/>
                  </a:ext>
                </a:extLst>
              </p:cNvPr>
              <p:cNvSpPr>
                <a:spLocks noChangeShapeType="1"/>
              </p:cNvSpPr>
              <p:nvPr/>
            </p:nvSpPr>
            <p:spPr bwMode="auto">
              <a:xfrm>
                <a:off x="3119" y="1578"/>
                <a:ext cx="0" cy="136"/>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07" name="Line 52">
                <a:extLst>
                  <a:ext uri="{FF2B5EF4-FFF2-40B4-BE49-F238E27FC236}">
                    <a16:creationId xmlns:a16="http://schemas.microsoft.com/office/drawing/2014/main" id="{E61018A0-7793-D4F9-1E34-C98392E497D6}"/>
                  </a:ext>
                </a:extLst>
              </p:cNvPr>
              <p:cNvSpPr>
                <a:spLocks noChangeShapeType="1"/>
              </p:cNvSpPr>
              <p:nvPr/>
            </p:nvSpPr>
            <p:spPr bwMode="auto">
              <a:xfrm>
                <a:off x="3102" y="2893"/>
                <a:ext cx="0" cy="167"/>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08" name="Line 53">
                <a:extLst>
                  <a:ext uri="{FF2B5EF4-FFF2-40B4-BE49-F238E27FC236}">
                    <a16:creationId xmlns:a16="http://schemas.microsoft.com/office/drawing/2014/main" id="{7B33C478-9F33-9085-D971-B989A9C56F87}"/>
                  </a:ext>
                </a:extLst>
              </p:cNvPr>
              <p:cNvSpPr>
                <a:spLocks noChangeShapeType="1"/>
              </p:cNvSpPr>
              <p:nvPr/>
            </p:nvSpPr>
            <p:spPr bwMode="auto">
              <a:xfrm flipH="1">
                <a:off x="3296" y="3201"/>
                <a:ext cx="165"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09" name="Text Box 54">
                <a:extLst>
                  <a:ext uri="{FF2B5EF4-FFF2-40B4-BE49-F238E27FC236}">
                    <a16:creationId xmlns:a16="http://schemas.microsoft.com/office/drawing/2014/main" id="{0D174428-4828-6FD6-51FD-BF36B07FBF51}"/>
                  </a:ext>
                </a:extLst>
              </p:cNvPr>
              <p:cNvSpPr txBox="1">
                <a:spLocks noChangeArrowheads="1"/>
              </p:cNvSpPr>
              <p:nvPr/>
            </p:nvSpPr>
            <p:spPr bwMode="auto">
              <a:xfrm>
                <a:off x="2875" y="1707"/>
                <a:ext cx="423" cy="329"/>
              </a:xfrm>
              <a:prstGeom prst="rect">
                <a:avLst/>
              </a:prstGeom>
              <a:solidFill>
                <a:srgbClr val="FFFFFF"/>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ru-RU" altLang="en-US" sz="1100"/>
                  <a:t>   S1</a:t>
                </a:r>
              </a:p>
              <a:p>
                <a:r>
                  <a:rPr lang="ru-RU" altLang="en-US" sz="1100"/>
                  <a:t>  </a:t>
                </a:r>
                <a:r>
                  <a:rPr lang="en-US" altLang="en-US" sz="1100"/>
                  <a:t>    </a:t>
                </a:r>
                <a:endParaRPr lang="ru-RU" altLang="en-US" sz="1100"/>
              </a:p>
              <a:p>
                <a:endParaRPr lang="ru-RU" altLang="en-US" sz="1100"/>
              </a:p>
              <a:p>
                <a:endParaRPr lang="ru-RU" altLang="en-US" sz="1100"/>
              </a:p>
            </p:txBody>
          </p:sp>
          <p:sp>
            <p:nvSpPr>
              <p:cNvPr id="19510" name="Line 55">
                <a:extLst>
                  <a:ext uri="{FF2B5EF4-FFF2-40B4-BE49-F238E27FC236}">
                    <a16:creationId xmlns:a16="http://schemas.microsoft.com/office/drawing/2014/main" id="{851870D8-769D-1E1F-3A27-837E100F063B}"/>
                  </a:ext>
                </a:extLst>
              </p:cNvPr>
              <p:cNvSpPr>
                <a:spLocks noChangeShapeType="1"/>
              </p:cNvSpPr>
              <p:nvPr/>
            </p:nvSpPr>
            <p:spPr bwMode="auto">
              <a:xfrm flipH="1">
                <a:off x="3277" y="1848"/>
                <a:ext cx="165"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11" name="Line 56">
                <a:extLst>
                  <a:ext uri="{FF2B5EF4-FFF2-40B4-BE49-F238E27FC236}">
                    <a16:creationId xmlns:a16="http://schemas.microsoft.com/office/drawing/2014/main" id="{27546C27-2E6E-0353-55CE-0A7EE668D117}"/>
                  </a:ext>
                </a:extLst>
              </p:cNvPr>
              <p:cNvSpPr>
                <a:spLocks noChangeShapeType="1"/>
              </p:cNvSpPr>
              <p:nvPr/>
            </p:nvSpPr>
            <p:spPr bwMode="auto">
              <a:xfrm flipH="1">
                <a:off x="2684" y="1822"/>
                <a:ext cx="184"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12" name="Line 57">
                <a:extLst>
                  <a:ext uri="{FF2B5EF4-FFF2-40B4-BE49-F238E27FC236}">
                    <a16:creationId xmlns:a16="http://schemas.microsoft.com/office/drawing/2014/main" id="{387EB28B-B04E-D058-DFA2-93486782AE0B}"/>
                  </a:ext>
                </a:extLst>
              </p:cNvPr>
              <p:cNvSpPr>
                <a:spLocks noChangeShapeType="1"/>
              </p:cNvSpPr>
              <p:nvPr/>
            </p:nvSpPr>
            <p:spPr bwMode="auto">
              <a:xfrm flipH="1">
                <a:off x="2691" y="3162"/>
                <a:ext cx="202"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13" name="Line 58">
                <a:extLst>
                  <a:ext uri="{FF2B5EF4-FFF2-40B4-BE49-F238E27FC236}">
                    <a16:creationId xmlns:a16="http://schemas.microsoft.com/office/drawing/2014/main" id="{097615AD-E2B4-E9DB-837B-DF37751C7EB3}"/>
                  </a:ext>
                </a:extLst>
              </p:cNvPr>
              <p:cNvSpPr>
                <a:spLocks noChangeShapeType="1"/>
              </p:cNvSpPr>
              <p:nvPr/>
            </p:nvSpPr>
            <p:spPr bwMode="auto">
              <a:xfrm flipH="1">
                <a:off x="3282" y="2452"/>
                <a:ext cx="165"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14" name="Line 59">
                <a:extLst>
                  <a:ext uri="{FF2B5EF4-FFF2-40B4-BE49-F238E27FC236}">
                    <a16:creationId xmlns:a16="http://schemas.microsoft.com/office/drawing/2014/main" id="{49678802-D10E-F638-2B1D-3F5FC3013BFF}"/>
                  </a:ext>
                </a:extLst>
              </p:cNvPr>
              <p:cNvSpPr>
                <a:spLocks noChangeShapeType="1"/>
              </p:cNvSpPr>
              <p:nvPr/>
            </p:nvSpPr>
            <p:spPr bwMode="auto">
              <a:xfrm flipH="1">
                <a:off x="2684" y="2398"/>
                <a:ext cx="184"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15" name="Text Box 60">
                <a:extLst>
                  <a:ext uri="{FF2B5EF4-FFF2-40B4-BE49-F238E27FC236}">
                    <a16:creationId xmlns:a16="http://schemas.microsoft.com/office/drawing/2014/main" id="{FE44F57D-58D2-2A7A-095C-7CFB56ADFE06}"/>
                  </a:ext>
                </a:extLst>
              </p:cNvPr>
              <p:cNvSpPr txBox="1">
                <a:spLocks noChangeArrowheads="1"/>
              </p:cNvSpPr>
              <p:nvPr/>
            </p:nvSpPr>
            <p:spPr bwMode="auto">
              <a:xfrm>
                <a:off x="2873" y="2279"/>
                <a:ext cx="412" cy="330"/>
              </a:xfrm>
              <a:prstGeom prst="rect">
                <a:avLst/>
              </a:prstGeom>
              <a:solidFill>
                <a:srgbClr val="FFFFFF"/>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ru-RU" altLang="en-US" sz="1100"/>
                  <a:t>   S1</a:t>
                </a:r>
              </a:p>
              <a:p>
                <a:r>
                  <a:rPr lang="ru-RU" altLang="en-US" sz="1100"/>
                  <a:t>  </a:t>
                </a:r>
              </a:p>
              <a:p>
                <a:endParaRPr lang="ru-RU" altLang="en-US" sz="1100"/>
              </a:p>
              <a:p>
                <a:endParaRPr lang="ru-RU" altLang="en-US" sz="1100"/>
              </a:p>
            </p:txBody>
          </p:sp>
          <p:sp>
            <p:nvSpPr>
              <p:cNvPr id="19516" name="Text Box 61">
                <a:extLst>
                  <a:ext uri="{FF2B5EF4-FFF2-40B4-BE49-F238E27FC236}">
                    <a16:creationId xmlns:a16="http://schemas.microsoft.com/office/drawing/2014/main" id="{D06C891F-9486-948B-4E72-61F8AD0FC69E}"/>
                  </a:ext>
                </a:extLst>
              </p:cNvPr>
              <p:cNvSpPr txBox="1">
                <a:spLocks noChangeArrowheads="1"/>
              </p:cNvSpPr>
              <p:nvPr/>
            </p:nvSpPr>
            <p:spPr bwMode="auto">
              <a:xfrm>
                <a:off x="2897" y="3057"/>
                <a:ext cx="411" cy="329"/>
              </a:xfrm>
              <a:prstGeom prst="rect">
                <a:avLst/>
              </a:prstGeom>
              <a:solidFill>
                <a:srgbClr val="FFFFFF"/>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ru-RU" altLang="en-US" sz="1100"/>
                  <a:t>   S1</a:t>
                </a:r>
              </a:p>
              <a:p>
                <a:r>
                  <a:rPr lang="ru-RU" altLang="en-US" sz="1100"/>
                  <a:t>  </a:t>
                </a:r>
              </a:p>
              <a:p>
                <a:endParaRPr lang="ru-RU" altLang="en-US" sz="1100"/>
              </a:p>
              <a:p>
                <a:endParaRPr lang="ru-RU" altLang="en-US" sz="1100"/>
              </a:p>
            </p:txBody>
          </p:sp>
          <p:sp>
            <p:nvSpPr>
              <p:cNvPr id="19517" name="Line 62">
                <a:extLst>
                  <a:ext uri="{FF2B5EF4-FFF2-40B4-BE49-F238E27FC236}">
                    <a16:creationId xmlns:a16="http://schemas.microsoft.com/office/drawing/2014/main" id="{362BA4E6-61C8-36DB-B722-FE641EED7EAC}"/>
                  </a:ext>
                </a:extLst>
              </p:cNvPr>
              <p:cNvSpPr>
                <a:spLocks noChangeShapeType="1"/>
              </p:cNvSpPr>
              <p:nvPr/>
            </p:nvSpPr>
            <p:spPr bwMode="auto">
              <a:xfrm>
                <a:off x="3108" y="2154"/>
                <a:ext cx="0" cy="135"/>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18" name="Line 63">
                <a:extLst>
                  <a:ext uri="{FF2B5EF4-FFF2-40B4-BE49-F238E27FC236}">
                    <a16:creationId xmlns:a16="http://schemas.microsoft.com/office/drawing/2014/main" id="{83A9C490-2D4B-2A23-A8C2-46BD933913D7}"/>
                  </a:ext>
                </a:extLst>
              </p:cNvPr>
              <p:cNvSpPr>
                <a:spLocks noChangeShapeType="1"/>
              </p:cNvSpPr>
              <p:nvPr/>
            </p:nvSpPr>
            <p:spPr bwMode="auto">
              <a:xfrm>
                <a:off x="2677" y="2621"/>
                <a:ext cx="0" cy="18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519" name="Line 64">
                <a:extLst>
                  <a:ext uri="{FF2B5EF4-FFF2-40B4-BE49-F238E27FC236}">
                    <a16:creationId xmlns:a16="http://schemas.microsoft.com/office/drawing/2014/main" id="{634788A8-B47A-FE36-BE7C-D10FBC6854F6}"/>
                  </a:ext>
                </a:extLst>
              </p:cNvPr>
              <p:cNvSpPr>
                <a:spLocks noChangeShapeType="1"/>
              </p:cNvSpPr>
              <p:nvPr/>
            </p:nvSpPr>
            <p:spPr bwMode="auto">
              <a:xfrm>
                <a:off x="3451" y="2614"/>
                <a:ext cx="0" cy="18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520" name="Line 65">
                <a:extLst>
                  <a:ext uri="{FF2B5EF4-FFF2-40B4-BE49-F238E27FC236}">
                    <a16:creationId xmlns:a16="http://schemas.microsoft.com/office/drawing/2014/main" id="{D0B2A4B2-62DA-C064-2F8E-1AC544B47AC5}"/>
                  </a:ext>
                </a:extLst>
              </p:cNvPr>
              <p:cNvSpPr>
                <a:spLocks noChangeShapeType="1"/>
              </p:cNvSpPr>
              <p:nvPr/>
            </p:nvSpPr>
            <p:spPr bwMode="auto">
              <a:xfrm>
                <a:off x="2677" y="2817"/>
                <a:ext cx="0" cy="873"/>
              </a:xfrm>
              <a:prstGeom prst="line">
                <a:avLst/>
              </a:prstGeom>
              <a:noFill/>
              <a:ln w="222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9521" name="Line 66">
                <a:extLst>
                  <a:ext uri="{FF2B5EF4-FFF2-40B4-BE49-F238E27FC236}">
                    <a16:creationId xmlns:a16="http://schemas.microsoft.com/office/drawing/2014/main" id="{4AE25D85-27FE-6C46-5EFE-4AEA3B79E79C}"/>
                  </a:ext>
                </a:extLst>
              </p:cNvPr>
              <p:cNvSpPr>
                <a:spLocks noChangeShapeType="1"/>
              </p:cNvSpPr>
              <p:nvPr/>
            </p:nvSpPr>
            <p:spPr bwMode="auto">
              <a:xfrm>
                <a:off x="3454" y="2787"/>
                <a:ext cx="0" cy="42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2" name="Line 67">
                <a:extLst>
                  <a:ext uri="{FF2B5EF4-FFF2-40B4-BE49-F238E27FC236}">
                    <a16:creationId xmlns:a16="http://schemas.microsoft.com/office/drawing/2014/main" id="{234EC7BB-56B5-43F5-DB17-06C5D205E47A}"/>
                  </a:ext>
                </a:extLst>
              </p:cNvPr>
              <p:cNvSpPr>
                <a:spLocks noChangeShapeType="1"/>
              </p:cNvSpPr>
              <p:nvPr/>
            </p:nvSpPr>
            <p:spPr bwMode="auto">
              <a:xfrm flipV="1">
                <a:off x="4516" y="1468"/>
                <a:ext cx="0" cy="108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3" name="Line 68">
                <a:extLst>
                  <a:ext uri="{FF2B5EF4-FFF2-40B4-BE49-F238E27FC236}">
                    <a16:creationId xmlns:a16="http://schemas.microsoft.com/office/drawing/2014/main" id="{26353E7E-5FBD-6573-4F63-2A35F18DB343}"/>
                  </a:ext>
                </a:extLst>
              </p:cNvPr>
              <p:cNvSpPr>
                <a:spLocks noChangeShapeType="1"/>
              </p:cNvSpPr>
              <p:nvPr/>
            </p:nvSpPr>
            <p:spPr bwMode="auto">
              <a:xfrm flipV="1">
                <a:off x="3722" y="1542"/>
                <a:ext cx="0" cy="99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4" name="Line 69">
                <a:extLst>
                  <a:ext uri="{FF2B5EF4-FFF2-40B4-BE49-F238E27FC236}">
                    <a16:creationId xmlns:a16="http://schemas.microsoft.com/office/drawing/2014/main" id="{08F71809-6719-2D75-40FF-0A1539BEFE0E}"/>
                  </a:ext>
                </a:extLst>
              </p:cNvPr>
              <p:cNvSpPr>
                <a:spLocks noChangeShapeType="1"/>
              </p:cNvSpPr>
              <p:nvPr/>
            </p:nvSpPr>
            <p:spPr bwMode="auto">
              <a:xfrm>
                <a:off x="4182" y="1582"/>
                <a:ext cx="0" cy="136"/>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25" name="Line 70">
                <a:extLst>
                  <a:ext uri="{FF2B5EF4-FFF2-40B4-BE49-F238E27FC236}">
                    <a16:creationId xmlns:a16="http://schemas.microsoft.com/office/drawing/2014/main" id="{FEFEB0D5-38E7-A3F6-DADE-4DECA7D1DE2C}"/>
                  </a:ext>
                </a:extLst>
              </p:cNvPr>
              <p:cNvSpPr>
                <a:spLocks noChangeShapeType="1"/>
              </p:cNvSpPr>
              <p:nvPr/>
            </p:nvSpPr>
            <p:spPr bwMode="auto">
              <a:xfrm>
                <a:off x="4147" y="2890"/>
                <a:ext cx="0" cy="167"/>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26" name="Line 71">
                <a:extLst>
                  <a:ext uri="{FF2B5EF4-FFF2-40B4-BE49-F238E27FC236}">
                    <a16:creationId xmlns:a16="http://schemas.microsoft.com/office/drawing/2014/main" id="{4D99915C-1BEF-F2DC-2DAF-E6EB0A919621}"/>
                  </a:ext>
                </a:extLst>
              </p:cNvPr>
              <p:cNvSpPr>
                <a:spLocks noChangeShapeType="1"/>
              </p:cNvSpPr>
              <p:nvPr/>
            </p:nvSpPr>
            <p:spPr bwMode="auto">
              <a:xfrm flipH="1">
                <a:off x="4358" y="3221"/>
                <a:ext cx="160"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27" name="Text Box 72">
                <a:extLst>
                  <a:ext uri="{FF2B5EF4-FFF2-40B4-BE49-F238E27FC236}">
                    <a16:creationId xmlns:a16="http://schemas.microsoft.com/office/drawing/2014/main" id="{BD82761B-5E60-64D9-025A-5BA3008B4FBA}"/>
                  </a:ext>
                </a:extLst>
              </p:cNvPr>
              <p:cNvSpPr txBox="1">
                <a:spLocks noChangeArrowheads="1"/>
              </p:cNvSpPr>
              <p:nvPr/>
            </p:nvSpPr>
            <p:spPr bwMode="auto">
              <a:xfrm>
                <a:off x="3937" y="1727"/>
                <a:ext cx="414" cy="330"/>
              </a:xfrm>
              <a:prstGeom prst="rect">
                <a:avLst/>
              </a:prstGeom>
              <a:solidFill>
                <a:srgbClr val="FFFFFF"/>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ru-RU" altLang="en-US" sz="1200"/>
                  <a:t>   </a:t>
                </a:r>
                <a:r>
                  <a:rPr lang="ru-RU" altLang="en-US" sz="1100"/>
                  <a:t>S1</a:t>
                </a:r>
              </a:p>
              <a:p>
                <a:r>
                  <a:rPr lang="ru-RU" altLang="en-US" sz="1200"/>
                  <a:t>  </a:t>
                </a:r>
              </a:p>
              <a:p>
                <a:endParaRPr lang="ru-RU" altLang="en-US" sz="1200"/>
              </a:p>
              <a:p>
                <a:endParaRPr lang="ru-RU" altLang="en-US" sz="1200"/>
              </a:p>
            </p:txBody>
          </p:sp>
          <p:sp>
            <p:nvSpPr>
              <p:cNvPr id="19528" name="Line 73">
                <a:extLst>
                  <a:ext uri="{FF2B5EF4-FFF2-40B4-BE49-F238E27FC236}">
                    <a16:creationId xmlns:a16="http://schemas.microsoft.com/office/drawing/2014/main" id="{DB6B10BC-D00E-CF94-CA8D-A06343C1F59C}"/>
                  </a:ext>
                </a:extLst>
              </p:cNvPr>
              <p:cNvSpPr>
                <a:spLocks noChangeShapeType="1"/>
              </p:cNvSpPr>
              <p:nvPr/>
            </p:nvSpPr>
            <p:spPr bwMode="auto">
              <a:xfrm flipH="1">
                <a:off x="4339" y="1868"/>
                <a:ext cx="165"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29" name="Line 74">
                <a:extLst>
                  <a:ext uri="{FF2B5EF4-FFF2-40B4-BE49-F238E27FC236}">
                    <a16:creationId xmlns:a16="http://schemas.microsoft.com/office/drawing/2014/main" id="{93DC4805-80D7-40E3-EF30-DE26B1351963}"/>
                  </a:ext>
                </a:extLst>
              </p:cNvPr>
              <p:cNvSpPr>
                <a:spLocks noChangeShapeType="1"/>
              </p:cNvSpPr>
              <p:nvPr/>
            </p:nvSpPr>
            <p:spPr bwMode="auto">
              <a:xfrm flipH="1">
                <a:off x="3731" y="1851"/>
                <a:ext cx="203"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30" name="Line 75">
                <a:extLst>
                  <a:ext uri="{FF2B5EF4-FFF2-40B4-BE49-F238E27FC236}">
                    <a16:creationId xmlns:a16="http://schemas.microsoft.com/office/drawing/2014/main" id="{74563AD0-9E5B-90AF-22F7-2123B1C4B5C3}"/>
                  </a:ext>
                </a:extLst>
              </p:cNvPr>
              <p:cNvSpPr>
                <a:spLocks noChangeShapeType="1"/>
              </p:cNvSpPr>
              <p:nvPr/>
            </p:nvSpPr>
            <p:spPr bwMode="auto">
              <a:xfrm flipH="1">
                <a:off x="3723" y="3183"/>
                <a:ext cx="220"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31" name="Line 76">
                <a:extLst>
                  <a:ext uri="{FF2B5EF4-FFF2-40B4-BE49-F238E27FC236}">
                    <a16:creationId xmlns:a16="http://schemas.microsoft.com/office/drawing/2014/main" id="{761EFF91-5ABC-884E-33A5-DF10BF17EDEC}"/>
                  </a:ext>
                </a:extLst>
              </p:cNvPr>
              <p:cNvSpPr>
                <a:spLocks noChangeShapeType="1"/>
              </p:cNvSpPr>
              <p:nvPr/>
            </p:nvSpPr>
            <p:spPr bwMode="auto">
              <a:xfrm flipH="1">
                <a:off x="4344" y="2474"/>
                <a:ext cx="165"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32" name="Line 77">
                <a:extLst>
                  <a:ext uri="{FF2B5EF4-FFF2-40B4-BE49-F238E27FC236}">
                    <a16:creationId xmlns:a16="http://schemas.microsoft.com/office/drawing/2014/main" id="{5CE6D811-78E2-77E5-7F62-A4289A336FC5}"/>
                  </a:ext>
                </a:extLst>
              </p:cNvPr>
              <p:cNvSpPr>
                <a:spLocks noChangeShapeType="1"/>
              </p:cNvSpPr>
              <p:nvPr/>
            </p:nvSpPr>
            <p:spPr bwMode="auto">
              <a:xfrm flipH="1">
                <a:off x="3731" y="2417"/>
                <a:ext cx="203" cy="0"/>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33" name="Text Box 78">
                <a:extLst>
                  <a:ext uri="{FF2B5EF4-FFF2-40B4-BE49-F238E27FC236}">
                    <a16:creationId xmlns:a16="http://schemas.microsoft.com/office/drawing/2014/main" id="{8399E42A-A441-4B74-76FC-F04261BDEA1E}"/>
                  </a:ext>
                </a:extLst>
              </p:cNvPr>
              <p:cNvSpPr txBox="1">
                <a:spLocks noChangeArrowheads="1"/>
              </p:cNvSpPr>
              <p:nvPr/>
            </p:nvSpPr>
            <p:spPr bwMode="auto">
              <a:xfrm>
                <a:off x="3936" y="2299"/>
                <a:ext cx="412" cy="330"/>
              </a:xfrm>
              <a:prstGeom prst="rect">
                <a:avLst/>
              </a:prstGeom>
              <a:solidFill>
                <a:srgbClr val="FFFFFF"/>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ru-RU" altLang="en-US" sz="1100"/>
                  <a:t>   S1</a:t>
                </a:r>
              </a:p>
              <a:p>
                <a:r>
                  <a:rPr lang="ru-RU" altLang="en-US" sz="1100"/>
                  <a:t>  </a:t>
                </a:r>
              </a:p>
              <a:p>
                <a:endParaRPr lang="ru-RU" altLang="en-US" sz="1100"/>
              </a:p>
              <a:p>
                <a:endParaRPr lang="ru-RU" altLang="en-US" sz="1100"/>
              </a:p>
            </p:txBody>
          </p:sp>
          <p:sp>
            <p:nvSpPr>
              <p:cNvPr id="19534" name="Text Box 79">
                <a:extLst>
                  <a:ext uri="{FF2B5EF4-FFF2-40B4-BE49-F238E27FC236}">
                    <a16:creationId xmlns:a16="http://schemas.microsoft.com/office/drawing/2014/main" id="{1469150A-04DC-D95B-7D50-47B64E6F867C}"/>
                  </a:ext>
                </a:extLst>
              </p:cNvPr>
              <p:cNvSpPr txBox="1">
                <a:spLocks noChangeArrowheads="1"/>
              </p:cNvSpPr>
              <p:nvPr/>
            </p:nvSpPr>
            <p:spPr bwMode="auto">
              <a:xfrm>
                <a:off x="3953" y="3051"/>
                <a:ext cx="410" cy="329"/>
              </a:xfrm>
              <a:prstGeom prst="rect">
                <a:avLst/>
              </a:prstGeom>
              <a:solidFill>
                <a:srgbClr val="FFFFFF"/>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ru-RU" altLang="en-US" sz="1100"/>
                  <a:t>   S1</a:t>
                </a:r>
              </a:p>
              <a:p>
                <a:r>
                  <a:rPr lang="ru-RU" altLang="en-US" sz="1100"/>
                  <a:t>  </a:t>
                </a:r>
              </a:p>
              <a:p>
                <a:endParaRPr lang="ru-RU" altLang="en-US" sz="1100"/>
              </a:p>
              <a:p>
                <a:endParaRPr lang="ru-RU" altLang="en-US" sz="1100"/>
              </a:p>
            </p:txBody>
          </p:sp>
          <p:sp>
            <p:nvSpPr>
              <p:cNvPr id="19535" name="Line 80">
                <a:extLst>
                  <a:ext uri="{FF2B5EF4-FFF2-40B4-BE49-F238E27FC236}">
                    <a16:creationId xmlns:a16="http://schemas.microsoft.com/office/drawing/2014/main" id="{F480028D-9928-89A5-E509-AF1345D632C3}"/>
                  </a:ext>
                </a:extLst>
              </p:cNvPr>
              <p:cNvSpPr>
                <a:spLocks noChangeShapeType="1"/>
              </p:cNvSpPr>
              <p:nvPr/>
            </p:nvSpPr>
            <p:spPr bwMode="auto">
              <a:xfrm>
                <a:off x="4169" y="2165"/>
                <a:ext cx="0" cy="142"/>
              </a:xfrm>
              <a:prstGeom prst="line">
                <a:avLst/>
              </a:prstGeom>
              <a:noFill/>
              <a:ln w="222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9536" name="Line 81">
                <a:extLst>
                  <a:ext uri="{FF2B5EF4-FFF2-40B4-BE49-F238E27FC236}">
                    <a16:creationId xmlns:a16="http://schemas.microsoft.com/office/drawing/2014/main" id="{B05A47F5-96FF-30BD-89FC-8220CCA0AA99}"/>
                  </a:ext>
                </a:extLst>
              </p:cNvPr>
              <p:cNvSpPr>
                <a:spLocks noChangeShapeType="1"/>
              </p:cNvSpPr>
              <p:nvPr/>
            </p:nvSpPr>
            <p:spPr bwMode="auto">
              <a:xfrm>
                <a:off x="3722" y="2601"/>
                <a:ext cx="0" cy="183"/>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537" name="Line 82">
                <a:extLst>
                  <a:ext uri="{FF2B5EF4-FFF2-40B4-BE49-F238E27FC236}">
                    <a16:creationId xmlns:a16="http://schemas.microsoft.com/office/drawing/2014/main" id="{AB61DAFB-61C2-7F91-52FB-28D71750F181}"/>
                  </a:ext>
                </a:extLst>
              </p:cNvPr>
              <p:cNvSpPr>
                <a:spLocks noChangeShapeType="1"/>
              </p:cNvSpPr>
              <p:nvPr/>
            </p:nvSpPr>
            <p:spPr bwMode="auto">
              <a:xfrm>
                <a:off x="4514" y="2642"/>
                <a:ext cx="0" cy="338"/>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538" name="Line 83">
                <a:extLst>
                  <a:ext uri="{FF2B5EF4-FFF2-40B4-BE49-F238E27FC236}">
                    <a16:creationId xmlns:a16="http://schemas.microsoft.com/office/drawing/2014/main" id="{6B5F12E5-5663-D3A5-DEA3-AC775DED692B}"/>
                  </a:ext>
                </a:extLst>
              </p:cNvPr>
              <p:cNvSpPr>
                <a:spLocks noChangeShapeType="1"/>
              </p:cNvSpPr>
              <p:nvPr/>
            </p:nvSpPr>
            <p:spPr bwMode="auto">
              <a:xfrm>
                <a:off x="3722" y="2799"/>
                <a:ext cx="0" cy="88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39" name="Line 84">
                <a:extLst>
                  <a:ext uri="{FF2B5EF4-FFF2-40B4-BE49-F238E27FC236}">
                    <a16:creationId xmlns:a16="http://schemas.microsoft.com/office/drawing/2014/main" id="{6A976387-6D38-8441-F2E9-3B8643FB1B50}"/>
                  </a:ext>
                </a:extLst>
              </p:cNvPr>
              <p:cNvSpPr>
                <a:spLocks noChangeShapeType="1"/>
              </p:cNvSpPr>
              <p:nvPr/>
            </p:nvSpPr>
            <p:spPr bwMode="auto">
              <a:xfrm>
                <a:off x="4516" y="2824"/>
                <a:ext cx="0" cy="39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40" name="Line 89">
                <a:extLst>
                  <a:ext uri="{FF2B5EF4-FFF2-40B4-BE49-F238E27FC236}">
                    <a16:creationId xmlns:a16="http://schemas.microsoft.com/office/drawing/2014/main" id="{73B245A3-26F2-72A8-6FDA-A39FCDFF102C}"/>
                  </a:ext>
                </a:extLst>
              </p:cNvPr>
              <p:cNvSpPr>
                <a:spLocks noChangeShapeType="1"/>
              </p:cNvSpPr>
              <p:nvPr/>
            </p:nvSpPr>
            <p:spPr bwMode="auto">
              <a:xfrm flipV="1">
                <a:off x="3936" y="1093"/>
                <a:ext cx="55" cy="7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41" name="Text Box 90">
                <a:extLst>
                  <a:ext uri="{FF2B5EF4-FFF2-40B4-BE49-F238E27FC236}">
                    <a16:creationId xmlns:a16="http://schemas.microsoft.com/office/drawing/2014/main" id="{52D5B485-8353-C444-6E2F-F06B469E117D}"/>
                  </a:ext>
                </a:extLst>
              </p:cNvPr>
              <p:cNvSpPr txBox="1">
                <a:spLocks noChangeArrowheads="1"/>
              </p:cNvSpPr>
              <p:nvPr/>
            </p:nvSpPr>
            <p:spPr bwMode="auto">
              <a:xfrm>
                <a:off x="2200" y="1803"/>
                <a:ext cx="317"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100"/>
                  <a:t>S2</a:t>
                </a:r>
              </a:p>
            </p:txBody>
          </p:sp>
          <p:sp>
            <p:nvSpPr>
              <p:cNvPr id="19542" name="Text Box 91">
                <a:extLst>
                  <a:ext uri="{FF2B5EF4-FFF2-40B4-BE49-F238E27FC236}">
                    <a16:creationId xmlns:a16="http://schemas.microsoft.com/office/drawing/2014/main" id="{68457BAA-A3EF-D6BD-B617-A37E0152EE97}"/>
                  </a:ext>
                </a:extLst>
              </p:cNvPr>
              <p:cNvSpPr txBox="1">
                <a:spLocks noChangeArrowheads="1"/>
              </p:cNvSpPr>
              <p:nvPr/>
            </p:nvSpPr>
            <p:spPr bwMode="auto">
              <a:xfrm>
                <a:off x="3083" y="1759"/>
                <a:ext cx="30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sz="700"/>
              </a:p>
            </p:txBody>
          </p:sp>
          <p:sp>
            <p:nvSpPr>
              <p:cNvPr id="19543" name="Text Box 92">
                <a:extLst>
                  <a:ext uri="{FF2B5EF4-FFF2-40B4-BE49-F238E27FC236}">
                    <a16:creationId xmlns:a16="http://schemas.microsoft.com/office/drawing/2014/main" id="{E5A64212-C2FC-FF1B-D8B1-E28DCB170E3F}"/>
                  </a:ext>
                </a:extLst>
              </p:cNvPr>
              <p:cNvSpPr txBox="1">
                <a:spLocks noChangeArrowheads="1"/>
              </p:cNvSpPr>
              <p:nvPr/>
            </p:nvSpPr>
            <p:spPr bwMode="auto">
              <a:xfrm>
                <a:off x="4155" y="1842"/>
                <a:ext cx="310"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100"/>
                  <a:t>S2</a:t>
                </a:r>
              </a:p>
            </p:txBody>
          </p:sp>
          <p:sp>
            <p:nvSpPr>
              <p:cNvPr id="19544" name="Text Box 93">
                <a:extLst>
                  <a:ext uri="{FF2B5EF4-FFF2-40B4-BE49-F238E27FC236}">
                    <a16:creationId xmlns:a16="http://schemas.microsoft.com/office/drawing/2014/main" id="{CB796FCF-1B53-987B-43AB-4B964F4EACDC}"/>
                  </a:ext>
                </a:extLst>
              </p:cNvPr>
              <p:cNvSpPr txBox="1">
                <a:spLocks noChangeArrowheads="1"/>
              </p:cNvSpPr>
              <p:nvPr/>
            </p:nvSpPr>
            <p:spPr bwMode="auto">
              <a:xfrm>
                <a:off x="2195" y="2379"/>
                <a:ext cx="309"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100"/>
                  <a:t>S2</a:t>
                </a:r>
              </a:p>
            </p:txBody>
          </p:sp>
          <p:sp>
            <p:nvSpPr>
              <p:cNvPr id="19545" name="Text Box 94">
                <a:extLst>
                  <a:ext uri="{FF2B5EF4-FFF2-40B4-BE49-F238E27FC236}">
                    <a16:creationId xmlns:a16="http://schemas.microsoft.com/office/drawing/2014/main" id="{610C5573-059E-0E49-CB2A-8C355290FD3E}"/>
                  </a:ext>
                </a:extLst>
              </p:cNvPr>
              <p:cNvSpPr txBox="1">
                <a:spLocks noChangeArrowheads="1"/>
              </p:cNvSpPr>
              <p:nvPr/>
            </p:nvSpPr>
            <p:spPr bwMode="auto">
              <a:xfrm>
                <a:off x="3078" y="2369"/>
                <a:ext cx="30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100"/>
                  <a:t>S2</a:t>
                </a:r>
              </a:p>
            </p:txBody>
          </p:sp>
          <p:sp>
            <p:nvSpPr>
              <p:cNvPr id="19546" name="Text Box 95">
                <a:extLst>
                  <a:ext uri="{FF2B5EF4-FFF2-40B4-BE49-F238E27FC236}">
                    <a16:creationId xmlns:a16="http://schemas.microsoft.com/office/drawing/2014/main" id="{3885946F-FED8-5ACE-7A1D-50F343AC2566}"/>
                  </a:ext>
                </a:extLst>
              </p:cNvPr>
              <p:cNvSpPr txBox="1">
                <a:spLocks noChangeArrowheads="1"/>
              </p:cNvSpPr>
              <p:nvPr/>
            </p:nvSpPr>
            <p:spPr bwMode="auto">
              <a:xfrm>
                <a:off x="4155" y="2391"/>
                <a:ext cx="310"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100"/>
                  <a:t>S2</a:t>
                </a:r>
              </a:p>
            </p:txBody>
          </p:sp>
          <p:sp>
            <p:nvSpPr>
              <p:cNvPr id="19547" name="Text Box 96">
                <a:extLst>
                  <a:ext uri="{FF2B5EF4-FFF2-40B4-BE49-F238E27FC236}">
                    <a16:creationId xmlns:a16="http://schemas.microsoft.com/office/drawing/2014/main" id="{10F9D874-E002-581C-5F81-F633A8A832FB}"/>
                  </a:ext>
                </a:extLst>
              </p:cNvPr>
              <p:cNvSpPr txBox="1">
                <a:spLocks noChangeArrowheads="1"/>
              </p:cNvSpPr>
              <p:nvPr/>
            </p:nvSpPr>
            <p:spPr bwMode="auto">
              <a:xfrm>
                <a:off x="2224" y="3118"/>
                <a:ext cx="309"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100"/>
                  <a:t>S2</a:t>
                </a:r>
              </a:p>
            </p:txBody>
          </p:sp>
          <p:sp>
            <p:nvSpPr>
              <p:cNvPr id="19548" name="Text Box 97">
                <a:extLst>
                  <a:ext uri="{FF2B5EF4-FFF2-40B4-BE49-F238E27FC236}">
                    <a16:creationId xmlns:a16="http://schemas.microsoft.com/office/drawing/2014/main" id="{26E7B886-0A9E-5446-9C56-196451AC8FC9}"/>
                  </a:ext>
                </a:extLst>
              </p:cNvPr>
              <p:cNvSpPr txBox="1">
                <a:spLocks noChangeArrowheads="1"/>
              </p:cNvSpPr>
              <p:nvPr/>
            </p:nvSpPr>
            <p:spPr bwMode="auto">
              <a:xfrm>
                <a:off x="3114" y="3116"/>
                <a:ext cx="310"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100"/>
                  <a:t>S2</a:t>
                </a:r>
              </a:p>
            </p:txBody>
          </p:sp>
          <p:sp>
            <p:nvSpPr>
              <p:cNvPr id="19549" name="Text Box 98">
                <a:extLst>
                  <a:ext uri="{FF2B5EF4-FFF2-40B4-BE49-F238E27FC236}">
                    <a16:creationId xmlns:a16="http://schemas.microsoft.com/office/drawing/2014/main" id="{E7A37053-CBF1-3962-049F-954C73CE32F4}"/>
                  </a:ext>
                </a:extLst>
              </p:cNvPr>
              <p:cNvSpPr txBox="1">
                <a:spLocks noChangeArrowheads="1"/>
              </p:cNvSpPr>
              <p:nvPr/>
            </p:nvSpPr>
            <p:spPr bwMode="auto">
              <a:xfrm>
                <a:off x="4184" y="3139"/>
                <a:ext cx="309"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100"/>
                  <a:t>S2</a:t>
                </a:r>
              </a:p>
            </p:txBody>
          </p:sp>
          <p:sp>
            <p:nvSpPr>
              <p:cNvPr id="19550" name="Text Box 99">
                <a:extLst>
                  <a:ext uri="{FF2B5EF4-FFF2-40B4-BE49-F238E27FC236}">
                    <a16:creationId xmlns:a16="http://schemas.microsoft.com/office/drawing/2014/main" id="{53B5ECDF-81E7-C6E9-504A-061EAAEC26D2}"/>
                  </a:ext>
                </a:extLst>
              </p:cNvPr>
              <p:cNvSpPr txBox="1">
                <a:spLocks noChangeArrowheads="1"/>
              </p:cNvSpPr>
              <p:nvPr/>
            </p:nvSpPr>
            <p:spPr bwMode="auto">
              <a:xfrm>
                <a:off x="3103" y="1788"/>
                <a:ext cx="276"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100"/>
                  <a:t>S2</a:t>
                </a:r>
              </a:p>
            </p:txBody>
          </p:sp>
          <p:sp>
            <p:nvSpPr>
              <p:cNvPr id="10340" name="Text Box 101">
                <a:extLst>
                  <a:ext uri="{FF2B5EF4-FFF2-40B4-BE49-F238E27FC236}">
                    <a16:creationId xmlns:a16="http://schemas.microsoft.com/office/drawing/2014/main" id="{A11887FB-DA18-4E1E-B884-1CBB616C0C12}"/>
                  </a:ext>
                </a:extLst>
              </p:cNvPr>
              <p:cNvSpPr txBox="1">
                <a:spLocks noChangeArrowheads="1"/>
              </p:cNvSpPr>
              <p:nvPr/>
            </p:nvSpPr>
            <p:spPr bwMode="auto">
              <a:xfrm>
                <a:off x="1957" y="1742"/>
                <a:ext cx="357" cy="294"/>
              </a:xfrm>
              <a:prstGeom prst="rect">
                <a:avLst/>
              </a:prstGeom>
              <a:noFill/>
              <a:ln w="22225">
                <a:noFill/>
                <a:miter lim="800000"/>
                <a:headEnd/>
                <a:tailEnd/>
              </a:ln>
            </p:spPr>
            <p:txBody>
              <a:bodyPr/>
              <a:lstStyle/>
              <a:p>
                <a:pPr>
                  <a:defRPr/>
                </a:pPr>
                <a:r>
                  <a:rPr lang="en-US" sz="1050"/>
                  <a:t>O  </a:t>
                </a:r>
                <a:br>
                  <a:rPr lang="en-US" sz="1050"/>
                </a:br>
                <a:r>
                  <a:rPr lang="en-US" sz="1050"/>
                  <a:t> I W </a:t>
                </a:r>
              </a:p>
            </p:txBody>
          </p:sp>
          <p:sp>
            <p:nvSpPr>
              <p:cNvPr id="10341" name="Text Box 102">
                <a:extLst>
                  <a:ext uri="{FF2B5EF4-FFF2-40B4-BE49-F238E27FC236}">
                    <a16:creationId xmlns:a16="http://schemas.microsoft.com/office/drawing/2014/main" id="{A9708CAB-89FD-4185-A93F-91FCEC42E5D3}"/>
                  </a:ext>
                </a:extLst>
              </p:cNvPr>
              <p:cNvSpPr txBox="1">
                <a:spLocks noChangeArrowheads="1"/>
              </p:cNvSpPr>
              <p:nvPr/>
            </p:nvSpPr>
            <p:spPr bwMode="auto">
              <a:xfrm>
                <a:off x="2846" y="1748"/>
                <a:ext cx="370" cy="290"/>
              </a:xfrm>
              <a:prstGeom prst="rect">
                <a:avLst/>
              </a:prstGeom>
              <a:noFill/>
              <a:ln w="22225">
                <a:noFill/>
                <a:miter lim="800000"/>
                <a:headEnd/>
                <a:tailEnd/>
              </a:ln>
            </p:spPr>
            <p:txBody>
              <a:bodyPr/>
              <a:lstStyle/>
              <a:p>
                <a:pPr>
                  <a:defRPr/>
                </a:pPr>
                <a:r>
                  <a:rPr lang="en-US" sz="1050"/>
                  <a:t>O  </a:t>
                </a:r>
                <a:br>
                  <a:rPr lang="en-US" sz="1050"/>
                </a:br>
                <a:r>
                  <a:rPr lang="en-US" sz="1050"/>
                  <a:t> I  W</a:t>
                </a:r>
              </a:p>
            </p:txBody>
          </p:sp>
          <p:sp>
            <p:nvSpPr>
              <p:cNvPr id="10342" name="Text Box 103">
                <a:extLst>
                  <a:ext uri="{FF2B5EF4-FFF2-40B4-BE49-F238E27FC236}">
                    <a16:creationId xmlns:a16="http://schemas.microsoft.com/office/drawing/2014/main" id="{B255673B-9B44-496A-93F1-FD3760C91C6C}"/>
                  </a:ext>
                </a:extLst>
              </p:cNvPr>
              <p:cNvSpPr txBox="1">
                <a:spLocks noChangeArrowheads="1"/>
              </p:cNvSpPr>
              <p:nvPr/>
            </p:nvSpPr>
            <p:spPr bwMode="auto">
              <a:xfrm>
                <a:off x="3911" y="1770"/>
                <a:ext cx="414" cy="293"/>
              </a:xfrm>
              <a:prstGeom prst="rect">
                <a:avLst/>
              </a:prstGeom>
              <a:noFill/>
              <a:ln w="22225">
                <a:noFill/>
                <a:miter lim="800000"/>
                <a:headEnd/>
                <a:tailEnd/>
              </a:ln>
            </p:spPr>
            <p:txBody>
              <a:bodyPr/>
              <a:lstStyle/>
              <a:p>
                <a:pPr>
                  <a:defRPr/>
                </a:pPr>
                <a:r>
                  <a:rPr lang="en-US" sz="1050"/>
                  <a:t>O  </a:t>
                </a:r>
                <a:br>
                  <a:rPr lang="en-US" sz="1050"/>
                </a:br>
                <a:r>
                  <a:rPr lang="en-US" sz="1050"/>
                  <a:t> I  W</a:t>
                </a:r>
              </a:p>
            </p:txBody>
          </p:sp>
          <p:sp>
            <p:nvSpPr>
              <p:cNvPr id="10343" name="Text Box 104">
                <a:extLst>
                  <a:ext uri="{FF2B5EF4-FFF2-40B4-BE49-F238E27FC236}">
                    <a16:creationId xmlns:a16="http://schemas.microsoft.com/office/drawing/2014/main" id="{EABFEF70-388D-49BA-8AE5-4FDD053D3694}"/>
                  </a:ext>
                </a:extLst>
              </p:cNvPr>
              <p:cNvSpPr txBox="1">
                <a:spLocks noChangeArrowheads="1"/>
              </p:cNvSpPr>
              <p:nvPr/>
            </p:nvSpPr>
            <p:spPr bwMode="auto">
              <a:xfrm>
                <a:off x="1957" y="2297"/>
                <a:ext cx="402" cy="293"/>
              </a:xfrm>
              <a:prstGeom prst="rect">
                <a:avLst/>
              </a:prstGeom>
              <a:noFill/>
              <a:ln w="22225">
                <a:noFill/>
                <a:miter lim="800000"/>
                <a:headEnd/>
                <a:tailEnd/>
              </a:ln>
            </p:spPr>
            <p:txBody>
              <a:bodyPr/>
              <a:lstStyle/>
              <a:p>
                <a:pPr>
                  <a:defRPr/>
                </a:pPr>
                <a:r>
                  <a:rPr lang="en-US" sz="1050"/>
                  <a:t>O  </a:t>
                </a:r>
                <a:br>
                  <a:rPr lang="en-US" sz="1050"/>
                </a:br>
                <a:r>
                  <a:rPr lang="en-US" sz="1050"/>
                  <a:t> I  W</a:t>
                </a:r>
              </a:p>
            </p:txBody>
          </p:sp>
          <p:sp>
            <p:nvSpPr>
              <p:cNvPr id="10344" name="Text Box 105">
                <a:extLst>
                  <a:ext uri="{FF2B5EF4-FFF2-40B4-BE49-F238E27FC236}">
                    <a16:creationId xmlns:a16="http://schemas.microsoft.com/office/drawing/2014/main" id="{A97E64A6-C965-4FD6-853A-B42C5D599093}"/>
                  </a:ext>
                </a:extLst>
              </p:cNvPr>
              <p:cNvSpPr txBox="1">
                <a:spLocks noChangeArrowheads="1"/>
              </p:cNvSpPr>
              <p:nvPr/>
            </p:nvSpPr>
            <p:spPr bwMode="auto">
              <a:xfrm>
                <a:off x="2831" y="2322"/>
                <a:ext cx="390" cy="292"/>
              </a:xfrm>
              <a:prstGeom prst="rect">
                <a:avLst/>
              </a:prstGeom>
              <a:noFill/>
              <a:ln w="22225">
                <a:noFill/>
                <a:miter lim="800000"/>
                <a:headEnd/>
                <a:tailEnd/>
              </a:ln>
            </p:spPr>
            <p:txBody>
              <a:bodyPr/>
              <a:lstStyle/>
              <a:p>
                <a:pPr>
                  <a:defRPr/>
                </a:pPr>
                <a:r>
                  <a:rPr lang="en-US" sz="1050"/>
                  <a:t>O  </a:t>
                </a:r>
                <a:br>
                  <a:rPr lang="en-US" sz="1050"/>
                </a:br>
                <a:r>
                  <a:rPr lang="en-US" sz="1050"/>
                  <a:t> I  W</a:t>
                </a:r>
              </a:p>
            </p:txBody>
          </p:sp>
          <p:sp>
            <p:nvSpPr>
              <p:cNvPr id="10345" name="Text Box 106">
                <a:extLst>
                  <a:ext uri="{FF2B5EF4-FFF2-40B4-BE49-F238E27FC236}">
                    <a16:creationId xmlns:a16="http://schemas.microsoft.com/office/drawing/2014/main" id="{4829EF33-D781-4FB4-B990-169E9C182B3E}"/>
                  </a:ext>
                </a:extLst>
              </p:cNvPr>
              <p:cNvSpPr txBox="1">
                <a:spLocks noChangeArrowheads="1"/>
              </p:cNvSpPr>
              <p:nvPr/>
            </p:nvSpPr>
            <p:spPr bwMode="auto">
              <a:xfrm>
                <a:off x="3904" y="2327"/>
                <a:ext cx="386" cy="292"/>
              </a:xfrm>
              <a:prstGeom prst="rect">
                <a:avLst/>
              </a:prstGeom>
              <a:noFill/>
              <a:ln w="22225">
                <a:noFill/>
                <a:miter lim="800000"/>
                <a:headEnd/>
                <a:tailEnd/>
              </a:ln>
            </p:spPr>
            <p:txBody>
              <a:bodyPr/>
              <a:lstStyle/>
              <a:p>
                <a:pPr>
                  <a:defRPr/>
                </a:pPr>
                <a:r>
                  <a:rPr lang="en-US" sz="1050"/>
                  <a:t>O  </a:t>
                </a:r>
                <a:br>
                  <a:rPr lang="en-US" sz="1050"/>
                </a:br>
                <a:r>
                  <a:rPr lang="en-US" sz="1050"/>
                  <a:t> I  W</a:t>
                </a:r>
              </a:p>
            </p:txBody>
          </p:sp>
          <p:sp>
            <p:nvSpPr>
              <p:cNvPr id="10346" name="Text Box 107">
                <a:extLst>
                  <a:ext uri="{FF2B5EF4-FFF2-40B4-BE49-F238E27FC236}">
                    <a16:creationId xmlns:a16="http://schemas.microsoft.com/office/drawing/2014/main" id="{AAD6F8B1-6F23-44A1-9601-5397259AA17C}"/>
                  </a:ext>
                </a:extLst>
              </p:cNvPr>
              <p:cNvSpPr txBox="1">
                <a:spLocks noChangeArrowheads="1"/>
              </p:cNvSpPr>
              <p:nvPr/>
            </p:nvSpPr>
            <p:spPr bwMode="auto">
              <a:xfrm>
                <a:off x="1974" y="3094"/>
                <a:ext cx="398" cy="290"/>
              </a:xfrm>
              <a:prstGeom prst="rect">
                <a:avLst/>
              </a:prstGeom>
              <a:noFill/>
              <a:ln w="22225">
                <a:noFill/>
                <a:miter lim="800000"/>
                <a:headEnd/>
                <a:tailEnd/>
              </a:ln>
            </p:spPr>
            <p:txBody>
              <a:bodyPr/>
              <a:lstStyle/>
              <a:p>
                <a:pPr>
                  <a:defRPr/>
                </a:pPr>
                <a:r>
                  <a:rPr lang="en-US" sz="1050"/>
                  <a:t>O  </a:t>
                </a:r>
                <a:br>
                  <a:rPr lang="en-US" sz="1050"/>
                </a:br>
                <a:r>
                  <a:rPr lang="en-US" sz="1050"/>
                  <a:t> I  W</a:t>
                </a:r>
              </a:p>
            </p:txBody>
          </p:sp>
          <p:sp>
            <p:nvSpPr>
              <p:cNvPr id="10347" name="Text Box 108">
                <a:extLst>
                  <a:ext uri="{FF2B5EF4-FFF2-40B4-BE49-F238E27FC236}">
                    <a16:creationId xmlns:a16="http://schemas.microsoft.com/office/drawing/2014/main" id="{5FDB02C5-9673-449B-AA6F-A61F3C48E205}"/>
                  </a:ext>
                </a:extLst>
              </p:cNvPr>
              <p:cNvSpPr txBox="1">
                <a:spLocks noChangeArrowheads="1"/>
              </p:cNvSpPr>
              <p:nvPr/>
            </p:nvSpPr>
            <p:spPr bwMode="auto">
              <a:xfrm>
                <a:off x="2870" y="3094"/>
                <a:ext cx="398" cy="290"/>
              </a:xfrm>
              <a:prstGeom prst="rect">
                <a:avLst/>
              </a:prstGeom>
              <a:noFill/>
              <a:ln w="22225">
                <a:noFill/>
                <a:miter lim="800000"/>
                <a:headEnd/>
                <a:tailEnd/>
              </a:ln>
            </p:spPr>
            <p:txBody>
              <a:bodyPr/>
              <a:lstStyle/>
              <a:p>
                <a:pPr>
                  <a:defRPr/>
                </a:pPr>
                <a:r>
                  <a:rPr lang="en-US" sz="1050"/>
                  <a:t>O  </a:t>
                </a:r>
                <a:br>
                  <a:rPr lang="en-US" sz="1050"/>
                </a:br>
                <a:r>
                  <a:rPr lang="en-US" sz="1050"/>
                  <a:t> I  W</a:t>
                </a:r>
              </a:p>
            </p:txBody>
          </p:sp>
          <p:sp>
            <p:nvSpPr>
              <p:cNvPr id="10348" name="Text Box 109">
                <a:extLst>
                  <a:ext uri="{FF2B5EF4-FFF2-40B4-BE49-F238E27FC236}">
                    <a16:creationId xmlns:a16="http://schemas.microsoft.com/office/drawing/2014/main" id="{0F075038-2904-4C7E-B295-EA015DB4A4ED}"/>
                  </a:ext>
                </a:extLst>
              </p:cNvPr>
              <p:cNvSpPr txBox="1">
                <a:spLocks noChangeArrowheads="1"/>
              </p:cNvSpPr>
              <p:nvPr/>
            </p:nvSpPr>
            <p:spPr bwMode="auto">
              <a:xfrm>
                <a:off x="3907" y="3090"/>
                <a:ext cx="398" cy="292"/>
              </a:xfrm>
              <a:prstGeom prst="rect">
                <a:avLst/>
              </a:prstGeom>
              <a:noFill/>
              <a:ln w="22225">
                <a:noFill/>
                <a:miter lim="800000"/>
                <a:headEnd/>
                <a:tailEnd/>
              </a:ln>
            </p:spPr>
            <p:txBody>
              <a:bodyPr/>
              <a:lstStyle/>
              <a:p>
                <a:pPr>
                  <a:defRPr/>
                </a:pPr>
                <a:r>
                  <a:rPr lang="en-US" sz="1050"/>
                  <a:t>O  </a:t>
                </a:r>
                <a:br>
                  <a:rPr lang="en-US" sz="1050"/>
                </a:br>
                <a:r>
                  <a:rPr lang="en-US" sz="1050"/>
                  <a:t> I  W</a:t>
                </a:r>
              </a:p>
            </p:txBody>
          </p:sp>
          <p:sp>
            <p:nvSpPr>
              <p:cNvPr id="19560" name="Line 110">
                <a:extLst>
                  <a:ext uri="{FF2B5EF4-FFF2-40B4-BE49-F238E27FC236}">
                    <a16:creationId xmlns:a16="http://schemas.microsoft.com/office/drawing/2014/main" id="{F4FD4016-73C7-208B-4E4E-5679D50E577F}"/>
                  </a:ext>
                </a:extLst>
              </p:cNvPr>
              <p:cNvSpPr>
                <a:spLocks noChangeShapeType="1"/>
              </p:cNvSpPr>
              <p:nvPr/>
            </p:nvSpPr>
            <p:spPr bwMode="auto">
              <a:xfrm>
                <a:off x="1892" y="1935"/>
                <a:ext cx="8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1" name="Line 111">
                <a:extLst>
                  <a:ext uri="{FF2B5EF4-FFF2-40B4-BE49-F238E27FC236}">
                    <a16:creationId xmlns:a16="http://schemas.microsoft.com/office/drawing/2014/main" id="{F4CAF6C6-1AFC-5CBC-2598-7F57F55052EC}"/>
                  </a:ext>
                </a:extLst>
              </p:cNvPr>
              <p:cNvSpPr>
                <a:spLocks noChangeShapeType="1"/>
              </p:cNvSpPr>
              <p:nvPr/>
            </p:nvSpPr>
            <p:spPr bwMode="auto">
              <a:xfrm flipH="1">
                <a:off x="1882" y="1928"/>
                <a:ext cx="0" cy="1605"/>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9562" name="Line 112">
                <a:extLst>
                  <a:ext uri="{FF2B5EF4-FFF2-40B4-BE49-F238E27FC236}">
                    <a16:creationId xmlns:a16="http://schemas.microsoft.com/office/drawing/2014/main" id="{33BC6009-2FC4-CFD9-D31D-48EDB02A9ED6}"/>
                  </a:ext>
                </a:extLst>
              </p:cNvPr>
              <p:cNvSpPr>
                <a:spLocks noChangeShapeType="1"/>
              </p:cNvSpPr>
              <p:nvPr/>
            </p:nvSpPr>
            <p:spPr bwMode="auto">
              <a:xfrm>
                <a:off x="1901" y="2516"/>
                <a:ext cx="8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3" name="Line 113">
                <a:extLst>
                  <a:ext uri="{FF2B5EF4-FFF2-40B4-BE49-F238E27FC236}">
                    <a16:creationId xmlns:a16="http://schemas.microsoft.com/office/drawing/2014/main" id="{4C37F5B1-CC1F-2F49-FA0A-7A3DC50B602D}"/>
                  </a:ext>
                </a:extLst>
              </p:cNvPr>
              <p:cNvSpPr>
                <a:spLocks noChangeShapeType="1"/>
              </p:cNvSpPr>
              <p:nvPr/>
            </p:nvSpPr>
            <p:spPr bwMode="auto">
              <a:xfrm>
                <a:off x="1901" y="3306"/>
                <a:ext cx="10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4" name="Line 114">
                <a:extLst>
                  <a:ext uri="{FF2B5EF4-FFF2-40B4-BE49-F238E27FC236}">
                    <a16:creationId xmlns:a16="http://schemas.microsoft.com/office/drawing/2014/main" id="{D1CF99E8-925F-3FA6-C3C9-6B47D44C4820}"/>
                  </a:ext>
                </a:extLst>
              </p:cNvPr>
              <p:cNvSpPr>
                <a:spLocks noChangeShapeType="1"/>
              </p:cNvSpPr>
              <p:nvPr/>
            </p:nvSpPr>
            <p:spPr bwMode="auto">
              <a:xfrm>
                <a:off x="2783" y="1959"/>
                <a:ext cx="8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5" name="Line 115">
                <a:extLst>
                  <a:ext uri="{FF2B5EF4-FFF2-40B4-BE49-F238E27FC236}">
                    <a16:creationId xmlns:a16="http://schemas.microsoft.com/office/drawing/2014/main" id="{21F95C4B-6412-A20E-2427-E521BBBB22C2}"/>
                  </a:ext>
                </a:extLst>
              </p:cNvPr>
              <p:cNvSpPr>
                <a:spLocks noChangeShapeType="1"/>
              </p:cNvSpPr>
              <p:nvPr/>
            </p:nvSpPr>
            <p:spPr bwMode="auto">
              <a:xfrm>
                <a:off x="2784" y="2523"/>
                <a:ext cx="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6" name="Line 116">
                <a:extLst>
                  <a:ext uri="{FF2B5EF4-FFF2-40B4-BE49-F238E27FC236}">
                    <a16:creationId xmlns:a16="http://schemas.microsoft.com/office/drawing/2014/main" id="{57BF43C1-0536-08D2-DBFE-93110D4A1DAB}"/>
                  </a:ext>
                </a:extLst>
              </p:cNvPr>
              <p:cNvSpPr>
                <a:spLocks noChangeShapeType="1"/>
              </p:cNvSpPr>
              <p:nvPr/>
            </p:nvSpPr>
            <p:spPr bwMode="auto">
              <a:xfrm>
                <a:off x="2791" y="3306"/>
                <a:ext cx="10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7" name="Line 117">
                <a:extLst>
                  <a:ext uri="{FF2B5EF4-FFF2-40B4-BE49-F238E27FC236}">
                    <a16:creationId xmlns:a16="http://schemas.microsoft.com/office/drawing/2014/main" id="{B7460A39-C044-5333-7488-6981610EF0EE}"/>
                  </a:ext>
                </a:extLst>
              </p:cNvPr>
              <p:cNvSpPr>
                <a:spLocks noChangeShapeType="1"/>
              </p:cNvSpPr>
              <p:nvPr/>
            </p:nvSpPr>
            <p:spPr bwMode="auto">
              <a:xfrm>
                <a:off x="1194" y="3529"/>
                <a:ext cx="219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8" name="Line 118">
                <a:extLst>
                  <a:ext uri="{FF2B5EF4-FFF2-40B4-BE49-F238E27FC236}">
                    <a16:creationId xmlns:a16="http://schemas.microsoft.com/office/drawing/2014/main" id="{B9DD1A47-4C0E-AF8E-2F18-2F6D794190B5}"/>
                  </a:ext>
                </a:extLst>
              </p:cNvPr>
              <p:cNvSpPr>
                <a:spLocks noChangeShapeType="1"/>
              </p:cNvSpPr>
              <p:nvPr/>
            </p:nvSpPr>
            <p:spPr bwMode="auto">
              <a:xfrm>
                <a:off x="3473" y="3524"/>
                <a:ext cx="247" cy="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569" name="Line 119">
                <a:extLst>
                  <a:ext uri="{FF2B5EF4-FFF2-40B4-BE49-F238E27FC236}">
                    <a16:creationId xmlns:a16="http://schemas.microsoft.com/office/drawing/2014/main" id="{C41EB4D6-6C92-9E98-515D-C45DBC3EFFEB}"/>
                  </a:ext>
                </a:extLst>
              </p:cNvPr>
              <p:cNvSpPr>
                <a:spLocks noChangeShapeType="1"/>
              </p:cNvSpPr>
              <p:nvPr/>
            </p:nvSpPr>
            <p:spPr bwMode="auto">
              <a:xfrm>
                <a:off x="3757" y="3524"/>
                <a:ext cx="8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70" name="Line 120">
                <a:extLst>
                  <a:ext uri="{FF2B5EF4-FFF2-40B4-BE49-F238E27FC236}">
                    <a16:creationId xmlns:a16="http://schemas.microsoft.com/office/drawing/2014/main" id="{27891746-18C0-898E-0EEE-26EFA920F5B5}"/>
                  </a:ext>
                </a:extLst>
              </p:cNvPr>
              <p:cNvSpPr>
                <a:spLocks noChangeShapeType="1"/>
              </p:cNvSpPr>
              <p:nvPr/>
            </p:nvSpPr>
            <p:spPr bwMode="auto">
              <a:xfrm>
                <a:off x="2780" y="1952"/>
                <a:ext cx="0" cy="1571"/>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9571" name="Line 121">
                <a:extLst>
                  <a:ext uri="{FF2B5EF4-FFF2-40B4-BE49-F238E27FC236}">
                    <a16:creationId xmlns:a16="http://schemas.microsoft.com/office/drawing/2014/main" id="{94579D53-AE3E-3AA9-D823-E6B109AD6CFF}"/>
                  </a:ext>
                </a:extLst>
              </p:cNvPr>
              <p:cNvSpPr>
                <a:spLocks noChangeShapeType="1"/>
              </p:cNvSpPr>
              <p:nvPr/>
            </p:nvSpPr>
            <p:spPr bwMode="auto">
              <a:xfrm>
                <a:off x="3842" y="1981"/>
                <a:ext cx="8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72" name="Line 122">
                <a:extLst>
                  <a:ext uri="{FF2B5EF4-FFF2-40B4-BE49-F238E27FC236}">
                    <a16:creationId xmlns:a16="http://schemas.microsoft.com/office/drawing/2014/main" id="{93C99058-2727-CA89-24B7-6282BEF46956}"/>
                  </a:ext>
                </a:extLst>
              </p:cNvPr>
              <p:cNvSpPr>
                <a:spLocks noChangeShapeType="1"/>
              </p:cNvSpPr>
              <p:nvPr/>
            </p:nvSpPr>
            <p:spPr bwMode="auto">
              <a:xfrm>
                <a:off x="3843" y="2545"/>
                <a:ext cx="8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73" name="Line 123">
                <a:extLst>
                  <a:ext uri="{FF2B5EF4-FFF2-40B4-BE49-F238E27FC236}">
                    <a16:creationId xmlns:a16="http://schemas.microsoft.com/office/drawing/2014/main" id="{4B15CBD3-A50C-84FC-E02C-16A3686BA6B1}"/>
                  </a:ext>
                </a:extLst>
              </p:cNvPr>
              <p:cNvSpPr>
                <a:spLocks noChangeShapeType="1"/>
              </p:cNvSpPr>
              <p:nvPr/>
            </p:nvSpPr>
            <p:spPr bwMode="auto">
              <a:xfrm>
                <a:off x="3849" y="3300"/>
                <a:ext cx="8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74" name="Line 124">
                <a:extLst>
                  <a:ext uri="{FF2B5EF4-FFF2-40B4-BE49-F238E27FC236}">
                    <a16:creationId xmlns:a16="http://schemas.microsoft.com/office/drawing/2014/main" id="{79530D91-B63C-471C-C70C-1B8994E0A399}"/>
                  </a:ext>
                </a:extLst>
              </p:cNvPr>
              <p:cNvSpPr>
                <a:spLocks noChangeShapeType="1"/>
              </p:cNvSpPr>
              <p:nvPr/>
            </p:nvSpPr>
            <p:spPr bwMode="auto">
              <a:xfrm>
                <a:off x="3838" y="1973"/>
                <a:ext cx="0" cy="155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75" name="Text Box 125">
                <a:extLst>
                  <a:ext uri="{FF2B5EF4-FFF2-40B4-BE49-F238E27FC236}">
                    <a16:creationId xmlns:a16="http://schemas.microsoft.com/office/drawing/2014/main" id="{59993695-DD2F-BADF-DCE0-D947C49B5C38}"/>
                  </a:ext>
                </a:extLst>
              </p:cNvPr>
              <p:cNvSpPr txBox="1">
                <a:spLocks noChangeArrowheads="1"/>
              </p:cNvSpPr>
              <p:nvPr/>
            </p:nvSpPr>
            <p:spPr bwMode="auto">
              <a:xfrm>
                <a:off x="793" y="3419"/>
                <a:ext cx="45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Input</a:t>
                </a:r>
              </a:p>
            </p:txBody>
          </p:sp>
          <p:sp>
            <p:nvSpPr>
              <p:cNvPr id="19576" name="Line 127">
                <a:extLst>
                  <a:ext uri="{FF2B5EF4-FFF2-40B4-BE49-F238E27FC236}">
                    <a16:creationId xmlns:a16="http://schemas.microsoft.com/office/drawing/2014/main" id="{FE8197E3-2D6C-5B73-2CF7-09921D4010D2}"/>
                  </a:ext>
                </a:extLst>
              </p:cNvPr>
              <p:cNvSpPr>
                <a:spLocks noChangeShapeType="1"/>
              </p:cNvSpPr>
              <p:nvPr/>
            </p:nvSpPr>
            <p:spPr bwMode="auto">
              <a:xfrm flipH="1">
                <a:off x="1637" y="3693"/>
                <a:ext cx="140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77" name="AutoShape 128">
                <a:extLst>
                  <a:ext uri="{FF2B5EF4-FFF2-40B4-BE49-F238E27FC236}">
                    <a16:creationId xmlns:a16="http://schemas.microsoft.com/office/drawing/2014/main" id="{ACA679C0-41CC-E5B6-B46C-E8C85BE77C5C}"/>
                  </a:ext>
                </a:extLst>
              </p:cNvPr>
              <p:cNvSpPr>
                <a:spLocks noChangeArrowheads="1"/>
              </p:cNvSpPr>
              <p:nvPr/>
            </p:nvSpPr>
            <p:spPr bwMode="auto">
              <a:xfrm rot="-5400000">
                <a:off x="1400" y="3602"/>
                <a:ext cx="258" cy="181"/>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9578" name="Line 129">
                <a:extLst>
                  <a:ext uri="{FF2B5EF4-FFF2-40B4-BE49-F238E27FC236}">
                    <a16:creationId xmlns:a16="http://schemas.microsoft.com/office/drawing/2014/main" id="{E35FC0A7-247D-C9DE-D2BE-7EBC78967574}"/>
                  </a:ext>
                </a:extLst>
              </p:cNvPr>
              <p:cNvSpPr>
                <a:spLocks noChangeShapeType="1"/>
              </p:cNvSpPr>
              <p:nvPr/>
            </p:nvSpPr>
            <p:spPr bwMode="auto">
              <a:xfrm>
                <a:off x="3416" y="3693"/>
                <a:ext cx="29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79" name="Line 118">
                <a:extLst>
                  <a:ext uri="{FF2B5EF4-FFF2-40B4-BE49-F238E27FC236}">
                    <a16:creationId xmlns:a16="http://schemas.microsoft.com/office/drawing/2014/main" id="{B168B0D3-1802-240C-EF6D-53F7FE90FAC8}"/>
                  </a:ext>
                </a:extLst>
              </p:cNvPr>
              <p:cNvSpPr>
                <a:spLocks noChangeShapeType="1"/>
              </p:cNvSpPr>
              <p:nvPr/>
            </p:nvSpPr>
            <p:spPr bwMode="auto">
              <a:xfrm>
                <a:off x="3098" y="3693"/>
                <a:ext cx="247" cy="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580" name="Line 131">
                <a:extLst>
                  <a:ext uri="{FF2B5EF4-FFF2-40B4-BE49-F238E27FC236}">
                    <a16:creationId xmlns:a16="http://schemas.microsoft.com/office/drawing/2014/main" id="{FEFB95C6-075D-23EB-624E-5DD5954BAA31}"/>
                  </a:ext>
                </a:extLst>
              </p:cNvPr>
              <p:cNvSpPr>
                <a:spLocks noChangeShapeType="1"/>
              </p:cNvSpPr>
              <p:nvPr/>
            </p:nvSpPr>
            <p:spPr bwMode="auto">
              <a:xfrm>
                <a:off x="1193" y="3690"/>
                <a:ext cx="24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81" name="Text Box 125">
                <a:extLst>
                  <a:ext uri="{FF2B5EF4-FFF2-40B4-BE49-F238E27FC236}">
                    <a16:creationId xmlns:a16="http://schemas.microsoft.com/office/drawing/2014/main" id="{84128AAF-F738-AFE7-62DA-B45E7BF09107}"/>
                  </a:ext>
                </a:extLst>
              </p:cNvPr>
              <p:cNvSpPr txBox="1">
                <a:spLocks noChangeArrowheads="1"/>
              </p:cNvSpPr>
              <p:nvPr/>
            </p:nvSpPr>
            <p:spPr bwMode="auto">
              <a:xfrm>
                <a:off x="703" y="3575"/>
                <a:ext cx="54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Output</a:t>
                </a:r>
              </a:p>
            </p:txBody>
          </p:sp>
          <p:sp>
            <p:nvSpPr>
              <p:cNvPr id="19582" name="Line 133">
                <a:extLst>
                  <a:ext uri="{FF2B5EF4-FFF2-40B4-BE49-F238E27FC236}">
                    <a16:creationId xmlns:a16="http://schemas.microsoft.com/office/drawing/2014/main" id="{C2470B18-15E0-6500-B9DF-C7FF4029F65E}"/>
                  </a:ext>
                </a:extLst>
              </p:cNvPr>
              <p:cNvSpPr>
                <a:spLocks noChangeShapeType="1"/>
              </p:cNvSpPr>
              <p:nvPr/>
            </p:nvSpPr>
            <p:spPr bwMode="auto">
              <a:xfrm>
                <a:off x="1519" y="3756"/>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83" name="Line 135">
                <a:extLst>
                  <a:ext uri="{FF2B5EF4-FFF2-40B4-BE49-F238E27FC236}">
                    <a16:creationId xmlns:a16="http://schemas.microsoft.com/office/drawing/2014/main" id="{490A1022-FF6E-DBBC-F183-EB3EC008B751}"/>
                  </a:ext>
                </a:extLst>
              </p:cNvPr>
              <p:cNvSpPr>
                <a:spLocks noChangeShapeType="1"/>
              </p:cNvSpPr>
              <p:nvPr/>
            </p:nvSpPr>
            <p:spPr bwMode="auto">
              <a:xfrm>
                <a:off x="2154" y="2042"/>
                <a:ext cx="0" cy="18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84" name="Line 136">
                <a:extLst>
                  <a:ext uri="{FF2B5EF4-FFF2-40B4-BE49-F238E27FC236}">
                    <a16:creationId xmlns:a16="http://schemas.microsoft.com/office/drawing/2014/main" id="{F0C30C59-27C8-58F5-392E-D724FBD6374E}"/>
                  </a:ext>
                </a:extLst>
              </p:cNvPr>
              <p:cNvSpPr>
                <a:spLocks noChangeShapeType="1"/>
              </p:cNvSpPr>
              <p:nvPr/>
            </p:nvSpPr>
            <p:spPr bwMode="auto">
              <a:xfrm>
                <a:off x="3034" y="2033"/>
                <a:ext cx="0" cy="181"/>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9585" name="Line 137">
                <a:extLst>
                  <a:ext uri="{FF2B5EF4-FFF2-40B4-BE49-F238E27FC236}">
                    <a16:creationId xmlns:a16="http://schemas.microsoft.com/office/drawing/2014/main" id="{09A56CAE-3439-5C54-7A45-22F2FABD479D}"/>
                  </a:ext>
                </a:extLst>
              </p:cNvPr>
              <p:cNvSpPr>
                <a:spLocks noChangeShapeType="1"/>
              </p:cNvSpPr>
              <p:nvPr/>
            </p:nvSpPr>
            <p:spPr bwMode="auto">
              <a:xfrm>
                <a:off x="4086" y="2069"/>
                <a:ext cx="0" cy="159"/>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9586" name="Line 138">
                <a:extLst>
                  <a:ext uri="{FF2B5EF4-FFF2-40B4-BE49-F238E27FC236}">
                    <a16:creationId xmlns:a16="http://schemas.microsoft.com/office/drawing/2014/main" id="{9452D3AB-FD5F-0100-8B39-184533D74F7B}"/>
                  </a:ext>
                </a:extLst>
              </p:cNvPr>
              <p:cNvSpPr>
                <a:spLocks noChangeShapeType="1"/>
              </p:cNvSpPr>
              <p:nvPr/>
            </p:nvSpPr>
            <p:spPr bwMode="auto">
              <a:xfrm>
                <a:off x="2145" y="2223"/>
                <a:ext cx="249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87" name="Line 139">
                <a:extLst>
                  <a:ext uri="{FF2B5EF4-FFF2-40B4-BE49-F238E27FC236}">
                    <a16:creationId xmlns:a16="http://schemas.microsoft.com/office/drawing/2014/main" id="{00101494-9FD1-3DE5-9957-74626553376C}"/>
                  </a:ext>
                </a:extLst>
              </p:cNvPr>
              <p:cNvSpPr>
                <a:spLocks noChangeShapeType="1"/>
              </p:cNvSpPr>
              <p:nvPr/>
            </p:nvSpPr>
            <p:spPr bwMode="auto">
              <a:xfrm>
                <a:off x="2154" y="2795"/>
                <a:ext cx="247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88" name="Line 140">
                <a:extLst>
                  <a:ext uri="{FF2B5EF4-FFF2-40B4-BE49-F238E27FC236}">
                    <a16:creationId xmlns:a16="http://schemas.microsoft.com/office/drawing/2014/main" id="{55DB5B26-A116-4F12-DCEC-445458D26129}"/>
                  </a:ext>
                </a:extLst>
              </p:cNvPr>
              <p:cNvSpPr>
                <a:spLocks noChangeShapeType="1"/>
              </p:cNvSpPr>
              <p:nvPr/>
            </p:nvSpPr>
            <p:spPr bwMode="auto">
              <a:xfrm>
                <a:off x="2154" y="2614"/>
                <a:ext cx="0" cy="18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89" name="Line 141">
                <a:extLst>
                  <a:ext uri="{FF2B5EF4-FFF2-40B4-BE49-F238E27FC236}">
                    <a16:creationId xmlns:a16="http://schemas.microsoft.com/office/drawing/2014/main" id="{68257CFD-274D-EC17-3C01-300D2D9DDF6B}"/>
                  </a:ext>
                </a:extLst>
              </p:cNvPr>
              <p:cNvSpPr>
                <a:spLocks noChangeShapeType="1"/>
              </p:cNvSpPr>
              <p:nvPr/>
            </p:nvSpPr>
            <p:spPr bwMode="auto">
              <a:xfrm>
                <a:off x="3016" y="2614"/>
                <a:ext cx="0" cy="181"/>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9590" name="Line 142">
                <a:extLst>
                  <a:ext uri="{FF2B5EF4-FFF2-40B4-BE49-F238E27FC236}">
                    <a16:creationId xmlns:a16="http://schemas.microsoft.com/office/drawing/2014/main" id="{2A101075-3B98-E342-6C11-3F4CF7DB73F0}"/>
                  </a:ext>
                </a:extLst>
              </p:cNvPr>
              <p:cNvSpPr>
                <a:spLocks noChangeShapeType="1"/>
              </p:cNvSpPr>
              <p:nvPr/>
            </p:nvSpPr>
            <p:spPr bwMode="auto">
              <a:xfrm>
                <a:off x="4105" y="2632"/>
                <a:ext cx="0" cy="159"/>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9591" name="Line 143">
                <a:extLst>
                  <a:ext uri="{FF2B5EF4-FFF2-40B4-BE49-F238E27FC236}">
                    <a16:creationId xmlns:a16="http://schemas.microsoft.com/office/drawing/2014/main" id="{6009EEE2-D3B8-D1C1-9EE3-6F4C94285632}"/>
                  </a:ext>
                </a:extLst>
              </p:cNvPr>
              <p:cNvSpPr>
                <a:spLocks noChangeShapeType="1"/>
              </p:cNvSpPr>
              <p:nvPr/>
            </p:nvSpPr>
            <p:spPr bwMode="auto">
              <a:xfrm>
                <a:off x="2154" y="3385"/>
                <a:ext cx="0" cy="22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92" name="Line 144">
                <a:extLst>
                  <a:ext uri="{FF2B5EF4-FFF2-40B4-BE49-F238E27FC236}">
                    <a16:creationId xmlns:a16="http://schemas.microsoft.com/office/drawing/2014/main" id="{E32471A9-9551-9BEE-8159-0CC6EE803843}"/>
                  </a:ext>
                </a:extLst>
              </p:cNvPr>
              <p:cNvSpPr>
                <a:spLocks noChangeShapeType="1"/>
              </p:cNvSpPr>
              <p:nvPr/>
            </p:nvSpPr>
            <p:spPr bwMode="auto">
              <a:xfrm>
                <a:off x="3061" y="3385"/>
                <a:ext cx="0" cy="227"/>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9593" name="Line 145">
                <a:extLst>
                  <a:ext uri="{FF2B5EF4-FFF2-40B4-BE49-F238E27FC236}">
                    <a16:creationId xmlns:a16="http://schemas.microsoft.com/office/drawing/2014/main" id="{8BC7ED2C-693C-6E89-09FF-812A738C0B07}"/>
                  </a:ext>
                </a:extLst>
              </p:cNvPr>
              <p:cNvSpPr>
                <a:spLocks noChangeShapeType="1"/>
              </p:cNvSpPr>
              <p:nvPr/>
            </p:nvSpPr>
            <p:spPr bwMode="auto">
              <a:xfrm>
                <a:off x="4114" y="3385"/>
                <a:ext cx="0" cy="227"/>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9594" name="Line 146">
                <a:extLst>
                  <a:ext uri="{FF2B5EF4-FFF2-40B4-BE49-F238E27FC236}">
                    <a16:creationId xmlns:a16="http://schemas.microsoft.com/office/drawing/2014/main" id="{2043FC55-9CCB-3F98-827E-4321828F306B}"/>
                  </a:ext>
                </a:extLst>
              </p:cNvPr>
              <p:cNvSpPr>
                <a:spLocks noChangeShapeType="1"/>
              </p:cNvSpPr>
              <p:nvPr/>
            </p:nvSpPr>
            <p:spPr bwMode="auto">
              <a:xfrm>
                <a:off x="2154" y="3612"/>
                <a:ext cx="2631" cy="0"/>
              </a:xfrm>
              <a:prstGeom prst="line">
                <a:avLst/>
              </a:prstGeom>
              <a:noFill/>
              <a:ln w="2222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9595" name="Line 147">
                <a:extLst>
                  <a:ext uri="{FF2B5EF4-FFF2-40B4-BE49-F238E27FC236}">
                    <a16:creationId xmlns:a16="http://schemas.microsoft.com/office/drawing/2014/main" id="{B918A5E6-9CDF-0BE4-0324-EFA4CBCF9E5C}"/>
                  </a:ext>
                </a:extLst>
              </p:cNvPr>
              <p:cNvSpPr>
                <a:spLocks noChangeShapeType="1"/>
              </p:cNvSpPr>
              <p:nvPr/>
            </p:nvSpPr>
            <p:spPr bwMode="auto">
              <a:xfrm>
                <a:off x="4640" y="2223"/>
                <a:ext cx="0" cy="1383"/>
              </a:xfrm>
              <a:prstGeom prst="line">
                <a:avLst/>
              </a:prstGeom>
              <a:noFill/>
              <a:ln w="222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9596" name="Text Box 148">
                <a:extLst>
                  <a:ext uri="{FF2B5EF4-FFF2-40B4-BE49-F238E27FC236}">
                    <a16:creationId xmlns:a16="http://schemas.microsoft.com/office/drawing/2014/main" id="{39C445D2-8AE1-4345-BB73-810E9CF0031E}"/>
                  </a:ext>
                </a:extLst>
              </p:cNvPr>
              <p:cNvSpPr txBox="1">
                <a:spLocks noChangeArrowheads="1"/>
              </p:cNvSpPr>
              <p:nvPr/>
            </p:nvSpPr>
            <p:spPr bwMode="auto">
              <a:xfrm>
                <a:off x="4766" y="3503"/>
                <a:ext cx="51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Write</a:t>
                </a:r>
                <a:endParaRPr lang="ru-RU" altLang="en-US" sz="1200"/>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a:extLst>
              <a:ext uri="{FF2B5EF4-FFF2-40B4-BE49-F238E27FC236}">
                <a16:creationId xmlns:a16="http://schemas.microsoft.com/office/drawing/2014/main" id="{5228DF56-ABDC-0116-0529-0ED0398A35B7}"/>
              </a:ext>
            </a:extLst>
          </p:cNvPr>
          <p:cNvSpPr>
            <a:spLocks noGrp="1" noChangeArrowheads="1"/>
          </p:cNvSpPr>
          <p:nvPr>
            <p:ph type="title"/>
          </p:nvPr>
        </p:nvSpPr>
        <p:spPr/>
        <p:txBody>
          <a:bodyPr/>
          <a:lstStyle/>
          <a:p>
            <a:r>
              <a:rPr lang="en-US" altLang="en-US"/>
              <a:t>Two-Dimensional Memory Structure</a:t>
            </a:r>
            <a:endParaRPr lang="ru-RU" altLang="en-US"/>
          </a:p>
        </p:txBody>
      </p:sp>
      <p:grpSp>
        <p:nvGrpSpPr>
          <p:cNvPr id="20483" name="Group 55">
            <a:extLst>
              <a:ext uri="{FF2B5EF4-FFF2-40B4-BE49-F238E27FC236}">
                <a16:creationId xmlns:a16="http://schemas.microsoft.com/office/drawing/2014/main" id="{8338AA72-CC8B-E0B0-3540-847729703ED5}"/>
              </a:ext>
            </a:extLst>
          </p:cNvPr>
          <p:cNvGrpSpPr>
            <a:grpSpLocks/>
          </p:cNvGrpSpPr>
          <p:nvPr/>
        </p:nvGrpSpPr>
        <p:grpSpPr bwMode="auto">
          <a:xfrm>
            <a:off x="2881313" y="1143001"/>
            <a:ext cx="5643562" cy="4329113"/>
            <a:chOff x="1102" y="890"/>
            <a:chExt cx="3818" cy="3011"/>
          </a:xfrm>
        </p:grpSpPr>
        <p:sp>
          <p:nvSpPr>
            <p:cNvPr id="20491" name="Rectangle 5">
              <a:extLst>
                <a:ext uri="{FF2B5EF4-FFF2-40B4-BE49-F238E27FC236}">
                  <a16:creationId xmlns:a16="http://schemas.microsoft.com/office/drawing/2014/main" id="{AC15DB10-EF1B-35B9-D9CE-EBD8CB30DD1B}"/>
                </a:ext>
              </a:extLst>
            </p:cNvPr>
            <p:cNvSpPr>
              <a:spLocks noChangeArrowheads="1"/>
            </p:cNvSpPr>
            <p:nvPr/>
          </p:nvSpPr>
          <p:spPr bwMode="auto">
            <a:xfrm>
              <a:off x="2971" y="1298"/>
              <a:ext cx="1769" cy="318"/>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solidFill>
                    <a:schemeClr val="bg1"/>
                  </a:solidFill>
                </a:rPr>
                <a:t>DC</a:t>
              </a:r>
              <a:r>
                <a:rPr lang="en-US" altLang="en-US" sz="2000" baseline="-25000" dirty="0">
                  <a:solidFill>
                    <a:schemeClr val="bg1"/>
                  </a:solidFill>
                </a:rPr>
                <a:t>Y</a:t>
              </a:r>
              <a:endParaRPr lang="ru-RU" altLang="en-US" sz="2000" dirty="0">
                <a:solidFill>
                  <a:schemeClr val="bg1"/>
                </a:solidFill>
              </a:endParaRPr>
            </a:p>
          </p:txBody>
        </p:sp>
        <p:sp>
          <p:nvSpPr>
            <p:cNvPr id="20492" name="Line 6">
              <a:extLst>
                <a:ext uri="{FF2B5EF4-FFF2-40B4-BE49-F238E27FC236}">
                  <a16:creationId xmlns:a16="http://schemas.microsoft.com/office/drawing/2014/main" id="{48EE4387-0454-FAAA-FC9A-44ADEF12181E}"/>
                </a:ext>
              </a:extLst>
            </p:cNvPr>
            <p:cNvSpPr>
              <a:spLocks noChangeShapeType="1"/>
            </p:cNvSpPr>
            <p:nvPr/>
          </p:nvSpPr>
          <p:spPr bwMode="auto">
            <a:xfrm>
              <a:off x="3878" y="1616"/>
              <a:ext cx="0" cy="40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3" name="Line 7">
              <a:extLst>
                <a:ext uri="{FF2B5EF4-FFF2-40B4-BE49-F238E27FC236}">
                  <a16:creationId xmlns:a16="http://schemas.microsoft.com/office/drawing/2014/main" id="{630E2021-43E4-DF58-F428-B2E354C220AB}"/>
                </a:ext>
              </a:extLst>
            </p:cNvPr>
            <p:cNvSpPr>
              <a:spLocks noChangeShapeType="1"/>
            </p:cNvSpPr>
            <p:nvPr/>
          </p:nvSpPr>
          <p:spPr bwMode="auto">
            <a:xfrm flipV="1">
              <a:off x="3849" y="1769"/>
              <a:ext cx="56"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4" name="Line 8">
              <a:extLst>
                <a:ext uri="{FF2B5EF4-FFF2-40B4-BE49-F238E27FC236}">
                  <a16:creationId xmlns:a16="http://schemas.microsoft.com/office/drawing/2014/main" id="{7D73BDBA-C300-8E52-3F82-2501CCC0CA69}"/>
                </a:ext>
              </a:extLst>
            </p:cNvPr>
            <p:cNvSpPr>
              <a:spLocks noChangeShapeType="1"/>
            </p:cNvSpPr>
            <p:nvPr/>
          </p:nvSpPr>
          <p:spPr bwMode="auto">
            <a:xfrm flipV="1">
              <a:off x="3548" y="1933"/>
              <a:ext cx="472" cy="30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5" name="Line 9">
              <a:extLst>
                <a:ext uri="{FF2B5EF4-FFF2-40B4-BE49-F238E27FC236}">
                  <a16:creationId xmlns:a16="http://schemas.microsoft.com/office/drawing/2014/main" id="{0B7AE838-310C-E704-14FF-4C6A77BEF2B5}"/>
                </a:ext>
              </a:extLst>
            </p:cNvPr>
            <p:cNvSpPr>
              <a:spLocks noChangeShapeType="1"/>
            </p:cNvSpPr>
            <p:nvPr/>
          </p:nvSpPr>
          <p:spPr bwMode="auto">
            <a:xfrm flipV="1">
              <a:off x="4059" y="1761"/>
              <a:ext cx="227" cy="136"/>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496" name="Line 10">
              <a:extLst>
                <a:ext uri="{FF2B5EF4-FFF2-40B4-BE49-F238E27FC236}">
                  <a16:creationId xmlns:a16="http://schemas.microsoft.com/office/drawing/2014/main" id="{9FC80AF6-0B52-5576-BB71-C29A19AA5D2E}"/>
                </a:ext>
              </a:extLst>
            </p:cNvPr>
            <p:cNvSpPr>
              <a:spLocks noChangeShapeType="1"/>
            </p:cNvSpPr>
            <p:nvPr/>
          </p:nvSpPr>
          <p:spPr bwMode="auto">
            <a:xfrm>
              <a:off x="3552" y="2241"/>
              <a:ext cx="0" cy="499"/>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7" name="Line 11">
              <a:extLst>
                <a:ext uri="{FF2B5EF4-FFF2-40B4-BE49-F238E27FC236}">
                  <a16:creationId xmlns:a16="http://schemas.microsoft.com/office/drawing/2014/main" id="{49A7AF21-C855-5C05-0771-E81AFF6ABB83}"/>
                </a:ext>
              </a:extLst>
            </p:cNvPr>
            <p:cNvSpPr>
              <a:spLocks noChangeShapeType="1"/>
            </p:cNvSpPr>
            <p:nvPr/>
          </p:nvSpPr>
          <p:spPr bwMode="auto">
            <a:xfrm>
              <a:off x="3780" y="2086"/>
              <a:ext cx="0" cy="49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8" name="Line 12">
              <a:extLst>
                <a:ext uri="{FF2B5EF4-FFF2-40B4-BE49-F238E27FC236}">
                  <a16:creationId xmlns:a16="http://schemas.microsoft.com/office/drawing/2014/main" id="{AE5A486B-9E3F-6E55-9524-9FBED4C0F9FA}"/>
                </a:ext>
              </a:extLst>
            </p:cNvPr>
            <p:cNvSpPr>
              <a:spLocks noChangeShapeType="1"/>
            </p:cNvSpPr>
            <p:nvPr/>
          </p:nvSpPr>
          <p:spPr bwMode="auto">
            <a:xfrm>
              <a:off x="4291" y="1759"/>
              <a:ext cx="0" cy="499"/>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9" name="Line 13">
              <a:extLst>
                <a:ext uri="{FF2B5EF4-FFF2-40B4-BE49-F238E27FC236}">
                  <a16:creationId xmlns:a16="http://schemas.microsoft.com/office/drawing/2014/main" id="{8863CF0A-58B1-1D8F-8344-4520AD7C178C}"/>
                </a:ext>
              </a:extLst>
            </p:cNvPr>
            <p:cNvSpPr>
              <a:spLocks noChangeShapeType="1"/>
            </p:cNvSpPr>
            <p:nvPr/>
          </p:nvSpPr>
          <p:spPr bwMode="auto">
            <a:xfrm>
              <a:off x="3198" y="2740"/>
              <a:ext cx="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0" name="Line 14">
              <a:extLst>
                <a:ext uri="{FF2B5EF4-FFF2-40B4-BE49-F238E27FC236}">
                  <a16:creationId xmlns:a16="http://schemas.microsoft.com/office/drawing/2014/main" id="{F69F2122-0CD3-A887-841C-E5D18F19DF64}"/>
                </a:ext>
              </a:extLst>
            </p:cNvPr>
            <p:cNvSpPr>
              <a:spLocks noChangeShapeType="1"/>
            </p:cNvSpPr>
            <p:nvPr/>
          </p:nvSpPr>
          <p:spPr bwMode="auto">
            <a:xfrm>
              <a:off x="3207" y="2740"/>
              <a:ext cx="0" cy="6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1" name="Line 15">
              <a:extLst>
                <a:ext uri="{FF2B5EF4-FFF2-40B4-BE49-F238E27FC236}">
                  <a16:creationId xmlns:a16="http://schemas.microsoft.com/office/drawing/2014/main" id="{4A4B7A64-0247-55B8-98A4-4452A7B6338E}"/>
                </a:ext>
              </a:extLst>
            </p:cNvPr>
            <p:cNvSpPr>
              <a:spLocks noChangeShapeType="1"/>
            </p:cNvSpPr>
            <p:nvPr/>
          </p:nvSpPr>
          <p:spPr bwMode="auto">
            <a:xfrm>
              <a:off x="3974" y="2739"/>
              <a:ext cx="0" cy="6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2" name="Line 16">
              <a:extLst>
                <a:ext uri="{FF2B5EF4-FFF2-40B4-BE49-F238E27FC236}">
                  <a16:creationId xmlns:a16="http://schemas.microsoft.com/office/drawing/2014/main" id="{290C1B9B-2E8E-A35D-2888-8603722B71E0}"/>
                </a:ext>
              </a:extLst>
            </p:cNvPr>
            <p:cNvSpPr>
              <a:spLocks noChangeShapeType="1"/>
            </p:cNvSpPr>
            <p:nvPr/>
          </p:nvSpPr>
          <p:spPr bwMode="auto">
            <a:xfrm>
              <a:off x="3207" y="3393"/>
              <a:ext cx="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3" name="Line 17">
              <a:extLst>
                <a:ext uri="{FF2B5EF4-FFF2-40B4-BE49-F238E27FC236}">
                  <a16:creationId xmlns:a16="http://schemas.microsoft.com/office/drawing/2014/main" id="{4FD5D55C-1D0C-45A6-30D7-4B7FEF5415B9}"/>
                </a:ext>
              </a:extLst>
            </p:cNvPr>
            <p:cNvSpPr>
              <a:spLocks noChangeShapeType="1"/>
            </p:cNvSpPr>
            <p:nvPr/>
          </p:nvSpPr>
          <p:spPr bwMode="auto">
            <a:xfrm>
              <a:off x="3390" y="2576"/>
              <a:ext cx="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4" name="Line 18">
              <a:extLst>
                <a:ext uri="{FF2B5EF4-FFF2-40B4-BE49-F238E27FC236}">
                  <a16:creationId xmlns:a16="http://schemas.microsoft.com/office/drawing/2014/main" id="{3931D139-C99C-9230-F7E4-CC09C2F7B633}"/>
                </a:ext>
              </a:extLst>
            </p:cNvPr>
            <p:cNvSpPr>
              <a:spLocks noChangeShapeType="1"/>
            </p:cNvSpPr>
            <p:nvPr/>
          </p:nvSpPr>
          <p:spPr bwMode="auto">
            <a:xfrm>
              <a:off x="3902" y="2257"/>
              <a:ext cx="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5" name="Line 19">
              <a:extLst>
                <a:ext uri="{FF2B5EF4-FFF2-40B4-BE49-F238E27FC236}">
                  <a16:creationId xmlns:a16="http://schemas.microsoft.com/office/drawing/2014/main" id="{D40D9832-E21D-D50C-A27B-8F432BF330DF}"/>
                </a:ext>
              </a:extLst>
            </p:cNvPr>
            <p:cNvSpPr>
              <a:spLocks noChangeShapeType="1"/>
            </p:cNvSpPr>
            <p:nvPr/>
          </p:nvSpPr>
          <p:spPr bwMode="auto">
            <a:xfrm>
              <a:off x="4159" y="2577"/>
              <a:ext cx="0" cy="6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6" name="Line 20">
              <a:extLst>
                <a:ext uri="{FF2B5EF4-FFF2-40B4-BE49-F238E27FC236}">
                  <a16:creationId xmlns:a16="http://schemas.microsoft.com/office/drawing/2014/main" id="{524ED946-E128-44AD-E414-FB147D89B728}"/>
                </a:ext>
              </a:extLst>
            </p:cNvPr>
            <p:cNvSpPr>
              <a:spLocks noChangeShapeType="1"/>
            </p:cNvSpPr>
            <p:nvPr/>
          </p:nvSpPr>
          <p:spPr bwMode="auto">
            <a:xfrm flipH="1">
              <a:off x="3978" y="3231"/>
              <a:ext cx="1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7" name="Line 21">
              <a:extLst>
                <a:ext uri="{FF2B5EF4-FFF2-40B4-BE49-F238E27FC236}">
                  <a16:creationId xmlns:a16="http://schemas.microsoft.com/office/drawing/2014/main" id="{AA59A4A1-1741-448E-C918-02EE67B55E51}"/>
                </a:ext>
              </a:extLst>
            </p:cNvPr>
            <p:cNvSpPr>
              <a:spLocks noChangeShapeType="1"/>
            </p:cNvSpPr>
            <p:nvPr/>
          </p:nvSpPr>
          <p:spPr bwMode="auto">
            <a:xfrm>
              <a:off x="3388" y="2568"/>
              <a:ext cx="0" cy="1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8" name="Line 22">
              <a:extLst>
                <a:ext uri="{FF2B5EF4-FFF2-40B4-BE49-F238E27FC236}">
                  <a16:creationId xmlns:a16="http://schemas.microsoft.com/office/drawing/2014/main" id="{2AE2A744-947F-4031-4757-D3384A63615A}"/>
                </a:ext>
              </a:extLst>
            </p:cNvPr>
            <p:cNvSpPr>
              <a:spLocks noChangeShapeType="1"/>
            </p:cNvSpPr>
            <p:nvPr/>
          </p:nvSpPr>
          <p:spPr bwMode="auto">
            <a:xfrm>
              <a:off x="3388" y="2782"/>
              <a:ext cx="0" cy="46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09" name="Line 23">
              <a:extLst>
                <a:ext uri="{FF2B5EF4-FFF2-40B4-BE49-F238E27FC236}">
                  <a16:creationId xmlns:a16="http://schemas.microsoft.com/office/drawing/2014/main" id="{07FB2AFE-1084-B229-0222-47C7DF9B0EDA}"/>
                </a:ext>
              </a:extLst>
            </p:cNvPr>
            <p:cNvSpPr>
              <a:spLocks noChangeShapeType="1"/>
            </p:cNvSpPr>
            <p:nvPr/>
          </p:nvSpPr>
          <p:spPr bwMode="auto">
            <a:xfrm flipH="1">
              <a:off x="3379" y="3236"/>
              <a:ext cx="590"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10" name="Line 24">
              <a:extLst>
                <a:ext uri="{FF2B5EF4-FFF2-40B4-BE49-F238E27FC236}">
                  <a16:creationId xmlns:a16="http://schemas.microsoft.com/office/drawing/2014/main" id="{8A33376D-D94F-89B8-2A14-881D29110013}"/>
                </a:ext>
              </a:extLst>
            </p:cNvPr>
            <p:cNvSpPr>
              <a:spLocks noChangeShapeType="1"/>
            </p:cNvSpPr>
            <p:nvPr/>
          </p:nvSpPr>
          <p:spPr bwMode="auto">
            <a:xfrm>
              <a:off x="4667" y="2260"/>
              <a:ext cx="0" cy="6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1" name="Line 25">
              <a:extLst>
                <a:ext uri="{FF2B5EF4-FFF2-40B4-BE49-F238E27FC236}">
                  <a16:creationId xmlns:a16="http://schemas.microsoft.com/office/drawing/2014/main" id="{49B25A31-7DAB-6BC6-FA00-7F819007C6EB}"/>
                </a:ext>
              </a:extLst>
            </p:cNvPr>
            <p:cNvSpPr>
              <a:spLocks noChangeShapeType="1"/>
            </p:cNvSpPr>
            <p:nvPr/>
          </p:nvSpPr>
          <p:spPr bwMode="auto">
            <a:xfrm>
              <a:off x="3896" y="2251"/>
              <a:ext cx="0" cy="3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2" name="Line 26">
              <a:extLst>
                <a:ext uri="{FF2B5EF4-FFF2-40B4-BE49-F238E27FC236}">
                  <a16:creationId xmlns:a16="http://schemas.microsoft.com/office/drawing/2014/main" id="{4683FB93-780A-C5AF-CF99-F149CD8364DC}"/>
                </a:ext>
              </a:extLst>
            </p:cNvPr>
            <p:cNvSpPr>
              <a:spLocks noChangeShapeType="1"/>
            </p:cNvSpPr>
            <p:nvPr/>
          </p:nvSpPr>
          <p:spPr bwMode="auto">
            <a:xfrm flipH="1">
              <a:off x="4159" y="2913"/>
              <a:ext cx="4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3" name="Line 27">
              <a:extLst>
                <a:ext uri="{FF2B5EF4-FFF2-40B4-BE49-F238E27FC236}">
                  <a16:creationId xmlns:a16="http://schemas.microsoft.com/office/drawing/2014/main" id="{4146D399-FB27-7598-D3D2-B117A6F39D27}"/>
                </a:ext>
              </a:extLst>
            </p:cNvPr>
            <p:cNvSpPr>
              <a:spLocks noChangeShapeType="1"/>
            </p:cNvSpPr>
            <p:nvPr/>
          </p:nvSpPr>
          <p:spPr bwMode="auto">
            <a:xfrm>
              <a:off x="3896" y="2568"/>
              <a:ext cx="0" cy="35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14" name="Line 28">
              <a:extLst>
                <a:ext uri="{FF2B5EF4-FFF2-40B4-BE49-F238E27FC236}">
                  <a16:creationId xmlns:a16="http://schemas.microsoft.com/office/drawing/2014/main" id="{9D52B5DB-3EC9-79EE-9776-9DDF4430D563}"/>
                </a:ext>
              </a:extLst>
            </p:cNvPr>
            <p:cNvSpPr>
              <a:spLocks noChangeShapeType="1"/>
            </p:cNvSpPr>
            <p:nvPr/>
          </p:nvSpPr>
          <p:spPr bwMode="auto">
            <a:xfrm>
              <a:off x="3905" y="2913"/>
              <a:ext cx="249"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15" name="Line 29">
              <a:extLst>
                <a:ext uri="{FF2B5EF4-FFF2-40B4-BE49-F238E27FC236}">
                  <a16:creationId xmlns:a16="http://schemas.microsoft.com/office/drawing/2014/main" id="{3CEF6C2B-9F39-7B7F-C419-ABC4F2C48F1D}"/>
                </a:ext>
              </a:extLst>
            </p:cNvPr>
            <p:cNvSpPr>
              <a:spLocks noChangeShapeType="1"/>
            </p:cNvSpPr>
            <p:nvPr/>
          </p:nvSpPr>
          <p:spPr bwMode="auto">
            <a:xfrm>
              <a:off x="4304" y="2913"/>
              <a:ext cx="0" cy="44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16" name="Line 30">
              <a:extLst>
                <a:ext uri="{FF2B5EF4-FFF2-40B4-BE49-F238E27FC236}">
                  <a16:creationId xmlns:a16="http://schemas.microsoft.com/office/drawing/2014/main" id="{5A91A4F9-D249-A6E3-A26F-DF4C15F34FFB}"/>
                </a:ext>
              </a:extLst>
            </p:cNvPr>
            <p:cNvSpPr>
              <a:spLocks noChangeShapeType="1"/>
            </p:cNvSpPr>
            <p:nvPr/>
          </p:nvSpPr>
          <p:spPr bwMode="auto">
            <a:xfrm>
              <a:off x="3564" y="3388"/>
              <a:ext cx="0" cy="44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17" name="Line 31">
              <a:extLst>
                <a:ext uri="{FF2B5EF4-FFF2-40B4-BE49-F238E27FC236}">
                  <a16:creationId xmlns:a16="http://schemas.microsoft.com/office/drawing/2014/main" id="{C3E6931F-2644-A0D7-B929-FE2FF0057652}"/>
                </a:ext>
              </a:extLst>
            </p:cNvPr>
            <p:cNvSpPr>
              <a:spLocks noChangeShapeType="1"/>
            </p:cNvSpPr>
            <p:nvPr/>
          </p:nvSpPr>
          <p:spPr bwMode="auto">
            <a:xfrm>
              <a:off x="3787" y="3234"/>
              <a:ext cx="0" cy="18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18" name="Line 32">
              <a:extLst>
                <a:ext uri="{FF2B5EF4-FFF2-40B4-BE49-F238E27FC236}">
                  <a16:creationId xmlns:a16="http://schemas.microsoft.com/office/drawing/2014/main" id="{01654DEA-C8D4-F489-863B-F96740468313}"/>
                </a:ext>
              </a:extLst>
            </p:cNvPr>
            <p:cNvSpPr>
              <a:spLocks noChangeShapeType="1"/>
            </p:cNvSpPr>
            <p:nvPr/>
          </p:nvSpPr>
          <p:spPr bwMode="auto">
            <a:xfrm>
              <a:off x="3787" y="3385"/>
              <a:ext cx="0" cy="254"/>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19" name="AutoShape 33">
              <a:extLst>
                <a:ext uri="{FF2B5EF4-FFF2-40B4-BE49-F238E27FC236}">
                  <a16:creationId xmlns:a16="http://schemas.microsoft.com/office/drawing/2014/main" id="{629C550C-ADFD-6F60-8E41-1CCE520BE3DD}"/>
                </a:ext>
              </a:extLst>
            </p:cNvPr>
            <p:cNvSpPr>
              <a:spLocks/>
            </p:cNvSpPr>
            <p:nvPr/>
          </p:nvSpPr>
          <p:spPr bwMode="auto">
            <a:xfrm rot="3084651">
              <a:off x="3926" y="3242"/>
              <a:ext cx="200" cy="896"/>
            </a:xfrm>
            <a:prstGeom prst="rightBrace">
              <a:avLst>
                <a:gd name="adj1" fmla="val 37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20520" name="Text Box 34">
              <a:extLst>
                <a:ext uri="{FF2B5EF4-FFF2-40B4-BE49-F238E27FC236}">
                  <a16:creationId xmlns:a16="http://schemas.microsoft.com/office/drawing/2014/main" id="{8F1BA8B5-A7F3-CD58-55C7-2D3487FA8EB8}"/>
                </a:ext>
              </a:extLst>
            </p:cNvPr>
            <p:cNvSpPr txBox="1">
              <a:spLocks noChangeArrowheads="1"/>
            </p:cNvSpPr>
            <p:nvPr/>
          </p:nvSpPr>
          <p:spPr bwMode="auto">
            <a:xfrm>
              <a:off x="4195" y="3623"/>
              <a:ext cx="725"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Data</a:t>
              </a:r>
              <a:endParaRPr lang="ru-RU" altLang="en-US" sz="2000"/>
            </a:p>
          </p:txBody>
        </p:sp>
        <p:sp>
          <p:nvSpPr>
            <p:cNvPr id="20521" name="Line 35">
              <a:extLst>
                <a:ext uri="{FF2B5EF4-FFF2-40B4-BE49-F238E27FC236}">
                  <a16:creationId xmlns:a16="http://schemas.microsoft.com/office/drawing/2014/main" id="{A88A1940-D249-1240-6EE3-4014AFD86A41}"/>
                </a:ext>
              </a:extLst>
            </p:cNvPr>
            <p:cNvSpPr>
              <a:spLocks noChangeShapeType="1"/>
            </p:cNvSpPr>
            <p:nvPr/>
          </p:nvSpPr>
          <p:spPr bwMode="auto">
            <a:xfrm>
              <a:off x="3878" y="1017"/>
              <a:ext cx="0" cy="27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22" name="Line 36">
              <a:extLst>
                <a:ext uri="{FF2B5EF4-FFF2-40B4-BE49-F238E27FC236}">
                  <a16:creationId xmlns:a16="http://schemas.microsoft.com/office/drawing/2014/main" id="{9DE9B28E-F625-D174-4332-A463FBAA156F}"/>
                </a:ext>
              </a:extLst>
            </p:cNvPr>
            <p:cNvSpPr>
              <a:spLocks noChangeShapeType="1"/>
            </p:cNvSpPr>
            <p:nvPr/>
          </p:nvSpPr>
          <p:spPr bwMode="auto">
            <a:xfrm flipV="1">
              <a:off x="3851" y="1108"/>
              <a:ext cx="56"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3" name="Text Box 37">
              <a:extLst>
                <a:ext uri="{FF2B5EF4-FFF2-40B4-BE49-F238E27FC236}">
                  <a16:creationId xmlns:a16="http://schemas.microsoft.com/office/drawing/2014/main" id="{D874A07A-3A4B-1048-4C7B-9796CECECE61}"/>
                </a:ext>
              </a:extLst>
            </p:cNvPr>
            <p:cNvSpPr txBox="1">
              <a:spLocks noChangeArrowheads="1"/>
            </p:cNvSpPr>
            <p:nvPr/>
          </p:nvSpPr>
          <p:spPr bwMode="auto">
            <a:xfrm>
              <a:off x="3107" y="890"/>
              <a:ext cx="113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Address</a:t>
              </a:r>
              <a:endParaRPr lang="ru-RU" altLang="en-US" sz="2000"/>
            </a:p>
          </p:txBody>
        </p:sp>
        <p:sp>
          <p:nvSpPr>
            <p:cNvPr id="20524" name="Text Box 38">
              <a:extLst>
                <a:ext uri="{FF2B5EF4-FFF2-40B4-BE49-F238E27FC236}">
                  <a16:creationId xmlns:a16="http://schemas.microsoft.com/office/drawing/2014/main" id="{F29CF62D-97FC-5E33-71D3-1B06740AF38B}"/>
                </a:ext>
              </a:extLst>
            </p:cNvPr>
            <p:cNvSpPr txBox="1">
              <a:spLocks noChangeArrowheads="1"/>
            </p:cNvSpPr>
            <p:nvPr/>
          </p:nvSpPr>
          <p:spPr bwMode="auto">
            <a:xfrm>
              <a:off x="3957" y="972"/>
              <a:ext cx="64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n/2</a:t>
              </a:r>
              <a:endParaRPr lang="ru-RU" altLang="en-US" sz="2000"/>
            </a:p>
          </p:txBody>
        </p:sp>
        <p:sp>
          <p:nvSpPr>
            <p:cNvPr id="20525" name="Line 39">
              <a:extLst>
                <a:ext uri="{FF2B5EF4-FFF2-40B4-BE49-F238E27FC236}">
                  <a16:creationId xmlns:a16="http://schemas.microsoft.com/office/drawing/2014/main" id="{B98F9A2B-40D2-53FA-C309-BFD07592D51A}"/>
                </a:ext>
              </a:extLst>
            </p:cNvPr>
            <p:cNvSpPr>
              <a:spLocks noChangeShapeType="1"/>
            </p:cNvSpPr>
            <p:nvPr/>
          </p:nvSpPr>
          <p:spPr bwMode="auto">
            <a:xfrm>
              <a:off x="2680" y="2976"/>
              <a:ext cx="521"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26" name="Line 40">
              <a:extLst>
                <a:ext uri="{FF2B5EF4-FFF2-40B4-BE49-F238E27FC236}">
                  <a16:creationId xmlns:a16="http://schemas.microsoft.com/office/drawing/2014/main" id="{5FEB3173-C529-3751-4EAC-34EC85FD12B8}"/>
                </a:ext>
              </a:extLst>
            </p:cNvPr>
            <p:cNvSpPr>
              <a:spLocks noChangeShapeType="1"/>
            </p:cNvSpPr>
            <p:nvPr/>
          </p:nvSpPr>
          <p:spPr bwMode="auto">
            <a:xfrm>
              <a:off x="2824" y="2820"/>
              <a:ext cx="3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7" name="Line 41">
              <a:extLst>
                <a:ext uri="{FF2B5EF4-FFF2-40B4-BE49-F238E27FC236}">
                  <a16:creationId xmlns:a16="http://schemas.microsoft.com/office/drawing/2014/main" id="{ACE0636F-4A86-B9E4-8F52-F8AFFA59DFCE}"/>
                </a:ext>
              </a:extLst>
            </p:cNvPr>
            <p:cNvSpPr>
              <a:spLocks noChangeShapeType="1"/>
            </p:cNvSpPr>
            <p:nvPr/>
          </p:nvSpPr>
          <p:spPr bwMode="auto">
            <a:xfrm>
              <a:off x="3198" y="2822"/>
              <a:ext cx="181" cy="0"/>
            </a:xfrm>
            <a:prstGeom prst="line">
              <a:avLst/>
            </a:prstGeom>
            <a:noFill/>
            <a:ln w="254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28" name="Line 42">
              <a:extLst>
                <a:ext uri="{FF2B5EF4-FFF2-40B4-BE49-F238E27FC236}">
                  <a16:creationId xmlns:a16="http://schemas.microsoft.com/office/drawing/2014/main" id="{E9122442-747A-2DA8-EFE5-174AF11326CD}"/>
                </a:ext>
              </a:extLst>
            </p:cNvPr>
            <p:cNvSpPr>
              <a:spLocks noChangeShapeType="1"/>
            </p:cNvSpPr>
            <p:nvPr/>
          </p:nvSpPr>
          <p:spPr bwMode="auto">
            <a:xfrm>
              <a:off x="3223" y="2469"/>
              <a:ext cx="65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29" name="Line 44">
              <a:extLst>
                <a:ext uri="{FF2B5EF4-FFF2-40B4-BE49-F238E27FC236}">
                  <a16:creationId xmlns:a16="http://schemas.microsoft.com/office/drawing/2014/main" id="{B3A832CE-65D8-B590-A2BE-1ECF987F4973}"/>
                </a:ext>
              </a:extLst>
            </p:cNvPr>
            <p:cNvSpPr>
              <a:spLocks noChangeShapeType="1"/>
            </p:cNvSpPr>
            <p:nvPr/>
          </p:nvSpPr>
          <p:spPr bwMode="auto">
            <a:xfrm flipV="1">
              <a:off x="3953" y="3424"/>
              <a:ext cx="145" cy="12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0530" name="Line 45">
              <a:extLst>
                <a:ext uri="{FF2B5EF4-FFF2-40B4-BE49-F238E27FC236}">
                  <a16:creationId xmlns:a16="http://schemas.microsoft.com/office/drawing/2014/main" id="{852C5EE2-2F0F-A816-F1DF-FFD571386088}"/>
                </a:ext>
              </a:extLst>
            </p:cNvPr>
            <p:cNvSpPr>
              <a:spLocks noChangeShapeType="1"/>
            </p:cNvSpPr>
            <p:nvPr/>
          </p:nvSpPr>
          <p:spPr bwMode="auto">
            <a:xfrm flipV="1">
              <a:off x="2982" y="2489"/>
              <a:ext cx="213" cy="192"/>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0531" name="Line 46">
              <a:extLst>
                <a:ext uri="{FF2B5EF4-FFF2-40B4-BE49-F238E27FC236}">
                  <a16:creationId xmlns:a16="http://schemas.microsoft.com/office/drawing/2014/main" id="{0A1380F3-FA46-BC60-01BE-447F1A0DBFC3}"/>
                </a:ext>
              </a:extLst>
            </p:cNvPr>
            <p:cNvSpPr>
              <a:spLocks noChangeShapeType="1"/>
            </p:cNvSpPr>
            <p:nvPr/>
          </p:nvSpPr>
          <p:spPr bwMode="auto">
            <a:xfrm flipV="1">
              <a:off x="2663" y="2715"/>
              <a:ext cx="291" cy="27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32" name="Line 47">
              <a:extLst>
                <a:ext uri="{FF2B5EF4-FFF2-40B4-BE49-F238E27FC236}">
                  <a16:creationId xmlns:a16="http://schemas.microsoft.com/office/drawing/2014/main" id="{AB314147-2CF9-6E6A-743D-D60EB73E0D4B}"/>
                </a:ext>
              </a:extLst>
            </p:cNvPr>
            <p:cNvSpPr>
              <a:spLocks noChangeShapeType="1"/>
            </p:cNvSpPr>
            <p:nvPr/>
          </p:nvSpPr>
          <p:spPr bwMode="auto">
            <a:xfrm>
              <a:off x="2562" y="2722"/>
              <a:ext cx="3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33" name="Rectangle 48">
              <a:extLst>
                <a:ext uri="{FF2B5EF4-FFF2-40B4-BE49-F238E27FC236}">
                  <a16:creationId xmlns:a16="http://schemas.microsoft.com/office/drawing/2014/main" id="{C6F3D2D8-8223-FC5B-A625-2BFB267953C7}"/>
                </a:ext>
              </a:extLst>
            </p:cNvPr>
            <p:cNvSpPr>
              <a:spLocks noChangeArrowheads="1"/>
            </p:cNvSpPr>
            <p:nvPr/>
          </p:nvSpPr>
          <p:spPr bwMode="auto">
            <a:xfrm>
              <a:off x="2263" y="2196"/>
              <a:ext cx="363" cy="1088"/>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solidFill>
                    <a:schemeClr val="bg1"/>
                  </a:solidFill>
                </a:rPr>
                <a:t>DC</a:t>
              </a:r>
              <a:r>
                <a:rPr lang="en-US" altLang="en-US" sz="2000" baseline="-25000" dirty="0">
                  <a:solidFill>
                    <a:schemeClr val="bg1"/>
                  </a:solidFill>
                </a:rPr>
                <a:t>X</a:t>
              </a:r>
              <a:endParaRPr lang="ru-RU" altLang="en-US" sz="2000" dirty="0">
                <a:solidFill>
                  <a:schemeClr val="bg1"/>
                </a:solidFill>
              </a:endParaRPr>
            </a:p>
          </p:txBody>
        </p:sp>
        <p:sp>
          <p:nvSpPr>
            <p:cNvPr id="20534" name="Line 49">
              <a:extLst>
                <a:ext uri="{FF2B5EF4-FFF2-40B4-BE49-F238E27FC236}">
                  <a16:creationId xmlns:a16="http://schemas.microsoft.com/office/drawing/2014/main" id="{EF2334D8-041E-36EE-3C48-E7EB1035083A}"/>
                </a:ext>
              </a:extLst>
            </p:cNvPr>
            <p:cNvSpPr>
              <a:spLocks noChangeShapeType="1"/>
            </p:cNvSpPr>
            <p:nvPr/>
          </p:nvSpPr>
          <p:spPr bwMode="auto">
            <a:xfrm>
              <a:off x="1845" y="2750"/>
              <a:ext cx="40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35" name="Line 52">
              <a:extLst>
                <a:ext uri="{FF2B5EF4-FFF2-40B4-BE49-F238E27FC236}">
                  <a16:creationId xmlns:a16="http://schemas.microsoft.com/office/drawing/2014/main" id="{0198A26D-63DC-6955-105C-190364F1E092}"/>
                </a:ext>
              </a:extLst>
            </p:cNvPr>
            <p:cNvSpPr>
              <a:spLocks noChangeShapeType="1"/>
            </p:cNvSpPr>
            <p:nvPr/>
          </p:nvSpPr>
          <p:spPr bwMode="auto">
            <a:xfrm flipV="1">
              <a:off x="2000" y="2713"/>
              <a:ext cx="56"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36" name="Text Box 53">
              <a:extLst>
                <a:ext uri="{FF2B5EF4-FFF2-40B4-BE49-F238E27FC236}">
                  <a16:creationId xmlns:a16="http://schemas.microsoft.com/office/drawing/2014/main" id="{7F680259-B9C5-9916-94A3-30147E2CFEFE}"/>
                </a:ext>
              </a:extLst>
            </p:cNvPr>
            <p:cNvSpPr txBox="1">
              <a:spLocks noChangeArrowheads="1"/>
            </p:cNvSpPr>
            <p:nvPr/>
          </p:nvSpPr>
          <p:spPr bwMode="auto">
            <a:xfrm>
              <a:off x="1917" y="2423"/>
              <a:ext cx="64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n/2</a:t>
              </a:r>
              <a:endParaRPr lang="ru-RU" altLang="en-US" sz="2000"/>
            </a:p>
          </p:txBody>
        </p:sp>
        <p:sp>
          <p:nvSpPr>
            <p:cNvPr id="20537" name="Text Box 54">
              <a:extLst>
                <a:ext uri="{FF2B5EF4-FFF2-40B4-BE49-F238E27FC236}">
                  <a16:creationId xmlns:a16="http://schemas.microsoft.com/office/drawing/2014/main" id="{16F4DE9D-3683-8718-9152-50DF35080EF2}"/>
                </a:ext>
              </a:extLst>
            </p:cNvPr>
            <p:cNvSpPr txBox="1">
              <a:spLocks noChangeArrowheads="1"/>
            </p:cNvSpPr>
            <p:nvPr/>
          </p:nvSpPr>
          <p:spPr bwMode="auto">
            <a:xfrm>
              <a:off x="1102" y="2609"/>
              <a:ext cx="113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Address</a:t>
              </a:r>
              <a:endParaRPr lang="ru-RU" altLang="en-US" sz="2000"/>
            </a:p>
          </p:txBody>
        </p:sp>
      </p:grpSp>
      <p:cxnSp>
        <p:nvCxnSpPr>
          <p:cNvPr id="20484" name="Straight Connector 51">
            <a:extLst>
              <a:ext uri="{FF2B5EF4-FFF2-40B4-BE49-F238E27FC236}">
                <a16:creationId xmlns:a16="http://schemas.microsoft.com/office/drawing/2014/main" id="{12673BA8-10DE-3EE8-F221-C39BDF8F0148}"/>
              </a:ext>
            </a:extLst>
          </p:cNvPr>
          <p:cNvCxnSpPr>
            <a:cxnSpLocks noChangeShapeType="1"/>
          </p:cNvCxnSpPr>
          <p:nvPr/>
        </p:nvCxnSpPr>
        <p:spPr bwMode="auto">
          <a:xfrm flipV="1">
            <a:off x="7024688" y="4143376"/>
            <a:ext cx="1714500" cy="1428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485" name="Straight Connector 53">
            <a:extLst>
              <a:ext uri="{FF2B5EF4-FFF2-40B4-BE49-F238E27FC236}">
                <a16:creationId xmlns:a16="http://schemas.microsoft.com/office/drawing/2014/main" id="{447EFACA-AA72-C6B2-A077-22835ED2A46E}"/>
              </a:ext>
            </a:extLst>
          </p:cNvPr>
          <p:cNvCxnSpPr>
            <a:cxnSpLocks noChangeShapeType="1"/>
          </p:cNvCxnSpPr>
          <p:nvPr/>
        </p:nvCxnSpPr>
        <p:spPr bwMode="auto">
          <a:xfrm>
            <a:off x="6953251" y="3714750"/>
            <a:ext cx="1643063" cy="3571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486" name="Straight Connector 55">
            <a:extLst>
              <a:ext uri="{FF2B5EF4-FFF2-40B4-BE49-F238E27FC236}">
                <a16:creationId xmlns:a16="http://schemas.microsoft.com/office/drawing/2014/main" id="{60C1974E-7C69-3552-0B8E-19535C5E6037}"/>
              </a:ext>
            </a:extLst>
          </p:cNvPr>
          <p:cNvCxnSpPr>
            <a:cxnSpLocks noChangeShapeType="1"/>
          </p:cNvCxnSpPr>
          <p:nvPr/>
        </p:nvCxnSpPr>
        <p:spPr bwMode="auto">
          <a:xfrm>
            <a:off x="7596188" y="3286126"/>
            <a:ext cx="1143000" cy="7858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0487" name="Rectangle 57">
            <a:extLst>
              <a:ext uri="{FF2B5EF4-FFF2-40B4-BE49-F238E27FC236}">
                <a16:creationId xmlns:a16="http://schemas.microsoft.com/office/drawing/2014/main" id="{31A3F83E-9111-49C2-4D9C-145C287994E5}"/>
              </a:ext>
            </a:extLst>
          </p:cNvPr>
          <p:cNvSpPr>
            <a:spLocks noChangeArrowheads="1"/>
          </p:cNvSpPr>
          <p:nvPr/>
        </p:nvSpPr>
        <p:spPr bwMode="auto">
          <a:xfrm>
            <a:off x="7138989" y="3214689"/>
            <a:ext cx="136525" cy="136525"/>
          </a:xfrm>
          <a:prstGeom prst="rect">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20488" name="Rectangle 58">
            <a:extLst>
              <a:ext uri="{FF2B5EF4-FFF2-40B4-BE49-F238E27FC236}">
                <a16:creationId xmlns:a16="http://schemas.microsoft.com/office/drawing/2014/main" id="{0B22806E-1C6F-08B0-BB85-66B701DE3AE1}"/>
              </a:ext>
            </a:extLst>
          </p:cNvPr>
          <p:cNvSpPr>
            <a:spLocks noChangeArrowheads="1"/>
          </p:cNvSpPr>
          <p:nvPr/>
        </p:nvSpPr>
        <p:spPr bwMode="auto">
          <a:xfrm>
            <a:off x="7396164" y="3214689"/>
            <a:ext cx="136525" cy="136525"/>
          </a:xfrm>
          <a:prstGeom prst="rect">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20489" name="Rectangle 59">
            <a:extLst>
              <a:ext uri="{FF2B5EF4-FFF2-40B4-BE49-F238E27FC236}">
                <a16:creationId xmlns:a16="http://schemas.microsoft.com/office/drawing/2014/main" id="{DE636551-DA77-9EE9-1168-D4A180909B09}"/>
              </a:ext>
            </a:extLst>
          </p:cNvPr>
          <p:cNvSpPr>
            <a:spLocks noChangeArrowheads="1"/>
          </p:cNvSpPr>
          <p:nvPr/>
        </p:nvSpPr>
        <p:spPr bwMode="auto">
          <a:xfrm>
            <a:off x="7881939" y="3214689"/>
            <a:ext cx="136525" cy="136525"/>
          </a:xfrm>
          <a:prstGeom prst="rect">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20490" name="TextBox 60">
            <a:extLst>
              <a:ext uri="{FF2B5EF4-FFF2-40B4-BE49-F238E27FC236}">
                <a16:creationId xmlns:a16="http://schemas.microsoft.com/office/drawing/2014/main" id="{B281233C-D4F6-9CDE-C327-7656AC239585}"/>
              </a:ext>
            </a:extLst>
          </p:cNvPr>
          <p:cNvSpPr txBox="1">
            <a:spLocks noChangeArrowheads="1"/>
          </p:cNvSpPr>
          <p:nvPr/>
        </p:nvSpPr>
        <p:spPr bwMode="auto">
          <a:xfrm>
            <a:off x="8810626" y="3786188"/>
            <a:ext cx="10715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Arrays of memory cells</a:t>
            </a:r>
            <a:endParaRPr lang="en-GB" alt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a:extLst>
              <a:ext uri="{FF2B5EF4-FFF2-40B4-BE49-F238E27FC236}">
                <a16:creationId xmlns:a16="http://schemas.microsoft.com/office/drawing/2014/main" id="{97374652-848F-13F3-ED92-F7763E76F2E4}"/>
              </a:ext>
            </a:extLst>
          </p:cNvPr>
          <p:cNvSpPr>
            <a:spLocks noGrp="1" noChangeArrowheads="1"/>
          </p:cNvSpPr>
          <p:nvPr>
            <p:ph type="title"/>
          </p:nvPr>
        </p:nvSpPr>
        <p:spPr/>
        <p:txBody>
          <a:bodyPr/>
          <a:lstStyle/>
          <a:p>
            <a:r>
              <a:rPr lang="en-US" altLang="en-US"/>
              <a:t>Structure of IC with Selectors (2DM)</a:t>
            </a:r>
            <a:endParaRPr lang="ru-RU" altLang="en-US"/>
          </a:p>
        </p:txBody>
      </p:sp>
      <p:grpSp>
        <p:nvGrpSpPr>
          <p:cNvPr id="21507" name="Group 155">
            <a:extLst>
              <a:ext uri="{FF2B5EF4-FFF2-40B4-BE49-F238E27FC236}">
                <a16:creationId xmlns:a16="http://schemas.microsoft.com/office/drawing/2014/main" id="{ABBCFF0A-030B-1A30-3E8D-DF86C403A03E}"/>
              </a:ext>
            </a:extLst>
          </p:cNvPr>
          <p:cNvGrpSpPr>
            <a:grpSpLocks/>
          </p:cNvGrpSpPr>
          <p:nvPr/>
        </p:nvGrpSpPr>
        <p:grpSpPr bwMode="auto">
          <a:xfrm>
            <a:off x="2238376" y="1404939"/>
            <a:ext cx="7002463" cy="4262437"/>
            <a:chOff x="-76" y="725"/>
            <a:chExt cx="5315" cy="3312"/>
          </a:xfrm>
        </p:grpSpPr>
        <p:sp>
          <p:nvSpPr>
            <p:cNvPr id="21508" name="AutoShape 6">
              <a:extLst>
                <a:ext uri="{FF2B5EF4-FFF2-40B4-BE49-F238E27FC236}">
                  <a16:creationId xmlns:a16="http://schemas.microsoft.com/office/drawing/2014/main" id="{28E05E68-62F5-95FA-3DA9-E1F235D35B3B}"/>
                </a:ext>
              </a:extLst>
            </p:cNvPr>
            <p:cNvSpPr>
              <a:spLocks noChangeArrowheads="1"/>
            </p:cNvSpPr>
            <p:nvPr/>
          </p:nvSpPr>
          <p:spPr bwMode="auto">
            <a:xfrm rot="5400000">
              <a:off x="392" y="1612"/>
              <a:ext cx="1436" cy="38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97 w 21600"/>
                <a:gd name="T13" fmla="*/ 4477 h 21600"/>
                <a:gd name="T14" fmla="*/ 17103 w 21600"/>
                <a:gd name="T15" fmla="*/ 1712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rot="10800000" vert="eaVert"/>
            <a:lstStyle/>
            <a:p>
              <a:endParaRPr lang="en-US"/>
            </a:p>
          </p:txBody>
        </p:sp>
        <p:sp>
          <p:nvSpPr>
            <p:cNvPr id="21509" name="Line 7">
              <a:extLst>
                <a:ext uri="{FF2B5EF4-FFF2-40B4-BE49-F238E27FC236}">
                  <a16:creationId xmlns:a16="http://schemas.microsoft.com/office/drawing/2014/main" id="{35978002-3E44-6C22-8AA0-D45CA883870C}"/>
                </a:ext>
              </a:extLst>
            </p:cNvPr>
            <p:cNvSpPr>
              <a:spLocks noChangeShapeType="1"/>
            </p:cNvSpPr>
            <p:nvPr/>
          </p:nvSpPr>
          <p:spPr bwMode="auto">
            <a:xfrm>
              <a:off x="1303" y="1180"/>
              <a:ext cx="45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32" name="Rectangle 8">
              <a:extLst>
                <a:ext uri="{FF2B5EF4-FFF2-40B4-BE49-F238E27FC236}">
                  <a16:creationId xmlns:a16="http://schemas.microsoft.com/office/drawing/2014/main" id="{348D17FB-DEDA-4AFC-AFDC-E791E9978995}"/>
                </a:ext>
              </a:extLst>
            </p:cNvPr>
            <p:cNvSpPr>
              <a:spLocks noChangeArrowheads="1"/>
            </p:cNvSpPr>
            <p:nvPr/>
          </p:nvSpPr>
          <p:spPr bwMode="auto">
            <a:xfrm>
              <a:off x="1476" y="1297"/>
              <a:ext cx="351"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129033" name="Rectangle 9">
              <a:extLst>
                <a:ext uri="{FF2B5EF4-FFF2-40B4-BE49-F238E27FC236}">
                  <a16:creationId xmlns:a16="http://schemas.microsoft.com/office/drawing/2014/main" id="{22991860-149D-46BF-B26B-13A91B4A9DF3}"/>
                </a:ext>
              </a:extLst>
            </p:cNvPr>
            <p:cNvSpPr>
              <a:spLocks noChangeArrowheads="1"/>
            </p:cNvSpPr>
            <p:nvPr/>
          </p:nvSpPr>
          <p:spPr bwMode="auto">
            <a:xfrm>
              <a:off x="2181" y="1297"/>
              <a:ext cx="351"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21512" name="Line 10">
              <a:extLst>
                <a:ext uri="{FF2B5EF4-FFF2-40B4-BE49-F238E27FC236}">
                  <a16:creationId xmlns:a16="http://schemas.microsoft.com/office/drawing/2014/main" id="{8094762A-8BA9-8010-F984-3EC5B023237C}"/>
                </a:ext>
              </a:extLst>
            </p:cNvPr>
            <p:cNvSpPr>
              <a:spLocks noChangeShapeType="1"/>
            </p:cNvSpPr>
            <p:nvPr/>
          </p:nvSpPr>
          <p:spPr bwMode="auto">
            <a:xfrm>
              <a:off x="1882" y="1180"/>
              <a:ext cx="208"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513" name="Line 11">
              <a:extLst>
                <a:ext uri="{FF2B5EF4-FFF2-40B4-BE49-F238E27FC236}">
                  <a16:creationId xmlns:a16="http://schemas.microsoft.com/office/drawing/2014/main" id="{73238297-1E6D-9B6B-F92A-24091FC1B931}"/>
                </a:ext>
              </a:extLst>
            </p:cNvPr>
            <p:cNvSpPr>
              <a:spLocks noChangeShapeType="1"/>
            </p:cNvSpPr>
            <p:nvPr/>
          </p:nvSpPr>
          <p:spPr bwMode="auto">
            <a:xfrm>
              <a:off x="2228" y="1180"/>
              <a:ext cx="8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36" name="Rectangle 12">
              <a:extLst>
                <a:ext uri="{FF2B5EF4-FFF2-40B4-BE49-F238E27FC236}">
                  <a16:creationId xmlns:a16="http://schemas.microsoft.com/office/drawing/2014/main" id="{E25FA48D-1940-443D-8D62-2B594458EF96}"/>
                </a:ext>
              </a:extLst>
            </p:cNvPr>
            <p:cNvSpPr>
              <a:spLocks noChangeArrowheads="1"/>
            </p:cNvSpPr>
            <p:nvPr/>
          </p:nvSpPr>
          <p:spPr bwMode="auto">
            <a:xfrm>
              <a:off x="2775" y="1297"/>
              <a:ext cx="351"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21515" name="Line 13">
              <a:extLst>
                <a:ext uri="{FF2B5EF4-FFF2-40B4-BE49-F238E27FC236}">
                  <a16:creationId xmlns:a16="http://schemas.microsoft.com/office/drawing/2014/main" id="{4BEFD878-2A60-E084-022B-0808EAA287C8}"/>
                </a:ext>
              </a:extLst>
            </p:cNvPr>
            <p:cNvSpPr>
              <a:spLocks noChangeShapeType="1"/>
            </p:cNvSpPr>
            <p:nvPr/>
          </p:nvSpPr>
          <p:spPr bwMode="auto">
            <a:xfrm>
              <a:off x="3124" y="1180"/>
              <a:ext cx="208"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516" name="Line 14">
              <a:extLst>
                <a:ext uri="{FF2B5EF4-FFF2-40B4-BE49-F238E27FC236}">
                  <a16:creationId xmlns:a16="http://schemas.microsoft.com/office/drawing/2014/main" id="{12BA9EB6-C28A-3946-20D3-E30C186B8ACE}"/>
                </a:ext>
              </a:extLst>
            </p:cNvPr>
            <p:cNvSpPr>
              <a:spLocks noChangeShapeType="1"/>
            </p:cNvSpPr>
            <p:nvPr/>
          </p:nvSpPr>
          <p:spPr bwMode="auto">
            <a:xfrm>
              <a:off x="3410" y="1180"/>
              <a:ext cx="39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39" name="Rectangle 15">
              <a:extLst>
                <a:ext uri="{FF2B5EF4-FFF2-40B4-BE49-F238E27FC236}">
                  <a16:creationId xmlns:a16="http://schemas.microsoft.com/office/drawing/2014/main" id="{A883D111-088E-4375-AB1F-3512E1E5138E}"/>
                </a:ext>
              </a:extLst>
            </p:cNvPr>
            <p:cNvSpPr>
              <a:spLocks noChangeArrowheads="1"/>
            </p:cNvSpPr>
            <p:nvPr/>
          </p:nvSpPr>
          <p:spPr bwMode="auto">
            <a:xfrm>
              <a:off x="3520" y="1297"/>
              <a:ext cx="353"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129040" name="Rectangle 16">
              <a:extLst>
                <a:ext uri="{FF2B5EF4-FFF2-40B4-BE49-F238E27FC236}">
                  <a16:creationId xmlns:a16="http://schemas.microsoft.com/office/drawing/2014/main" id="{1E8ADA08-2024-4383-9080-2F134C25AB01}"/>
                </a:ext>
              </a:extLst>
            </p:cNvPr>
            <p:cNvSpPr>
              <a:spLocks noChangeArrowheads="1"/>
            </p:cNvSpPr>
            <p:nvPr/>
          </p:nvSpPr>
          <p:spPr bwMode="auto">
            <a:xfrm>
              <a:off x="4105" y="1297"/>
              <a:ext cx="349"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129041" name="Rectangle 17">
              <a:extLst>
                <a:ext uri="{FF2B5EF4-FFF2-40B4-BE49-F238E27FC236}">
                  <a16:creationId xmlns:a16="http://schemas.microsoft.com/office/drawing/2014/main" id="{65027241-BC65-4DB4-8966-7183408E1B4F}"/>
                </a:ext>
              </a:extLst>
            </p:cNvPr>
            <p:cNvSpPr>
              <a:spLocks noChangeArrowheads="1"/>
            </p:cNvSpPr>
            <p:nvPr/>
          </p:nvSpPr>
          <p:spPr bwMode="auto">
            <a:xfrm>
              <a:off x="4771" y="1305"/>
              <a:ext cx="347"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21520" name="Line 18">
              <a:extLst>
                <a:ext uri="{FF2B5EF4-FFF2-40B4-BE49-F238E27FC236}">
                  <a16:creationId xmlns:a16="http://schemas.microsoft.com/office/drawing/2014/main" id="{B76CF47A-AE34-C2A5-C3C3-A0CBB564CD61}"/>
                </a:ext>
              </a:extLst>
            </p:cNvPr>
            <p:cNvSpPr>
              <a:spLocks noChangeShapeType="1"/>
            </p:cNvSpPr>
            <p:nvPr/>
          </p:nvSpPr>
          <p:spPr bwMode="auto">
            <a:xfrm>
              <a:off x="4469" y="1180"/>
              <a:ext cx="207"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521" name="Line 19">
              <a:extLst>
                <a:ext uri="{FF2B5EF4-FFF2-40B4-BE49-F238E27FC236}">
                  <a16:creationId xmlns:a16="http://schemas.microsoft.com/office/drawing/2014/main" id="{5AE3BE99-17A7-6801-D3F1-3B4302EACBFA}"/>
                </a:ext>
              </a:extLst>
            </p:cNvPr>
            <p:cNvSpPr>
              <a:spLocks noChangeShapeType="1"/>
            </p:cNvSpPr>
            <p:nvPr/>
          </p:nvSpPr>
          <p:spPr bwMode="auto">
            <a:xfrm>
              <a:off x="4745" y="1180"/>
              <a:ext cx="20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2" name="Line 20">
              <a:extLst>
                <a:ext uri="{FF2B5EF4-FFF2-40B4-BE49-F238E27FC236}">
                  <a16:creationId xmlns:a16="http://schemas.microsoft.com/office/drawing/2014/main" id="{DA33CAC2-DFB0-A745-DEB2-04FFABABAE2D}"/>
                </a:ext>
              </a:extLst>
            </p:cNvPr>
            <p:cNvSpPr>
              <a:spLocks noChangeShapeType="1"/>
            </p:cNvSpPr>
            <p:nvPr/>
          </p:nvSpPr>
          <p:spPr bwMode="auto">
            <a:xfrm>
              <a:off x="1657" y="1180"/>
              <a:ext cx="0" cy="124"/>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23" name="Line 21">
              <a:extLst>
                <a:ext uri="{FF2B5EF4-FFF2-40B4-BE49-F238E27FC236}">
                  <a16:creationId xmlns:a16="http://schemas.microsoft.com/office/drawing/2014/main" id="{3DBB9AB5-A3E2-2852-073C-3D321F75A5FE}"/>
                </a:ext>
              </a:extLst>
            </p:cNvPr>
            <p:cNvSpPr>
              <a:spLocks noChangeShapeType="1"/>
            </p:cNvSpPr>
            <p:nvPr/>
          </p:nvSpPr>
          <p:spPr bwMode="auto">
            <a:xfrm>
              <a:off x="2354" y="1180"/>
              <a:ext cx="0" cy="124"/>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24" name="Line 22">
              <a:extLst>
                <a:ext uri="{FF2B5EF4-FFF2-40B4-BE49-F238E27FC236}">
                  <a16:creationId xmlns:a16="http://schemas.microsoft.com/office/drawing/2014/main" id="{10C8BB54-489E-6B42-4854-D72DEE6090B0}"/>
                </a:ext>
              </a:extLst>
            </p:cNvPr>
            <p:cNvSpPr>
              <a:spLocks noChangeShapeType="1"/>
            </p:cNvSpPr>
            <p:nvPr/>
          </p:nvSpPr>
          <p:spPr bwMode="auto">
            <a:xfrm>
              <a:off x="2948" y="1180"/>
              <a:ext cx="0" cy="124"/>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25" name="Line 23">
              <a:extLst>
                <a:ext uri="{FF2B5EF4-FFF2-40B4-BE49-F238E27FC236}">
                  <a16:creationId xmlns:a16="http://schemas.microsoft.com/office/drawing/2014/main" id="{8DB4A7AC-8AB0-BA2E-4D86-44F3EF07367B}"/>
                </a:ext>
              </a:extLst>
            </p:cNvPr>
            <p:cNvSpPr>
              <a:spLocks noChangeShapeType="1"/>
            </p:cNvSpPr>
            <p:nvPr/>
          </p:nvSpPr>
          <p:spPr bwMode="auto">
            <a:xfrm>
              <a:off x="3697" y="1180"/>
              <a:ext cx="0" cy="124"/>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26" name="Line 24">
              <a:extLst>
                <a:ext uri="{FF2B5EF4-FFF2-40B4-BE49-F238E27FC236}">
                  <a16:creationId xmlns:a16="http://schemas.microsoft.com/office/drawing/2014/main" id="{94EE40A8-BD37-FE27-6726-EDAD6EF246C3}"/>
                </a:ext>
              </a:extLst>
            </p:cNvPr>
            <p:cNvSpPr>
              <a:spLocks noChangeShapeType="1"/>
            </p:cNvSpPr>
            <p:nvPr/>
          </p:nvSpPr>
          <p:spPr bwMode="auto">
            <a:xfrm>
              <a:off x="4282" y="1180"/>
              <a:ext cx="0" cy="124"/>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27" name="Line 25">
              <a:extLst>
                <a:ext uri="{FF2B5EF4-FFF2-40B4-BE49-F238E27FC236}">
                  <a16:creationId xmlns:a16="http://schemas.microsoft.com/office/drawing/2014/main" id="{F4CF40C9-8959-7198-20D6-1C6072DFE7D9}"/>
                </a:ext>
              </a:extLst>
            </p:cNvPr>
            <p:cNvSpPr>
              <a:spLocks noChangeShapeType="1"/>
            </p:cNvSpPr>
            <p:nvPr/>
          </p:nvSpPr>
          <p:spPr bwMode="auto">
            <a:xfrm>
              <a:off x="4953" y="1180"/>
              <a:ext cx="0" cy="124"/>
            </a:xfrm>
            <a:prstGeom prst="line">
              <a:avLst/>
            </a:prstGeom>
            <a:noFill/>
            <a:ln w="25400">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21528" name="Line 26">
              <a:extLst>
                <a:ext uri="{FF2B5EF4-FFF2-40B4-BE49-F238E27FC236}">
                  <a16:creationId xmlns:a16="http://schemas.microsoft.com/office/drawing/2014/main" id="{7879F79D-9F3A-D41F-BA32-D9DA79E7C17C}"/>
                </a:ext>
              </a:extLst>
            </p:cNvPr>
            <p:cNvSpPr>
              <a:spLocks noChangeShapeType="1"/>
            </p:cNvSpPr>
            <p:nvPr/>
          </p:nvSpPr>
          <p:spPr bwMode="auto">
            <a:xfrm>
              <a:off x="1822" y="1390"/>
              <a:ext cx="1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9" name="Line 27">
              <a:extLst>
                <a:ext uri="{FF2B5EF4-FFF2-40B4-BE49-F238E27FC236}">
                  <a16:creationId xmlns:a16="http://schemas.microsoft.com/office/drawing/2014/main" id="{85B07FC8-330F-A715-C64B-8BC98DD19C45}"/>
                </a:ext>
              </a:extLst>
            </p:cNvPr>
            <p:cNvSpPr>
              <a:spLocks noChangeShapeType="1"/>
            </p:cNvSpPr>
            <p:nvPr/>
          </p:nvSpPr>
          <p:spPr bwMode="auto">
            <a:xfrm>
              <a:off x="2527" y="1398"/>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0" name="Line 28">
              <a:extLst>
                <a:ext uri="{FF2B5EF4-FFF2-40B4-BE49-F238E27FC236}">
                  <a16:creationId xmlns:a16="http://schemas.microsoft.com/office/drawing/2014/main" id="{A3A1AF3E-75E9-B87E-6804-3351F43EE1E4}"/>
                </a:ext>
              </a:extLst>
            </p:cNvPr>
            <p:cNvSpPr>
              <a:spLocks noChangeShapeType="1"/>
            </p:cNvSpPr>
            <p:nvPr/>
          </p:nvSpPr>
          <p:spPr bwMode="auto">
            <a:xfrm>
              <a:off x="3130" y="1390"/>
              <a:ext cx="1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1" name="Line 29">
              <a:extLst>
                <a:ext uri="{FF2B5EF4-FFF2-40B4-BE49-F238E27FC236}">
                  <a16:creationId xmlns:a16="http://schemas.microsoft.com/office/drawing/2014/main" id="{649E452C-827B-065B-99D4-5E2009D8FD25}"/>
                </a:ext>
              </a:extLst>
            </p:cNvPr>
            <p:cNvSpPr>
              <a:spLocks noChangeShapeType="1"/>
            </p:cNvSpPr>
            <p:nvPr/>
          </p:nvSpPr>
          <p:spPr bwMode="auto">
            <a:xfrm>
              <a:off x="3880" y="1390"/>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2" name="Line 30">
              <a:extLst>
                <a:ext uri="{FF2B5EF4-FFF2-40B4-BE49-F238E27FC236}">
                  <a16:creationId xmlns:a16="http://schemas.microsoft.com/office/drawing/2014/main" id="{22B71576-6B07-5B51-7A1D-7C2CF38D3DEF}"/>
                </a:ext>
              </a:extLst>
            </p:cNvPr>
            <p:cNvSpPr>
              <a:spLocks noChangeShapeType="1"/>
            </p:cNvSpPr>
            <p:nvPr/>
          </p:nvSpPr>
          <p:spPr bwMode="auto">
            <a:xfrm>
              <a:off x="4456" y="1390"/>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3" name="Line 31">
              <a:extLst>
                <a:ext uri="{FF2B5EF4-FFF2-40B4-BE49-F238E27FC236}">
                  <a16:creationId xmlns:a16="http://schemas.microsoft.com/office/drawing/2014/main" id="{D13F0592-1EEA-F2BB-7322-D80294F06391}"/>
                </a:ext>
              </a:extLst>
            </p:cNvPr>
            <p:cNvSpPr>
              <a:spLocks noChangeShapeType="1"/>
            </p:cNvSpPr>
            <p:nvPr/>
          </p:nvSpPr>
          <p:spPr bwMode="auto">
            <a:xfrm>
              <a:off x="5119" y="1390"/>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4" name="Line 32">
              <a:extLst>
                <a:ext uri="{FF2B5EF4-FFF2-40B4-BE49-F238E27FC236}">
                  <a16:creationId xmlns:a16="http://schemas.microsoft.com/office/drawing/2014/main" id="{264FB8D1-58F8-D1FE-A4C7-722801C4DC51}"/>
                </a:ext>
              </a:extLst>
            </p:cNvPr>
            <p:cNvSpPr>
              <a:spLocks noChangeShapeType="1"/>
            </p:cNvSpPr>
            <p:nvPr/>
          </p:nvSpPr>
          <p:spPr bwMode="auto">
            <a:xfrm>
              <a:off x="1299" y="1624"/>
              <a:ext cx="45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57" name="Rectangle 33">
              <a:extLst>
                <a:ext uri="{FF2B5EF4-FFF2-40B4-BE49-F238E27FC236}">
                  <a16:creationId xmlns:a16="http://schemas.microsoft.com/office/drawing/2014/main" id="{034C1183-14E0-4E29-9367-C92A9DBAC084}"/>
                </a:ext>
              </a:extLst>
            </p:cNvPr>
            <p:cNvSpPr>
              <a:spLocks noChangeArrowheads="1"/>
            </p:cNvSpPr>
            <p:nvPr/>
          </p:nvSpPr>
          <p:spPr bwMode="auto">
            <a:xfrm>
              <a:off x="1481" y="1740"/>
              <a:ext cx="352"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129058" name="Rectangle 34">
              <a:extLst>
                <a:ext uri="{FF2B5EF4-FFF2-40B4-BE49-F238E27FC236}">
                  <a16:creationId xmlns:a16="http://schemas.microsoft.com/office/drawing/2014/main" id="{74572C9E-DA51-420C-8AA8-3D04D045B887}"/>
                </a:ext>
              </a:extLst>
            </p:cNvPr>
            <p:cNvSpPr>
              <a:spLocks noChangeArrowheads="1"/>
            </p:cNvSpPr>
            <p:nvPr/>
          </p:nvSpPr>
          <p:spPr bwMode="auto">
            <a:xfrm>
              <a:off x="2187" y="1740"/>
              <a:ext cx="351"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21537" name="Line 35">
              <a:extLst>
                <a:ext uri="{FF2B5EF4-FFF2-40B4-BE49-F238E27FC236}">
                  <a16:creationId xmlns:a16="http://schemas.microsoft.com/office/drawing/2014/main" id="{793FA500-5A98-859D-842A-EA14794D268E}"/>
                </a:ext>
              </a:extLst>
            </p:cNvPr>
            <p:cNvSpPr>
              <a:spLocks noChangeShapeType="1"/>
            </p:cNvSpPr>
            <p:nvPr/>
          </p:nvSpPr>
          <p:spPr bwMode="auto">
            <a:xfrm>
              <a:off x="1887" y="1624"/>
              <a:ext cx="208"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538" name="Line 36">
              <a:extLst>
                <a:ext uri="{FF2B5EF4-FFF2-40B4-BE49-F238E27FC236}">
                  <a16:creationId xmlns:a16="http://schemas.microsoft.com/office/drawing/2014/main" id="{14A9702F-F4B1-1B40-FF60-BF6B3B5AB493}"/>
                </a:ext>
              </a:extLst>
            </p:cNvPr>
            <p:cNvSpPr>
              <a:spLocks noChangeShapeType="1"/>
            </p:cNvSpPr>
            <p:nvPr/>
          </p:nvSpPr>
          <p:spPr bwMode="auto">
            <a:xfrm>
              <a:off x="2233" y="1624"/>
              <a:ext cx="8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61" name="Rectangle 37">
              <a:extLst>
                <a:ext uri="{FF2B5EF4-FFF2-40B4-BE49-F238E27FC236}">
                  <a16:creationId xmlns:a16="http://schemas.microsoft.com/office/drawing/2014/main" id="{3A19C862-CEBE-4CE7-8DFF-484D5832AF6B}"/>
                </a:ext>
              </a:extLst>
            </p:cNvPr>
            <p:cNvSpPr>
              <a:spLocks noChangeArrowheads="1"/>
            </p:cNvSpPr>
            <p:nvPr/>
          </p:nvSpPr>
          <p:spPr bwMode="auto">
            <a:xfrm>
              <a:off x="2780" y="1740"/>
              <a:ext cx="352"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21540" name="Line 38">
              <a:extLst>
                <a:ext uri="{FF2B5EF4-FFF2-40B4-BE49-F238E27FC236}">
                  <a16:creationId xmlns:a16="http://schemas.microsoft.com/office/drawing/2014/main" id="{28AFAF8C-C227-E4CA-CFEC-8912825F1403}"/>
                </a:ext>
              </a:extLst>
            </p:cNvPr>
            <p:cNvSpPr>
              <a:spLocks noChangeShapeType="1"/>
            </p:cNvSpPr>
            <p:nvPr/>
          </p:nvSpPr>
          <p:spPr bwMode="auto">
            <a:xfrm>
              <a:off x="3130" y="1624"/>
              <a:ext cx="207"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541" name="Line 39">
              <a:extLst>
                <a:ext uri="{FF2B5EF4-FFF2-40B4-BE49-F238E27FC236}">
                  <a16:creationId xmlns:a16="http://schemas.microsoft.com/office/drawing/2014/main" id="{B7A7A1A5-1C38-FC53-4B87-9DFDBE58AB20}"/>
                </a:ext>
              </a:extLst>
            </p:cNvPr>
            <p:cNvSpPr>
              <a:spLocks noChangeShapeType="1"/>
            </p:cNvSpPr>
            <p:nvPr/>
          </p:nvSpPr>
          <p:spPr bwMode="auto">
            <a:xfrm>
              <a:off x="3415" y="1624"/>
              <a:ext cx="9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64" name="Rectangle 40">
              <a:extLst>
                <a:ext uri="{FF2B5EF4-FFF2-40B4-BE49-F238E27FC236}">
                  <a16:creationId xmlns:a16="http://schemas.microsoft.com/office/drawing/2014/main" id="{394D9F6D-18CB-4931-95E6-1B00FE40E563}"/>
                </a:ext>
              </a:extLst>
            </p:cNvPr>
            <p:cNvSpPr>
              <a:spLocks noChangeArrowheads="1"/>
            </p:cNvSpPr>
            <p:nvPr/>
          </p:nvSpPr>
          <p:spPr bwMode="auto">
            <a:xfrm>
              <a:off x="3526" y="1740"/>
              <a:ext cx="353"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129065" name="Rectangle 41">
              <a:extLst>
                <a:ext uri="{FF2B5EF4-FFF2-40B4-BE49-F238E27FC236}">
                  <a16:creationId xmlns:a16="http://schemas.microsoft.com/office/drawing/2014/main" id="{E3B9ACBF-24AF-4450-88DD-456D19A260C1}"/>
                </a:ext>
              </a:extLst>
            </p:cNvPr>
            <p:cNvSpPr>
              <a:spLocks noChangeArrowheads="1"/>
            </p:cNvSpPr>
            <p:nvPr/>
          </p:nvSpPr>
          <p:spPr bwMode="auto">
            <a:xfrm>
              <a:off x="4110" y="1740"/>
              <a:ext cx="351"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129066" name="Rectangle 42">
              <a:extLst>
                <a:ext uri="{FF2B5EF4-FFF2-40B4-BE49-F238E27FC236}">
                  <a16:creationId xmlns:a16="http://schemas.microsoft.com/office/drawing/2014/main" id="{103FCC69-F1AA-47EE-BB9B-4C693E705F13}"/>
                </a:ext>
              </a:extLst>
            </p:cNvPr>
            <p:cNvSpPr>
              <a:spLocks noChangeArrowheads="1"/>
            </p:cNvSpPr>
            <p:nvPr/>
          </p:nvSpPr>
          <p:spPr bwMode="auto">
            <a:xfrm>
              <a:off x="4778" y="1740"/>
              <a:ext cx="349"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21545" name="Line 43">
              <a:extLst>
                <a:ext uri="{FF2B5EF4-FFF2-40B4-BE49-F238E27FC236}">
                  <a16:creationId xmlns:a16="http://schemas.microsoft.com/office/drawing/2014/main" id="{C7511CA5-33A8-5BF2-A2EA-7A41A2323DD8}"/>
                </a:ext>
              </a:extLst>
            </p:cNvPr>
            <p:cNvSpPr>
              <a:spLocks noChangeShapeType="1"/>
            </p:cNvSpPr>
            <p:nvPr/>
          </p:nvSpPr>
          <p:spPr bwMode="auto">
            <a:xfrm>
              <a:off x="4474" y="1624"/>
              <a:ext cx="207"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546" name="Line 44">
              <a:extLst>
                <a:ext uri="{FF2B5EF4-FFF2-40B4-BE49-F238E27FC236}">
                  <a16:creationId xmlns:a16="http://schemas.microsoft.com/office/drawing/2014/main" id="{E8643A10-BE4C-7C0C-B227-EB53329080CD}"/>
                </a:ext>
              </a:extLst>
            </p:cNvPr>
            <p:cNvSpPr>
              <a:spLocks noChangeShapeType="1"/>
            </p:cNvSpPr>
            <p:nvPr/>
          </p:nvSpPr>
          <p:spPr bwMode="auto">
            <a:xfrm>
              <a:off x="4751" y="1624"/>
              <a:ext cx="20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47" name="Line 45">
              <a:extLst>
                <a:ext uri="{FF2B5EF4-FFF2-40B4-BE49-F238E27FC236}">
                  <a16:creationId xmlns:a16="http://schemas.microsoft.com/office/drawing/2014/main" id="{E0F3EDDE-F5B9-BCB3-B0AA-D8D38E1B28E2}"/>
                </a:ext>
              </a:extLst>
            </p:cNvPr>
            <p:cNvSpPr>
              <a:spLocks noChangeShapeType="1"/>
            </p:cNvSpPr>
            <p:nvPr/>
          </p:nvSpPr>
          <p:spPr bwMode="auto">
            <a:xfrm>
              <a:off x="1662" y="1624"/>
              <a:ext cx="0" cy="123"/>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48" name="Line 46">
              <a:extLst>
                <a:ext uri="{FF2B5EF4-FFF2-40B4-BE49-F238E27FC236}">
                  <a16:creationId xmlns:a16="http://schemas.microsoft.com/office/drawing/2014/main" id="{A6C771C8-7105-ABED-FF5F-4AB20A867188}"/>
                </a:ext>
              </a:extLst>
            </p:cNvPr>
            <p:cNvSpPr>
              <a:spLocks noChangeShapeType="1"/>
            </p:cNvSpPr>
            <p:nvPr/>
          </p:nvSpPr>
          <p:spPr bwMode="auto">
            <a:xfrm>
              <a:off x="2360" y="1624"/>
              <a:ext cx="0" cy="123"/>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49" name="Line 47">
              <a:extLst>
                <a:ext uri="{FF2B5EF4-FFF2-40B4-BE49-F238E27FC236}">
                  <a16:creationId xmlns:a16="http://schemas.microsoft.com/office/drawing/2014/main" id="{4CCB2CBB-F864-7994-705A-9A46CC27803F}"/>
                </a:ext>
              </a:extLst>
            </p:cNvPr>
            <p:cNvSpPr>
              <a:spLocks noChangeShapeType="1"/>
            </p:cNvSpPr>
            <p:nvPr/>
          </p:nvSpPr>
          <p:spPr bwMode="auto">
            <a:xfrm>
              <a:off x="2953" y="1624"/>
              <a:ext cx="0" cy="123"/>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50" name="Line 48">
              <a:extLst>
                <a:ext uri="{FF2B5EF4-FFF2-40B4-BE49-F238E27FC236}">
                  <a16:creationId xmlns:a16="http://schemas.microsoft.com/office/drawing/2014/main" id="{5B7CEB51-B0D1-9A8B-98BB-2A36438960E9}"/>
                </a:ext>
              </a:extLst>
            </p:cNvPr>
            <p:cNvSpPr>
              <a:spLocks noChangeShapeType="1"/>
            </p:cNvSpPr>
            <p:nvPr/>
          </p:nvSpPr>
          <p:spPr bwMode="auto">
            <a:xfrm>
              <a:off x="3702" y="1624"/>
              <a:ext cx="0" cy="123"/>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51" name="Line 49">
              <a:extLst>
                <a:ext uri="{FF2B5EF4-FFF2-40B4-BE49-F238E27FC236}">
                  <a16:creationId xmlns:a16="http://schemas.microsoft.com/office/drawing/2014/main" id="{14E1D716-69C7-FCF1-D599-C5BF43F31804}"/>
                </a:ext>
              </a:extLst>
            </p:cNvPr>
            <p:cNvSpPr>
              <a:spLocks noChangeShapeType="1"/>
            </p:cNvSpPr>
            <p:nvPr/>
          </p:nvSpPr>
          <p:spPr bwMode="auto">
            <a:xfrm>
              <a:off x="4287" y="1624"/>
              <a:ext cx="0" cy="123"/>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52" name="Line 50">
              <a:extLst>
                <a:ext uri="{FF2B5EF4-FFF2-40B4-BE49-F238E27FC236}">
                  <a16:creationId xmlns:a16="http://schemas.microsoft.com/office/drawing/2014/main" id="{A26288CA-DDE1-7269-580E-F241959064CE}"/>
                </a:ext>
              </a:extLst>
            </p:cNvPr>
            <p:cNvSpPr>
              <a:spLocks noChangeShapeType="1"/>
            </p:cNvSpPr>
            <p:nvPr/>
          </p:nvSpPr>
          <p:spPr bwMode="auto">
            <a:xfrm>
              <a:off x="4958" y="1616"/>
              <a:ext cx="0" cy="123"/>
            </a:xfrm>
            <a:prstGeom prst="line">
              <a:avLst/>
            </a:prstGeom>
            <a:noFill/>
            <a:ln w="25400">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21553" name="Line 51">
              <a:extLst>
                <a:ext uri="{FF2B5EF4-FFF2-40B4-BE49-F238E27FC236}">
                  <a16:creationId xmlns:a16="http://schemas.microsoft.com/office/drawing/2014/main" id="{63836AFE-BD96-D177-2782-B4BC51FF6F8F}"/>
                </a:ext>
              </a:extLst>
            </p:cNvPr>
            <p:cNvSpPr>
              <a:spLocks noChangeShapeType="1"/>
            </p:cNvSpPr>
            <p:nvPr/>
          </p:nvSpPr>
          <p:spPr bwMode="auto">
            <a:xfrm>
              <a:off x="1827" y="1834"/>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54" name="Line 52">
              <a:extLst>
                <a:ext uri="{FF2B5EF4-FFF2-40B4-BE49-F238E27FC236}">
                  <a16:creationId xmlns:a16="http://schemas.microsoft.com/office/drawing/2014/main" id="{35707DA0-2B57-F4E9-682C-F15B4DD18885}"/>
                </a:ext>
              </a:extLst>
            </p:cNvPr>
            <p:cNvSpPr>
              <a:spLocks noChangeShapeType="1"/>
            </p:cNvSpPr>
            <p:nvPr/>
          </p:nvSpPr>
          <p:spPr bwMode="auto">
            <a:xfrm>
              <a:off x="2541" y="1841"/>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55" name="Line 53">
              <a:extLst>
                <a:ext uri="{FF2B5EF4-FFF2-40B4-BE49-F238E27FC236}">
                  <a16:creationId xmlns:a16="http://schemas.microsoft.com/office/drawing/2014/main" id="{30670254-6D7A-EBC9-99E0-E375B4A5B17F}"/>
                </a:ext>
              </a:extLst>
            </p:cNvPr>
            <p:cNvSpPr>
              <a:spLocks noChangeShapeType="1"/>
            </p:cNvSpPr>
            <p:nvPr/>
          </p:nvSpPr>
          <p:spPr bwMode="auto">
            <a:xfrm>
              <a:off x="3135" y="1834"/>
              <a:ext cx="1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56" name="Line 54">
              <a:extLst>
                <a:ext uri="{FF2B5EF4-FFF2-40B4-BE49-F238E27FC236}">
                  <a16:creationId xmlns:a16="http://schemas.microsoft.com/office/drawing/2014/main" id="{F159E33C-C6AA-0743-5801-D1AD4D425F02}"/>
                </a:ext>
              </a:extLst>
            </p:cNvPr>
            <p:cNvSpPr>
              <a:spLocks noChangeShapeType="1"/>
            </p:cNvSpPr>
            <p:nvPr/>
          </p:nvSpPr>
          <p:spPr bwMode="auto">
            <a:xfrm>
              <a:off x="3877" y="1834"/>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57" name="Line 55">
              <a:extLst>
                <a:ext uri="{FF2B5EF4-FFF2-40B4-BE49-F238E27FC236}">
                  <a16:creationId xmlns:a16="http://schemas.microsoft.com/office/drawing/2014/main" id="{E3D27F2C-FDB4-8E02-E597-A649BB31F49A}"/>
                </a:ext>
              </a:extLst>
            </p:cNvPr>
            <p:cNvSpPr>
              <a:spLocks noChangeShapeType="1"/>
            </p:cNvSpPr>
            <p:nvPr/>
          </p:nvSpPr>
          <p:spPr bwMode="auto">
            <a:xfrm>
              <a:off x="4462" y="1834"/>
              <a:ext cx="1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58" name="Line 56">
              <a:extLst>
                <a:ext uri="{FF2B5EF4-FFF2-40B4-BE49-F238E27FC236}">
                  <a16:creationId xmlns:a16="http://schemas.microsoft.com/office/drawing/2014/main" id="{22C554B2-0E8E-31EE-995D-9A75FE2C9815}"/>
                </a:ext>
              </a:extLst>
            </p:cNvPr>
            <p:cNvSpPr>
              <a:spLocks noChangeShapeType="1"/>
            </p:cNvSpPr>
            <p:nvPr/>
          </p:nvSpPr>
          <p:spPr bwMode="auto">
            <a:xfrm>
              <a:off x="5124" y="1826"/>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59" name="Line 57">
              <a:extLst>
                <a:ext uri="{FF2B5EF4-FFF2-40B4-BE49-F238E27FC236}">
                  <a16:creationId xmlns:a16="http://schemas.microsoft.com/office/drawing/2014/main" id="{0E67FE60-95F2-AE7E-6C0B-91D2A2C9CE53}"/>
                </a:ext>
              </a:extLst>
            </p:cNvPr>
            <p:cNvSpPr>
              <a:spLocks noChangeShapeType="1"/>
            </p:cNvSpPr>
            <p:nvPr/>
          </p:nvSpPr>
          <p:spPr bwMode="auto">
            <a:xfrm>
              <a:off x="1299" y="2277"/>
              <a:ext cx="45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82" name="Rectangle 58">
              <a:extLst>
                <a:ext uri="{FF2B5EF4-FFF2-40B4-BE49-F238E27FC236}">
                  <a16:creationId xmlns:a16="http://schemas.microsoft.com/office/drawing/2014/main" id="{26101169-0699-4100-B09D-8FEAD8ECFAC1}"/>
                </a:ext>
              </a:extLst>
            </p:cNvPr>
            <p:cNvSpPr>
              <a:spLocks noChangeArrowheads="1"/>
            </p:cNvSpPr>
            <p:nvPr/>
          </p:nvSpPr>
          <p:spPr bwMode="auto">
            <a:xfrm>
              <a:off x="1481" y="2394"/>
              <a:ext cx="352"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129083" name="Rectangle 59">
              <a:extLst>
                <a:ext uri="{FF2B5EF4-FFF2-40B4-BE49-F238E27FC236}">
                  <a16:creationId xmlns:a16="http://schemas.microsoft.com/office/drawing/2014/main" id="{D4B6F08D-0593-408B-889D-1434A6E0E2AF}"/>
                </a:ext>
              </a:extLst>
            </p:cNvPr>
            <p:cNvSpPr>
              <a:spLocks noChangeArrowheads="1"/>
            </p:cNvSpPr>
            <p:nvPr/>
          </p:nvSpPr>
          <p:spPr bwMode="auto">
            <a:xfrm>
              <a:off x="2178" y="2394"/>
              <a:ext cx="347"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21562" name="Line 60">
              <a:extLst>
                <a:ext uri="{FF2B5EF4-FFF2-40B4-BE49-F238E27FC236}">
                  <a16:creationId xmlns:a16="http://schemas.microsoft.com/office/drawing/2014/main" id="{2B933803-8CDD-A8DA-34CB-9074DC3C3D7B}"/>
                </a:ext>
              </a:extLst>
            </p:cNvPr>
            <p:cNvSpPr>
              <a:spLocks noChangeShapeType="1"/>
            </p:cNvSpPr>
            <p:nvPr/>
          </p:nvSpPr>
          <p:spPr bwMode="auto">
            <a:xfrm>
              <a:off x="1887" y="2277"/>
              <a:ext cx="208"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563" name="Line 61">
              <a:extLst>
                <a:ext uri="{FF2B5EF4-FFF2-40B4-BE49-F238E27FC236}">
                  <a16:creationId xmlns:a16="http://schemas.microsoft.com/office/drawing/2014/main" id="{A81E851D-809F-7ADF-8E1C-5D59D14CB1BA}"/>
                </a:ext>
              </a:extLst>
            </p:cNvPr>
            <p:cNvSpPr>
              <a:spLocks noChangeShapeType="1"/>
            </p:cNvSpPr>
            <p:nvPr/>
          </p:nvSpPr>
          <p:spPr bwMode="auto">
            <a:xfrm>
              <a:off x="2233" y="2277"/>
              <a:ext cx="8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86" name="Rectangle 62">
              <a:extLst>
                <a:ext uri="{FF2B5EF4-FFF2-40B4-BE49-F238E27FC236}">
                  <a16:creationId xmlns:a16="http://schemas.microsoft.com/office/drawing/2014/main" id="{EF202878-E0A3-4EE3-B92F-0CEFB856B408}"/>
                </a:ext>
              </a:extLst>
            </p:cNvPr>
            <p:cNvSpPr>
              <a:spLocks noChangeArrowheads="1"/>
            </p:cNvSpPr>
            <p:nvPr/>
          </p:nvSpPr>
          <p:spPr bwMode="auto">
            <a:xfrm>
              <a:off x="2780" y="2394"/>
              <a:ext cx="352"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21565" name="Line 63">
              <a:extLst>
                <a:ext uri="{FF2B5EF4-FFF2-40B4-BE49-F238E27FC236}">
                  <a16:creationId xmlns:a16="http://schemas.microsoft.com/office/drawing/2014/main" id="{ABE60E6A-41CD-2DA4-E88B-6FF2AD656B1B}"/>
                </a:ext>
              </a:extLst>
            </p:cNvPr>
            <p:cNvSpPr>
              <a:spLocks noChangeShapeType="1"/>
            </p:cNvSpPr>
            <p:nvPr/>
          </p:nvSpPr>
          <p:spPr bwMode="auto">
            <a:xfrm>
              <a:off x="3130" y="2277"/>
              <a:ext cx="207"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566" name="Line 64">
              <a:extLst>
                <a:ext uri="{FF2B5EF4-FFF2-40B4-BE49-F238E27FC236}">
                  <a16:creationId xmlns:a16="http://schemas.microsoft.com/office/drawing/2014/main" id="{DC18F0D4-0F0B-DA8D-582A-D95CF772225E}"/>
                </a:ext>
              </a:extLst>
            </p:cNvPr>
            <p:cNvSpPr>
              <a:spLocks noChangeShapeType="1"/>
            </p:cNvSpPr>
            <p:nvPr/>
          </p:nvSpPr>
          <p:spPr bwMode="auto">
            <a:xfrm>
              <a:off x="3415" y="2277"/>
              <a:ext cx="9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89" name="Rectangle 65">
              <a:extLst>
                <a:ext uri="{FF2B5EF4-FFF2-40B4-BE49-F238E27FC236}">
                  <a16:creationId xmlns:a16="http://schemas.microsoft.com/office/drawing/2014/main" id="{CE0AE24E-D966-4219-97CF-43D4A8A1D315}"/>
                </a:ext>
              </a:extLst>
            </p:cNvPr>
            <p:cNvSpPr>
              <a:spLocks noChangeArrowheads="1"/>
            </p:cNvSpPr>
            <p:nvPr/>
          </p:nvSpPr>
          <p:spPr bwMode="auto">
            <a:xfrm>
              <a:off x="3526" y="2394"/>
              <a:ext cx="353"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129090" name="Rectangle 66">
              <a:extLst>
                <a:ext uri="{FF2B5EF4-FFF2-40B4-BE49-F238E27FC236}">
                  <a16:creationId xmlns:a16="http://schemas.microsoft.com/office/drawing/2014/main" id="{E3851E7A-64CA-4E14-8427-98905CF024F4}"/>
                </a:ext>
              </a:extLst>
            </p:cNvPr>
            <p:cNvSpPr>
              <a:spLocks noChangeArrowheads="1"/>
            </p:cNvSpPr>
            <p:nvPr/>
          </p:nvSpPr>
          <p:spPr bwMode="auto">
            <a:xfrm>
              <a:off x="4110" y="2394"/>
              <a:ext cx="351"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129091" name="Rectangle 67">
              <a:extLst>
                <a:ext uri="{FF2B5EF4-FFF2-40B4-BE49-F238E27FC236}">
                  <a16:creationId xmlns:a16="http://schemas.microsoft.com/office/drawing/2014/main" id="{5FFEEB64-2134-4317-9EFD-3DF78342851E}"/>
                </a:ext>
              </a:extLst>
            </p:cNvPr>
            <p:cNvSpPr>
              <a:spLocks noChangeArrowheads="1"/>
            </p:cNvSpPr>
            <p:nvPr/>
          </p:nvSpPr>
          <p:spPr bwMode="auto">
            <a:xfrm>
              <a:off x="4778" y="2394"/>
              <a:ext cx="349" cy="186"/>
            </a:xfrm>
            <a:prstGeom prst="rect">
              <a:avLst/>
            </a:prstGeom>
            <a:solidFill>
              <a:schemeClr val="accent1">
                <a:lumMod val="20000"/>
                <a:lumOff val="80000"/>
              </a:schemeClr>
            </a:solidFill>
            <a:ln w="25400">
              <a:solidFill>
                <a:srgbClr val="000000"/>
              </a:solidFill>
              <a:miter lim="800000"/>
              <a:headEnd/>
              <a:tailEnd/>
            </a:ln>
          </p:spPr>
          <p:txBody>
            <a:bodyPr/>
            <a:lstStyle/>
            <a:p>
              <a:pPr eaLnBrk="1" hangingPunct="1">
                <a:defRPr/>
              </a:pPr>
              <a:endParaRPr lang="en-US" sz="1200"/>
            </a:p>
          </p:txBody>
        </p:sp>
        <p:sp>
          <p:nvSpPr>
            <p:cNvPr id="21570" name="Line 68">
              <a:extLst>
                <a:ext uri="{FF2B5EF4-FFF2-40B4-BE49-F238E27FC236}">
                  <a16:creationId xmlns:a16="http://schemas.microsoft.com/office/drawing/2014/main" id="{507D7738-8DE6-D423-D4E0-1970E42D07D6}"/>
                </a:ext>
              </a:extLst>
            </p:cNvPr>
            <p:cNvSpPr>
              <a:spLocks noChangeShapeType="1"/>
            </p:cNvSpPr>
            <p:nvPr/>
          </p:nvSpPr>
          <p:spPr bwMode="auto">
            <a:xfrm>
              <a:off x="4474" y="2277"/>
              <a:ext cx="207"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571" name="Line 69">
              <a:extLst>
                <a:ext uri="{FF2B5EF4-FFF2-40B4-BE49-F238E27FC236}">
                  <a16:creationId xmlns:a16="http://schemas.microsoft.com/office/drawing/2014/main" id="{71772A17-51CE-4421-C359-A2CD27E900E9}"/>
                </a:ext>
              </a:extLst>
            </p:cNvPr>
            <p:cNvSpPr>
              <a:spLocks noChangeShapeType="1"/>
            </p:cNvSpPr>
            <p:nvPr/>
          </p:nvSpPr>
          <p:spPr bwMode="auto">
            <a:xfrm>
              <a:off x="4751" y="2277"/>
              <a:ext cx="20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72" name="Line 70">
              <a:extLst>
                <a:ext uri="{FF2B5EF4-FFF2-40B4-BE49-F238E27FC236}">
                  <a16:creationId xmlns:a16="http://schemas.microsoft.com/office/drawing/2014/main" id="{5F77F16D-85D9-5949-816A-9A378ED9BADB}"/>
                </a:ext>
              </a:extLst>
            </p:cNvPr>
            <p:cNvSpPr>
              <a:spLocks noChangeShapeType="1"/>
            </p:cNvSpPr>
            <p:nvPr/>
          </p:nvSpPr>
          <p:spPr bwMode="auto">
            <a:xfrm>
              <a:off x="1662" y="2277"/>
              <a:ext cx="0" cy="124"/>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73" name="Line 71">
              <a:extLst>
                <a:ext uri="{FF2B5EF4-FFF2-40B4-BE49-F238E27FC236}">
                  <a16:creationId xmlns:a16="http://schemas.microsoft.com/office/drawing/2014/main" id="{849636E1-FCC6-BB79-B109-361A69C7F42B}"/>
                </a:ext>
              </a:extLst>
            </p:cNvPr>
            <p:cNvSpPr>
              <a:spLocks noChangeShapeType="1"/>
            </p:cNvSpPr>
            <p:nvPr/>
          </p:nvSpPr>
          <p:spPr bwMode="auto">
            <a:xfrm>
              <a:off x="2360" y="2277"/>
              <a:ext cx="0" cy="124"/>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74" name="Line 72">
              <a:extLst>
                <a:ext uri="{FF2B5EF4-FFF2-40B4-BE49-F238E27FC236}">
                  <a16:creationId xmlns:a16="http://schemas.microsoft.com/office/drawing/2014/main" id="{4243511B-7A26-027A-E3B8-F10935F551F7}"/>
                </a:ext>
              </a:extLst>
            </p:cNvPr>
            <p:cNvSpPr>
              <a:spLocks noChangeShapeType="1"/>
            </p:cNvSpPr>
            <p:nvPr/>
          </p:nvSpPr>
          <p:spPr bwMode="auto">
            <a:xfrm>
              <a:off x="2953" y="2277"/>
              <a:ext cx="0" cy="124"/>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75" name="Line 73">
              <a:extLst>
                <a:ext uri="{FF2B5EF4-FFF2-40B4-BE49-F238E27FC236}">
                  <a16:creationId xmlns:a16="http://schemas.microsoft.com/office/drawing/2014/main" id="{90419B75-2F05-D0C4-C4D5-7E4168A633D1}"/>
                </a:ext>
              </a:extLst>
            </p:cNvPr>
            <p:cNvSpPr>
              <a:spLocks noChangeShapeType="1"/>
            </p:cNvSpPr>
            <p:nvPr/>
          </p:nvSpPr>
          <p:spPr bwMode="auto">
            <a:xfrm>
              <a:off x="3702" y="2277"/>
              <a:ext cx="0" cy="124"/>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76" name="Line 74">
              <a:extLst>
                <a:ext uri="{FF2B5EF4-FFF2-40B4-BE49-F238E27FC236}">
                  <a16:creationId xmlns:a16="http://schemas.microsoft.com/office/drawing/2014/main" id="{AF55E997-DFF6-8754-7E5D-837E047D5E4E}"/>
                </a:ext>
              </a:extLst>
            </p:cNvPr>
            <p:cNvSpPr>
              <a:spLocks noChangeShapeType="1"/>
            </p:cNvSpPr>
            <p:nvPr/>
          </p:nvSpPr>
          <p:spPr bwMode="auto">
            <a:xfrm>
              <a:off x="4287" y="2277"/>
              <a:ext cx="0" cy="124"/>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577" name="Line 75">
              <a:extLst>
                <a:ext uri="{FF2B5EF4-FFF2-40B4-BE49-F238E27FC236}">
                  <a16:creationId xmlns:a16="http://schemas.microsoft.com/office/drawing/2014/main" id="{5C9A5D23-DACD-39EC-7A75-4AE7DB7F23F8}"/>
                </a:ext>
              </a:extLst>
            </p:cNvPr>
            <p:cNvSpPr>
              <a:spLocks noChangeShapeType="1"/>
            </p:cNvSpPr>
            <p:nvPr/>
          </p:nvSpPr>
          <p:spPr bwMode="auto">
            <a:xfrm>
              <a:off x="4958" y="2269"/>
              <a:ext cx="0" cy="124"/>
            </a:xfrm>
            <a:prstGeom prst="line">
              <a:avLst/>
            </a:prstGeom>
            <a:noFill/>
            <a:ln w="25400">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21578" name="Line 76">
              <a:extLst>
                <a:ext uri="{FF2B5EF4-FFF2-40B4-BE49-F238E27FC236}">
                  <a16:creationId xmlns:a16="http://schemas.microsoft.com/office/drawing/2014/main" id="{51305F4F-3FD4-803F-FB5F-213C257FB56B}"/>
                </a:ext>
              </a:extLst>
            </p:cNvPr>
            <p:cNvSpPr>
              <a:spLocks noChangeShapeType="1"/>
            </p:cNvSpPr>
            <p:nvPr/>
          </p:nvSpPr>
          <p:spPr bwMode="auto">
            <a:xfrm>
              <a:off x="1827" y="2487"/>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79" name="Line 77">
              <a:extLst>
                <a:ext uri="{FF2B5EF4-FFF2-40B4-BE49-F238E27FC236}">
                  <a16:creationId xmlns:a16="http://schemas.microsoft.com/office/drawing/2014/main" id="{B10ED5AA-7989-3906-BC4E-26BF6AC8D809}"/>
                </a:ext>
              </a:extLst>
            </p:cNvPr>
            <p:cNvSpPr>
              <a:spLocks noChangeShapeType="1"/>
            </p:cNvSpPr>
            <p:nvPr/>
          </p:nvSpPr>
          <p:spPr bwMode="auto">
            <a:xfrm>
              <a:off x="2533" y="2495"/>
              <a:ext cx="1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0" name="Line 78">
              <a:extLst>
                <a:ext uri="{FF2B5EF4-FFF2-40B4-BE49-F238E27FC236}">
                  <a16:creationId xmlns:a16="http://schemas.microsoft.com/office/drawing/2014/main" id="{1315A787-9596-27A0-7EDA-5A27627BC3E9}"/>
                </a:ext>
              </a:extLst>
            </p:cNvPr>
            <p:cNvSpPr>
              <a:spLocks noChangeShapeType="1"/>
            </p:cNvSpPr>
            <p:nvPr/>
          </p:nvSpPr>
          <p:spPr bwMode="auto">
            <a:xfrm>
              <a:off x="3135" y="2487"/>
              <a:ext cx="1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1" name="Line 79">
              <a:extLst>
                <a:ext uri="{FF2B5EF4-FFF2-40B4-BE49-F238E27FC236}">
                  <a16:creationId xmlns:a16="http://schemas.microsoft.com/office/drawing/2014/main" id="{32528F27-903F-743D-803F-15DFC7040CD5}"/>
                </a:ext>
              </a:extLst>
            </p:cNvPr>
            <p:cNvSpPr>
              <a:spLocks noChangeShapeType="1"/>
            </p:cNvSpPr>
            <p:nvPr/>
          </p:nvSpPr>
          <p:spPr bwMode="auto">
            <a:xfrm>
              <a:off x="3877" y="2487"/>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2" name="Line 80">
              <a:extLst>
                <a:ext uri="{FF2B5EF4-FFF2-40B4-BE49-F238E27FC236}">
                  <a16:creationId xmlns:a16="http://schemas.microsoft.com/office/drawing/2014/main" id="{84EE7245-5302-BCEC-53CD-2072AAB701A9}"/>
                </a:ext>
              </a:extLst>
            </p:cNvPr>
            <p:cNvSpPr>
              <a:spLocks noChangeShapeType="1"/>
            </p:cNvSpPr>
            <p:nvPr/>
          </p:nvSpPr>
          <p:spPr bwMode="auto">
            <a:xfrm>
              <a:off x="4462" y="2487"/>
              <a:ext cx="1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3" name="Line 81">
              <a:extLst>
                <a:ext uri="{FF2B5EF4-FFF2-40B4-BE49-F238E27FC236}">
                  <a16:creationId xmlns:a16="http://schemas.microsoft.com/office/drawing/2014/main" id="{D99DB6A0-96A9-CD29-3D2B-4C20ABDBFDAC}"/>
                </a:ext>
              </a:extLst>
            </p:cNvPr>
            <p:cNvSpPr>
              <a:spLocks noChangeShapeType="1"/>
            </p:cNvSpPr>
            <p:nvPr/>
          </p:nvSpPr>
          <p:spPr bwMode="auto">
            <a:xfrm>
              <a:off x="5133" y="2479"/>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4" name="Line 82">
              <a:extLst>
                <a:ext uri="{FF2B5EF4-FFF2-40B4-BE49-F238E27FC236}">
                  <a16:creationId xmlns:a16="http://schemas.microsoft.com/office/drawing/2014/main" id="{E4488722-190E-6B07-4E8B-6862625E5C9D}"/>
                </a:ext>
              </a:extLst>
            </p:cNvPr>
            <p:cNvSpPr>
              <a:spLocks noChangeShapeType="1"/>
            </p:cNvSpPr>
            <p:nvPr/>
          </p:nvSpPr>
          <p:spPr bwMode="auto">
            <a:xfrm>
              <a:off x="1545" y="1981"/>
              <a:ext cx="0" cy="187"/>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585" name="Line 83">
              <a:extLst>
                <a:ext uri="{FF2B5EF4-FFF2-40B4-BE49-F238E27FC236}">
                  <a16:creationId xmlns:a16="http://schemas.microsoft.com/office/drawing/2014/main" id="{11464BF8-0951-984F-CE08-D69B9E211A2A}"/>
                </a:ext>
              </a:extLst>
            </p:cNvPr>
            <p:cNvSpPr>
              <a:spLocks noChangeShapeType="1"/>
            </p:cNvSpPr>
            <p:nvPr/>
          </p:nvSpPr>
          <p:spPr bwMode="auto">
            <a:xfrm>
              <a:off x="1943" y="1390"/>
              <a:ext cx="0" cy="13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6" name="Line 84">
              <a:extLst>
                <a:ext uri="{FF2B5EF4-FFF2-40B4-BE49-F238E27FC236}">
                  <a16:creationId xmlns:a16="http://schemas.microsoft.com/office/drawing/2014/main" id="{832FCDC2-5D50-6A9C-3D85-C700DF87B06B}"/>
                </a:ext>
              </a:extLst>
            </p:cNvPr>
            <p:cNvSpPr>
              <a:spLocks noChangeShapeType="1"/>
            </p:cNvSpPr>
            <p:nvPr/>
          </p:nvSpPr>
          <p:spPr bwMode="auto">
            <a:xfrm>
              <a:off x="2643" y="1398"/>
              <a:ext cx="0" cy="13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7" name="Line 85">
              <a:extLst>
                <a:ext uri="{FF2B5EF4-FFF2-40B4-BE49-F238E27FC236}">
                  <a16:creationId xmlns:a16="http://schemas.microsoft.com/office/drawing/2014/main" id="{547B1868-4CE5-D836-07FB-F1B554D8AD73}"/>
                </a:ext>
              </a:extLst>
            </p:cNvPr>
            <p:cNvSpPr>
              <a:spLocks noChangeShapeType="1"/>
            </p:cNvSpPr>
            <p:nvPr/>
          </p:nvSpPr>
          <p:spPr bwMode="auto">
            <a:xfrm>
              <a:off x="3247" y="1390"/>
              <a:ext cx="0" cy="13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8" name="Line 86">
              <a:extLst>
                <a:ext uri="{FF2B5EF4-FFF2-40B4-BE49-F238E27FC236}">
                  <a16:creationId xmlns:a16="http://schemas.microsoft.com/office/drawing/2014/main" id="{FA034497-43F1-6676-2896-7B6F097D7352}"/>
                </a:ext>
              </a:extLst>
            </p:cNvPr>
            <p:cNvSpPr>
              <a:spLocks noChangeShapeType="1"/>
            </p:cNvSpPr>
            <p:nvPr/>
          </p:nvSpPr>
          <p:spPr bwMode="auto">
            <a:xfrm>
              <a:off x="3981" y="1390"/>
              <a:ext cx="0" cy="13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9" name="Line 87">
              <a:extLst>
                <a:ext uri="{FF2B5EF4-FFF2-40B4-BE49-F238E27FC236}">
                  <a16:creationId xmlns:a16="http://schemas.microsoft.com/office/drawing/2014/main" id="{79106A6D-B68F-7492-0E25-8603D01CFBDA}"/>
                </a:ext>
              </a:extLst>
            </p:cNvPr>
            <p:cNvSpPr>
              <a:spLocks noChangeShapeType="1"/>
            </p:cNvSpPr>
            <p:nvPr/>
          </p:nvSpPr>
          <p:spPr bwMode="auto">
            <a:xfrm>
              <a:off x="4462" y="2487"/>
              <a:ext cx="1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90" name="Line 88">
              <a:extLst>
                <a:ext uri="{FF2B5EF4-FFF2-40B4-BE49-F238E27FC236}">
                  <a16:creationId xmlns:a16="http://schemas.microsoft.com/office/drawing/2014/main" id="{10A6EA9E-1460-980B-D725-7681D609531A}"/>
                </a:ext>
              </a:extLst>
            </p:cNvPr>
            <p:cNvSpPr>
              <a:spLocks noChangeShapeType="1"/>
            </p:cNvSpPr>
            <p:nvPr/>
          </p:nvSpPr>
          <p:spPr bwMode="auto">
            <a:xfrm>
              <a:off x="4565" y="1390"/>
              <a:ext cx="0" cy="13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91" name="Line 89">
              <a:extLst>
                <a:ext uri="{FF2B5EF4-FFF2-40B4-BE49-F238E27FC236}">
                  <a16:creationId xmlns:a16="http://schemas.microsoft.com/office/drawing/2014/main" id="{1423CDBD-2AF1-CF49-58D8-3A78D5B241C3}"/>
                </a:ext>
              </a:extLst>
            </p:cNvPr>
            <p:cNvSpPr>
              <a:spLocks noChangeShapeType="1"/>
            </p:cNvSpPr>
            <p:nvPr/>
          </p:nvSpPr>
          <p:spPr bwMode="auto">
            <a:xfrm>
              <a:off x="5237" y="1390"/>
              <a:ext cx="0" cy="13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92" name="Line 90">
              <a:extLst>
                <a:ext uri="{FF2B5EF4-FFF2-40B4-BE49-F238E27FC236}">
                  <a16:creationId xmlns:a16="http://schemas.microsoft.com/office/drawing/2014/main" id="{9D5C86B0-3D25-6B6A-FCD0-0B4839F5BB16}"/>
                </a:ext>
              </a:extLst>
            </p:cNvPr>
            <p:cNvSpPr>
              <a:spLocks noChangeShapeType="1"/>
            </p:cNvSpPr>
            <p:nvPr/>
          </p:nvSpPr>
          <p:spPr bwMode="auto">
            <a:xfrm>
              <a:off x="498" y="1740"/>
              <a:ext cx="415"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93" name="Line 91">
              <a:extLst>
                <a:ext uri="{FF2B5EF4-FFF2-40B4-BE49-F238E27FC236}">
                  <a16:creationId xmlns:a16="http://schemas.microsoft.com/office/drawing/2014/main" id="{C21094F0-0924-BCBB-1EFF-F250989D9B1E}"/>
                </a:ext>
              </a:extLst>
            </p:cNvPr>
            <p:cNvSpPr>
              <a:spLocks noChangeShapeType="1"/>
            </p:cNvSpPr>
            <p:nvPr/>
          </p:nvSpPr>
          <p:spPr bwMode="auto">
            <a:xfrm flipH="1">
              <a:off x="671" y="1694"/>
              <a:ext cx="104" cy="9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116" name="Rectangle 92">
              <a:extLst>
                <a:ext uri="{FF2B5EF4-FFF2-40B4-BE49-F238E27FC236}">
                  <a16:creationId xmlns:a16="http://schemas.microsoft.com/office/drawing/2014/main" id="{856D7734-96AD-4656-BF88-846270F71796}"/>
                </a:ext>
              </a:extLst>
            </p:cNvPr>
            <p:cNvSpPr>
              <a:spLocks noChangeArrowheads="1"/>
            </p:cNvSpPr>
            <p:nvPr/>
          </p:nvSpPr>
          <p:spPr bwMode="auto">
            <a:xfrm>
              <a:off x="1986" y="3030"/>
              <a:ext cx="623" cy="375"/>
            </a:xfrm>
            <a:prstGeom prst="rect">
              <a:avLst/>
            </a:prstGeom>
            <a:solidFill>
              <a:schemeClr val="bg1">
                <a:lumMod val="65000"/>
              </a:schemeClr>
            </a:solidFill>
            <a:ln w="25400">
              <a:solidFill>
                <a:srgbClr val="000000"/>
              </a:solidFill>
              <a:miter lim="800000"/>
              <a:headEnd/>
              <a:tailEnd/>
            </a:ln>
          </p:spPr>
          <p:txBody>
            <a:bodyPr/>
            <a:lstStyle/>
            <a:p>
              <a:pPr eaLnBrk="1" hangingPunct="1">
                <a:defRPr/>
              </a:pPr>
              <a:r>
                <a:rPr lang="ru-RU" sz="1400"/>
                <a:t>MUX/</a:t>
              </a:r>
              <a:br>
                <a:rPr lang="ru-RU" sz="1400"/>
              </a:br>
              <a:r>
                <a:rPr lang="ru-RU" sz="1400"/>
                <a:t>DMUX</a:t>
              </a:r>
            </a:p>
          </p:txBody>
        </p:sp>
        <p:sp>
          <p:nvSpPr>
            <p:cNvPr id="129117" name="Rectangle 93">
              <a:extLst>
                <a:ext uri="{FF2B5EF4-FFF2-40B4-BE49-F238E27FC236}">
                  <a16:creationId xmlns:a16="http://schemas.microsoft.com/office/drawing/2014/main" id="{DEDAF14C-2B7D-4ADB-9624-F406106887CD}"/>
                </a:ext>
              </a:extLst>
            </p:cNvPr>
            <p:cNvSpPr>
              <a:spLocks noChangeArrowheads="1"/>
            </p:cNvSpPr>
            <p:nvPr/>
          </p:nvSpPr>
          <p:spPr bwMode="auto">
            <a:xfrm>
              <a:off x="3297" y="3030"/>
              <a:ext cx="623" cy="375"/>
            </a:xfrm>
            <a:prstGeom prst="rect">
              <a:avLst/>
            </a:prstGeom>
            <a:solidFill>
              <a:schemeClr val="bg1">
                <a:lumMod val="65000"/>
              </a:schemeClr>
            </a:solidFill>
            <a:ln w="25400">
              <a:solidFill>
                <a:srgbClr val="000000"/>
              </a:solidFill>
              <a:miter lim="800000"/>
              <a:headEnd/>
              <a:tailEnd/>
            </a:ln>
          </p:spPr>
          <p:txBody>
            <a:bodyPr/>
            <a:lstStyle/>
            <a:p>
              <a:pPr eaLnBrk="1" hangingPunct="1">
                <a:defRPr/>
              </a:pPr>
              <a:r>
                <a:rPr lang="ru-RU" sz="1400"/>
                <a:t>MUX/</a:t>
              </a:r>
              <a:br>
                <a:rPr lang="ru-RU" sz="1400"/>
              </a:br>
              <a:r>
                <a:rPr lang="ru-RU" sz="1400"/>
                <a:t>DMUX</a:t>
              </a:r>
            </a:p>
          </p:txBody>
        </p:sp>
        <p:sp>
          <p:nvSpPr>
            <p:cNvPr id="129118" name="Rectangle 94">
              <a:extLst>
                <a:ext uri="{FF2B5EF4-FFF2-40B4-BE49-F238E27FC236}">
                  <a16:creationId xmlns:a16="http://schemas.microsoft.com/office/drawing/2014/main" id="{6C1FEC5D-EF8E-4931-BF8B-FD65F1685C1F}"/>
                </a:ext>
              </a:extLst>
            </p:cNvPr>
            <p:cNvSpPr>
              <a:spLocks noChangeArrowheads="1"/>
            </p:cNvSpPr>
            <p:nvPr/>
          </p:nvSpPr>
          <p:spPr bwMode="auto">
            <a:xfrm>
              <a:off x="4584" y="3030"/>
              <a:ext cx="623" cy="375"/>
            </a:xfrm>
            <a:prstGeom prst="rect">
              <a:avLst/>
            </a:prstGeom>
            <a:solidFill>
              <a:schemeClr val="bg1">
                <a:lumMod val="65000"/>
              </a:schemeClr>
            </a:solidFill>
            <a:ln w="25400">
              <a:solidFill>
                <a:srgbClr val="000000"/>
              </a:solidFill>
              <a:miter lim="800000"/>
              <a:headEnd/>
              <a:tailEnd/>
            </a:ln>
          </p:spPr>
          <p:txBody>
            <a:bodyPr/>
            <a:lstStyle/>
            <a:p>
              <a:pPr eaLnBrk="1" hangingPunct="1">
                <a:defRPr/>
              </a:pPr>
              <a:r>
                <a:rPr lang="ru-RU" sz="1400"/>
                <a:t>MUX/</a:t>
              </a:r>
              <a:br>
                <a:rPr lang="ru-RU" sz="1400"/>
              </a:br>
              <a:r>
                <a:rPr lang="ru-RU" sz="1400"/>
                <a:t>DMUX</a:t>
              </a:r>
            </a:p>
          </p:txBody>
        </p:sp>
        <p:sp>
          <p:nvSpPr>
            <p:cNvPr id="21597" name="Line 95">
              <a:extLst>
                <a:ext uri="{FF2B5EF4-FFF2-40B4-BE49-F238E27FC236}">
                  <a16:creationId xmlns:a16="http://schemas.microsoft.com/office/drawing/2014/main" id="{D73E1950-40C4-4729-6BBF-CCEE0F48B749}"/>
                </a:ext>
              </a:extLst>
            </p:cNvPr>
            <p:cNvSpPr>
              <a:spLocks noChangeShapeType="1"/>
            </p:cNvSpPr>
            <p:nvPr/>
          </p:nvSpPr>
          <p:spPr bwMode="auto">
            <a:xfrm>
              <a:off x="1951" y="2775"/>
              <a:ext cx="1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98" name="Line 96">
              <a:extLst>
                <a:ext uri="{FF2B5EF4-FFF2-40B4-BE49-F238E27FC236}">
                  <a16:creationId xmlns:a16="http://schemas.microsoft.com/office/drawing/2014/main" id="{159758B3-D74E-7705-EA80-10AA46EDA7AF}"/>
                </a:ext>
              </a:extLst>
            </p:cNvPr>
            <p:cNvSpPr>
              <a:spLocks noChangeShapeType="1"/>
            </p:cNvSpPr>
            <p:nvPr/>
          </p:nvSpPr>
          <p:spPr bwMode="auto">
            <a:xfrm>
              <a:off x="2501" y="2783"/>
              <a:ext cx="1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99" name="Line 97">
              <a:extLst>
                <a:ext uri="{FF2B5EF4-FFF2-40B4-BE49-F238E27FC236}">
                  <a16:creationId xmlns:a16="http://schemas.microsoft.com/office/drawing/2014/main" id="{E7C5DACA-708F-D0BA-B2F8-8A41B2A89C01}"/>
                </a:ext>
              </a:extLst>
            </p:cNvPr>
            <p:cNvSpPr>
              <a:spLocks noChangeShapeType="1"/>
            </p:cNvSpPr>
            <p:nvPr/>
          </p:nvSpPr>
          <p:spPr bwMode="auto">
            <a:xfrm>
              <a:off x="2098" y="2775"/>
              <a:ext cx="0" cy="2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0" name="Line 98">
              <a:extLst>
                <a:ext uri="{FF2B5EF4-FFF2-40B4-BE49-F238E27FC236}">
                  <a16:creationId xmlns:a16="http://schemas.microsoft.com/office/drawing/2014/main" id="{31FF8FB1-114E-F71C-D60C-76A87431B952}"/>
                </a:ext>
              </a:extLst>
            </p:cNvPr>
            <p:cNvSpPr>
              <a:spLocks noChangeShapeType="1"/>
            </p:cNvSpPr>
            <p:nvPr/>
          </p:nvSpPr>
          <p:spPr bwMode="auto">
            <a:xfrm>
              <a:off x="2501" y="2783"/>
              <a:ext cx="0" cy="2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1" name="Line 99">
              <a:extLst>
                <a:ext uri="{FF2B5EF4-FFF2-40B4-BE49-F238E27FC236}">
                  <a16:creationId xmlns:a16="http://schemas.microsoft.com/office/drawing/2014/main" id="{7C927815-12A8-B865-E580-1CCB6DC9F8A2}"/>
                </a:ext>
              </a:extLst>
            </p:cNvPr>
            <p:cNvSpPr>
              <a:spLocks noChangeShapeType="1"/>
            </p:cNvSpPr>
            <p:nvPr/>
          </p:nvSpPr>
          <p:spPr bwMode="auto">
            <a:xfrm>
              <a:off x="3252" y="2775"/>
              <a:ext cx="15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2" name="Line 100">
              <a:extLst>
                <a:ext uri="{FF2B5EF4-FFF2-40B4-BE49-F238E27FC236}">
                  <a16:creationId xmlns:a16="http://schemas.microsoft.com/office/drawing/2014/main" id="{E6159C1F-DDA1-F35B-B9C7-0439AFF28C5A}"/>
                </a:ext>
              </a:extLst>
            </p:cNvPr>
            <p:cNvSpPr>
              <a:spLocks noChangeShapeType="1"/>
            </p:cNvSpPr>
            <p:nvPr/>
          </p:nvSpPr>
          <p:spPr bwMode="auto">
            <a:xfrm>
              <a:off x="3417" y="2775"/>
              <a:ext cx="0" cy="2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3" name="Line 101">
              <a:extLst>
                <a:ext uri="{FF2B5EF4-FFF2-40B4-BE49-F238E27FC236}">
                  <a16:creationId xmlns:a16="http://schemas.microsoft.com/office/drawing/2014/main" id="{7043756D-8E5F-C4C1-02A3-F3C56A7BDC79}"/>
                </a:ext>
              </a:extLst>
            </p:cNvPr>
            <p:cNvSpPr>
              <a:spLocks noChangeShapeType="1"/>
            </p:cNvSpPr>
            <p:nvPr/>
          </p:nvSpPr>
          <p:spPr bwMode="auto">
            <a:xfrm>
              <a:off x="3820" y="2775"/>
              <a:ext cx="0" cy="2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4" name="Line 102">
              <a:extLst>
                <a:ext uri="{FF2B5EF4-FFF2-40B4-BE49-F238E27FC236}">
                  <a16:creationId xmlns:a16="http://schemas.microsoft.com/office/drawing/2014/main" id="{2127B2BA-98CD-FE2D-0DB8-26DBFC884615}"/>
                </a:ext>
              </a:extLst>
            </p:cNvPr>
            <p:cNvSpPr>
              <a:spLocks noChangeShapeType="1"/>
            </p:cNvSpPr>
            <p:nvPr/>
          </p:nvSpPr>
          <p:spPr bwMode="auto">
            <a:xfrm>
              <a:off x="3820" y="2775"/>
              <a:ext cx="15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5" name="Line 103">
              <a:extLst>
                <a:ext uri="{FF2B5EF4-FFF2-40B4-BE49-F238E27FC236}">
                  <a16:creationId xmlns:a16="http://schemas.microsoft.com/office/drawing/2014/main" id="{62969289-2795-14CB-0882-733B5203ADED}"/>
                </a:ext>
              </a:extLst>
            </p:cNvPr>
            <p:cNvSpPr>
              <a:spLocks noChangeShapeType="1"/>
            </p:cNvSpPr>
            <p:nvPr/>
          </p:nvSpPr>
          <p:spPr bwMode="auto">
            <a:xfrm>
              <a:off x="4564" y="2775"/>
              <a:ext cx="1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6" name="Line 104">
              <a:extLst>
                <a:ext uri="{FF2B5EF4-FFF2-40B4-BE49-F238E27FC236}">
                  <a16:creationId xmlns:a16="http://schemas.microsoft.com/office/drawing/2014/main" id="{3E2EE7D8-3141-85CD-8B56-28E9E6ECBD84}"/>
                </a:ext>
              </a:extLst>
            </p:cNvPr>
            <p:cNvSpPr>
              <a:spLocks noChangeShapeType="1"/>
            </p:cNvSpPr>
            <p:nvPr/>
          </p:nvSpPr>
          <p:spPr bwMode="auto">
            <a:xfrm>
              <a:off x="4702" y="2775"/>
              <a:ext cx="0" cy="2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7" name="Line 105">
              <a:extLst>
                <a:ext uri="{FF2B5EF4-FFF2-40B4-BE49-F238E27FC236}">
                  <a16:creationId xmlns:a16="http://schemas.microsoft.com/office/drawing/2014/main" id="{C97B41A2-B8FD-2DEB-363A-1E04899F90CA}"/>
                </a:ext>
              </a:extLst>
            </p:cNvPr>
            <p:cNvSpPr>
              <a:spLocks noChangeShapeType="1"/>
            </p:cNvSpPr>
            <p:nvPr/>
          </p:nvSpPr>
          <p:spPr bwMode="auto">
            <a:xfrm>
              <a:off x="5105" y="2775"/>
              <a:ext cx="0" cy="2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8" name="Line 106">
              <a:extLst>
                <a:ext uri="{FF2B5EF4-FFF2-40B4-BE49-F238E27FC236}">
                  <a16:creationId xmlns:a16="http://schemas.microsoft.com/office/drawing/2014/main" id="{64E6E092-9631-058C-B2B9-B744889BF478}"/>
                </a:ext>
              </a:extLst>
            </p:cNvPr>
            <p:cNvSpPr>
              <a:spLocks noChangeShapeType="1"/>
            </p:cNvSpPr>
            <p:nvPr/>
          </p:nvSpPr>
          <p:spPr bwMode="auto">
            <a:xfrm>
              <a:off x="5105" y="2775"/>
              <a:ext cx="1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9" name="Text Box 107">
              <a:extLst>
                <a:ext uri="{FF2B5EF4-FFF2-40B4-BE49-F238E27FC236}">
                  <a16:creationId xmlns:a16="http://schemas.microsoft.com/office/drawing/2014/main" id="{F04022B7-0598-25B3-FF52-0F44FF548B57}"/>
                </a:ext>
              </a:extLst>
            </p:cNvPr>
            <p:cNvSpPr txBox="1">
              <a:spLocks noChangeArrowheads="1"/>
            </p:cNvSpPr>
            <p:nvPr/>
          </p:nvSpPr>
          <p:spPr bwMode="auto">
            <a:xfrm>
              <a:off x="-76" y="1742"/>
              <a:ext cx="922"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A</a:t>
              </a:r>
              <a:r>
                <a:rPr lang="ru-RU" altLang="en-US" baseline="-25000"/>
                <a:t>n-1</a:t>
              </a:r>
              <a:r>
                <a:rPr lang="ru-RU" altLang="en-US"/>
                <a:t> . . .A</a:t>
              </a:r>
              <a:r>
                <a:rPr lang="ru-RU" altLang="en-US" baseline="-25000"/>
                <a:t>k</a:t>
              </a:r>
              <a:endParaRPr lang="ru-RU" altLang="en-US"/>
            </a:p>
          </p:txBody>
        </p:sp>
        <p:sp>
          <p:nvSpPr>
            <p:cNvPr id="21610" name="Text Box 108">
              <a:extLst>
                <a:ext uri="{FF2B5EF4-FFF2-40B4-BE49-F238E27FC236}">
                  <a16:creationId xmlns:a16="http://schemas.microsoft.com/office/drawing/2014/main" id="{E920E149-1C94-6763-8F09-9D3568E92105}"/>
                </a:ext>
              </a:extLst>
            </p:cNvPr>
            <p:cNvSpPr txBox="1">
              <a:spLocks noChangeArrowheads="1"/>
            </p:cNvSpPr>
            <p:nvPr/>
          </p:nvSpPr>
          <p:spPr bwMode="auto">
            <a:xfrm>
              <a:off x="575" y="1520"/>
              <a:ext cx="415"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n-k</a:t>
              </a:r>
            </a:p>
          </p:txBody>
        </p:sp>
        <p:sp>
          <p:nvSpPr>
            <p:cNvPr id="21611" name="Line 109">
              <a:extLst>
                <a:ext uri="{FF2B5EF4-FFF2-40B4-BE49-F238E27FC236}">
                  <a16:creationId xmlns:a16="http://schemas.microsoft.com/office/drawing/2014/main" id="{B98153BB-44EF-5019-2463-258838D09CBC}"/>
                </a:ext>
              </a:extLst>
            </p:cNvPr>
            <p:cNvSpPr>
              <a:spLocks noChangeShapeType="1"/>
            </p:cNvSpPr>
            <p:nvPr/>
          </p:nvSpPr>
          <p:spPr bwMode="auto">
            <a:xfrm>
              <a:off x="2228" y="2791"/>
              <a:ext cx="170"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612" name="Line 110">
              <a:extLst>
                <a:ext uri="{FF2B5EF4-FFF2-40B4-BE49-F238E27FC236}">
                  <a16:creationId xmlns:a16="http://schemas.microsoft.com/office/drawing/2014/main" id="{B112114C-F75A-DF07-93EC-F52EE0BA8C20}"/>
                </a:ext>
              </a:extLst>
            </p:cNvPr>
            <p:cNvSpPr>
              <a:spLocks noChangeShapeType="1"/>
            </p:cNvSpPr>
            <p:nvPr/>
          </p:nvSpPr>
          <p:spPr bwMode="auto">
            <a:xfrm>
              <a:off x="3534" y="2783"/>
              <a:ext cx="170"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613" name="Line 111">
              <a:extLst>
                <a:ext uri="{FF2B5EF4-FFF2-40B4-BE49-F238E27FC236}">
                  <a16:creationId xmlns:a16="http://schemas.microsoft.com/office/drawing/2014/main" id="{82B91092-0566-47F5-EE6F-9966BE8D530E}"/>
                </a:ext>
              </a:extLst>
            </p:cNvPr>
            <p:cNvSpPr>
              <a:spLocks noChangeShapeType="1"/>
            </p:cNvSpPr>
            <p:nvPr/>
          </p:nvSpPr>
          <p:spPr bwMode="auto">
            <a:xfrm>
              <a:off x="4832" y="2783"/>
              <a:ext cx="170"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614" name="Line 112">
              <a:extLst>
                <a:ext uri="{FF2B5EF4-FFF2-40B4-BE49-F238E27FC236}">
                  <a16:creationId xmlns:a16="http://schemas.microsoft.com/office/drawing/2014/main" id="{FE2ED8E8-94D8-D908-D0E4-3857B76BCE7B}"/>
                </a:ext>
              </a:extLst>
            </p:cNvPr>
            <p:cNvSpPr>
              <a:spLocks noChangeShapeType="1"/>
            </p:cNvSpPr>
            <p:nvPr/>
          </p:nvSpPr>
          <p:spPr bwMode="auto">
            <a:xfrm>
              <a:off x="749" y="3125"/>
              <a:ext cx="1229"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615" name="Text Box 113">
              <a:extLst>
                <a:ext uri="{FF2B5EF4-FFF2-40B4-BE49-F238E27FC236}">
                  <a16:creationId xmlns:a16="http://schemas.microsoft.com/office/drawing/2014/main" id="{C883CE8A-AB61-3FB9-8A67-6142DFEAFBC9}"/>
                </a:ext>
              </a:extLst>
            </p:cNvPr>
            <p:cNvSpPr txBox="1">
              <a:spLocks noChangeArrowheads="1"/>
            </p:cNvSpPr>
            <p:nvPr/>
          </p:nvSpPr>
          <p:spPr bwMode="auto">
            <a:xfrm>
              <a:off x="1242" y="2938"/>
              <a:ext cx="415"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k</a:t>
              </a:r>
            </a:p>
          </p:txBody>
        </p:sp>
        <p:sp>
          <p:nvSpPr>
            <p:cNvPr id="21616" name="Line 114">
              <a:extLst>
                <a:ext uri="{FF2B5EF4-FFF2-40B4-BE49-F238E27FC236}">
                  <a16:creationId xmlns:a16="http://schemas.microsoft.com/office/drawing/2014/main" id="{10B32BFE-395A-6A41-0719-01556F983611}"/>
                </a:ext>
              </a:extLst>
            </p:cNvPr>
            <p:cNvSpPr>
              <a:spLocks noChangeShapeType="1"/>
            </p:cNvSpPr>
            <p:nvPr/>
          </p:nvSpPr>
          <p:spPr bwMode="auto">
            <a:xfrm flipH="1">
              <a:off x="1344" y="3094"/>
              <a:ext cx="72"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17" name="Text Box 115">
              <a:extLst>
                <a:ext uri="{FF2B5EF4-FFF2-40B4-BE49-F238E27FC236}">
                  <a16:creationId xmlns:a16="http://schemas.microsoft.com/office/drawing/2014/main" id="{1AEABE58-3A0E-3AF3-26A7-019B4BD80B55}"/>
                </a:ext>
              </a:extLst>
            </p:cNvPr>
            <p:cNvSpPr txBox="1">
              <a:spLocks noChangeArrowheads="1"/>
            </p:cNvSpPr>
            <p:nvPr/>
          </p:nvSpPr>
          <p:spPr bwMode="auto">
            <a:xfrm>
              <a:off x="-50" y="2972"/>
              <a:ext cx="1086"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A</a:t>
              </a:r>
              <a:r>
                <a:rPr lang="ru-RU" altLang="en-US" sz="1600" baseline="-25000"/>
                <a:t>k-1</a:t>
              </a:r>
              <a:r>
                <a:rPr lang="ru-RU" altLang="en-US" sz="1600"/>
                <a:t> . . .A</a:t>
              </a:r>
              <a:r>
                <a:rPr lang="ru-RU" altLang="en-US" sz="1600" baseline="-25000"/>
                <a:t>0</a:t>
              </a:r>
              <a:endParaRPr lang="ru-RU" altLang="en-US" sz="1600"/>
            </a:p>
          </p:txBody>
        </p:sp>
        <p:sp>
          <p:nvSpPr>
            <p:cNvPr id="21618" name="Line 116">
              <a:extLst>
                <a:ext uri="{FF2B5EF4-FFF2-40B4-BE49-F238E27FC236}">
                  <a16:creationId xmlns:a16="http://schemas.microsoft.com/office/drawing/2014/main" id="{BE5F86F5-09C5-EFCF-3225-DF3BB3B3FC19}"/>
                </a:ext>
              </a:extLst>
            </p:cNvPr>
            <p:cNvSpPr>
              <a:spLocks noChangeShapeType="1"/>
            </p:cNvSpPr>
            <p:nvPr/>
          </p:nvSpPr>
          <p:spPr bwMode="auto">
            <a:xfrm>
              <a:off x="1657" y="2938"/>
              <a:ext cx="0" cy="187"/>
            </a:xfrm>
            <a:prstGeom prst="line">
              <a:avLst/>
            </a:prstGeom>
            <a:noFill/>
            <a:ln w="25400">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21619" name="Line 117">
              <a:extLst>
                <a:ext uri="{FF2B5EF4-FFF2-40B4-BE49-F238E27FC236}">
                  <a16:creationId xmlns:a16="http://schemas.microsoft.com/office/drawing/2014/main" id="{344EDF43-5C55-D762-75EB-04DD32779FF5}"/>
                </a:ext>
              </a:extLst>
            </p:cNvPr>
            <p:cNvSpPr>
              <a:spLocks noChangeShapeType="1"/>
            </p:cNvSpPr>
            <p:nvPr/>
          </p:nvSpPr>
          <p:spPr bwMode="auto">
            <a:xfrm>
              <a:off x="1657" y="2938"/>
              <a:ext cx="23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20" name="Line 118">
              <a:extLst>
                <a:ext uri="{FF2B5EF4-FFF2-40B4-BE49-F238E27FC236}">
                  <a16:creationId xmlns:a16="http://schemas.microsoft.com/office/drawing/2014/main" id="{0F2FFF1E-3BED-0BA8-618F-023C592C73A7}"/>
                </a:ext>
              </a:extLst>
            </p:cNvPr>
            <p:cNvSpPr>
              <a:spLocks noChangeShapeType="1"/>
            </p:cNvSpPr>
            <p:nvPr/>
          </p:nvSpPr>
          <p:spPr bwMode="auto">
            <a:xfrm>
              <a:off x="4399" y="2938"/>
              <a:ext cx="0" cy="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21" name="Line 119">
              <a:extLst>
                <a:ext uri="{FF2B5EF4-FFF2-40B4-BE49-F238E27FC236}">
                  <a16:creationId xmlns:a16="http://schemas.microsoft.com/office/drawing/2014/main" id="{0FF62F69-F111-746D-7BA5-DA99E937DDF4}"/>
                </a:ext>
              </a:extLst>
            </p:cNvPr>
            <p:cNvSpPr>
              <a:spLocks noChangeShapeType="1"/>
            </p:cNvSpPr>
            <p:nvPr/>
          </p:nvSpPr>
          <p:spPr bwMode="auto">
            <a:xfrm>
              <a:off x="4408" y="3125"/>
              <a:ext cx="17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622" name="Line 120">
              <a:extLst>
                <a:ext uri="{FF2B5EF4-FFF2-40B4-BE49-F238E27FC236}">
                  <a16:creationId xmlns:a16="http://schemas.microsoft.com/office/drawing/2014/main" id="{9252789A-46FF-6955-2D15-6533CA10E06B}"/>
                </a:ext>
              </a:extLst>
            </p:cNvPr>
            <p:cNvSpPr>
              <a:spLocks noChangeShapeType="1"/>
            </p:cNvSpPr>
            <p:nvPr/>
          </p:nvSpPr>
          <p:spPr bwMode="auto">
            <a:xfrm>
              <a:off x="3119" y="3133"/>
              <a:ext cx="17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623" name="Line 121">
              <a:extLst>
                <a:ext uri="{FF2B5EF4-FFF2-40B4-BE49-F238E27FC236}">
                  <a16:creationId xmlns:a16="http://schemas.microsoft.com/office/drawing/2014/main" id="{9BE0FC03-9B8E-2AD0-7905-BD79D01FAE9A}"/>
                </a:ext>
              </a:extLst>
            </p:cNvPr>
            <p:cNvSpPr>
              <a:spLocks noChangeShapeType="1"/>
            </p:cNvSpPr>
            <p:nvPr/>
          </p:nvSpPr>
          <p:spPr bwMode="auto">
            <a:xfrm>
              <a:off x="3119" y="2940"/>
              <a:ext cx="0" cy="197"/>
            </a:xfrm>
            <a:prstGeom prst="line">
              <a:avLst/>
            </a:prstGeom>
            <a:noFill/>
            <a:ln w="25400">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1624" name="Line 122">
              <a:extLst>
                <a:ext uri="{FF2B5EF4-FFF2-40B4-BE49-F238E27FC236}">
                  <a16:creationId xmlns:a16="http://schemas.microsoft.com/office/drawing/2014/main" id="{404553CB-47FB-AA1B-E57E-EA440D8D4EEE}"/>
                </a:ext>
              </a:extLst>
            </p:cNvPr>
            <p:cNvSpPr>
              <a:spLocks noChangeShapeType="1"/>
            </p:cNvSpPr>
            <p:nvPr/>
          </p:nvSpPr>
          <p:spPr bwMode="auto">
            <a:xfrm>
              <a:off x="939" y="3327"/>
              <a:ext cx="1038"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625" name="Line 123">
              <a:extLst>
                <a:ext uri="{FF2B5EF4-FFF2-40B4-BE49-F238E27FC236}">
                  <a16:creationId xmlns:a16="http://schemas.microsoft.com/office/drawing/2014/main" id="{86112C77-54EC-A862-B50F-FE10E59DB547}"/>
                </a:ext>
              </a:extLst>
            </p:cNvPr>
            <p:cNvSpPr>
              <a:spLocks noChangeShapeType="1"/>
            </p:cNvSpPr>
            <p:nvPr/>
          </p:nvSpPr>
          <p:spPr bwMode="auto">
            <a:xfrm>
              <a:off x="1657" y="3327"/>
              <a:ext cx="0" cy="187"/>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1626" name="Line 124">
              <a:extLst>
                <a:ext uri="{FF2B5EF4-FFF2-40B4-BE49-F238E27FC236}">
                  <a16:creationId xmlns:a16="http://schemas.microsoft.com/office/drawing/2014/main" id="{9255DD35-10F8-2C2C-72B3-ED59095F6E6E}"/>
                </a:ext>
              </a:extLst>
            </p:cNvPr>
            <p:cNvSpPr>
              <a:spLocks noChangeShapeType="1"/>
            </p:cNvSpPr>
            <p:nvPr/>
          </p:nvSpPr>
          <p:spPr bwMode="auto">
            <a:xfrm>
              <a:off x="3110" y="3335"/>
              <a:ext cx="0" cy="187"/>
            </a:xfrm>
            <a:prstGeom prst="line">
              <a:avLst/>
            </a:prstGeom>
            <a:noFill/>
            <a:ln w="25400">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21627" name="Line 125">
              <a:extLst>
                <a:ext uri="{FF2B5EF4-FFF2-40B4-BE49-F238E27FC236}">
                  <a16:creationId xmlns:a16="http://schemas.microsoft.com/office/drawing/2014/main" id="{F141C090-E854-B7C0-BDDB-FDB810B3A107}"/>
                </a:ext>
              </a:extLst>
            </p:cNvPr>
            <p:cNvSpPr>
              <a:spLocks noChangeShapeType="1"/>
            </p:cNvSpPr>
            <p:nvPr/>
          </p:nvSpPr>
          <p:spPr bwMode="auto">
            <a:xfrm>
              <a:off x="1657" y="3522"/>
              <a:ext cx="23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28" name="Line 126">
              <a:extLst>
                <a:ext uri="{FF2B5EF4-FFF2-40B4-BE49-F238E27FC236}">
                  <a16:creationId xmlns:a16="http://schemas.microsoft.com/office/drawing/2014/main" id="{34F16500-BA47-1E36-C5FE-FD200E4B141F}"/>
                </a:ext>
              </a:extLst>
            </p:cNvPr>
            <p:cNvSpPr>
              <a:spLocks noChangeShapeType="1"/>
            </p:cNvSpPr>
            <p:nvPr/>
          </p:nvSpPr>
          <p:spPr bwMode="auto">
            <a:xfrm>
              <a:off x="3110" y="3327"/>
              <a:ext cx="193"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629" name="Line 127">
              <a:extLst>
                <a:ext uri="{FF2B5EF4-FFF2-40B4-BE49-F238E27FC236}">
                  <a16:creationId xmlns:a16="http://schemas.microsoft.com/office/drawing/2014/main" id="{65C286D3-72E4-662D-A019-A2BC4C649222}"/>
                </a:ext>
              </a:extLst>
            </p:cNvPr>
            <p:cNvSpPr>
              <a:spLocks noChangeShapeType="1"/>
            </p:cNvSpPr>
            <p:nvPr/>
          </p:nvSpPr>
          <p:spPr bwMode="auto">
            <a:xfrm>
              <a:off x="4019" y="2938"/>
              <a:ext cx="207"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630" name="Line 128">
              <a:extLst>
                <a:ext uri="{FF2B5EF4-FFF2-40B4-BE49-F238E27FC236}">
                  <a16:creationId xmlns:a16="http://schemas.microsoft.com/office/drawing/2014/main" id="{E0D3E2E4-5F1B-E07F-EBBC-CEFCED09315C}"/>
                </a:ext>
              </a:extLst>
            </p:cNvPr>
            <p:cNvSpPr>
              <a:spLocks noChangeShapeType="1"/>
            </p:cNvSpPr>
            <p:nvPr/>
          </p:nvSpPr>
          <p:spPr bwMode="auto">
            <a:xfrm>
              <a:off x="4027" y="3522"/>
              <a:ext cx="208"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631" name="Line 129">
              <a:extLst>
                <a:ext uri="{FF2B5EF4-FFF2-40B4-BE49-F238E27FC236}">
                  <a16:creationId xmlns:a16="http://schemas.microsoft.com/office/drawing/2014/main" id="{569499DD-F690-761F-9B53-6B66ECEA2339}"/>
                </a:ext>
              </a:extLst>
            </p:cNvPr>
            <p:cNvSpPr>
              <a:spLocks noChangeShapeType="1"/>
            </p:cNvSpPr>
            <p:nvPr/>
          </p:nvSpPr>
          <p:spPr bwMode="auto">
            <a:xfrm>
              <a:off x="4296" y="2938"/>
              <a:ext cx="1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32" name="Line 130">
              <a:extLst>
                <a:ext uri="{FF2B5EF4-FFF2-40B4-BE49-F238E27FC236}">
                  <a16:creationId xmlns:a16="http://schemas.microsoft.com/office/drawing/2014/main" id="{2EA7E79C-424D-BBB2-F32E-479C52A56472}"/>
                </a:ext>
              </a:extLst>
            </p:cNvPr>
            <p:cNvSpPr>
              <a:spLocks noChangeShapeType="1"/>
            </p:cNvSpPr>
            <p:nvPr/>
          </p:nvSpPr>
          <p:spPr bwMode="auto">
            <a:xfrm>
              <a:off x="4275" y="3522"/>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33" name="Line 131">
              <a:extLst>
                <a:ext uri="{FF2B5EF4-FFF2-40B4-BE49-F238E27FC236}">
                  <a16:creationId xmlns:a16="http://schemas.microsoft.com/office/drawing/2014/main" id="{2E1B342C-878B-7060-A09B-C35BF8A4B22A}"/>
                </a:ext>
              </a:extLst>
            </p:cNvPr>
            <p:cNvSpPr>
              <a:spLocks noChangeShapeType="1"/>
            </p:cNvSpPr>
            <p:nvPr/>
          </p:nvSpPr>
          <p:spPr bwMode="auto">
            <a:xfrm>
              <a:off x="4379" y="3335"/>
              <a:ext cx="0" cy="187"/>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1634" name="Line 132">
              <a:extLst>
                <a:ext uri="{FF2B5EF4-FFF2-40B4-BE49-F238E27FC236}">
                  <a16:creationId xmlns:a16="http://schemas.microsoft.com/office/drawing/2014/main" id="{A9232348-264E-3AB9-A069-A8D957D8BD23}"/>
                </a:ext>
              </a:extLst>
            </p:cNvPr>
            <p:cNvSpPr>
              <a:spLocks noChangeShapeType="1"/>
            </p:cNvSpPr>
            <p:nvPr/>
          </p:nvSpPr>
          <p:spPr bwMode="auto">
            <a:xfrm>
              <a:off x="4379" y="3335"/>
              <a:ext cx="192"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635" name="Text Box 133">
              <a:extLst>
                <a:ext uri="{FF2B5EF4-FFF2-40B4-BE49-F238E27FC236}">
                  <a16:creationId xmlns:a16="http://schemas.microsoft.com/office/drawing/2014/main" id="{A37E2BD6-7FD3-C292-E840-6098343AE57C}"/>
                </a:ext>
              </a:extLst>
            </p:cNvPr>
            <p:cNvSpPr txBox="1">
              <a:spLocks noChangeArrowheads="1"/>
            </p:cNvSpPr>
            <p:nvPr/>
          </p:nvSpPr>
          <p:spPr bwMode="auto">
            <a:xfrm>
              <a:off x="538" y="3242"/>
              <a:ext cx="727"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R/W</a:t>
              </a:r>
            </a:p>
          </p:txBody>
        </p:sp>
        <p:sp>
          <p:nvSpPr>
            <p:cNvPr id="21636" name="Line 134">
              <a:extLst>
                <a:ext uri="{FF2B5EF4-FFF2-40B4-BE49-F238E27FC236}">
                  <a16:creationId xmlns:a16="http://schemas.microsoft.com/office/drawing/2014/main" id="{E128D2AC-DC11-AE69-76D5-15A164BF4213}"/>
                </a:ext>
              </a:extLst>
            </p:cNvPr>
            <p:cNvSpPr>
              <a:spLocks noChangeShapeType="1"/>
            </p:cNvSpPr>
            <p:nvPr/>
          </p:nvSpPr>
          <p:spPr bwMode="auto">
            <a:xfrm>
              <a:off x="2306" y="3405"/>
              <a:ext cx="0" cy="280"/>
            </a:xfrm>
            <a:prstGeom prst="line">
              <a:avLst/>
            </a:prstGeom>
            <a:noFill/>
            <a:ln w="254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637" name="Line 135">
              <a:extLst>
                <a:ext uri="{FF2B5EF4-FFF2-40B4-BE49-F238E27FC236}">
                  <a16:creationId xmlns:a16="http://schemas.microsoft.com/office/drawing/2014/main" id="{0FDEAE1B-65A9-8C3C-EBC0-C21B47F8558E}"/>
                </a:ext>
              </a:extLst>
            </p:cNvPr>
            <p:cNvSpPr>
              <a:spLocks noChangeShapeType="1"/>
            </p:cNvSpPr>
            <p:nvPr/>
          </p:nvSpPr>
          <p:spPr bwMode="auto">
            <a:xfrm>
              <a:off x="3600" y="3405"/>
              <a:ext cx="0" cy="280"/>
            </a:xfrm>
            <a:prstGeom prst="line">
              <a:avLst/>
            </a:prstGeom>
            <a:noFill/>
            <a:ln w="254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638" name="Line 136">
              <a:extLst>
                <a:ext uri="{FF2B5EF4-FFF2-40B4-BE49-F238E27FC236}">
                  <a16:creationId xmlns:a16="http://schemas.microsoft.com/office/drawing/2014/main" id="{C7BC1047-B148-95C3-5E08-784A77449368}"/>
                </a:ext>
              </a:extLst>
            </p:cNvPr>
            <p:cNvSpPr>
              <a:spLocks noChangeShapeType="1"/>
            </p:cNvSpPr>
            <p:nvPr/>
          </p:nvSpPr>
          <p:spPr bwMode="auto">
            <a:xfrm>
              <a:off x="4906" y="3397"/>
              <a:ext cx="0" cy="280"/>
            </a:xfrm>
            <a:prstGeom prst="line">
              <a:avLst/>
            </a:prstGeom>
            <a:noFill/>
            <a:ln w="254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639" name="Text Box 137">
              <a:extLst>
                <a:ext uri="{FF2B5EF4-FFF2-40B4-BE49-F238E27FC236}">
                  <a16:creationId xmlns:a16="http://schemas.microsoft.com/office/drawing/2014/main" id="{718066D3-1198-6526-B148-9947EDFDF195}"/>
                </a:ext>
              </a:extLst>
            </p:cNvPr>
            <p:cNvSpPr txBox="1">
              <a:spLocks noChangeArrowheads="1"/>
            </p:cNvSpPr>
            <p:nvPr/>
          </p:nvSpPr>
          <p:spPr bwMode="auto">
            <a:xfrm>
              <a:off x="2109" y="3618"/>
              <a:ext cx="465"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D</a:t>
              </a:r>
              <a:r>
                <a:rPr lang="ru-RU" altLang="en-US" sz="1600" baseline="-25000"/>
                <a:t>m-1</a:t>
              </a:r>
              <a:endParaRPr lang="ru-RU" altLang="en-US" sz="1600"/>
            </a:p>
          </p:txBody>
        </p:sp>
        <p:sp>
          <p:nvSpPr>
            <p:cNvPr id="21640" name="Text Box 138">
              <a:extLst>
                <a:ext uri="{FF2B5EF4-FFF2-40B4-BE49-F238E27FC236}">
                  <a16:creationId xmlns:a16="http://schemas.microsoft.com/office/drawing/2014/main" id="{0EE4F959-0F1F-D356-A492-07C590A13A30}"/>
                </a:ext>
              </a:extLst>
            </p:cNvPr>
            <p:cNvSpPr txBox="1">
              <a:spLocks noChangeArrowheads="1"/>
            </p:cNvSpPr>
            <p:nvPr/>
          </p:nvSpPr>
          <p:spPr bwMode="auto">
            <a:xfrm>
              <a:off x="3394" y="3631"/>
              <a:ext cx="466"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D</a:t>
              </a:r>
              <a:r>
                <a:rPr lang="ru-RU" altLang="en-US" sz="1600" baseline="-25000"/>
                <a:t>m-2</a:t>
              </a:r>
              <a:endParaRPr lang="ru-RU" altLang="en-US" sz="1600"/>
            </a:p>
          </p:txBody>
        </p:sp>
        <p:sp>
          <p:nvSpPr>
            <p:cNvPr id="21641" name="Text Box 139">
              <a:extLst>
                <a:ext uri="{FF2B5EF4-FFF2-40B4-BE49-F238E27FC236}">
                  <a16:creationId xmlns:a16="http://schemas.microsoft.com/office/drawing/2014/main" id="{FFE3219D-E565-1F36-ECC5-E827D1205807}"/>
                </a:ext>
              </a:extLst>
            </p:cNvPr>
            <p:cNvSpPr txBox="1">
              <a:spLocks noChangeArrowheads="1"/>
            </p:cNvSpPr>
            <p:nvPr/>
          </p:nvSpPr>
          <p:spPr bwMode="auto">
            <a:xfrm>
              <a:off x="4766" y="3638"/>
              <a:ext cx="46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D</a:t>
              </a:r>
              <a:r>
                <a:rPr lang="ru-RU" altLang="en-US" sz="1600" baseline="-25000"/>
                <a:t>0</a:t>
              </a:r>
              <a:endParaRPr lang="ru-RU" altLang="en-US" sz="1600"/>
            </a:p>
          </p:txBody>
        </p:sp>
        <p:sp>
          <p:nvSpPr>
            <p:cNvPr id="21642" name="AutoShape 140">
              <a:extLst>
                <a:ext uri="{FF2B5EF4-FFF2-40B4-BE49-F238E27FC236}">
                  <a16:creationId xmlns:a16="http://schemas.microsoft.com/office/drawing/2014/main" id="{9FC86AF2-82D1-38D2-C3DE-195631417A7D}"/>
                </a:ext>
              </a:extLst>
            </p:cNvPr>
            <p:cNvSpPr>
              <a:spLocks/>
            </p:cNvSpPr>
            <p:nvPr/>
          </p:nvSpPr>
          <p:spPr bwMode="auto">
            <a:xfrm rot="-5400000">
              <a:off x="3529" y="2665"/>
              <a:ext cx="149" cy="2595"/>
            </a:xfrm>
            <a:prstGeom prst="leftBrace">
              <a:avLst>
                <a:gd name="adj1" fmla="val 145134"/>
                <a:gd name="adj2" fmla="val 50000"/>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1643" name="Text Box 141">
              <a:extLst>
                <a:ext uri="{FF2B5EF4-FFF2-40B4-BE49-F238E27FC236}">
                  <a16:creationId xmlns:a16="http://schemas.microsoft.com/office/drawing/2014/main" id="{BD76DC38-642C-1FDD-8A7E-7C463C21D839}"/>
                </a:ext>
              </a:extLst>
            </p:cNvPr>
            <p:cNvSpPr txBox="1">
              <a:spLocks noChangeArrowheads="1"/>
            </p:cNvSpPr>
            <p:nvPr/>
          </p:nvSpPr>
          <p:spPr bwMode="auto">
            <a:xfrm>
              <a:off x="1295" y="989"/>
              <a:ext cx="31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0</a:t>
              </a:r>
            </a:p>
          </p:txBody>
        </p:sp>
        <p:sp>
          <p:nvSpPr>
            <p:cNvPr id="21644" name="Text Box 142">
              <a:extLst>
                <a:ext uri="{FF2B5EF4-FFF2-40B4-BE49-F238E27FC236}">
                  <a16:creationId xmlns:a16="http://schemas.microsoft.com/office/drawing/2014/main" id="{4D9F52D6-1E6F-83F9-CAF1-FFD335825241}"/>
                </a:ext>
              </a:extLst>
            </p:cNvPr>
            <p:cNvSpPr txBox="1">
              <a:spLocks noChangeArrowheads="1"/>
            </p:cNvSpPr>
            <p:nvPr/>
          </p:nvSpPr>
          <p:spPr bwMode="auto">
            <a:xfrm>
              <a:off x="1274" y="1424"/>
              <a:ext cx="31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a:t>
              </a:r>
            </a:p>
          </p:txBody>
        </p:sp>
        <p:sp>
          <p:nvSpPr>
            <p:cNvPr id="21645" name="Text Box 143">
              <a:extLst>
                <a:ext uri="{FF2B5EF4-FFF2-40B4-BE49-F238E27FC236}">
                  <a16:creationId xmlns:a16="http://schemas.microsoft.com/office/drawing/2014/main" id="{DAA7226A-2998-CB7C-B4ED-163B94D035F7}"/>
                </a:ext>
              </a:extLst>
            </p:cNvPr>
            <p:cNvSpPr txBox="1">
              <a:spLocks noChangeArrowheads="1"/>
            </p:cNvSpPr>
            <p:nvPr/>
          </p:nvSpPr>
          <p:spPr bwMode="auto">
            <a:xfrm>
              <a:off x="1150" y="2055"/>
              <a:ext cx="466"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1" eaLnBrk="1" hangingPunct="1"/>
              <a:r>
                <a:rPr lang="ru-RU" altLang="en-US" sz="1600"/>
                <a:t>2</a:t>
              </a:r>
              <a:r>
                <a:rPr lang="ru-RU" altLang="en-US" sz="1600" baseline="30000"/>
                <a:t>n-k</a:t>
              </a:r>
              <a:endParaRPr lang="ru-RU" altLang="en-US" sz="1600"/>
            </a:p>
          </p:txBody>
        </p:sp>
        <p:sp>
          <p:nvSpPr>
            <p:cNvPr id="21646" name="AutoShape 144">
              <a:extLst>
                <a:ext uri="{FF2B5EF4-FFF2-40B4-BE49-F238E27FC236}">
                  <a16:creationId xmlns:a16="http://schemas.microsoft.com/office/drawing/2014/main" id="{370733E3-380F-8F0D-FE4B-0041D39A271F}"/>
                </a:ext>
              </a:extLst>
            </p:cNvPr>
            <p:cNvSpPr>
              <a:spLocks/>
            </p:cNvSpPr>
            <p:nvPr/>
          </p:nvSpPr>
          <p:spPr bwMode="auto">
            <a:xfrm rot="5400000">
              <a:off x="1937" y="703"/>
              <a:ext cx="124" cy="667"/>
            </a:xfrm>
            <a:prstGeom prst="leftBrace">
              <a:avLst>
                <a:gd name="adj1" fmla="val 44825"/>
                <a:gd name="adj2" fmla="val 50000"/>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1647" name="AutoShape 145">
              <a:extLst>
                <a:ext uri="{FF2B5EF4-FFF2-40B4-BE49-F238E27FC236}">
                  <a16:creationId xmlns:a16="http://schemas.microsoft.com/office/drawing/2014/main" id="{89EC89BF-F5E0-0C2A-2A8F-A1DD07EA639F}"/>
                </a:ext>
              </a:extLst>
            </p:cNvPr>
            <p:cNvSpPr>
              <a:spLocks/>
            </p:cNvSpPr>
            <p:nvPr/>
          </p:nvSpPr>
          <p:spPr bwMode="auto">
            <a:xfrm rot="5400000">
              <a:off x="3188" y="711"/>
              <a:ext cx="124" cy="667"/>
            </a:xfrm>
            <a:prstGeom prst="leftBrace">
              <a:avLst>
                <a:gd name="adj1" fmla="val 44825"/>
                <a:gd name="adj2" fmla="val 50000"/>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1648" name="AutoShape 146">
              <a:extLst>
                <a:ext uri="{FF2B5EF4-FFF2-40B4-BE49-F238E27FC236}">
                  <a16:creationId xmlns:a16="http://schemas.microsoft.com/office/drawing/2014/main" id="{4FB8E997-50DA-ED18-1606-9FC59BF5CFAB}"/>
                </a:ext>
              </a:extLst>
            </p:cNvPr>
            <p:cNvSpPr>
              <a:spLocks/>
            </p:cNvSpPr>
            <p:nvPr/>
          </p:nvSpPr>
          <p:spPr bwMode="auto">
            <a:xfrm rot="5400000">
              <a:off x="4534" y="703"/>
              <a:ext cx="124" cy="667"/>
            </a:xfrm>
            <a:prstGeom prst="leftBrace">
              <a:avLst>
                <a:gd name="adj1" fmla="val 44825"/>
                <a:gd name="adj2" fmla="val 50000"/>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1649" name="Text Box 147">
              <a:extLst>
                <a:ext uri="{FF2B5EF4-FFF2-40B4-BE49-F238E27FC236}">
                  <a16:creationId xmlns:a16="http://schemas.microsoft.com/office/drawing/2014/main" id="{5E2BAAA6-92DB-29A8-8813-2058D319750B}"/>
                </a:ext>
              </a:extLst>
            </p:cNvPr>
            <p:cNvSpPr txBox="1">
              <a:spLocks noChangeArrowheads="1"/>
            </p:cNvSpPr>
            <p:nvPr/>
          </p:nvSpPr>
          <p:spPr bwMode="auto">
            <a:xfrm>
              <a:off x="1841" y="730"/>
              <a:ext cx="43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2</a:t>
              </a:r>
              <a:r>
                <a:rPr lang="ru-RU" altLang="en-US" sz="1600" baseline="30000"/>
                <a:t>к</a:t>
              </a:r>
              <a:endParaRPr lang="ru-RU" altLang="en-US" sz="1600"/>
            </a:p>
          </p:txBody>
        </p:sp>
        <p:sp>
          <p:nvSpPr>
            <p:cNvPr id="21650" name="Text Box 148">
              <a:extLst>
                <a:ext uri="{FF2B5EF4-FFF2-40B4-BE49-F238E27FC236}">
                  <a16:creationId xmlns:a16="http://schemas.microsoft.com/office/drawing/2014/main" id="{0FBEE7D6-244E-B80A-188A-3B83854DC072}"/>
                </a:ext>
              </a:extLst>
            </p:cNvPr>
            <p:cNvSpPr txBox="1">
              <a:spLocks noChangeArrowheads="1"/>
            </p:cNvSpPr>
            <p:nvPr/>
          </p:nvSpPr>
          <p:spPr bwMode="auto">
            <a:xfrm>
              <a:off x="3100" y="733"/>
              <a:ext cx="43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2</a:t>
              </a:r>
              <a:r>
                <a:rPr lang="ru-RU" altLang="en-US" sz="1600" baseline="30000"/>
                <a:t>к</a:t>
              </a:r>
              <a:endParaRPr lang="ru-RU" altLang="en-US" sz="1600"/>
            </a:p>
          </p:txBody>
        </p:sp>
        <p:sp>
          <p:nvSpPr>
            <p:cNvPr id="21651" name="Text Box 149">
              <a:extLst>
                <a:ext uri="{FF2B5EF4-FFF2-40B4-BE49-F238E27FC236}">
                  <a16:creationId xmlns:a16="http://schemas.microsoft.com/office/drawing/2014/main" id="{38BB241B-E781-36D1-EEE4-453299C996EF}"/>
                </a:ext>
              </a:extLst>
            </p:cNvPr>
            <p:cNvSpPr txBox="1">
              <a:spLocks noChangeArrowheads="1"/>
            </p:cNvSpPr>
            <p:nvPr/>
          </p:nvSpPr>
          <p:spPr bwMode="auto">
            <a:xfrm>
              <a:off x="4468" y="725"/>
              <a:ext cx="432"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2</a:t>
              </a:r>
              <a:r>
                <a:rPr lang="ru-RU" altLang="en-US" sz="1600" baseline="30000"/>
                <a:t>к</a:t>
              </a:r>
              <a:endParaRPr lang="ru-RU" altLang="en-US" sz="1600"/>
            </a:p>
          </p:txBody>
        </p:sp>
        <p:sp>
          <p:nvSpPr>
            <p:cNvPr id="21652" name="Line 150">
              <a:extLst>
                <a:ext uri="{FF2B5EF4-FFF2-40B4-BE49-F238E27FC236}">
                  <a16:creationId xmlns:a16="http://schemas.microsoft.com/office/drawing/2014/main" id="{D5940345-0997-C73E-35B8-56B371BD7CB7}"/>
                </a:ext>
              </a:extLst>
            </p:cNvPr>
            <p:cNvSpPr>
              <a:spLocks noChangeShapeType="1"/>
            </p:cNvSpPr>
            <p:nvPr/>
          </p:nvSpPr>
          <p:spPr bwMode="auto">
            <a:xfrm>
              <a:off x="4166" y="1180"/>
              <a:ext cx="2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53" name="Line 151">
              <a:extLst>
                <a:ext uri="{FF2B5EF4-FFF2-40B4-BE49-F238E27FC236}">
                  <a16:creationId xmlns:a16="http://schemas.microsoft.com/office/drawing/2014/main" id="{D5362812-E139-F1F1-4E75-A4C75036A0B2}"/>
                </a:ext>
              </a:extLst>
            </p:cNvPr>
            <p:cNvSpPr>
              <a:spLocks noChangeShapeType="1"/>
            </p:cNvSpPr>
            <p:nvPr/>
          </p:nvSpPr>
          <p:spPr bwMode="auto">
            <a:xfrm>
              <a:off x="3890" y="1179"/>
              <a:ext cx="235"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654" name="Text Box 152">
              <a:extLst>
                <a:ext uri="{FF2B5EF4-FFF2-40B4-BE49-F238E27FC236}">
                  <a16:creationId xmlns:a16="http://schemas.microsoft.com/office/drawing/2014/main" id="{0E44C249-6BB2-0A0B-8F36-F3EDD8583E15}"/>
                </a:ext>
              </a:extLst>
            </p:cNvPr>
            <p:cNvSpPr txBox="1">
              <a:spLocks noChangeArrowheads="1"/>
            </p:cNvSpPr>
            <p:nvPr/>
          </p:nvSpPr>
          <p:spPr bwMode="auto">
            <a:xfrm>
              <a:off x="939" y="1386"/>
              <a:ext cx="462"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DC</a:t>
              </a:r>
              <a:endParaRPr lang="ru-RU" altLang="en-US" sz="1600" dirty="0">
                <a:solidFill>
                  <a:schemeClr val="bg1"/>
                </a:solidFill>
              </a:endParaRPr>
            </a:p>
          </p:txBody>
        </p:sp>
        <p:sp>
          <p:nvSpPr>
            <p:cNvPr id="21655" name="Line 153">
              <a:extLst>
                <a:ext uri="{FF2B5EF4-FFF2-40B4-BE49-F238E27FC236}">
                  <a16:creationId xmlns:a16="http://schemas.microsoft.com/office/drawing/2014/main" id="{48DC3C12-83B7-EE6A-EC22-947D70AE0BB9}"/>
                </a:ext>
              </a:extLst>
            </p:cNvPr>
            <p:cNvSpPr>
              <a:spLocks noChangeShapeType="1"/>
            </p:cNvSpPr>
            <p:nvPr/>
          </p:nvSpPr>
          <p:spPr bwMode="auto">
            <a:xfrm flipH="1">
              <a:off x="930" y="2478"/>
              <a:ext cx="68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56" name="Text Box 154">
              <a:extLst>
                <a:ext uri="{FF2B5EF4-FFF2-40B4-BE49-F238E27FC236}">
                  <a16:creationId xmlns:a16="http://schemas.microsoft.com/office/drawing/2014/main" id="{0886121C-5223-CBB2-BC0D-C7F12BC86F60}"/>
                </a:ext>
              </a:extLst>
            </p:cNvPr>
            <p:cNvSpPr txBox="1">
              <a:spLocks noChangeArrowheads="1"/>
            </p:cNvSpPr>
            <p:nvPr/>
          </p:nvSpPr>
          <p:spPr bwMode="auto">
            <a:xfrm>
              <a:off x="80" y="2478"/>
              <a:ext cx="967"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t>Memory</a:t>
              </a:r>
            </a:p>
            <a:p>
              <a:pPr algn="ctr" eaLnBrk="1" hangingPunct="1"/>
              <a:r>
                <a:rPr lang="en-US" altLang="en-US" sz="1600"/>
                <a:t>Cell</a:t>
              </a:r>
              <a:endParaRPr lang="ru-RU" altLang="en-US" sz="160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2">
            <a:extLst>
              <a:ext uri="{FF2B5EF4-FFF2-40B4-BE49-F238E27FC236}">
                <a16:creationId xmlns:a16="http://schemas.microsoft.com/office/drawing/2014/main" id="{D91025EB-8634-0C1C-DCB2-2F3D45DC989A}"/>
              </a:ext>
            </a:extLst>
          </p:cNvPr>
          <p:cNvSpPr>
            <a:spLocks noGrp="1" noChangeArrowheads="1"/>
          </p:cNvSpPr>
          <p:nvPr>
            <p:ph type="title"/>
          </p:nvPr>
        </p:nvSpPr>
        <p:spPr/>
        <p:txBody>
          <a:bodyPr/>
          <a:lstStyle/>
          <a:p>
            <a:r>
              <a:rPr lang="en-US" altLang="en-US"/>
              <a:t>SRAM</a:t>
            </a:r>
          </a:p>
        </p:txBody>
      </p:sp>
      <p:sp>
        <p:nvSpPr>
          <p:cNvPr id="22531" name="Content Placeholder 3">
            <a:extLst>
              <a:ext uri="{FF2B5EF4-FFF2-40B4-BE49-F238E27FC236}">
                <a16:creationId xmlns:a16="http://schemas.microsoft.com/office/drawing/2014/main" id="{BDA64696-656D-FB8A-2598-B593B9D6FC58}"/>
              </a:ext>
            </a:extLst>
          </p:cNvPr>
          <p:cNvSpPr>
            <a:spLocks noGrp="1" noChangeArrowheads="1"/>
          </p:cNvSpPr>
          <p:nvPr>
            <p:ph type="body" sz="quarter" idx="10"/>
          </p:nvPr>
        </p:nvSpPr>
        <p:spPr/>
        <p:txBody>
          <a:bodyPr/>
          <a:lstStyle/>
          <a:p>
            <a:pPr>
              <a:buFont typeface="Wingdings" panose="05000000000000000000" pitchFamily="2" charset="2"/>
              <a:buNone/>
            </a:pPr>
            <a:r>
              <a:rPr lang="en-US" altLang="en-US" sz="2000"/>
              <a:t>The linear-select organization is used for IC memory with small capacity.  Address decoder is complicated: </a:t>
            </a:r>
          </a:p>
          <a:p>
            <a:pPr>
              <a:buFont typeface="Wingdings" panose="05000000000000000000" pitchFamily="2" charset="2"/>
              <a:buNone/>
            </a:pPr>
            <a:r>
              <a:rPr lang="en-US" altLang="en-US" sz="2000"/>
              <a:t>2</a:t>
            </a:r>
            <a:r>
              <a:rPr lang="en-US" altLang="en-US" sz="2000" baseline="30000"/>
              <a:t>n</a:t>
            </a:r>
            <a:r>
              <a:rPr lang="en-US" altLang="en-US" sz="2000"/>
              <a:t> AND elements (with n inputs).</a:t>
            </a:r>
          </a:p>
          <a:p>
            <a:pPr>
              <a:buFont typeface="Wingdings" panose="05000000000000000000" pitchFamily="2" charset="2"/>
              <a:buNone/>
            </a:pPr>
            <a:r>
              <a:rPr lang="en-US" altLang="en-US" sz="2000"/>
              <a:t>Address decoder for two-dimensional IC organization is simpler:</a:t>
            </a:r>
          </a:p>
          <a:p>
            <a:pPr>
              <a:buFont typeface="Wingdings" panose="05000000000000000000" pitchFamily="2" charset="2"/>
              <a:buNone/>
            </a:pPr>
            <a:r>
              <a:rPr lang="en-US" altLang="en-US" sz="2000"/>
              <a:t>2 </a:t>
            </a:r>
            <a:r>
              <a:rPr lang="en-US" altLang="en-US" sz="2000">
                <a:sym typeface="Symbol" panose="05050102010706020507" pitchFamily="18" charset="2"/>
              </a:rPr>
              <a:t></a:t>
            </a:r>
            <a:r>
              <a:rPr lang="en-US" altLang="en-US" sz="2000"/>
              <a:t>2</a:t>
            </a:r>
            <a:r>
              <a:rPr lang="en-US" altLang="en-US" sz="2000" baseline="30000"/>
              <a:t>n/2  </a:t>
            </a:r>
            <a:r>
              <a:rPr lang="en-US" altLang="en-US" sz="2000"/>
              <a:t>AND elements (with n/2 inputs).</a:t>
            </a:r>
          </a:p>
          <a:p>
            <a:pPr>
              <a:buFont typeface="Wingdings" panose="05000000000000000000" pitchFamily="2" charset="2"/>
              <a:buNone/>
            </a:pPr>
            <a:r>
              <a:rPr lang="en-US" altLang="en-US" sz="2000">
                <a:solidFill>
                  <a:srgbClr val="0000FF"/>
                </a:solidFill>
              </a:rPr>
              <a:t>Properties of SRAM</a:t>
            </a:r>
            <a:r>
              <a:rPr lang="en-US" altLang="en-US" sz="2000"/>
              <a:t>:</a:t>
            </a:r>
          </a:p>
          <a:p>
            <a:r>
              <a:rPr lang="en-US" altLang="en-US" sz="2000"/>
              <a:t>Fast</a:t>
            </a:r>
          </a:p>
          <a:p>
            <a:r>
              <a:rPr lang="en-US" altLang="en-US" sz="2000">
                <a:solidFill>
                  <a:srgbClr val="0000FF"/>
                </a:solidFill>
              </a:rPr>
              <a:t>Density is not very large</a:t>
            </a:r>
            <a:r>
              <a:rPr lang="en-US" altLang="en-US" sz="2000"/>
              <a:t> – six transistors per bit</a:t>
            </a:r>
          </a:p>
          <a:p>
            <a:r>
              <a:rPr lang="en-US" altLang="en-US" sz="2000"/>
              <a:t>Doesn’t need to be refreshed (data stays as long as power is on).</a:t>
            </a:r>
          </a:p>
          <a:p>
            <a:r>
              <a:rPr lang="en-US" altLang="en-US" sz="2000"/>
              <a:t>Basically is used for cache memory.</a:t>
            </a:r>
          </a:p>
          <a:p>
            <a:pPr>
              <a:buFont typeface="Wingdings" panose="05000000000000000000" pitchFamily="2" charset="2"/>
              <a:buNone/>
            </a:pPr>
            <a:endParaRPr lang="en-US" altLang="en-US"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44733F14-F75A-B4DB-098B-12E5D37C7332}"/>
              </a:ext>
            </a:extLst>
          </p:cNvPr>
          <p:cNvSpPr>
            <a:spLocks noGrp="1" noChangeArrowheads="1"/>
          </p:cNvSpPr>
          <p:nvPr>
            <p:ph type="title"/>
          </p:nvPr>
        </p:nvSpPr>
        <p:spPr/>
        <p:txBody>
          <a:bodyPr/>
          <a:lstStyle/>
          <a:p>
            <a:r>
              <a:rPr lang="en-US" altLang="en-US"/>
              <a:t>Example: HM</a:t>
            </a:r>
            <a:r>
              <a:rPr lang="ru-RU" altLang="en-US"/>
              <a:t>62</a:t>
            </a:r>
            <a:r>
              <a:rPr lang="en-US" altLang="en-US"/>
              <a:t> </a:t>
            </a:r>
            <a:r>
              <a:rPr lang="ru-RU" altLang="en-US"/>
              <a:t>256 </a:t>
            </a:r>
            <a:r>
              <a:rPr lang="en-US" altLang="en-US"/>
              <a:t>SRAM IC Memory</a:t>
            </a:r>
            <a:endParaRPr lang="ru-RU" altLang="en-US"/>
          </a:p>
        </p:txBody>
      </p:sp>
      <p:grpSp>
        <p:nvGrpSpPr>
          <p:cNvPr id="23555" name="Group 72">
            <a:extLst>
              <a:ext uri="{FF2B5EF4-FFF2-40B4-BE49-F238E27FC236}">
                <a16:creationId xmlns:a16="http://schemas.microsoft.com/office/drawing/2014/main" id="{DD103452-84CD-7D2B-EDAB-0E25E93E64AA}"/>
              </a:ext>
            </a:extLst>
          </p:cNvPr>
          <p:cNvGrpSpPr>
            <a:grpSpLocks/>
          </p:cNvGrpSpPr>
          <p:nvPr/>
        </p:nvGrpSpPr>
        <p:grpSpPr bwMode="auto">
          <a:xfrm>
            <a:off x="2209801" y="1700213"/>
            <a:ext cx="2900363" cy="3581400"/>
            <a:chOff x="432" y="1296"/>
            <a:chExt cx="1827" cy="2256"/>
          </a:xfrm>
        </p:grpSpPr>
        <p:sp>
          <p:nvSpPr>
            <p:cNvPr id="23599" name="Text Box 47">
              <a:extLst>
                <a:ext uri="{FF2B5EF4-FFF2-40B4-BE49-F238E27FC236}">
                  <a16:creationId xmlns:a16="http://schemas.microsoft.com/office/drawing/2014/main" id="{18F756A4-495E-DBC9-9423-D0B6F779F08A}"/>
                </a:ext>
              </a:extLst>
            </p:cNvPr>
            <p:cNvSpPr txBox="1">
              <a:spLocks noChangeArrowheads="1"/>
            </p:cNvSpPr>
            <p:nvPr/>
          </p:nvSpPr>
          <p:spPr bwMode="auto">
            <a:xfrm>
              <a:off x="432" y="1296"/>
              <a:ext cx="457" cy="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A</a:t>
              </a:r>
              <a:r>
                <a:rPr lang="en-US" altLang="en-US" sz="1600" baseline="-25000"/>
                <a:t>0</a:t>
              </a:r>
              <a:endParaRPr lang="en-US" altLang="en-US" sz="1600"/>
            </a:p>
            <a:p>
              <a:r>
                <a:rPr lang="en-US" altLang="en-US" sz="1600"/>
                <a:t>A</a:t>
              </a:r>
              <a:r>
                <a:rPr lang="en-US" altLang="en-US" sz="1600" baseline="-25000"/>
                <a:t>1</a:t>
              </a:r>
              <a:endParaRPr lang="en-US" altLang="en-US" sz="1600"/>
            </a:p>
            <a:p>
              <a:endParaRPr lang="en-US" altLang="en-US" sz="1600"/>
            </a:p>
            <a:p>
              <a:endParaRPr lang="en-US" altLang="en-US" sz="1600"/>
            </a:p>
            <a:p>
              <a:endParaRPr lang="en-US" altLang="en-US" sz="1600"/>
            </a:p>
            <a:p>
              <a:r>
                <a:rPr lang="en-US" altLang="en-US" sz="1600"/>
                <a:t>A14</a:t>
              </a:r>
            </a:p>
            <a:p>
              <a:endParaRPr lang="en-US" altLang="en-US" sz="1600"/>
            </a:p>
            <a:p>
              <a:endParaRPr lang="en-US" altLang="en-US" sz="1600"/>
            </a:p>
            <a:p>
              <a:r>
                <a:rPr lang="en-US" altLang="en-US" sz="1600"/>
                <a:t>WE</a:t>
              </a:r>
            </a:p>
            <a:p>
              <a:r>
                <a:rPr lang="en-US" altLang="en-US" sz="1600"/>
                <a:t>OE</a:t>
              </a:r>
            </a:p>
            <a:p>
              <a:endParaRPr lang="en-US" altLang="en-US" sz="1600"/>
            </a:p>
            <a:p>
              <a:r>
                <a:rPr lang="en-US" altLang="en-US" sz="1600"/>
                <a:t>CS</a:t>
              </a:r>
            </a:p>
          </p:txBody>
        </p:sp>
        <p:sp>
          <p:nvSpPr>
            <p:cNvPr id="17456" name="Text Box 48">
              <a:extLst>
                <a:ext uri="{FF2B5EF4-FFF2-40B4-BE49-F238E27FC236}">
                  <a16:creationId xmlns:a16="http://schemas.microsoft.com/office/drawing/2014/main" id="{634CFCF3-1B31-43D1-BEDD-32AB97A61D60}"/>
                </a:ext>
              </a:extLst>
            </p:cNvPr>
            <p:cNvSpPr txBox="1">
              <a:spLocks noChangeArrowheads="1"/>
            </p:cNvSpPr>
            <p:nvPr/>
          </p:nvSpPr>
          <p:spPr bwMode="auto">
            <a:xfrm>
              <a:off x="990" y="1338"/>
              <a:ext cx="1032" cy="1974"/>
            </a:xfrm>
            <a:prstGeom prst="rect">
              <a:avLst/>
            </a:prstGeom>
            <a:solidFill>
              <a:schemeClr val="accent1">
                <a:lumMod val="60000"/>
                <a:lumOff val="40000"/>
              </a:schemeClr>
            </a:solidFill>
            <a:ln w="25400">
              <a:solidFill>
                <a:srgbClr val="000000"/>
              </a:solidFill>
              <a:miter lim="800000"/>
              <a:headEnd/>
              <a:tailEnd/>
            </a:ln>
          </p:spPr>
          <p:txBody>
            <a:bodyPr/>
            <a:lstStyle/>
            <a:p>
              <a:pPr>
                <a:defRPr/>
              </a:pPr>
              <a:r>
                <a:rPr lang="en-US" dirty="0"/>
                <a:t>0  </a:t>
              </a:r>
            </a:p>
            <a:p>
              <a:pPr>
                <a:defRPr/>
              </a:pPr>
              <a:r>
                <a:rPr lang="en-US" dirty="0"/>
                <a:t>1   SRAM    0</a:t>
              </a:r>
            </a:p>
            <a:p>
              <a:pPr>
                <a:defRPr/>
              </a:pPr>
              <a:r>
                <a:rPr lang="en-US" dirty="0"/>
                <a:t> .                  1</a:t>
              </a:r>
            </a:p>
            <a:p>
              <a:pPr>
                <a:defRPr/>
              </a:pPr>
              <a:r>
                <a:rPr lang="en-US" dirty="0"/>
                <a:t> .                  2                 </a:t>
              </a:r>
            </a:p>
            <a:p>
              <a:pPr>
                <a:defRPr/>
              </a:pPr>
              <a:r>
                <a:rPr lang="en-US" dirty="0"/>
                <a:t> .                  3</a:t>
              </a:r>
            </a:p>
            <a:p>
              <a:pPr>
                <a:defRPr/>
              </a:pPr>
              <a:r>
                <a:rPr lang="en-US" dirty="0"/>
                <a:t>14                4</a:t>
              </a:r>
            </a:p>
            <a:p>
              <a:pPr algn="just">
                <a:defRPr/>
              </a:pPr>
              <a:r>
                <a:rPr lang="en-US" dirty="0"/>
                <a:t>                    5 WE              6</a:t>
              </a:r>
            </a:p>
            <a:p>
              <a:pPr algn="just">
                <a:defRPr/>
              </a:pPr>
              <a:r>
                <a:rPr lang="en-US" dirty="0"/>
                <a:t>OE               7               </a:t>
              </a:r>
            </a:p>
            <a:p>
              <a:pPr>
                <a:defRPr/>
              </a:pPr>
              <a:r>
                <a:rPr lang="en-US" dirty="0"/>
                <a:t>CS</a:t>
              </a:r>
            </a:p>
            <a:p>
              <a:pPr>
                <a:defRPr/>
              </a:pPr>
              <a:r>
                <a:rPr lang="en-US" sz="1600" dirty="0"/>
                <a:t>     </a:t>
              </a:r>
            </a:p>
          </p:txBody>
        </p:sp>
        <p:sp>
          <p:nvSpPr>
            <p:cNvPr id="23601" name="Line 49">
              <a:extLst>
                <a:ext uri="{FF2B5EF4-FFF2-40B4-BE49-F238E27FC236}">
                  <a16:creationId xmlns:a16="http://schemas.microsoft.com/office/drawing/2014/main" id="{00FE3D5E-3614-649A-00FC-709E8E9CE5CC}"/>
                </a:ext>
              </a:extLst>
            </p:cNvPr>
            <p:cNvSpPr>
              <a:spLocks noChangeShapeType="1"/>
            </p:cNvSpPr>
            <p:nvPr/>
          </p:nvSpPr>
          <p:spPr bwMode="auto">
            <a:xfrm>
              <a:off x="2026" y="1629"/>
              <a:ext cx="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2" name="Line 50">
              <a:extLst>
                <a:ext uri="{FF2B5EF4-FFF2-40B4-BE49-F238E27FC236}">
                  <a16:creationId xmlns:a16="http://schemas.microsoft.com/office/drawing/2014/main" id="{C2248DA0-DF0F-9AF8-1C1B-714FCDD85013}"/>
                </a:ext>
              </a:extLst>
            </p:cNvPr>
            <p:cNvSpPr>
              <a:spLocks noChangeShapeType="1"/>
            </p:cNvSpPr>
            <p:nvPr/>
          </p:nvSpPr>
          <p:spPr bwMode="auto">
            <a:xfrm>
              <a:off x="2022" y="1793"/>
              <a:ext cx="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3" name="Line 51">
              <a:extLst>
                <a:ext uri="{FF2B5EF4-FFF2-40B4-BE49-F238E27FC236}">
                  <a16:creationId xmlns:a16="http://schemas.microsoft.com/office/drawing/2014/main" id="{CD90433B-7057-A382-A8B2-1B95EFA7EFBB}"/>
                </a:ext>
              </a:extLst>
            </p:cNvPr>
            <p:cNvSpPr>
              <a:spLocks noChangeShapeType="1"/>
            </p:cNvSpPr>
            <p:nvPr/>
          </p:nvSpPr>
          <p:spPr bwMode="auto">
            <a:xfrm>
              <a:off x="2022" y="1980"/>
              <a:ext cx="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4" name="Line 52">
              <a:extLst>
                <a:ext uri="{FF2B5EF4-FFF2-40B4-BE49-F238E27FC236}">
                  <a16:creationId xmlns:a16="http://schemas.microsoft.com/office/drawing/2014/main" id="{2B66AB8E-1B03-BE98-56DD-FB7FF2804F79}"/>
                </a:ext>
              </a:extLst>
            </p:cNvPr>
            <p:cNvSpPr>
              <a:spLocks noChangeShapeType="1"/>
            </p:cNvSpPr>
            <p:nvPr/>
          </p:nvSpPr>
          <p:spPr bwMode="auto">
            <a:xfrm>
              <a:off x="2018" y="2140"/>
              <a:ext cx="23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5" name="Line 53">
              <a:extLst>
                <a:ext uri="{FF2B5EF4-FFF2-40B4-BE49-F238E27FC236}">
                  <a16:creationId xmlns:a16="http://schemas.microsoft.com/office/drawing/2014/main" id="{722362F0-3CE3-17B2-43B5-ACB3CD6A9A2B}"/>
                </a:ext>
              </a:extLst>
            </p:cNvPr>
            <p:cNvSpPr>
              <a:spLocks noChangeShapeType="1"/>
            </p:cNvSpPr>
            <p:nvPr/>
          </p:nvSpPr>
          <p:spPr bwMode="auto">
            <a:xfrm>
              <a:off x="2022" y="2326"/>
              <a:ext cx="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6" name="Line 54">
              <a:extLst>
                <a:ext uri="{FF2B5EF4-FFF2-40B4-BE49-F238E27FC236}">
                  <a16:creationId xmlns:a16="http://schemas.microsoft.com/office/drawing/2014/main" id="{35D7FCE7-F137-D274-1E99-4E37F140873E}"/>
                </a:ext>
              </a:extLst>
            </p:cNvPr>
            <p:cNvSpPr>
              <a:spLocks noChangeShapeType="1"/>
            </p:cNvSpPr>
            <p:nvPr/>
          </p:nvSpPr>
          <p:spPr bwMode="auto">
            <a:xfrm>
              <a:off x="2026" y="2523"/>
              <a:ext cx="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7" name="Line 55">
              <a:extLst>
                <a:ext uri="{FF2B5EF4-FFF2-40B4-BE49-F238E27FC236}">
                  <a16:creationId xmlns:a16="http://schemas.microsoft.com/office/drawing/2014/main" id="{9421BD03-123A-2C9B-0C22-433C96AD50AB}"/>
                </a:ext>
              </a:extLst>
            </p:cNvPr>
            <p:cNvSpPr>
              <a:spLocks noChangeShapeType="1"/>
            </p:cNvSpPr>
            <p:nvPr/>
          </p:nvSpPr>
          <p:spPr bwMode="auto">
            <a:xfrm>
              <a:off x="2030" y="2687"/>
              <a:ext cx="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8" name="Line 56">
              <a:extLst>
                <a:ext uri="{FF2B5EF4-FFF2-40B4-BE49-F238E27FC236}">
                  <a16:creationId xmlns:a16="http://schemas.microsoft.com/office/drawing/2014/main" id="{9E904B81-0E0A-E83E-AB0D-1746F7100411}"/>
                </a:ext>
              </a:extLst>
            </p:cNvPr>
            <p:cNvSpPr>
              <a:spLocks noChangeShapeType="1"/>
            </p:cNvSpPr>
            <p:nvPr/>
          </p:nvSpPr>
          <p:spPr bwMode="auto">
            <a:xfrm>
              <a:off x="2024" y="2899"/>
              <a:ext cx="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9" name="Line 57">
              <a:extLst>
                <a:ext uri="{FF2B5EF4-FFF2-40B4-BE49-F238E27FC236}">
                  <a16:creationId xmlns:a16="http://schemas.microsoft.com/office/drawing/2014/main" id="{9E732A93-702C-8CD5-1BE3-33B4C7E19D8B}"/>
                </a:ext>
              </a:extLst>
            </p:cNvPr>
            <p:cNvSpPr>
              <a:spLocks noChangeShapeType="1"/>
            </p:cNvSpPr>
            <p:nvPr/>
          </p:nvSpPr>
          <p:spPr bwMode="auto">
            <a:xfrm flipH="1">
              <a:off x="755" y="1501"/>
              <a:ext cx="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10" name="Line 58">
              <a:extLst>
                <a:ext uri="{FF2B5EF4-FFF2-40B4-BE49-F238E27FC236}">
                  <a16:creationId xmlns:a16="http://schemas.microsoft.com/office/drawing/2014/main" id="{9C8D80B1-68F8-8622-96A7-E8310F2DCE27}"/>
                </a:ext>
              </a:extLst>
            </p:cNvPr>
            <p:cNvSpPr>
              <a:spLocks noChangeShapeType="1"/>
            </p:cNvSpPr>
            <p:nvPr/>
          </p:nvSpPr>
          <p:spPr bwMode="auto">
            <a:xfrm flipH="1">
              <a:off x="761" y="1654"/>
              <a:ext cx="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11" name="Line 59">
              <a:extLst>
                <a:ext uri="{FF2B5EF4-FFF2-40B4-BE49-F238E27FC236}">
                  <a16:creationId xmlns:a16="http://schemas.microsoft.com/office/drawing/2014/main" id="{30BA7933-358B-5494-4720-26DC46BFCE8B}"/>
                </a:ext>
              </a:extLst>
            </p:cNvPr>
            <p:cNvSpPr>
              <a:spLocks noChangeShapeType="1"/>
            </p:cNvSpPr>
            <p:nvPr/>
          </p:nvSpPr>
          <p:spPr bwMode="auto">
            <a:xfrm flipH="1">
              <a:off x="744" y="2343"/>
              <a:ext cx="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12" name="Text Box 60">
              <a:extLst>
                <a:ext uri="{FF2B5EF4-FFF2-40B4-BE49-F238E27FC236}">
                  <a16:creationId xmlns:a16="http://schemas.microsoft.com/office/drawing/2014/main" id="{6ADC0886-A1CA-63DE-F3C2-EC31129A8C1F}"/>
                </a:ext>
              </a:extLst>
            </p:cNvPr>
            <p:cNvSpPr txBox="1">
              <a:spLocks noChangeArrowheads="1"/>
            </p:cNvSpPr>
            <p:nvPr/>
          </p:nvSpPr>
          <p:spPr bwMode="auto">
            <a:xfrm>
              <a:off x="749" y="1579"/>
              <a:ext cx="350"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40000"/>
                </a:lnSpc>
              </a:pPr>
              <a:r>
                <a:rPr lang="en-US" altLang="en-US" sz="2000"/>
                <a:t>.</a:t>
              </a:r>
            </a:p>
            <a:p>
              <a:r>
                <a:rPr lang="en-US" altLang="en-US" sz="2000"/>
                <a:t>.</a:t>
              </a:r>
            </a:p>
            <a:p>
              <a:r>
                <a:rPr lang="en-US" altLang="en-US" sz="2000"/>
                <a:t>.</a:t>
              </a:r>
            </a:p>
          </p:txBody>
        </p:sp>
        <p:sp>
          <p:nvSpPr>
            <p:cNvPr id="23613" name="Line 61">
              <a:extLst>
                <a:ext uri="{FF2B5EF4-FFF2-40B4-BE49-F238E27FC236}">
                  <a16:creationId xmlns:a16="http://schemas.microsoft.com/office/drawing/2014/main" id="{D1ABC5D6-C59E-E517-E85E-A72BDE78607A}"/>
                </a:ext>
              </a:extLst>
            </p:cNvPr>
            <p:cNvSpPr>
              <a:spLocks noChangeShapeType="1"/>
            </p:cNvSpPr>
            <p:nvPr/>
          </p:nvSpPr>
          <p:spPr bwMode="auto">
            <a:xfrm flipH="1" flipV="1">
              <a:off x="725" y="2628"/>
              <a:ext cx="229" cy="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14" name="Line 62">
              <a:extLst>
                <a:ext uri="{FF2B5EF4-FFF2-40B4-BE49-F238E27FC236}">
                  <a16:creationId xmlns:a16="http://schemas.microsoft.com/office/drawing/2014/main" id="{04F947F3-191B-D196-900E-14F91A4A6573}"/>
                </a:ext>
              </a:extLst>
            </p:cNvPr>
            <p:cNvSpPr>
              <a:spLocks noChangeShapeType="1"/>
            </p:cNvSpPr>
            <p:nvPr/>
          </p:nvSpPr>
          <p:spPr bwMode="auto">
            <a:xfrm flipH="1">
              <a:off x="693" y="2862"/>
              <a:ext cx="25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15" name="Line 63">
              <a:extLst>
                <a:ext uri="{FF2B5EF4-FFF2-40B4-BE49-F238E27FC236}">
                  <a16:creationId xmlns:a16="http://schemas.microsoft.com/office/drawing/2014/main" id="{D1487479-B965-CB0E-7750-79D30A4311DF}"/>
                </a:ext>
              </a:extLst>
            </p:cNvPr>
            <p:cNvSpPr>
              <a:spLocks noChangeShapeType="1"/>
            </p:cNvSpPr>
            <p:nvPr/>
          </p:nvSpPr>
          <p:spPr bwMode="auto">
            <a:xfrm flipH="1">
              <a:off x="725" y="3124"/>
              <a:ext cx="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16" name="Line 64">
              <a:extLst>
                <a:ext uri="{FF2B5EF4-FFF2-40B4-BE49-F238E27FC236}">
                  <a16:creationId xmlns:a16="http://schemas.microsoft.com/office/drawing/2014/main" id="{8D87D538-5E35-ED22-39AE-70789DFC02C6}"/>
                </a:ext>
              </a:extLst>
            </p:cNvPr>
            <p:cNvSpPr>
              <a:spLocks noChangeShapeType="1"/>
            </p:cNvSpPr>
            <p:nvPr/>
          </p:nvSpPr>
          <p:spPr bwMode="auto">
            <a:xfrm>
              <a:off x="497" y="2535"/>
              <a:ext cx="1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17" name="Line 65">
              <a:extLst>
                <a:ext uri="{FF2B5EF4-FFF2-40B4-BE49-F238E27FC236}">
                  <a16:creationId xmlns:a16="http://schemas.microsoft.com/office/drawing/2014/main" id="{270B1AC0-89CF-DBDE-3A61-FA34ACBDE71D}"/>
                </a:ext>
              </a:extLst>
            </p:cNvPr>
            <p:cNvSpPr>
              <a:spLocks noChangeShapeType="1"/>
            </p:cNvSpPr>
            <p:nvPr/>
          </p:nvSpPr>
          <p:spPr bwMode="auto">
            <a:xfrm>
              <a:off x="496" y="2705"/>
              <a:ext cx="1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18" name="Line 66">
              <a:extLst>
                <a:ext uri="{FF2B5EF4-FFF2-40B4-BE49-F238E27FC236}">
                  <a16:creationId xmlns:a16="http://schemas.microsoft.com/office/drawing/2014/main" id="{6FB71F61-A697-5B8E-983A-97F2119630F1}"/>
                </a:ext>
              </a:extLst>
            </p:cNvPr>
            <p:cNvSpPr>
              <a:spLocks noChangeShapeType="1"/>
            </p:cNvSpPr>
            <p:nvPr/>
          </p:nvSpPr>
          <p:spPr bwMode="auto">
            <a:xfrm>
              <a:off x="477" y="3006"/>
              <a:ext cx="1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19" name="Oval 67">
              <a:extLst>
                <a:ext uri="{FF2B5EF4-FFF2-40B4-BE49-F238E27FC236}">
                  <a16:creationId xmlns:a16="http://schemas.microsoft.com/office/drawing/2014/main" id="{5F1BC323-0D45-3229-44B8-6F2E64703426}"/>
                </a:ext>
              </a:extLst>
            </p:cNvPr>
            <p:cNvSpPr>
              <a:spLocks noChangeArrowheads="1"/>
            </p:cNvSpPr>
            <p:nvPr/>
          </p:nvSpPr>
          <p:spPr bwMode="auto">
            <a:xfrm>
              <a:off x="939" y="2574"/>
              <a:ext cx="104" cy="105"/>
            </a:xfrm>
            <a:prstGeom prst="ellipse">
              <a:avLst/>
            </a:prstGeom>
            <a:solidFill>
              <a:schemeClr val="accent1"/>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3620" name="Oval 68">
              <a:extLst>
                <a:ext uri="{FF2B5EF4-FFF2-40B4-BE49-F238E27FC236}">
                  <a16:creationId xmlns:a16="http://schemas.microsoft.com/office/drawing/2014/main" id="{AA37590B-0942-6356-5C26-299809AFF8CC}"/>
                </a:ext>
              </a:extLst>
            </p:cNvPr>
            <p:cNvSpPr>
              <a:spLocks noChangeArrowheads="1"/>
            </p:cNvSpPr>
            <p:nvPr/>
          </p:nvSpPr>
          <p:spPr bwMode="auto">
            <a:xfrm>
              <a:off x="935" y="2814"/>
              <a:ext cx="104" cy="105"/>
            </a:xfrm>
            <a:prstGeom prst="ellipse">
              <a:avLst/>
            </a:prstGeom>
            <a:solidFill>
              <a:schemeClr val="accent1"/>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3621" name="Oval 69">
              <a:extLst>
                <a:ext uri="{FF2B5EF4-FFF2-40B4-BE49-F238E27FC236}">
                  <a16:creationId xmlns:a16="http://schemas.microsoft.com/office/drawing/2014/main" id="{93062544-CD02-40D0-9F5A-FF619A71752F}"/>
                </a:ext>
              </a:extLst>
            </p:cNvPr>
            <p:cNvSpPr>
              <a:spLocks noChangeArrowheads="1"/>
            </p:cNvSpPr>
            <p:nvPr/>
          </p:nvSpPr>
          <p:spPr bwMode="auto">
            <a:xfrm>
              <a:off x="935" y="3060"/>
              <a:ext cx="104" cy="105"/>
            </a:xfrm>
            <a:prstGeom prst="ellipse">
              <a:avLst/>
            </a:prstGeom>
            <a:solidFill>
              <a:schemeClr val="accent1"/>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23556" name="Text Box 71">
            <a:extLst>
              <a:ext uri="{FF2B5EF4-FFF2-40B4-BE49-F238E27FC236}">
                <a16:creationId xmlns:a16="http://schemas.microsoft.com/office/drawing/2014/main" id="{5C2F71CB-0C8A-F357-10A3-55198A7FB6A5}"/>
              </a:ext>
            </a:extLst>
          </p:cNvPr>
          <p:cNvSpPr txBox="1">
            <a:spLocks noChangeArrowheads="1"/>
          </p:cNvSpPr>
          <p:nvPr/>
        </p:nvSpPr>
        <p:spPr bwMode="auto">
          <a:xfrm>
            <a:off x="1524001" y="5661026"/>
            <a:ext cx="8893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a:p>
        </p:txBody>
      </p:sp>
      <p:sp>
        <p:nvSpPr>
          <p:cNvPr id="23557" name="Text Box 73">
            <a:extLst>
              <a:ext uri="{FF2B5EF4-FFF2-40B4-BE49-F238E27FC236}">
                <a16:creationId xmlns:a16="http://schemas.microsoft.com/office/drawing/2014/main" id="{8E273EDB-CECD-9249-D581-4F28AF1AED74}"/>
              </a:ext>
            </a:extLst>
          </p:cNvPr>
          <p:cNvSpPr txBox="1">
            <a:spLocks noChangeArrowheads="1"/>
          </p:cNvSpPr>
          <p:nvPr/>
        </p:nvSpPr>
        <p:spPr bwMode="auto">
          <a:xfrm>
            <a:off x="1924051" y="5251450"/>
            <a:ext cx="83486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SRAM has bidirectional data bus – use the same data pins for both reading and writing.</a:t>
            </a:r>
            <a:endParaRPr lang="ru-RU" altLang="en-US" sz="1600"/>
          </a:p>
        </p:txBody>
      </p:sp>
      <p:graphicFrame>
        <p:nvGraphicFramePr>
          <p:cNvPr id="16460" name="Group 76">
            <a:extLst>
              <a:ext uri="{FF2B5EF4-FFF2-40B4-BE49-F238E27FC236}">
                <a16:creationId xmlns:a16="http://schemas.microsoft.com/office/drawing/2014/main" id="{FE2543A1-2969-4E74-8515-435BD7309A90}"/>
              </a:ext>
            </a:extLst>
          </p:cNvPr>
          <p:cNvGraphicFramePr>
            <a:graphicFrameLocks noGrp="1"/>
          </p:cNvGraphicFramePr>
          <p:nvPr>
            <p:extLst>
              <p:ext uri="{D42A27DB-BD31-4B8C-83A1-F6EECF244321}">
                <p14:modId xmlns:p14="http://schemas.microsoft.com/office/powerpoint/2010/main" val="1753453253"/>
              </p:ext>
            </p:extLst>
          </p:nvPr>
        </p:nvGraphicFramePr>
        <p:xfrm>
          <a:off x="5453063" y="2286001"/>
          <a:ext cx="4964112" cy="2392422"/>
        </p:xfrm>
        <a:graphic>
          <a:graphicData uri="http://schemas.openxmlformats.org/drawingml/2006/table">
            <a:tbl>
              <a:tblPr/>
              <a:tblGrid>
                <a:gridCol w="858837">
                  <a:extLst>
                    <a:ext uri="{9D8B030D-6E8A-4147-A177-3AD203B41FA5}">
                      <a16:colId xmlns:a16="http://schemas.microsoft.com/office/drawing/2014/main" val="20000"/>
                    </a:ext>
                  </a:extLst>
                </a:gridCol>
                <a:gridCol w="936625">
                  <a:extLst>
                    <a:ext uri="{9D8B030D-6E8A-4147-A177-3AD203B41FA5}">
                      <a16:colId xmlns:a16="http://schemas.microsoft.com/office/drawing/2014/main" val="20001"/>
                    </a:ext>
                  </a:extLst>
                </a:gridCol>
                <a:gridCol w="935038">
                  <a:extLst>
                    <a:ext uri="{9D8B030D-6E8A-4147-A177-3AD203B41FA5}">
                      <a16:colId xmlns:a16="http://schemas.microsoft.com/office/drawing/2014/main" val="20002"/>
                    </a:ext>
                  </a:extLst>
                </a:gridCol>
                <a:gridCol w="1152525">
                  <a:extLst>
                    <a:ext uri="{9D8B030D-6E8A-4147-A177-3AD203B41FA5}">
                      <a16:colId xmlns:a16="http://schemas.microsoft.com/office/drawing/2014/main" val="20003"/>
                    </a:ext>
                  </a:extLst>
                </a:gridCol>
                <a:gridCol w="1081087">
                  <a:extLst>
                    <a:ext uri="{9D8B030D-6E8A-4147-A177-3AD203B41FA5}">
                      <a16:colId xmlns:a16="http://schemas.microsoft.com/office/drawing/2014/main" val="20004"/>
                    </a:ext>
                  </a:extLst>
                </a:gridCol>
              </a:tblGrid>
              <a:tr h="37132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1"/>
                          </a:solidFill>
                          <a:effectLst/>
                          <a:latin typeface="Arial" pitchFamily="34" charset="0"/>
                          <a:cs typeface="Arial" pitchFamily="34" charset="0"/>
                        </a:rPr>
                        <a:t>CS</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1"/>
                          </a:solidFill>
                          <a:effectLst/>
                          <a:latin typeface="Arial" pitchFamily="34" charset="0"/>
                          <a:cs typeface="Arial" pitchFamily="34" charset="0"/>
                        </a:rPr>
                        <a:t>OE</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1"/>
                          </a:solidFill>
                          <a:effectLst/>
                          <a:latin typeface="Arial" pitchFamily="34" charset="0"/>
                          <a:cs typeface="Arial" pitchFamily="34" charset="0"/>
                        </a:rPr>
                        <a:t>WE</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1"/>
                          </a:solidFill>
                          <a:effectLst/>
                          <a:latin typeface="Arial" pitchFamily="34" charset="0"/>
                          <a:cs typeface="Arial" pitchFamily="34" charset="0"/>
                        </a:rPr>
                        <a:t>I/O pins</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1"/>
                          </a:solidFill>
                          <a:effectLst/>
                          <a:latin typeface="Arial" pitchFamily="34" charset="0"/>
                          <a:cs typeface="Arial" pitchFamily="34" charset="0"/>
                        </a:rPr>
                        <a:t>Mode</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3998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z</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Not selected</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1"/>
                  </a:ext>
                </a:extLst>
              </a:tr>
              <a:tr h="63998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z</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Output disable</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2"/>
                  </a:ext>
                </a:extLst>
              </a:tr>
              <a:tr h="37132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Dout</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Read</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3"/>
                  </a:ext>
                </a:extLst>
              </a:tr>
              <a:tr h="3697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x</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Din</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Write</a:t>
                      </a:r>
                    </a:p>
                  </a:txBody>
                  <a:tcPr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4"/>
                  </a:ext>
                </a:extLst>
              </a:tr>
            </a:tbl>
          </a:graphicData>
        </a:graphic>
      </p:graphicFrame>
      <p:sp>
        <p:nvSpPr>
          <p:cNvPr id="23596" name="Line 44">
            <a:extLst>
              <a:ext uri="{FF2B5EF4-FFF2-40B4-BE49-F238E27FC236}">
                <a16:creationId xmlns:a16="http://schemas.microsoft.com/office/drawing/2014/main" id="{38AD9425-8E9E-DD96-0080-E8730EAFBDD0}"/>
              </a:ext>
            </a:extLst>
          </p:cNvPr>
          <p:cNvSpPr>
            <a:spLocks noChangeShapeType="1"/>
          </p:cNvSpPr>
          <p:nvPr/>
        </p:nvSpPr>
        <p:spPr bwMode="auto">
          <a:xfrm>
            <a:off x="5762625" y="234315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dirty="0"/>
          </a:p>
        </p:txBody>
      </p:sp>
      <p:sp>
        <p:nvSpPr>
          <p:cNvPr id="23597" name="Line 44">
            <a:extLst>
              <a:ext uri="{FF2B5EF4-FFF2-40B4-BE49-F238E27FC236}">
                <a16:creationId xmlns:a16="http://schemas.microsoft.com/office/drawing/2014/main" id="{A2374806-6B51-885C-F697-F171EA254941}"/>
              </a:ext>
            </a:extLst>
          </p:cNvPr>
          <p:cNvSpPr>
            <a:spLocks noChangeShapeType="1"/>
          </p:cNvSpPr>
          <p:nvPr/>
        </p:nvSpPr>
        <p:spPr bwMode="auto">
          <a:xfrm>
            <a:off x="6645275" y="2328863"/>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8" name="Line 44">
            <a:extLst>
              <a:ext uri="{FF2B5EF4-FFF2-40B4-BE49-F238E27FC236}">
                <a16:creationId xmlns:a16="http://schemas.microsoft.com/office/drawing/2014/main" id="{D26FA271-B7E4-DCAC-61B2-B84DE0A60066}"/>
              </a:ext>
            </a:extLst>
          </p:cNvPr>
          <p:cNvSpPr>
            <a:spLocks noChangeShapeType="1"/>
          </p:cNvSpPr>
          <p:nvPr/>
        </p:nvSpPr>
        <p:spPr bwMode="auto">
          <a:xfrm>
            <a:off x="7572375" y="2333625"/>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a:extLst>
              <a:ext uri="{FF2B5EF4-FFF2-40B4-BE49-F238E27FC236}">
                <a16:creationId xmlns:a16="http://schemas.microsoft.com/office/drawing/2014/main" id="{497FFF1A-E21A-E28A-3F7D-97100AD3846E}"/>
              </a:ext>
            </a:extLst>
          </p:cNvPr>
          <p:cNvSpPr>
            <a:spLocks noGrp="1" noChangeArrowheads="1"/>
          </p:cNvSpPr>
          <p:nvPr>
            <p:ph type="title"/>
          </p:nvPr>
        </p:nvSpPr>
        <p:spPr/>
        <p:txBody>
          <a:bodyPr/>
          <a:lstStyle/>
          <a:p>
            <a:r>
              <a:rPr lang="en-US" altLang="en-US"/>
              <a:t>HM</a:t>
            </a:r>
            <a:r>
              <a:rPr lang="ru-RU" altLang="en-US"/>
              <a:t>62</a:t>
            </a:r>
            <a:r>
              <a:rPr lang="en-US" altLang="en-US"/>
              <a:t> </a:t>
            </a:r>
            <a:r>
              <a:rPr lang="ru-RU" altLang="en-US"/>
              <a:t>256 </a:t>
            </a:r>
            <a:r>
              <a:rPr lang="en-US" altLang="en-US"/>
              <a:t>SRAM IC Structure</a:t>
            </a:r>
            <a:endParaRPr lang="ru-RU" altLang="en-US"/>
          </a:p>
        </p:txBody>
      </p:sp>
      <p:sp>
        <p:nvSpPr>
          <p:cNvPr id="24579" name="Text Box 7">
            <a:extLst>
              <a:ext uri="{FF2B5EF4-FFF2-40B4-BE49-F238E27FC236}">
                <a16:creationId xmlns:a16="http://schemas.microsoft.com/office/drawing/2014/main" id="{A19EE66E-3C60-E88C-2F7B-BA23A8ED46FE}"/>
              </a:ext>
            </a:extLst>
          </p:cNvPr>
          <p:cNvSpPr txBox="1">
            <a:spLocks noChangeArrowheads="1"/>
          </p:cNvSpPr>
          <p:nvPr/>
        </p:nvSpPr>
        <p:spPr bwMode="auto">
          <a:xfrm>
            <a:off x="2667001" y="4786313"/>
            <a:ext cx="612775" cy="104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t>CS</a:t>
            </a:r>
          </a:p>
          <a:p>
            <a:endParaRPr lang="en-US" altLang="en-US" sz="1200"/>
          </a:p>
          <a:p>
            <a:r>
              <a:rPr lang="en-US" altLang="en-US" sz="1200"/>
              <a:t>WE</a:t>
            </a:r>
          </a:p>
          <a:p>
            <a:endParaRPr lang="en-US" altLang="en-US" sz="1200"/>
          </a:p>
          <a:p>
            <a:r>
              <a:rPr lang="en-US" altLang="en-US" sz="1200"/>
              <a:t>OE</a:t>
            </a:r>
          </a:p>
        </p:txBody>
      </p:sp>
      <p:grpSp>
        <p:nvGrpSpPr>
          <p:cNvPr id="24580" name="Group 163">
            <a:extLst>
              <a:ext uri="{FF2B5EF4-FFF2-40B4-BE49-F238E27FC236}">
                <a16:creationId xmlns:a16="http://schemas.microsoft.com/office/drawing/2014/main" id="{A96CB6E3-8F07-AA3B-E629-F984C21B0553}"/>
              </a:ext>
            </a:extLst>
          </p:cNvPr>
          <p:cNvGrpSpPr>
            <a:grpSpLocks/>
          </p:cNvGrpSpPr>
          <p:nvPr/>
        </p:nvGrpSpPr>
        <p:grpSpPr bwMode="auto">
          <a:xfrm>
            <a:off x="2782888" y="1143001"/>
            <a:ext cx="6126162" cy="4664075"/>
            <a:chOff x="650636" y="539750"/>
            <a:chExt cx="7350364" cy="5984875"/>
          </a:xfrm>
        </p:grpSpPr>
        <p:sp>
          <p:nvSpPr>
            <p:cNvPr id="24581" name="Rectangle 157">
              <a:extLst>
                <a:ext uri="{FF2B5EF4-FFF2-40B4-BE49-F238E27FC236}">
                  <a16:creationId xmlns:a16="http://schemas.microsoft.com/office/drawing/2014/main" id="{40566B09-F09E-4D25-A310-14FA05D9539F}"/>
                </a:ext>
              </a:extLst>
            </p:cNvPr>
            <p:cNvSpPr>
              <a:spLocks noChangeArrowheads="1"/>
            </p:cNvSpPr>
            <p:nvPr/>
          </p:nvSpPr>
          <p:spPr bwMode="auto">
            <a:xfrm>
              <a:off x="1187450" y="4941888"/>
              <a:ext cx="1439863" cy="1582737"/>
            </a:xfrm>
            <a:prstGeom prst="rect">
              <a:avLst/>
            </a:prstGeom>
            <a:noFill/>
            <a:ln w="9525">
              <a:solidFill>
                <a:schemeClr val="tx1"/>
              </a:solidFill>
              <a:prstDash val="sysDash"/>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Read/Write</a:t>
              </a:r>
            </a:p>
            <a:p>
              <a:pPr algn="ctr" eaLnBrk="1" hangingPunct="1"/>
              <a:r>
                <a:rPr lang="en-US" altLang="en-US" sz="1200"/>
                <a:t>Control</a:t>
              </a:r>
              <a:endParaRPr lang="ru-RU" altLang="en-US" sz="1200"/>
            </a:p>
          </p:txBody>
        </p:sp>
        <p:sp>
          <p:nvSpPr>
            <p:cNvPr id="14340" name="Text Box 6">
              <a:extLst>
                <a:ext uri="{FF2B5EF4-FFF2-40B4-BE49-F238E27FC236}">
                  <a16:creationId xmlns:a16="http://schemas.microsoft.com/office/drawing/2014/main" id="{DAEC309B-9AE6-4CF8-9FD3-6EBA0D73EB95}"/>
                </a:ext>
              </a:extLst>
            </p:cNvPr>
            <p:cNvSpPr txBox="1">
              <a:spLocks noChangeArrowheads="1"/>
            </p:cNvSpPr>
            <p:nvPr/>
          </p:nvSpPr>
          <p:spPr bwMode="auto">
            <a:xfrm>
              <a:off x="4928666" y="539750"/>
              <a:ext cx="558086" cy="3397812"/>
            </a:xfrm>
            <a:prstGeom prst="rect">
              <a:avLst/>
            </a:prstGeom>
            <a:noFill/>
            <a:ln w="25400">
              <a:noFill/>
              <a:miter lim="800000"/>
              <a:headEnd/>
              <a:tailEnd/>
            </a:ln>
          </p:spPr>
          <p:txBody>
            <a:bodyPr/>
            <a:lstStyle/>
            <a:p>
              <a:pPr>
                <a:defRPr/>
              </a:pPr>
              <a:r>
                <a:rPr lang="en-US" sz="800" dirty="0"/>
                <a:t>0</a:t>
              </a:r>
            </a:p>
            <a:p>
              <a:pPr>
                <a:defRPr/>
              </a:pPr>
              <a:r>
                <a:rPr lang="en-US" sz="800" dirty="0"/>
                <a:t>1</a:t>
              </a:r>
            </a:p>
            <a:p>
              <a:pPr>
                <a:defRPr/>
              </a:pPr>
              <a:r>
                <a:rPr lang="en-US" sz="800" dirty="0"/>
                <a:t>2</a:t>
              </a:r>
            </a:p>
            <a:p>
              <a:pPr>
                <a:defRPr/>
              </a:pPr>
              <a:endParaRPr lang="en-US" sz="800" dirty="0"/>
            </a:p>
            <a:p>
              <a:pPr>
                <a:defRPr/>
              </a:pPr>
              <a:endParaRPr lang="en-US" sz="800" dirty="0"/>
            </a:p>
            <a:p>
              <a:pPr>
                <a:defRPr/>
              </a:pPr>
              <a:endParaRPr lang="en-US" sz="800" dirty="0"/>
            </a:p>
            <a:p>
              <a:pPr>
                <a:defRPr/>
              </a:pPr>
              <a:endParaRPr lang="en-US" sz="800" dirty="0"/>
            </a:p>
            <a:p>
              <a:pPr>
                <a:defRPr/>
              </a:pPr>
              <a:r>
                <a:rPr lang="en-US" sz="800" dirty="0">
                  <a:sym typeface="Symbol" pitchFamily="18" charset="2"/>
                </a:rPr>
                <a:t></a:t>
              </a:r>
              <a:endParaRPr lang="en-US" sz="800" dirty="0"/>
            </a:p>
            <a:p>
              <a:pPr>
                <a:defRPr/>
              </a:pPr>
              <a:endParaRPr lang="en-US" sz="800" dirty="0"/>
            </a:p>
            <a:p>
              <a:pPr>
                <a:defRPr/>
              </a:pPr>
              <a:r>
                <a:rPr lang="en-US" sz="800" dirty="0">
                  <a:sym typeface="Symbol" pitchFamily="18" charset="2"/>
                </a:rPr>
                <a:t></a:t>
              </a:r>
              <a:endParaRPr lang="en-US" sz="800" dirty="0"/>
            </a:p>
            <a:p>
              <a:pPr>
                <a:defRPr/>
              </a:pPr>
              <a:endParaRPr lang="en-US" sz="800" dirty="0"/>
            </a:p>
            <a:p>
              <a:pPr>
                <a:defRPr/>
              </a:pPr>
              <a:r>
                <a:rPr lang="en-US" sz="800" dirty="0">
                  <a:sym typeface="Symbol" pitchFamily="18" charset="2"/>
                </a:rPr>
                <a:t></a:t>
              </a:r>
              <a:endParaRPr lang="en-US" sz="800" dirty="0"/>
            </a:p>
            <a:p>
              <a:pPr>
                <a:defRPr/>
              </a:pPr>
              <a:endParaRPr lang="en-US" sz="800" dirty="0"/>
            </a:p>
            <a:p>
              <a:pPr>
                <a:defRPr/>
              </a:pPr>
              <a:endParaRPr lang="en-US" sz="800" dirty="0"/>
            </a:p>
            <a:p>
              <a:pPr>
                <a:defRPr/>
              </a:pPr>
              <a:endParaRPr lang="en-US" sz="800" dirty="0"/>
            </a:p>
            <a:p>
              <a:pPr>
                <a:defRPr/>
              </a:pPr>
              <a:endParaRPr lang="en-US" sz="800" dirty="0"/>
            </a:p>
            <a:p>
              <a:pPr>
                <a:defRPr/>
              </a:pPr>
              <a:endParaRPr lang="en-US" sz="800" dirty="0"/>
            </a:p>
            <a:p>
              <a:pPr>
                <a:spcAft>
                  <a:spcPct val="50000"/>
                </a:spcAft>
                <a:defRPr/>
              </a:pPr>
              <a:endParaRPr lang="en-US" sz="800" dirty="0"/>
            </a:p>
            <a:p>
              <a:pPr>
                <a:defRPr/>
              </a:pPr>
              <a:r>
                <a:rPr lang="en-US" sz="800" dirty="0"/>
                <a:t>511</a:t>
              </a:r>
              <a:endParaRPr lang="en-US" sz="1050" dirty="0"/>
            </a:p>
          </p:txBody>
        </p:sp>
        <p:sp>
          <p:nvSpPr>
            <p:cNvPr id="24583" name="AutoShape 9">
              <a:extLst>
                <a:ext uri="{FF2B5EF4-FFF2-40B4-BE49-F238E27FC236}">
                  <a16:creationId xmlns:a16="http://schemas.microsoft.com/office/drawing/2014/main" id="{BAAD15A8-A76E-608A-35A2-2D3D04E06A12}"/>
                </a:ext>
              </a:extLst>
            </p:cNvPr>
            <p:cNvSpPr>
              <a:spLocks noChangeArrowheads="1"/>
            </p:cNvSpPr>
            <p:nvPr/>
          </p:nvSpPr>
          <p:spPr bwMode="auto">
            <a:xfrm rot="5400000">
              <a:off x="3001169" y="696119"/>
              <a:ext cx="328613" cy="238125"/>
            </a:xfrm>
            <a:prstGeom prst="triangle">
              <a:avLst>
                <a:gd name="adj" fmla="val 50000"/>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584" name="Line 10">
              <a:extLst>
                <a:ext uri="{FF2B5EF4-FFF2-40B4-BE49-F238E27FC236}">
                  <a16:creationId xmlns:a16="http://schemas.microsoft.com/office/drawing/2014/main" id="{FD5F5AF1-E25D-FA83-9950-5C63B5430C8E}"/>
                </a:ext>
              </a:extLst>
            </p:cNvPr>
            <p:cNvSpPr>
              <a:spLocks noChangeShapeType="1"/>
            </p:cNvSpPr>
            <p:nvPr/>
          </p:nvSpPr>
          <p:spPr bwMode="auto">
            <a:xfrm>
              <a:off x="3165475" y="738188"/>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5" name="Line 11">
              <a:extLst>
                <a:ext uri="{FF2B5EF4-FFF2-40B4-BE49-F238E27FC236}">
                  <a16:creationId xmlns:a16="http://schemas.microsoft.com/office/drawing/2014/main" id="{6277B251-5EAE-9634-C89C-29B7E7D39751}"/>
                </a:ext>
              </a:extLst>
            </p:cNvPr>
            <p:cNvSpPr>
              <a:spLocks noChangeShapeType="1"/>
            </p:cNvSpPr>
            <p:nvPr/>
          </p:nvSpPr>
          <p:spPr bwMode="auto">
            <a:xfrm>
              <a:off x="3165475" y="912813"/>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6" name="Oval 12">
              <a:extLst>
                <a:ext uri="{FF2B5EF4-FFF2-40B4-BE49-F238E27FC236}">
                  <a16:creationId xmlns:a16="http://schemas.microsoft.com/office/drawing/2014/main" id="{797A6328-BE66-41F0-0E11-B43CC8C0590F}"/>
                </a:ext>
              </a:extLst>
            </p:cNvPr>
            <p:cNvSpPr>
              <a:spLocks noChangeArrowheads="1"/>
            </p:cNvSpPr>
            <p:nvPr/>
          </p:nvSpPr>
          <p:spPr bwMode="auto">
            <a:xfrm>
              <a:off x="3101975" y="849313"/>
              <a:ext cx="109538" cy="103187"/>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587" name="Line 13">
              <a:extLst>
                <a:ext uri="{FF2B5EF4-FFF2-40B4-BE49-F238E27FC236}">
                  <a16:creationId xmlns:a16="http://schemas.microsoft.com/office/drawing/2014/main" id="{7F618A29-018E-1F66-42B1-B1EB5BA1136C}"/>
                </a:ext>
              </a:extLst>
            </p:cNvPr>
            <p:cNvSpPr>
              <a:spLocks noChangeShapeType="1"/>
            </p:cNvSpPr>
            <p:nvPr/>
          </p:nvSpPr>
          <p:spPr bwMode="auto">
            <a:xfrm flipH="1">
              <a:off x="2420938" y="809625"/>
              <a:ext cx="625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8" name="AutoShape 15">
              <a:extLst>
                <a:ext uri="{FF2B5EF4-FFF2-40B4-BE49-F238E27FC236}">
                  <a16:creationId xmlns:a16="http://schemas.microsoft.com/office/drawing/2014/main" id="{35E4750A-626F-A595-ABE4-17F4F3787636}"/>
                </a:ext>
              </a:extLst>
            </p:cNvPr>
            <p:cNvSpPr>
              <a:spLocks noChangeArrowheads="1"/>
            </p:cNvSpPr>
            <p:nvPr/>
          </p:nvSpPr>
          <p:spPr bwMode="auto">
            <a:xfrm rot="5400000">
              <a:off x="2994820" y="1053306"/>
              <a:ext cx="328612" cy="238125"/>
            </a:xfrm>
            <a:prstGeom prst="triangle">
              <a:avLst>
                <a:gd name="adj" fmla="val 50000"/>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589" name="Line 16">
              <a:extLst>
                <a:ext uri="{FF2B5EF4-FFF2-40B4-BE49-F238E27FC236}">
                  <a16:creationId xmlns:a16="http://schemas.microsoft.com/office/drawing/2014/main" id="{3EC2C000-079F-8DEF-E5B5-238389124C64}"/>
                </a:ext>
              </a:extLst>
            </p:cNvPr>
            <p:cNvSpPr>
              <a:spLocks noChangeShapeType="1"/>
            </p:cNvSpPr>
            <p:nvPr/>
          </p:nvSpPr>
          <p:spPr bwMode="auto">
            <a:xfrm>
              <a:off x="3157538" y="1095375"/>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0" name="Line 17">
              <a:extLst>
                <a:ext uri="{FF2B5EF4-FFF2-40B4-BE49-F238E27FC236}">
                  <a16:creationId xmlns:a16="http://schemas.microsoft.com/office/drawing/2014/main" id="{3C51D09B-5ABC-55AA-4CE8-A5BF54D3AF4A}"/>
                </a:ext>
              </a:extLst>
            </p:cNvPr>
            <p:cNvSpPr>
              <a:spLocks noChangeShapeType="1"/>
            </p:cNvSpPr>
            <p:nvPr/>
          </p:nvSpPr>
          <p:spPr bwMode="auto">
            <a:xfrm>
              <a:off x="3157538" y="1270000"/>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1" name="Oval 18">
              <a:extLst>
                <a:ext uri="{FF2B5EF4-FFF2-40B4-BE49-F238E27FC236}">
                  <a16:creationId xmlns:a16="http://schemas.microsoft.com/office/drawing/2014/main" id="{445FA4BF-67AF-89AC-701A-B5AFD00D92F5}"/>
                </a:ext>
              </a:extLst>
            </p:cNvPr>
            <p:cNvSpPr>
              <a:spLocks noChangeArrowheads="1"/>
            </p:cNvSpPr>
            <p:nvPr/>
          </p:nvSpPr>
          <p:spPr bwMode="auto">
            <a:xfrm>
              <a:off x="3095625" y="1206500"/>
              <a:ext cx="109538" cy="103188"/>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592" name="Line 19">
              <a:extLst>
                <a:ext uri="{FF2B5EF4-FFF2-40B4-BE49-F238E27FC236}">
                  <a16:creationId xmlns:a16="http://schemas.microsoft.com/office/drawing/2014/main" id="{C9DAA1A7-415D-2B36-DB3F-C6DF18CC0B47}"/>
                </a:ext>
              </a:extLst>
            </p:cNvPr>
            <p:cNvSpPr>
              <a:spLocks noChangeShapeType="1"/>
            </p:cNvSpPr>
            <p:nvPr/>
          </p:nvSpPr>
          <p:spPr bwMode="auto">
            <a:xfrm flipH="1">
              <a:off x="2413000" y="1166813"/>
              <a:ext cx="627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3" name="AutoShape 21">
              <a:extLst>
                <a:ext uri="{FF2B5EF4-FFF2-40B4-BE49-F238E27FC236}">
                  <a16:creationId xmlns:a16="http://schemas.microsoft.com/office/drawing/2014/main" id="{0C5B093D-D37E-3ED0-082F-D816881E2981}"/>
                </a:ext>
              </a:extLst>
            </p:cNvPr>
            <p:cNvSpPr>
              <a:spLocks noChangeArrowheads="1"/>
            </p:cNvSpPr>
            <p:nvPr/>
          </p:nvSpPr>
          <p:spPr bwMode="auto">
            <a:xfrm rot="5400000">
              <a:off x="2999581" y="1400969"/>
              <a:ext cx="328613" cy="238125"/>
            </a:xfrm>
            <a:prstGeom prst="triangle">
              <a:avLst>
                <a:gd name="adj" fmla="val 50000"/>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594" name="Line 22">
              <a:extLst>
                <a:ext uri="{FF2B5EF4-FFF2-40B4-BE49-F238E27FC236}">
                  <a16:creationId xmlns:a16="http://schemas.microsoft.com/office/drawing/2014/main" id="{94B1EAD0-9C7E-6816-436F-79E76BF767B6}"/>
                </a:ext>
              </a:extLst>
            </p:cNvPr>
            <p:cNvSpPr>
              <a:spLocks noChangeShapeType="1"/>
            </p:cNvSpPr>
            <p:nvPr/>
          </p:nvSpPr>
          <p:spPr bwMode="auto">
            <a:xfrm>
              <a:off x="3162300" y="1443038"/>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5" name="Line 23">
              <a:extLst>
                <a:ext uri="{FF2B5EF4-FFF2-40B4-BE49-F238E27FC236}">
                  <a16:creationId xmlns:a16="http://schemas.microsoft.com/office/drawing/2014/main" id="{2B0A8821-CA07-9307-CC2C-5FBEFDBA51D4}"/>
                </a:ext>
              </a:extLst>
            </p:cNvPr>
            <p:cNvSpPr>
              <a:spLocks noChangeShapeType="1"/>
            </p:cNvSpPr>
            <p:nvPr/>
          </p:nvSpPr>
          <p:spPr bwMode="auto">
            <a:xfrm>
              <a:off x="3162300" y="1617663"/>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6" name="Oval 24">
              <a:extLst>
                <a:ext uri="{FF2B5EF4-FFF2-40B4-BE49-F238E27FC236}">
                  <a16:creationId xmlns:a16="http://schemas.microsoft.com/office/drawing/2014/main" id="{B24D2CFC-8628-DD62-5E72-86BC33386368}"/>
                </a:ext>
              </a:extLst>
            </p:cNvPr>
            <p:cNvSpPr>
              <a:spLocks noChangeArrowheads="1"/>
            </p:cNvSpPr>
            <p:nvPr/>
          </p:nvSpPr>
          <p:spPr bwMode="auto">
            <a:xfrm>
              <a:off x="3100388" y="1554163"/>
              <a:ext cx="109537" cy="103187"/>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597" name="Line 25">
              <a:extLst>
                <a:ext uri="{FF2B5EF4-FFF2-40B4-BE49-F238E27FC236}">
                  <a16:creationId xmlns:a16="http://schemas.microsoft.com/office/drawing/2014/main" id="{52772F43-1F72-0175-9DEB-1B97CC72677F}"/>
                </a:ext>
              </a:extLst>
            </p:cNvPr>
            <p:cNvSpPr>
              <a:spLocks noChangeShapeType="1"/>
            </p:cNvSpPr>
            <p:nvPr/>
          </p:nvSpPr>
          <p:spPr bwMode="auto">
            <a:xfrm flipH="1">
              <a:off x="2417763" y="1514475"/>
              <a:ext cx="6270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8" name="AutoShape 27">
              <a:extLst>
                <a:ext uri="{FF2B5EF4-FFF2-40B4-BE49-F238E27FC236}">
                  <a16:creationId xmlns:a16="http://schemas.microsoft.com/office/drawing/2014/main" id="{4300908C-464E-7FC6-ED15-7229D6C028D9}"/>
                </a:ext>
              </a:extLst>
            </p:cNvPr>
            <p:cNvSpPr>
              <a:spLocks noChangeArrowheads="1"/>
            </p:cNvSpPr>
            <p:nvPr/>
          </p:nvSpPr>
          <p:spPr bwMode="auto">
            <a:xfrm rot="5400000">
              <a:off x="3004344" y="1750219"/>
              <a:ext cx="328613" cy="238125"/>
            </a:xfrm>
            <a:prstGeom prst="triangle">
              <a:avLst>
                <a:gd name="adj" fmla="val 50000"/>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599" name="Line 28">
              <a:extLst>
                <a:ext uri="{FF2B5EF4-FFF2-40B4-BE49-F238E27FC236}">
                  <a16:creationId xmlns:a16="http://schemas.microsoft.com/office/drawing/2014/main" id="{DAABAD13-0DB5-FBE7-AFE2-FE451E21D3AC}"/>
                </a:ext>
              </a:extLst>
            </p:cNvPr>
            <p:cNvSpPr>
              <a:spLocks noChangeShapeType="1"/>
            </p:cNvSpPr>
            <p:nvPr/>
          </p:nvSpPr>
          <p:spPr bwMode="auto">
            <a:xfrm>
              <a:off x="3167063" y="1792288"/>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0" name="Line 29">
              <a:extLst>
                <a:ext uri="{FF2B5EF4-FFF2-40B4-BE49-F238E27FC236}">
                  <a16:creationId xmlns:a16="http://schemas.microsoft.com/office/drawing/2014/main" id="{111BBC23-44EE-79BF-C63F-4C14AEB0D149}"/>
                </a:ext>
              </a:extLst>
            </p:cNvPr>
            <p:cNvSpPr>
              <a:spLocks noChangeShapeType="1"/>
            </p:cNvSpPr>
            <p:nvPr/>
          </p:nvSpPr>
          <p:spPr bwMode="auto">
            <a:xfrm>
              <a:off x="3167063" y="1966913"/>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1" name="Oval 30">
              <a:extLst>
                <a:ext uri="{FF2B5EF4-FFF2-40B4-BE49-F238E27FC236}">
                  <a16:creationId xmlns:a16="http://schemas.microsoft.com/office/drawing/2014/main" id="{F1E8DA6F-551B-7D3C-6127-252190A126A6}"/>
                </a:ext>
              </a:extLst>
            </p:cNvPr>
            <p:cNvSpPr>
              <a:spLocks noChangeArrowheads="1"/>
            </p:cNvSpPr>
            <p:nvPr/>
          </p:nvSpPr>
          <p:spPr bwMode="auto">
            <a:xfrm>
              <a:off x="3105150" y="1903413"/>
              <a:ext cx="109538" cy="103187"/>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02" name="Line 31">
              <a:extLst>
                <a:ext uri="{FF2B5EF4-FFF2-40B4-BE49-F238E27FC236}">
                  <a16:creationId xmlns:a16="http://schemas.microsoft.com/office/drawing/2014/main" id="{D14F830B-ADAB-3C00-E451-91403D50E50C}"/>
                </a:ext>
              </a:extLst>
            </p:cNvPr>
            <p:cNvSpPr>
              <a:spLocks noChangeShapeType="1"/>
            </p:cNvSpPr>
            <p:nvPr/>
          </p:nvSpPr>
          <p:spPr bwMode="auto">
            <a:xfrm flipH="1">
              <a:off x="2422525" y="1863725"/>
              <a:ext cx="627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3" name="AutoShape 33">
              <a:extLst>
                <a:ext uri="{FF2B5EF4-FFF2-40B4-BE49-F238E27FC236}">
                  <a16:creationId xmlns:a16="http://schemas.microsoft.com/office/drawing/2014/main" id="{06BEADF7-9539-9BA4-6F24-8CD5CB7C9313}"/>
                </a:ext>
              </a:extLst>
            </p:cNvPr>
            <p:cNvSpPr>
              <a:spLocks noChangeArrowheads="1"/>
            </p:cNvSpPr>
            <p:nvPr/>
          </p:nvSpPr>
          <p:spPr bwMode="auto">
            <a:xfrm rot="5400000">
              <a:off x="3003551" y="2098675"/>
              <a:ext cx="330200" cy="238125"/>
            </a:xfrm>
            <a:prstGeom prst="triangle">
              <a:avLst>
                <a:gd name="adj" fmla="val 50000"/>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04" name="Line 34">
              <a:extLst>
                <a:ext uri="{FF2B5EF4-FFF2-40B4-BE49-F238E27FC236}">
                  <a16:creationId xmlns:a16="http://schemas.microsoft.com/office/drawing/2014/main" id="{5020397D-EDEE-F66C-7781-BA5480403DD4}"/>
                </a:ext>
              </a:extLst>
            </p:cNvPr>
            <p:cNvSpPr>
              <a:spLocks noChangeShapeType="1"/>
            </p:cNvSpPr>
            <p:nvPr/>
          </p:nvSpPr>
          <p:spPr bwMode="auto">
            <a:xfrm>
              <a:off x="3167063" y="2139950"/>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5" name="Line 35">
              <a:extLst>
                <a:ext uri="{FF2B5EF4-FFF2-40B4-BE49-F238E27FC236}">
                  <a16:creationId xmlns:a16="http://schemas.microsoft.com/office/drawing/2014/main" id="{9B86AE2C-E55A-AE9E-208E-C87D5C6FC41F}"/>
                </a:ext>
              </a:extLst>
            </p:cNvPr>
            <p:cNvSpPr>
              <a:spLocks noChangeShapeType="1"/>
            </p:cNvSpPr>
            <p:nvPr/>
          </p:nvSpPr>
          <p:spPr bwMode="auto">
            <a:xfrm>
              <a:off x="3167063" y="2314575"/>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6" name="Oval 36">
              <a:extLst>
                <a:ext uri="{FF2B5EF4-FFF2-40B4-BE49-F238E27FC236}">
                  <a16:creationId xmlns:a16="http://schemas.microsoft.com/office/drawing/2014/main" id="{F3BEA306-94C2-0644-2057-4A42F45B0513}"/>
                </a:ext>
              </a:extLst>
            </p:cNvPr>
            <p:cNvSpPr>
              <a:spLocks noChangeArrowheads="1"/>
            </p:cNvSpPr>
            <p:nvPr/>
          </p:nvSpPr>
          <p:spPr bwMode="auto">
            <a:xfrm>
              <a:off x="3105150" y="2252663"/>
              <a:ext cx="109538" cy="103187"/>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07" name="Line 37">
              <a:extLst>
                <a:ext uri="{FF2B5EF4-FFF2-40B4-BE49-F238E27FC236}">
                  <a16:creationId xmlns:a16="http://schemas.microsoft.com/office/drawing/2014/main" id="{F2403455-FBFC-B8A8-58C6-6D04ED8B9D05}"/>
                </a:ext>
              </a:extLst>
            </p:cNvPr>
            <p:cNvSpPr>
              <a:spLocks noChangeShapeType="1"/>
            </p:cNvSpPr>
            <p:nvPr/>
          </p:nvSpPr>
          <p:spPr bwMode="auto">
            <a:xfrm flipH="1">
              <a:off x="2422525" y="2211388"/>
              <a:ext cx="627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8" name="AutoShape 39">
              <a:extLst>
                <a:ext uri="{FF2B5EF4-FFF2-40B4-BE49-F238E27FC236}">
                  <a16:creationId xmlns:a16="http://schemas.microsoft.com/office/drawing/2014/main" id="{591B38A9-FCF2-4E1B-30CA-77DA46415E49}"/>
                </a:ext>
              </a:extLst>
            </p:cNvPr>
            <p:cNvSpPr>
              <a:spLocks noChangeArrowheads="1"/>
            </p:cNvSpPr>
            <p:nvPr/>
          </p:nvSpPr>
          <p:spPr bwMode="auto">
            <a:xfrm rot="5400000">
              <a:off x="3004345" y="2447131"/>
              <a:ext cx="328612" cy="238125"/>
            </a:xfrm>
            <a:prstGeom prst="triangle">
              <a:avLst>
                <a:gd name="adj" fmla="val 50000"/>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09" name="Line 40">
              <a:extLst>
                <a:ext uri="{FF2B5EF4-FFF2-40B4-BE49-F238E27FC236}">
                  <a16:creationId xmlns:a16="http://schemas.microsoft.com/office/drawing/2014/main" id="{2CD0C99E-A74B-403E-E4AA-2EE7DA4CF3CA}"/>
                </a:ext>
              </a:extLst>
            </p:cNvPr>
            <p:cNvSpPr>
              <a:spLocks noChangeShapeType="1"/>
            </p:cNvSpPr>
            <p:nvPr/>
          </p:nvSpPr>
          <p:spPr bwMode="auto">
            <a:xfrm>
              <a:off x="3168650" y="2489200"/>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0" name="Line 41">
              <a:extLst>
                <a:ext uri="{FF2B5EF4-FFF2-40B4-BE49-F238E27FC236}">
                  <a16:creationId xmlns:a16="http://schemas.microsoft.com/office/drawing/2014/main" id="{3E91F12E-6B77-CDDB-F42A-B3098A396E92}"/>
                </a:ext>
              </a:extLst>
            </p:cNvPr>
            <p:cNvSpPr>
              <a:spLocks noChangeShapeType="1"/>
            </p:cNvSpPr>
            <p:nvPr/>
          </p:nvSpPr>
          <p:spPr bwMode="auto">
            <a:xfrm>
              <a:off x="3168650" y="2663825"/>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1" name="Oval 42">
              <a:extLst>
                <a:ext uri="{FF2B5EF4-FFF2-40B4-BE49-F238E27FC236}">
                  <a16:creationId xmlns:a16="http://schemas.microsoft.com/office/drawing/2014/main" id="{C357145B-ECE4-69AE-D466-527FA9041134}"/>
                </a:ext>
              </a:extLst>
            </p:cNvPr>
            <p:cNvSpPr>
              <a:spLocks noChangeArrowheads="1"/>
            </p:cNvSpPr>
            <p:nvPr/>
          </p:nvSpPr>
          <p:spPr bwMode="auto">
            <a:xfrm>
              <a:off x="3105150" y="2600325"/>
              <a:ext cx="109538" cy="103188"/>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12" name="Line 43">
              <a:extLst>
                <a:ext uri="{FF2B5EF4-FFF2-40B4-BE49-F238E27FC236}">
                  <a16:creationId xmlns:a16="http://schemas.microsoft.com/office/drawing/2014/main" id="{0796BB8B-576C-12A0-CBD8-ACA683DFAC0B}"/>
                </a:ext>
              </a:extLst>
            </p:cNvPr>
            <p:cNvSpPr>
              <a:spLocks noChangeShapeType="1"/>
            </p:cNvSpPr>
            <p:nvPr/>
          </p:nvSpPr>
          <p:spPr bwMode="auto">
            <a:xfrm flipH="1">
              <a:off x="2424113" y="2560638"/>
              <a:ext cx="625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3" name="AutoShape 45">
              <a:extLst>
                <a:ext uri="{FF2B5EF4-FFF2-40B4-BE49-F238E27FC236}">
                  <a16:creationId xmlns:a16="http://schemas.microsoft.com/office/drawing/2014/main" id="{E259A0D2-A0FA-A4C7-DE91-88C9CADECA91}"/>
                </a:ext>
              </a:extLst>
            </p:cNvPr>
            <p:cNvSpPr>
              <a:spLocks noChangeArrowheads="1"/>
            </p:cNvSpPr>
            <p:nvPr/>
          </p:nvSpPr>
          <p:spPr bwMode="auto">
            <a:xfrm rot="5400000">
              <a:off x="2997995" y="2796381"/>
              <a:ext cx="328612" cy="238125"/>
            </a:xfrm>
            <a:prstGeom prst="triangle">
              <a:avLst>
                <a:gd name="adj" fmla="val 50000"/>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14" name="Line 46">
              <a:extLst>
                <a:ext uri="{FF2B5EF4-FFF2-40B4-BE49-F238E27FC236}">
                  <a16:creationId xmlns:a16="http://schemas.microsoft.com/office/drawing/2014/main" id="{18574A9D-B913-3610-F7D8-7A94C9A184F0}"/>
                </a:ext>
              </a:extLst>
            </p:cNvPr>
            <p:cNvSpPr>
              <a:spLocks noChangeShapeType="1"/>
            </p:cNvSpPr>
            <p:nvPr/>
          </p:nvSpPr>
          <p:spPr bwMode="auto">
            <a:xfrm>
              <a:off x="3160713" y="2838450"/>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5" name="Line 47">
              <a:extLst>
                <a:ext uri="{FF2B5EF4-FFF2-40B4-BE49-F238E27FC236}">
                  <a16:creationId xmlns:a16="http://schemas.microsoft.com/office/drawing/2014/main" id="{3461C249-5EC7-A82E-017C-19A9A571BAFF}"/>
                </a:ext>
              </a:extLst>
            </p:cNvPr>
            <p:cNvSpPr>
              <a:spLocks noChangeShapeType="1"/>
            </p:cNvSpPr>
            <p:nvPr/>
          </p:nvSpPr>
          <p:spPr bwMode="auto">
            <a:xfrm>
              <a:off x="3160713" y="3013075"/>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6" name="Oval 48">
              <a:extLst>
                <a:ext uri="{FF2B5EF4-FFF2-40B4-BE49-F238E27FC236}">
                  <a16:creationId xmlns:a16="http://schemas.microsoft.com/office/drawing/2014/main" id="{E0937CD4-2F33-FC47-8ADF-EDDCACFD8331}"/>
                </a:ext>
              </a:extLst>
            </p:cNvPr>
            <p:cNvSpPr>
              <a:spLocks noChangeArrowheads="1"/>
            </p:cNvSpPr>
            <p:nvPr/>
          </p:nvSpPr>
          <p:spPr bwMode="auto">
            <a:xfrm>
              <a:off x="3098800" y="2949575"/>
              <a:ext cx="109538" cy="103188"/>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17" name="Line 49">
              <a:extLst>
                <a:ext uri="{FF2B5EF4-FFF2-40B4-BE49-F238E27FC236}">
                  <a16:creationId xmlns:a16="http://schemas.microsoft.com/office/drawing/2014/main" id="{6B4191A1-380F-CE94-8EF8-55547E47BB12}"/>
                </a:ext>
              </a:extLst>
            </p:cNvPr>
            <p:cNvSpPr>
              <a:spLocks noChangeShapeType="1"/>
            </p:cNvSpPr>
            <p:nvPr/>
          </p:nvSpPr>
          <p:spPr bwMode="auto">
            <a:xfrm flipH="1">
              <a:off x="2416175" y="2909888"/>
              <a:ext cx="627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8" name="AutoShape 51">
              <a:extLst>
                <a:ext uri="{FF2B5EF4-FFF2-40B4-BE49-F238E27FC236}">
                  <a16:creationId xmlns:a16="http://schemas.microsoft.com/office/drawing/2014/main" id="{7E19587C-E33C-5D62-893C-85D0E8DED469}"/>
                </a:ext>
              </a:extLst>
            </p:cNvPr>
            <p:cNvSpPr>
              <a:spLocks noChangeArrowheads="1"/>
            </p:cNvSpPr>
            <p:nvPr/>
          </p:nvSpPr>
          <p:spPr bwMode="auto">
            <a:xfrm rot="5400000">
              <a:off x="3004344" y="3144044"/>
              <a:ext cx="328613" cy="238125"/>
            </a:xfrm>
            <a:prstGeom prst="triangle">
              <a:avLst>
                <a:gd name="adj" fmla="val 50000"/>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19" name="Line 52">
              <a:extLst>
                <a:ext uri="{FF2B5EF4-FFF2-40B4-BE49-F238E27FC236}">
                  <a16:creationId xmlns:a16="http://schemas.microsoft.com/office/drawing/2014/main" id="{3784CEEB-99C6-130F-2A9B-5D93428B1AAC}"/>
                </a:ext>
              </a:extLst>
            </p:cNvPr>
            <p:cNvSpPr>
              <a:spLocks noChangeShapeType="1"/>
            </p:cNvSpPr>
            <p:nvPr/>
          </p:nvSpPr>
          <p:spPr bwMode="auto">
            <a:xfrm>
              <a:off x="3168650" y="3186113"/>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0" name="Line 53">
              <a:extLst>
                <a:ext uri="{FF2B5EF4-FFF2-40B4-BE49-F238E27FC236}">
                  <a16:creationId xmlns:a16="http://schemas.microsoft.com/office/drawing/2014/main" id="{63DBA38D-E132-B73A-E53B-270E8AE6993B}"/>
                </a:ext>
              </a:extLst>
            </p:cNvPr>
            <p:cNvSpPr>
              <a:spLocks noChangeShapeType="1"/>
            </p:cNvSpPr>
            <p:nvPr/>
          </p:nvSpPr>
          <p:spPr bwMode="auto">
            <a:xfrm>
              <a:off x="3168650" y="3360738"/>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1" name="Oval 54">
              <a:extLst>
                <a:ext uri="{FF2B5EF4-FFF2-40B4-BE49-F238E27FC236}">
                  <a16:creationId xmlns:a16="http://schemas.microsoft.com/office/drawing/2014/main" id="{27874505-685D-BBD3-0CA1-C5CD9A385F2B}"/>
                </a:ext>
              </a:extLst>
            </p:cNvPr>
            <p:cNvSpPr>
              <a:spLocks noChangeArrowheads="1"/>
            </p:cNvSpPr>
            <p:nvPr/>
          </p:nvSpPr>
          <p:spPr bwMode="auto">
            <a:xfrm>
              <a:off x="3105150" y="3297238"/>
              <a:ext cx="109538" cy="103187"/>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22" name="Line 55">
              <a:extLst>
                <a:ext uri="{FF2B5EF4-FFF2-40B4-BE49-F238E27FC236}">
                  <a16:creationId xmlns:a16="http://schemas.microsoft.com/office/drawing/2014/main" id="{D0E2EAD3-1BB8-A627-8D31-BF250AF8257A}"/>
                </a:ext>
              </a:extLst>
            </p:cNvPr>
            <p:cNvSpPr>
              <a:spLocks noChangeShapeType="1"/>
            </p:cNvSpPr>
            <p:nvPr/>
          </p:nvSpPr>
          <p:spPr bwMode="auto">
            <a:xfrm flipH="1">
              <a:off x="2424113" y="3257550"/>
              <a:ext cx="625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3" name="Line 56">
              <a:extLst>
                <a:ext uri="{FF2B5EF4-FFF2-40B4-BE49-F238E27FC236}">
                  <a16:creationId xmlns:a16="http://schemas.microsoft.com/office/drawing/2014/main" id="{CC6CF5C5-D7FD-01DA-6BD1-98607B5CBCE4}"/>
                </a:ext>
              </a:extLst>
            </p:cNvPr>
            <p:cNvSpPr>
              <a:spLocks noChangeShapeType="1"/>
            </p:cNvSpPr>
            <p:nvPr/>
          </p:nvSpPr>
          <p:spPr bwMode="auto">
            <a:xfrm>
              <a:off x="3159125" y="3535363"/>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4" name="Line 57">
              <a:extLst>
                <a:ext uri="{FF2B5EF4-FFF2-40B4-BE49-F238E27FC236}">
                  <a16:creationId xmlns:a16="http://schemas.microsoft.com/office/drawing/2014/main" id="{8C02C41F-796B-0A33-F7D2-EA0C8BCFDA78}"/>
                </a:ext>
              </a:extLst>
            </p:cNvPr>
            <p:cNvSpPr>
              <a:spLocks noChangeShapeType="1"/>
            </p:cNvSpPr>
            <p:nvPr/>
          </p:nvSpPr>
          <p:spPr bwMode="auto">
            <a:xfrm>
              <a:off x="3159125" y="3708400"/>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625" name="Group 58">
              <a:extLst>
                <a:ext uri="{FF2B5EF4-FFF2-40B4-BE49-F238E27FC236}">
                  <a16:creationId xmlns:a16="http://schemas.microsoft.com/office/drawing/2014/main" id="{CA46B633-D88B-863B-9F15-05A1EE274C69}"/>
                </a:ext>
              </a:extLst>
            </p:cNvPr>
            <p:cNvGrpSpPr>
              <a:grpSpLocks/>
            </p:cNvGrpSpPr>
            <p:nvPr/>
          </p:nvGrpSpPr>
          <p:grpSpPr bwMode="auto">
            <a:xfrm>
              <a:off x="3040063" y="3448050"/>
              <a:ext cx="238125" cy="328613"/>
              <a:chOff x="4285" y="9263"/>
              <a:chExt cx="308" cy="453"/>
            </a:xfrm>
          </p:grpSpPr>
          <p:sp>
            <p:nvSpPr>
              <p:cNvPr id="24740" name="AutoShape 59">
                <a:extLst>
                  <a:ext uri="{FF2B5EF4-FFF2-40B4-BE49-F238E27FC236}">
                    <a16:creationId xmlns:a16="http://schemas.microsoft.com/office/drawing/2014/main" id="{0D69D916-8941-1005-B26B-05C7C76FACCC}"/>
                  </a:ext>
                </a:extLst>
              </p:cNvPr>
              <p:cNvSpPr>
                <a:spLocks noChangeArrowheads="1"/>
              </p:cNvSpPr>
              <p:nvPr/>
            </p:nvSpPr>
            <p:spPr bwMode="auto">
              <a:xfrm rot="5400000">
                <a:off x="4212" y="9336"/>
                <a:ext cx="453" cy="308"/>
              </a:xfrm>
              <a:prstGeom prst="triangle">
                <a:avLst>
                  <a:gd name="adj" fmla="val 50000"/>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741" name="Oval 60">
                <a:extLst>
                  <a:ext uri="{FF2B5EF4-FFF2-40B4-BE49-F238E27FC236}">
                    <a16:creationId xmlns:a16="http://schemas.microsoft.com/office/drawing/2014/main" id="{3317BE33-D4A8-7E8A-C522-896182537C12}"/>
                  </a:ext>
                </a:extLst>
              </p:cNvPr>
              <p:cNvSpPr>
                <a:spLocks noChangeArrowheads="1"/>
              </p:cNvSpPr>
              <p:nvPr/>
            </p:nvSpPr>
            <p:spPr bwMode="auto">
              <a:xfrm>
                <a:off x="4357" y="9537"/>
                <a:ext cx="142" cy="142"/>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grpSp>
        <p:sp>
          <p:nvSpPr>
            <p:cNvPr id="24626" name="Line 61">
              <a:extLst>
                <a:ext uri="{FF2B5EF4-FFF2-40B4-BE49-F238E27FC236}">
                  <a16:creationId xmlns:a16="http://schemas.microsoft.com/office/drawing/2014/main" id="{18CC4A03-FB70-8069-FB98-D68FF232B94D}"/>
                </a:ext>
              </a:extLst>
            </p:cNvPr>
            <p:cNvSpPr>
              <a:spLocks noChangeShapeType="1"/>
            </p:cNvSpPr>
            <p:nvPr/>
          </p:nvSpPr>
          <p:spPr bwMode="auto">
            <a:xfrm flipH="1">
              <a:off x="2414588" y="3605213"/>
              <a:ext cx="625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86" name="Text Box 62">
              <a:extLst>
                <a:ext uri="{FF2B5EF4-FFF2-40B4-BE49-F238E27FC236}">
                  <a16:creationId xmlns:a16="http://schemas.microsoft.com/office/drawing/2014/main" id="{0157BF7C-AA38-46B2-8524-5186B832C888}"/>
                </a:ext>
              </a:extLst>
            </p:cNvPr>
            <p:cNvSpPr txBox="1">
              <a:spLocks noChangeArrowheads="1"/>
            </p:cNvSpPr>
            <p:nvPr/>
          </p:nvSpPr>
          <p:spPr bwMode="auto">
            <a:xfrm>
              <a:off x="3997251" y="639566"/>
              <a:ext cx="860939" cy="3222625"/>
            </a:xfrm>
            <a:prstGeom prst="rect">
              <a:avLst/>
            </a:prstGeom>
            <a:solidFill>
              <a:schemeClr val="accent1">
                <a:lumMod val="60000"/>
                <a:lumOff val="40000"/>
              </a:schemeClr>
            </a:solidFill>
            <a:ln w="25400">
              <a:solidFill>
                <a:srgbClr val="000000"/>
              </a:solidFill>
              <a:miter lim="800000"/>
              <a:headEnd/>
              <a:tailEnd/>
            </a:ln>
          </p:spPr>
          <p:txBody>
            <a:bodyPr/>
            <a:lstStyle/>
            <a:p>
              <a:pPr>
                <a:defRPr/>
              </a:pPr>
              <a:endParaRPr lang="en-US" sz="1050"/>
            </a:p>
            <a:p>
              <a:pPr>
                <a:defRPr/>
              </a:pPr>
              <a:endParaRPr lang="en-US" sz="1050"/>
            </a:p>
            <a:p>
              <a:pPr>
                <a:defRPr/>
              </a:pPr>
              <a:endParaRPr lang="en-US" sz="1050"/>
            </a:p>
            <a:p>
              <a:pPr algn="ctr">
                <a:defRPr/>
              </a:pPr>
              <a:r>
                <a:rPr lang="en-US" sz="1400"/>
                <a:t>Row</a:t>
              </a:r>
            </a:p>
            <a:p>
              <a:pPr algn="ctr">
                <a:defRPr/>
              </a:pPr>
              <a:r>
                <a:rPr lang="en-US" sz="1400"/>
                <a:t>Deco-der</a:t>
              </a:r>
            </a:p>
          </p:txBody>
        </p:sp>
        <p:sp>
          <p:nvSpPr>
            <p:cNvPr id="14387" name="Text Box 63">
              <a:extLst>
                <a:ext uri="{FF2B5EF4-FFF2-40B4-BE49-F238E27FC236}">
                  <a16:creationId xmlns:a16="http://schemas.microsoft.com/office/drawing/2014/main" id="{94515E51-BCCA-41FF-BC95-E65F0428EB7B}"/>
                </a:ext>
              </a:extLst>
            </p:cNvPr>
            <p:cNvSpPr txBox="1">
              <a:spLocks noChangeArrowheads="1"/>
            </p:cNvSpPr>
            <p:nvPr/>
          </p:nvSpPr>
          <p:spPr bwMode="auto">
            <a:xfrm>
              <a:off x="5355326" y="629381"/>
              <a:ext cx="1670450" cy="3224663"/>
            </a:xfrm>
            <a:prstGeom prst="rect">
              <a:avLst/>
            </a:prstGeom>
            <a:solidFill>
              <a:schemeClr val="accent1">
                <a:lumMod val="60000"/>
                <a:lumOff val="40000"/>
              </a:schemeClr>
            </a:solidFill>
            <a:ln w="25400">
              <a:solidFill>
                <a:srgbClr val="000000"/>
              </a:solidFill>
              <a:miter lim="800000"/>
              <a:headEnd/>
              <a:tailEnd/>
            </a:ln>
          </p:spPr>
          <p:txBody>
            <a:bodyPr/>
            <a:lstStyle/>
            <a:p>
              <a:pPr>
                <a:defRPr/>
              </a:pPr>
              <a:endParaRPr lang="en-US" sz="1050"/>
            </a:p>
            <a:p>
              <a:pPr>
                <a:defRPr/>
              </a:pPr>
              <a:endParaRPr lang="en-US" sz="1050"/>
            </a:p>
            <a:p>
              <a:pPr algn="ctr">
                <a:defRPr/>
              </a:pPr>
              <a:r>
                <a:rPr lang="en-US" sz="1400"/>
                <a:t>Memory Array</a:t>
              </a:r>
            </a:p>
            <a:p>
              <a:pPr algn="ctr">
                <a:defRPr/>
              </a:pPr>
              <a:endParaRPr lang="en-US" sz="1400"/>
            </a:p>
            <a:p>
              <a:pPr algn="ctr">
                <a:defRPr/>
              </a:pPr>
              <a:r>
                <a:rPr lang="en-US" sz="1400"/>
                <a:t>512</a:t>
              </a:r>
              <a:r>
                <a:rPr lang="en-US" sz="1400">
                  <a:sym typeface="Symbol" pitchFamily="18" charset="2"/>
                </a:rPr>
                <a:t></a:t>
              </a:r>
              <a:r>
                <a:rPr lang="en-US" sz="1400"/>
                <a:t>8</a:t>
              </a:r>
              <a:r>
                <a:rPr lang="en-US" sz="1400">
                  <a:sym typeface="Symbol" pitchFamily="18" charset="2"/>
                </a:rPr>
                <a:t></a:t>
              </a:r>
              <a:r>
                <a:rPr lang="en-US" sz="1400"/>
                <a:t>2</a:t>
              </a:r>
              <a:r>
                <a:rPr lang="en-US" sz="1400" baseline="30000"/>
                <a:t>6</a:t>
              </a:r>
              <a:endParaRPr lang="en-US" sz="1400"/>
            </a:p>
            <a:p>
              <a:pPr algn="ctr">
                <a:defRPr/>
              </a:pPr>
              <a:r>
                <a:rPr lang="en-US" sz="1400"/>
                <a:t>bit</a:t>
              </a:r>
            </a:p>
          </p:txBody>
        </p:sp>
        <p:sp>
          <p:nvSpPr>
            <p:cNvPr id="14388" name="Text Box 64">
              <a:extLst>
                <a:ext uri="{FF2B5EF4-FFF2-40B4-BE49-F238E27FC236}">
                  <a16:creationId xmlns:a16="http://schemas.microsoft.com/office/drawing/2014/main" id="{3B1C1F80-8B56-4EAF-BB09-356962B671AE}"/>
                </a:ext>
              </a:extLst>
            </p:cNvPr>
            <p:cNvSpPr txBox="1">
              <a:spLocks noChangeArrowheads="1"/>
            </p:cNvSpPr>
            <p:nvPr/>
          </p:nvSpPr>
          <p:spPr bwMode="auto">
            <a:xfrm>
              <a:off x="3879158" y="4027192"/>
              <a:ext cx="919987" cy="971677"/>
            </a:xfrm>
            <a:prstGeom prst="rect">
              <a:avLst/>
            </a:prstGeom>
            <a:solidFill>
              <a:schemeClr val="accent1">
                <a:lumMod val="20000"/>
                <a:lumOff val="80000"/>
              </a:schemeClr>
            </a:solidFill>
            <a:ln w="25400">
              <a:solidFill>
                <a:srgbClr val="000000"/>
              </a:solidFill>
              <a:miter lim="800000"/>
              <a:headEnd/>
              <a:tailEnd/>
            </a:ln>
          </p:spPr>
          <p:txBody>
            <a:bodyPr/>
            <a:lstStyle/>
            <a:p>
              <a:pPr>
                <a:defRPr/>
              </a:pPr>
              <a:r>
                <a:rPr lang="en-US" sz="1200"/>
                <a:t>Input</a:t>
              </a:r>
            </a:p>
            <a:p>
              <a:pPr>
                <a:defRPr/>
              </a:pPr>
              <a:r>
                <a:rPr lang="en-US" sz="1200"/>
                <a:t>data</a:t>
              </a:r>
            </a:p>
            <a:p>
              <a:pPr>
                <a:defRPr/>
              </a:pPr>
              <a:r>
                <a:rPr lang="en-US" sz="1200"/>
                <a:t>control</a:t>
              </a:r>
            </a:p>
          </p:txBody>
        </p:sp>
        <p:sp>
          <p:nvSpPr>
            <p:cNvPr id="14389" name="Text Box 65">
              <a:extLst>
                <a:ext uri="{FF2B5EF4-FFF2-40B4-BE49-F238E27FC236}">
                  <a16:creationId xmlns:a16="http://schemas.microsoft.com/office/drawing/2014/main" id="{17158795-D925-4252-9174-2D8302D5CB6E}"/>
                </a:ext>
              </a:extLst>
            </p:cNvPr>
            <p:cNvSpPr txBox="1">
              <a:spLocks noChangeArrowheads="1"/>
            </p:cNvSpPr>
            <p:nvPr/>
          </p:nvSpPr>
          <p:spPr bwMode="auto">
            <a:xfrm>
              <a:off x="5079140" y="4027192"/>
              <a:ext cx="2363774" cy="1024641"/>
            </a:xfrm>
            <a:prstGeom prst="rect">
              <a:avLst/>
            </a:prstGeom>
            <a:solidFill>
              <a:schemeClr val="accent1">
                <a:lumMod val="20000"/>
                <a:lumOff val="80000"/>
              </a:schemeClr>
            </a:solidFill>
            <a:ln w="25400">
              <a:solidFill>
                <a:srgbClr val="000000"/>
              </a:solidFill>
              <a:miter lim="800000"/>
              <a:headEnd/>
              <a:tailEnd/>
            </a:ln>
          </p:spPr>
          <p:txBody>
            <a:bodyPr/>
            <a:lstStyle/>
            <a:p>
              <a:pPr algn="ctr">
                <a:defRPr/>
              </a:pPr>
              <a:r>
                <a:rPr lang="en-US" sz="1400"/>
                <a:t>Column I/O</a:t>
              </a:r>
            </a:p>
            <a:p>
              <a:pPr algn="ctr">
                <a:defRPr/>
              </a:pPr>
              <a:endParaRPr lang="en-US" sz="1400"/>
            </a:p>
            <a:p>
              <a:pPr algn="ctr">
                <a:defRPr/>
              </a:pPr>
              <a:r>
                <a:rPr lang="en-US" sz="1400"/>
                <a:t>Multiplexers</a:t>
              </a:r>
            </a:p>
          </p:txBody>
        </p:sp>
        <p:sp>
          <p:nvSpPr>
            <p:cNvPr id="24631" name="Line 66">
              <a:extLst>
                <a:ext uri="{FF2B5EF4-FFF2-40B4-BE49-F238E27FC236}">
                  <a16:creationId xmlns:a16="http://schemas.microsoft.com/office/drawing/2014/main" id="{9F0168F2-3C1C-550E-9CEF-F2245668C1D0}"/>
                </a:ext>
              </a:extLst>
            </p:cNvPr>
            <p:cNvSpPr>
              <a:spLocks noChangeShapeType="1"/>
            </p:cNvSpPr>
            <p:nvPr/>
          </p:nvSpPr>
          <p:spPr bwMode="auto">
            <a:xfrm>
              <a:off x="5081588" y="4629150"/>
              <a:ext cx="2362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2" name="Line 67">
              <a:extLst>
                <a:ext uri="{FF2B5EF4-FFF2-40B4-BE49-F238E27FC236}">
                  <a16:creationId xmlns:a16="http://schemas.microsoft.com/office/drawing/2014/main" id="{0D060869-D5EC-83F9-A64A-F0D345855BEC}"/>
                </a:ext>
              </a:extLst>
            </p:cNvPr>
            <p:cNvSpPr>
              <a:spLocks noChangeShapeType="1"/>
            </p:cNvSpPr>
            <p:nvPr/>
          </p:nvSpPr>
          <p:spPr bwMode="auto">
            <a:xfrm flipV="1">
              <a:off x="5526088" y="3843338"/>
              <a:ext cx="0" cy="201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3" name="Line 68">
              <a:extLst>
                <a:ext uri="{FF2B5EF4-FFF2-40B4-BE49-F238E27FC236}">
                  <a16:creationId xmlns:a16="http://schemas.microsoft.com/office/drawing/2014/main" id="{F413C570-7E89-A6FC-7EBF-5F2FAB3FE566}"/>
                </a:ext>
              </a:extLst>
            </p:cNvPr>
            <p:cNvSpPr>
              <a:spLocks noChangeShapeType="1"/>
            </p:cNvSpPr>
            <p:nvPr/>
          </p:nvSpPr>
          <p:spPr bwMode="auto">
            <a:xfrm flipV="1">
              <a:off x="5688013" y="3840163"/>
              <a:ext cx="0" cy="1841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4" name="Line 69">
              <a:extLst>
                <a:ext uri="{FF2B5EF4-FFF2-40B4-BE49-F238E27FC236}">
                  <a16:creationId xmlns:a16="http://schemas.microsoft.com/office/drawing/2014/main" id="{BD7275F6-6335-BF81-584D-7F15A9BEA21F}"/>
                </a:ext>
              </a:extLst>
            </p:cNvPr>
            <p:cNvSpPr>
              <a:spLocks noChangeShapeType="1"/>
            </p:cNvSpPr>
            <p:nvPr/>
          </p:nvSpPr>
          <p:spPr bwMode="auto">
            <a:xfrm flipV="1">
              <a:off x="6848475" y="3836988"/>
              <a:ext cx="0" cy="201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5" name="Line 70">
              <a:extLst>
                <a:ext uri="{FF2B5EF4-FFF2-40B4-BE49-F238E27FC236}">
                  <a16:creationId xmlns:a16="http://schemas.microsoft.com/office/drawing/2014/main" id="{D710A3D7-89C8-F00D-C8BC-69A17CDADC4D}"/>
                </a:ext>
              </a:extLst>
            </p:cNvPr>
            <p:cNvSpPr>
              <a:spLocks noChangeShapeType="1"/>
            </p:cNvSpPr>
            <p:nvPr/>
          </p:nvSpPr>
          <p:spPr bwMode="auto">
            <a:xfrm>
              <a:off x="4876800" y="738188"/>
              <a:ext cx="4826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6" name="Line 71">
              <a:extLst>
                <a:ext uri="{FF2B5EF4-FFF2-40B4-BE49-F238E27FC236}">
                  <a16:creationId xmlns:a16="http://schemas.microsoft.com/office/drawing/2014/main" id="{5FD16C70-13B3-35E6-BEAC-9AE296965DB7}"/>
                </a:ext>
              </a:extLst>
            </p:cNvPr>
            <p:cNvSpPr>
              <a:spLocks noChangeShapeType="1"/>
            </p:cNvSpPr>
            <p:nvPr/>
          </p:nvSpPr>
          <p:spPr bwMode="auto">
            <a:xfrm>
              <a:off x="4857750" y="912813"/>
              <a:ext cx="4857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7" name="Line 72">
              <a:extLst>
                <a:ext uri="{FF2B5EF4-FFF2-40B4-BE49-F238E27FC236}">
                  <a16:creationId xmlns:a16="http://schemas.microsoft.com/office/drawing/2014/main" id="{87B3A6BF-97FE-2B5D-17B8-612E609B6B30}"/>
                </a:ext>
              </a:extLst>
            </p:cNvPr>
            <p:cNvSpPr>
              <a:spLocks noChangeShapeType="1"/>
            </p:cNvSpPr>
            <p:nvPr/>
          </p:nvSpPr>
          <p:spPr bwMode="auto">
            <a:xfrm>
              <a:off x="4857750" y="1095375"/>
              <a:ext cx="4857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8" name="Line 73">
              <a:extLst>
                <a:ext uri="{FF2B5EF4-FFF2-40B4-BE49-F238E27FC236}">
                  <a16:creationId xmlns:a16="http://schemas.microsoft.com/office/drawing/2014/main" id="{C586493C-6500-8F49-95F0-25FA3534EAD9}"/>
                </a:ext>
              </a:extLst>
            </p:cNvPr>
            <p:cNvSpPr>
              <a:spLocks noChangeShapeType="1"/>
            </p:cNvSpPr>
            <p:nvPr/>
          </p:nvSpPr>
          <p:spPr bwMode="auto">
            <a:xfrm>
              <a:off x="4864100" y="3749675"/>
              <a:ext cx="4826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9" name="Line 74">
              <a:extLst>
                <a:ext uri="{FF2B5EF4-FFF2-40B4-BE49-F238E27FC236}">
                  <a16:creationId xmlns:a16="http://schemas.microsoft.com/office/drawing/2014/main" id="{87A5C1E6-9159-75DB-5BB4-D7A74D08E034}"/>
                </a:ext>
              </a:extLst>
            </p:cNvPr>
            <p:cNvSpPr>
              <a:spLocks noChangeShapeType="1"/>
            </p:cNvSpPr>
            <p:nvPr/>
          </p:nvSpPr>
          <p:spPr bwMode="auto">
            <a:xfrm>
              <a:off x="4879975" y="3535363"/>
              <a:ext cx="4826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0" name="Line 75">
              <a:extLst>
                <a:ext uri="{FF2B5EF4-FFF2-40B4-BE49-F238E27FC236}">
                  <a16:creationId xmlns:a16="http://schemas.microsoft.com/office/drawing/2014/main" id="{D3692F8F-AF59-2097-BA41-D87B6B85DB9F}"/>
                </a:ext>
              </a:extLst>
            </p:cNvPr>
            <p:cNvSpPr>
              <a:spLocks noChangeShapeType="1"/>
            </p:cNvSpPr>
            <p:nvPr/>
          </p:nvSpPr>
          <p:spPr bwMode="auto">
            <a:xfrm>
              <a:off x="4806950" y="4130675"/>
              <a:ext cx="2714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1" name="Line 76">
              <a:extLst>
                <a:ext uri="{FF2B5EF4-FFF2-40B4-BE49-F238E27FC236}">
                  <a16:creationId xmlns:a16="http://schemas.microsoft.com/office/drawing/2014/main" id="{17D177A7-6C47-6377-B092-27E2B5CC5FBB}"/>
                </a:ext>
              </a:extLst>
            </p:cNvPr>
            <p:cNvSpPr>
              <a:spLocks noChangeShapeType="1"/>
            </p:cNvSpPr>
            <p:nvPr/>
          </p:nvSpPr>
          <p:spPr bwMode="auto">
            <a:xfrm>
              <a:off x="4806950" y="4719638"/>
              <a:ext cx="2714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01" name="Text Box 77">
              <a:extLst>
                <a:ext uri="{FF2B5EF4-FFF2-40B4-BE49-F238E27FC236}">
                  <a16:creationId xmlns:a16="http://schemas.microsoft.com/office/drawing/2014/main" id="{33EDB797-36FA-43E5-8BDC-6C1B56D487B5}"/>
                </a:ext>
              </a:extLst>
            </p:cNvPr>
            <p:cNvSpPr txBox="1">
              <a:spLocks noChangeArrowheads="1"/>
            </p:cNvSpPr>
            <p:nvPr/>
          </p:nvSpPr>
          <p:spPr bwMode="auto">
            <a:xfrm>
              <a:off x="4799144" y="4173861"/>
              <a:ext cx="361899" cy="680377"/>
            </a:xfrm>
            <a:prstGeom prst="rect">
              <a:avLst/>
            </a:prstGeom>
            <a:noFill/>
            <a:ln w="25400">
              <a:noFill/>
              <a:miter lim="800000"/>
              <a:headEnd/>
              <a:tailEnd/>
            </a:ln>
          </p:spPr>
          <p:txBody>
            <a:bodyPr/>
            <a:lstStyle/>
            <a:p>
              <a:pPr>
                <a:defRPr/>
              </a:pPr>
              <a:r>
                <a:rPr lang="en-US" sz="600">
                  <a:sym typeface="Symbol" pitchFamily="18" charset="2"/>
                </a:rPr>
                <a:t></a:t>
              </a:r>
              <a:endParaRPr lang="en-US" sz="600"/>
            </a:p>
            <a:p>
              <a:pPr>
                <a:defRPr/>
              </a:pPr>
              <a:r>
                <a:rPr lang="en-US" sz="600">
                  <a:sym typeface="Symbol" pitchFamily="18" charset="2"/>
                </a:rPr>
                <a:t></a:t>
              </a:r>
              <a:endParaRPr lang="en-US" sz="600"/>
            </a:p>
            <a:p>
              <a:pPr>
                <a:defRPr/>
              </a:pPr>
              <a:r>
                <a:rPr lang="en-US" sz="600">
                  <a:sym typeface="Symbol" pitchFamily="18" charset="2"/>
                </a:rPr>
                <a:t></a:t>
              </a:r>
              <a:endParaRPr lang="en-US" sz="600"/>
            </a:p>
            <a:p>
              <a:pPr>
                <a:defRPr/>
              </a:pPr>
              <a:endParaRPr lang="en-US" sz="1050"/>
            </a:p>
          </p:txBody>
        </p:sp>
        <p:sp>
          <p:nvSpPr>
            <p:cNvPr id="24643" name="Line 78">
              <a:extLst>
                <a:ext uri="{FF2B5EF4-FFF2-40B4-BE49-F238E27FC236}">
                  <a16:creationId xmlns:a16="http://schemas.microsoft.com/office/drawing/2014/main" id="{C1C2E3FA-ABD8-F330-B858-E12CB7E088F9}"/>
                </a:ext>
              </a:extLst>
            </p:cNvPr>
            <p:cNvSpPr>
              <a:spLocks noChangeShapeType="1"/>
            </p:cNvSpPr>
            <p:nvPr/>
          </p:nvSpPr>
          <p:spPr bwMode="auto">
            <a:xfrm>
              <a:off x="7443788" y="4719638"/>
              <a:ext cx="279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4" name="Line 79">
              <a:extLst>
                <a:ext uri="{FF2B5EF4-FFF2-40B4-BE49-F238E27FC236}">
                  <a16:creationId xmlns:a16="http://schemas.microsoft.com/office/drawing/2014/main" id="{BD64C3C7-AE1F-14B7-FCA7-C5D85DB9AAD9}"/>
                </a:ext>
              </a:extLst>
            </p:cNvPr>
            <p:cNvSpPr>
              <a:spLocks noChangeShapeType="1"/>
            </p:cNvSpPr>
            <p:nvPr/>
          </p:nvSpPr>
          <p:spPr bwMode="auto">
            <a:xfrm>
              <a:off x="7443788" y="4130675"/>
              <a:ext cx="5572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04" name="Text Box 80">
              <a:extLst>
                <a:ext uri="{FF2B5EF4-FFF2-40B4-BE49-F238E27FC236}">
                  <a16:creationId xmlns:a16="http://schemas.microsoft.com/office/drawing/2014/main" id="{DA34CEEB-B0CF-4227-9DF2-96450DBC2830}"/>
                </a:ext>
              </a:extLst>
            </p:cNvPr>
            <p:cNvSpPr txBox="1">
              <a:spLocks noChangeArrowheads="1"/>
            </p:cNvSpPr>
            <p:nvPr/>
          </p:nvSpPr>
          <p:spPr bwMode="auto">
            <a:xfrm>
              <a:off x="7553388" y="4184047"/>
              <a:ext cx="361899" cy="682414"/>
            </a:xfrm>
            <a:prstGeom prst="rect">
              <a:avLst/>
            </a:prstGeom>
            <a:noFill/>
            <a:ln w="25400">
              <a:noFill/>
              <a:miter lim="800000"/>
              <a:headEnd/>
              <a:tailEnd/>
            </a:ln>
          </p:spPr>
          <p:txBody>
            <a:bodyPr/>
            <a:lstStyle/>
            <a:p>
              <a:pPr>
                <a:defRPr/>
              </a:pPr>
              <a:r>
                <a:rPr lang="en-US" sz="600">
                  <a:sym typeface="Symbol" pitchFamily="18" charset="2"/>
                </a:rPr>
                <a:t></a:t>
              </a:r>
              <a:endParaRPr lang="en-US" sz="600"/>
            </a:p>
            <a:p>
              <a:pPr>
                <a:defRPr/>
              </a:pPr>
              <a:r>
                <a:rPr lang="en-US" sz="600">
                  <a:sym typeface="Symbol" pitchFamily="18" charset="2"/>
                </a:rPr>
                <a:t></a:t>
              </a:r>
              <a:endParaRPr lang="en-US" sz="600"/>
            </a:p>
            <a:p>
              <a:pPr>
                <a:defRPr/>
              </a:pPr>
              <a:r>
                <a:rPr lang="en-US" sz="600">
                  <a:sym typeface="Symbol" pitchFamily="18" charset="2"/>
                </a:rPr>
                <a:t></a:t>
              </a:r>
              <a:endParaRPr lang="en-US" sz="600"/>
            </a:p>
            <a:p>
              <a:pPr>
                <a:defRPr/>
              </a:pPr>
              <a:endParaRPr lang="en-US" sz="1050"/>
            </a:p>
          </p:txBody>
        </p:sp>
        <p:sp>
          <p:nvSpPr>
            <p:cNvPr id="24646" name="AutoShape 81">
              <a:extLst>
                <a:ext uri="{FF2B5EF4-FFF2-40B4-BE49-F238E27FC236}">
                  <a16:creationId xmlns:a16="http://schemas.microsoft.com/office/drawing/2014/main" id="{16884E54-6763-8A1B-3DDE-BC82D0AD54BC}"/>
                </a:ext>
              </a:extLst>
            </p:cNvPr>
            <p:cNvSpPr>
              <a:spLocks noChangeArrowheads="1"/>
            </p:cNvSpPr>
            <p:nvPr/>
          </p:nvSpPr>
          <p:spPr bwMode="auto">
            <a:xfrm rot="5442692">
              <a:off x="3380581" y="4013994"/>
              <a:ext cx="328613" cy="238125"/>
            </a:xfrm>
            <a:prstGeom prst="triangle">
              <a:avLst>
                <a:gd name="adj" fmla="val 50000"/>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47" name="Line 82">
              <a:extLst>
                <a:ext uri="{FF2B5EF4-FFF2-40B4-BE49-F238E27FC236}">
                  <a16:creationId xmlns:a16="http://schemas.microsoft.com/office/drawing/2014/main" id="{5588E70E-0BC2-273A-D30F-C6ABCD2F646C}"/>
                </a:ext>
              </a:extLst>
            </p:cNvPr>
            <p:cNvSpPr>
              <a:spLocks noChangeShapeType="1"/>
            </p:cNvSpPr>
            <p:nvPr/>
          </p:nvSpPr>
          <p:spPr bwMode="auto">
            <a:xfrm>
              <a:off x="3663950" y="4127500"/>
              <a:ext cx="2301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8" name="AutoShape 83">
              <a:extLst>
                <a:ext uri="{FF2B5EF4-FFF2-40B4-BE49-F238E27FC236}">
                  <a16:creationId xmlns:a16="http://schemas.microsoft.com/office/drawing/2014/main" id="{D749C70C-093C-C294-2B1B-45316ABE90C9}"/>
                </a:ext>
              </a:extLst>
            </p:cNvPr>
            <p:cNvSpPr>
              <a:spLocks noChangeArrowheads="1"/>
            </p:cNvSpPr>
            <p:nvPr/>
          </p:nvSpPr>
          <p:spPr bwMode="auto">
            <a:xfrm rot="5442692">
              <a:off x="3396456" y="4610894"/>
              <a:ext cx="328613" cy="238125"/>
            </a:xfrm>
            <a:prstGeom prst="triangle">
              <a:avLst>
                <a:gd name="adj" fmla="val 50000"/>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49" name="Line 84">
              <a:extLst>
                <a:ext uri="{FF2B5EF4-FFF2-40B4-BE49-F238E27FC236}">
                  <a16:creationId xmlns:a16="http://schemas.microsoft.com/office/drawing/2014/main" id="{0E5BC58F-DFB4-6B37-EBC4-7F8CAB36B8FD}"/>
                </a:ext>
              </a:extLst>
            </p:cNvPr>
            <p:cNvSpPr>
              <a:spLocks noChangeShapeType="1"/>
            </p:cNvSpPr>
            <p:nvPr/>
          </p:nvSpPr>
          <p:spPr bwMode="auto">
            <a:xfrm>
              <a:off x="3679825" y="4730750"/>
              <a:ext cx="2127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09" name="Text Box 85">
              <a:extLst>
                <a:ext uri="{FF2B5EF4-FFF2-40B4-BE49-F238E27FC236}">
                  <a16:creationId xmlns:a16="http://schemas.microsoft.com/office/drawing/2014/main" id="{6D66873E-6575-4F69-A933-A6832519F945}"/>
                </a:ext>
              </a:extLst>
            </p:cNvPr>
            <p:cNvSpPr txBox="1">
              <a:spLocks noChangeArrowheads="1"/>
            </p:cNvSpPr>
            <p:nvPr/>
          </p:nvSpPr>
          <p:spPr bwMode="auto">
            <a:xfrm>
              <a:off x="3633448" y="4200343"/>
              <a:ext cx="363803" cy="680377"/>
            </a:xfrm>
            <a:prstGeom prst="rect">
              <a:avLst/>
            </a:prstGeom>
            <a:noFill/>
            <a:ln w="25400">
              <a:noFill/>
              <a:miter lim="800000"/>
              <a:headEnd/>
              <a:tailEnd/>
            </a:ln>
          </p:spPr>
          <p:txBody>
            <a:bodyPr/>
            <a:lstStyle/>
            <a:p>
              <a:pPr>
                <a:defRPr/>
              </a:pPr>
              <a:r>
                <a:rPr lang="en-US" sz="600" dirty="0">
                  <a:sym typeface="Symbol" pitchFamily="18" charset="2"/>
                </a:rPr>
                <a:t></a:t>
              </a:r>
              <a:endParaRPr lang="en-US" sz="600" dirty="0"/>
            </a:p>
            <a:p>
              <a:pPr>
                <a:defRPr/>
              </a:pPr>
              <a:r>
                <a:rPr lang="en-US" sz="600" dirty="0">
                  <a:sym typeface="Symbol" pitchFamily="18" charset="2"/>
                </a:rPr>
                <a:t></a:t>
              </a:r>
              <a:endParaRPr lang="en-US" sz="600" dirty="0"/>
            </a:p>
            <a:p>
              <a:pPr>
                <a:defRPr/>
              </a:pPr>
              <a:r>
                <a:rPr lang="en-US" sz="600" dirty="0">
                  <a:sym typeface="Symbol" pitchFamily="18" charset="2"/>
                </a:rPr>
                <a:t></a:t>
              </a:r>
              <a:endParaRPr lang="en-US" sz="600" dirty="0"/>
            </a:p>
            <a:p>
              <a:pPr>
                <a:defRPr/>
              </a:pPr>
              <a:endParaRPr lang="en-US" sz="1050" dirty="0"/>
            </a:p>
          </p:txBody>
        </p:sp>
        <p:grpSp>
          <p:nvGrpSpPr>
            <p:cNvPr id="24651" name="Group 86">
              <a:extLst>
                <a:ext uri="{FF2B5EF4-FFF2-40B4-BE49-F238E27FC236}">
                  <a16:creationId xmlns:a16="http://schemas.microsoft.com/office/drawing/2014/main" id="{856063AF-12B7-B09E-2A00-5C54D8FA3703}"/>
                </a:ext>
              </a:extLst>
            </p:cNvPr>
            <p:cNvGrpSpPr>
              <a:grpSpLocks/>
            </p:cNvGrpSpPr>
            <p:nvPr/>
          </p:nvGrpSpPr>
          <p:grpSpPr bwMode="auto">
            <a:xfrm rot="-5400000">
              <a:off x="5116513" y="5173663"/>
              <a:ext cx="223837" cy="350837"/>
              <a:chOff x="4285" y="9263"/>
              <a:chExt cx="308" cy="453"/>
            </a:xfrm>
          </p:grpSpPr>
          <p:sp>
            <p:nvSpPr>
              <p:cNvPr id="24738" name="AutoShape 87">
                <a:extLst>
                  <a:ext uri="{FF2B5EF4-FFF2-40B4-BE49-F238E27FC236}">
                    <a16:creationId xmlns:a16="http://schemas.microsoft.com/office/drawing/2014/main" id="{F421C3CE-CF6A-6568-49D1-8A2671B01F0C}"/>
                  </a:ext>
                </a:extLst>
              </p:cNvPr>
              <p:cNvSpPr>
                <a:spLocks noChangeArrowheads="1"/>
              </p:cNvSpPr>
              <p:nvPr/>
            </p:nvSpPr>
            <p:spPr bwMode="auto">
              <a:xfrm rot="5400000">
                <a:off x="4212" y="9336"/>
                <a:ext cx="453" cy="308"/>
              </a:xfrm>
              <a:prstGeom prst="triangle">
                <a:avLst>
                  <a:gd name="adj" fmla="val 50000"/>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739" name="Oval 88">
                <a:extLst>
                  <a:ext uri="{FF2B5EF4-FFF2-40B4-BE49-F238E27FC236}">
                    <a16:creationId xmlns:a16="http://schemas.microsoft.com/office/drawing/2014/main" id="{3FD6FBD6-3D2C-23E0-D0C2-89A717851607}"/>
                  </a:ext>
                </a:extLst>
              </p:cNvPr>
              <p:cNvSpPr>
                <a:spLocks noChangeArrowheads="1"/>
              </p:cNvSpPr>
              <p:nvPr/>
            </p:nvSpPr>
            <p:spPr bwMode="auto">
              <a:xfrm>
                <a:off x="4357" y="9537"/>
                <a:ext cx="142" cy="142"/>
              </a:xfrm>
              <a:prstGeom prst="ellipse">
                <a:avLst/>
              </a:prstGeom>
              <a:solidFill>
                <a:srgbClr val="FFFFFF"/>
              </a:solidFill>
              <a:ln w="25400">
                <a:solidFill>
                  <a:srgbClr val="000000"/>
                </a:solidFill>
                <a:round/>
                <a:headEnd/>
                <a:tailEnd/>
              </a:ln>
            </p:spPr>
            <p:txBody>
              <a:bodyPr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grpSp>
        <p:grpSp>
          <p:nvGrpSpPr>
            <p:cNvPr id="24652" name="Group 89">
              <a:extLst>
                <a:ext uri="{FF2B5EF4-FFF2-40B4-BE49-F238E27FC236}">
                  <a16:creationId xmlns:a16="http://schemas.microsoft.com/office/drawing/2014/main" id="{67411B23-213B-C311-5764-A05448241D1D}"/>
                </a:ext>
              </a:extLst>
            </p:cNvPr>
            <p:cNvGrpSpPr>
              <a:grpSpLocks/>
            </p:cNvGrpSpPr>
            <p:nvPr/>
          </p:nvGrpSpPr>
          <p:grpSpPr bwMode="auto">
            <a:xfrm rot="-5400000">
              <a:off x="5482431" y="5177632"/>
              <a:ext cx="223837" cy="349250"/>
              <a:chOff x="4285" y="9263"/>
              <a:chExt cx="308" cy="453"/>
            </a:xfrm>
          </p:grpSpPr>
          <p:sp>
            <p:nvSpPr>
              <p:cNvPr id="24736" name="AutoShape 90">
                <a:extLst>
                  <a:ext uri="{FF2B5EF4-FFF2-40B4-BE49-F238E27FC236}">
                    <a16:creationId xmlns:a16="http://schemas.microsoft.com/office/drawing/2014/main" id="{E37722AB-9E07-6EA6-65D0-639CEB3C9597}"/>
                  </a:ext>
                </a:extLst>
              </p:cNvPr>
              <p:cNvSpPr>
                <a:spLocks noChangeArrowheads="1"/>
              </p:cNvSpPr>
              <p:nvPr/>
            </p:nvSpPr>
            <p:spPr bwMode="auto">
              <a:xfrm rot="5400000">
                <a:off x="4212" y="9336"/>
                <a:ext cx="453" cy="308"/>
              </a:xfrm>
              <a:prstGeom prst="triangle">
                <a:avLst>
                  <a:gd name="adj" fmla="val 50000"/>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737" name="Oval 91">
                <a:extLst>
                  <a:ext uri="{FF2B5EF4-FFF2-40B4-BE49-F238E27FC236}">
                    <a16:creationId xmlns:a16="http://schemas.microsoft.com/office/drawing/2014/main" id="{6C49962E-781F-2ED1-5602-6EA76BC7A7FF}"/>
                  </a:ext>
                </a:extLst>
              </p:cNvPr>
              <p:cNvSpPr>
                <a:spLocks noChangeArrowheads="1"/>
              </p:cNvSpPr>
              <p:nvPr/>
            </p:nvSpPr>
            <p:spPr bwMode="auto">
              <a:xfrm>
                <a:off x="4357" y="9537"/>
                <a:ext cx="142" cy="142"/>
              </a:xfrm>
              <a:prstGeom prst="ellipse">
                <a:avLst/>
              </a:prstGeom>
              <a:solidFill>
                <a:srgbClr val="FFFFFF"/>
              </a:solidFill>
              <a:ln w="25400">
                <a:solidFill>
                  <a:srgbClr val="000000"/>
                </a:solidFill>
                <a:round/>
                <a:headEnd/>
                <a:tailEnd/>
              </a:ln>
            </p:spPr>
            <p:txBody>
              <a:bodyPr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grpSp>
        <p:grpSp>
          <p:nvGrpSpPr>
            <p:cNvPr id="24653" name="Group 92">
              <a:extLst>
                <a:ext uri="{FF2B5EF4-FFF2-40B4-BE49-F238E27FC236}">
                  <a16:creationId xmlns:a16="http://schemas.microsoft.com/office/drawing/2014/main" id="{CFFCDBCE-4AD8-3CF3-6D28-03BBA4255C40}"/>
                </a:ext>
              </a:extLst>
            </p:cNvPr>
            <p:cNvGrpSpPr>
              <a:grpSpLocks/>
            </p:cNvGrpSpPr>
            <p:nvPr/>
          </p:nvGrpSpPr>
          <p:grpSpPr bwMode="auto">
            <a:xfrm rot="-5400000">
              <a:off x="5888038" y="5175250"/>
              <a:ext cx="223838" cy="350837"/>
              <a:chOff x="4285" y="9263"/>
              <a:chExt cx="308" cy="453"/>
            </a:xfrm>
          </p:grpSpPr>
          <p:sp>
            <p:nvSpPr>
              <p:cNvPr id="24734" name="AutoShape 93">
                <a:extLst>
                  <a:ext uri="{FF2B5EF4-FFF2-40B4-BE49-F238E27FC236}">
                    <a16:creationId xmlns:a16="http://schemas.microsoft.com/office/drawing/2014/main" id="{3B3A20D5-0BC3-2769-3975-1CB3AB77A5CF}"/>
                  </a:ext>
                </a:extLst>
              </p:cNvPr>
              <p:cNvSpPr>
                <a:spLocks noChangeArrowheads="1"/>
              </p:cNvSpPr>
              <p:nvPr/>
            </p:nvSpPr>
            <p:spPr bwMode="auto">
              <a:xfrm rot="5400000">
                <a:off x="4212" y="9336"/>
                <a:ext cx="453" cy="308"/>
              </a:xfrm>
              <a:prstGeom prst="triangle">
                <a:avLst>
                  <a:gd name="adj" fmla="val 50000"/>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735" name="Oval 94">
                <a:extLst>
                  <a:ext uri="{FF2B5EF4-FFF2-40B4-BE49-F238E27FC236}">
                    <a16:creationId xmlns:a16="http://schemas.microsoft.com/office/drawing/2014/main" id="{35873BCD-49B3-579A-8784-A82966CE9D49}"/>
                  </a:ext>
                </a:extLst>
              </p:cNvPr>
              <p:cNvSpPr>
                <a:spLocks noChangeArrowheads="1"/>
              </p:cNvSpPr>
              <p:nvPr/>
            </p:nvSpPr>
            <p:spPr bwMode="auto">
              <a:xfrm>
                <a:off x="4357" y="9537"/>
                <a:ext cx="142" cy="142"/>
              </a:xfrm>
              <a:prstGeom prst="ellipse">
                <a:avLst/>
              </a:prstGeom>
              <a:solidFill>
                <a:srgbClr val="FFFFFF"/>
              </a:solidFill>
              <a:ln w="25400">
                <a:solidFill>
                  <a:srgbClr val="000000"/>
                </a:solidFill>
                <a:round/>
                <a:headEnd/>
                <a:tailEnd/>
              </a:ln>
            </p:spPr>
            <p:txBody>
              <a:bodyPr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grpSp>
        <p:grpSp>
          <p:nvGrpSpPr>
            <p:cNvPr id="24654" name="Group 95">
              <a:extLst>
                <a:ext uri="{FF2B5EF4-FFF2-40B4-BE49-F238E27FC236}">
                  <a16:creationId xmlns:a16="http://schemas.microsoft.com/office/drawing/2014/main" id="{E02450F8-800C-F0B1-3492-6285682A1288}"/>
                </a:ext>
              </a:extLst>
            </p:cNvPr>
            <p:cNvGrpSpPr>
              <a:grpSpLocks/>
            </p:cNvGrpSpPr>
            <p:nvPr/>
          </p:nvGrpSpPr>
          <p:grpSpPr bwMode="auto">
            <a:xfrm rot="-5400000">
              <a:off x="6282531" y="5179219"/>
              <a:ext cx="223838" cy="349250"/>
              <a:chOff x="4285" y="9263"/>
              <a:chExt cx="308" cy="453"/>
            </a:xfrm>
          </p:grpSpPr>
          <p:sp>
            <p:nvSpPr>
              <p:cNvPr id="24732" name="AutoShape 96">
                <a:extLst>
                  <a:ext uri="{FF2B5EF4-FFF2-40B4-BE49-F238E27FC236}">
                    <a16:creationId xmlns:a16="http://schemas.microsoft.com/office/drawing/2014/main" id="{12620A39-EE89-DE90-6E7B-C04CB862B5AD}"/>
                  </a:ext>
                </a:extLst>
              </p:cNvPr>
              <p:cNvSpPr>
                <a:spLocks noChangeArrowheads="1"/>
              </p:cNvSpPr>
              <p:nvPr/>
            </p:nvSpPr>
            <p:spPr bwMode="auto">
              <a:xfrm rot="5400000">
                <a:off x="4212" y="9336"/>
                <a:ext cx="453" cy="308"/>
              </a:xfrm>
              <a:prstGeom prst="triangle">
                <a:avLst>
                  <a:gd name="adj" fmla="val 50000"/>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733" name="Oval 97">
                <a:extLst>
                  <a:ext uri="{FF2B5EF4-FFF2-40B4-BE49-F238E27FC236}">
                    <a16:creationId xmlns:a16="http://schemas.microsoft.com/office/drawing/2014/main" id="{7DF7B5D7-AFDF-C53F-6CA5-C2259DF51A65}"/>
                  </a:ext>
                </a:extLst>
              </p:cNvPr>
              <p:cNvSpPr>
                <a:spLocks noChangeArrowheads="1"/>
              </p:cNvSpPr>
              <p:nvPr/>
            </p:nvSpPr>
            <p:spPr bwMode="auto">
              <a:xfrm>
                <a:off x="4357" y="9537"/>
                <a:ext cx="142" cy="142"/>
              </a:xfrm>
              <a:prstGeom prst="ellipse">
                <a:avLst/>
              </a:prstGeom>
              <a:solidFill>
                <a:srgbClr val="FFFFFF"/>
              </a:solidFill>
              <a:ln w="25400">
                <a:solidFill>
                  <a:srgbClr val="000000"/>
                </a:solidFill>
                <a:round/>
                <a:headEnd/>
                <a:tailEnd/>
              </a:ln>
            </p:spPr>
            <p:txBody>
              <a:bodyPr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grpSp>
        <p:grpSp>
          <p:nvGrpSpPr>
            <p:cNvPr id="24655" name="Group 98">
              <a:extLst>
                <a:ext uri="{FF2B5EF4-FFF2-40B4-BE49-F238E27FC236}">
                  <a16:creationId xmlns:a16="http://schemas.microsoft.com/office/drawing/2014/main" id="{6489BD38-CFE1-36FA-7321-784535A0CA78}"/>
                </a:ext>
              </a:extLst>
            </p:cNvPr>
            <p:cNvGrpSpPr>
              <a:grpSpLocks/>
            </p:cNvGrpSpPr>
            <p:nvPr/>
          </p:nvGrpSpPr>
          <p:grpSpPr bwMode="auto">
            <a:xfrm rot="-5400000">
              <a:off x="6667500" y="5175250"/>
              <a:ext cx="223838" cy="350838"/>
              <a:chOff x="4285" y="9263"/>
              <a:chExt cx="308" cy="453"/>
            </a:xfrm>
          </p:grpSpPr>
          <p:sp>
            <p:nvSpPr>
              <p:cNvPr id="24730" name="AutoShape 99">
                <a:extLst>
                  <a:ext uri="{FF2B5EF4-FFF2-40B4-BE49-F238E27FC236}">
                    <a16:creationId xmlns:a16="http://schemas.microsoft.com/office/drawing/2014/main" id="{1E4AB9D9-F276-88BE-B96B-4A9FC3B0FF50}"/>
                  </a:ext>
                </a:extLst>
              </p:cNvPr>
              <p:cNvSpPr>
                <a:spLocks noChangeArrowheads="1"/>
              </p:cNvSpPr>
              <p:nvPr/>
            </p:nvSpPr>
            <p:spPr bwMode="auto">
              <a:xfrm rot="5400000">
                <a:off x="4212" y="9336"/>
                <a:ext cx="453" cy="308"/>
              </a:xfrm>
              <a:prstGeom prst="triangle">
                <a:avLst>
                  <a:gd name="adj" fmla="val 50000"/>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731" name="Oval 100">
                <a:extLst>
                  <a:ext uri="{FF2B5EF4-FFF2-40B4-BE49-F238E27FC236}">
                    <a16:creationId xmlns:a16="http://schemas.microsoft.com/office/drawing/2014/main" id="{C78013DD-3B1B-2428-2D60-30775317D083}"/>
                  </a:ext>
                </a:extLst>
              </p:cNvPr>
              <p:cNvSpPr>
                <a:spLocks noChangeArrowheads="1"/>
              </p:cNvSpPr>
              <p:nvPr/>
            </p:nvSpPr>
            <p:spPr bwMode="auto">
              <a:xfrm>
                <a:off x="4357" y="9537"/>
                <a:ext cx="142" cy="142"/>
              </a:xfrm>
              <a:prstGeom prst="ellipse">
                <a:avLst/>
              </a:prstGeom>
              <a:solidFill>
                <a:srgbClr val="FFFFFF"/>
              </a:solidFill>
              <a:ln w="25400">
                <a:solidFill>
                  <a:srgbClr val="000000"/>
                </a:solidFill>
                <a:round/>
                <a:headEnd/>
                <a:tailEnd/>
              </a:ln>
            </p:spPr>
            <p:txBody>
              <a:bodyPr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grpSp>
        <p:grpSp>
          <p:nvGrpSpPr>
            <p:cNvPr id="24656" name="Group 101">
              <a:extLst>
                <a:ext uri="{FF2B5EF4-FFF2-40B4-BE49-F238E27FC236}">
                  <a16:creationId xmlns:a16="http://schemas.microsoft.com/office/drawing/2014/main" id="{C19172A3-5257-59C8-CFD1-D7AA3220FC58}"/>
                </a:ext>
              </a:extLst>
            </p:cNvPr>
            <p:cNvGrpSpPr>
              <a:grpSpLocks/>
            </p:cNvGrpSpPr>
            <p:nvPr/>
          </p:nvGrpSpPr>
          <p:grpSpPr bwMode="auto">
            <a:xfrm rot="-5400000">
              <a:off x="7064375" y="5178425"/>
              <a:ext cx="223838" cy="350838"/>
              <a:chOff x="4285" y="9263"/>
              <a:chExt cx="308" cy="453"/>
            </a:xfrm>
          </p:grpSpPr>
          <p:sp>
            <p:nvSpPr>
              <p:cNvPr id="24728" name="AutoShape 102">
                <a:extLst>
                  <a:ext uri="{FF2B5EF4-FFF2-40B4-BE49-F238E27FC236}">
                    <a16:creationId xmlns:a16="http://schemas.microsoft.com/office/drawing/2014/main" id="{A827E509-3F6E-0FFC-F932-A851299D7AEE}"/>
                  </a:ext>
                </a:extLst>
              </p:cNvPr>
              <p:cNvSpPr>
                <a:spLocks noChangeArrowheads="1"/>
              </p:cNvSpPr>
              <p:nvPr/>
            </p:nvSpPr>
            <p:spPr bwMode="auto">
              <a:xfrm rot="5400000">
                <a:off x="4212" y="9336"/>
                <a:ext cx="453" cy="308"/>
              </a:xfrm>
              <a:prstGeom prst="triangle">
                <a:avLst>
                  <a:gd name="adj" fmla="val 50000"/>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729" name="Oval 103">
                <a:extLst>
                  <a:ext uri="{FF2B5EF4-FFF2-40B4-BE49-F238E27FC236}">
                    <a16:creationId xmlns:a16="http://schemas.microsoft.com/office/drawing/2014/main" id="{0D4D7291-DB43-FDD1-7ADA-0C95E03F38CA}"/>
                  </a:ext>
                </a:extLst>
              </p:cNvPr>
              <p:cNvSpPr>
                <a:spLocks noChangeArrowheads="1"/>
              </p:cNvSpPr>
              <p:nvPr/>
            </p:nvSpPr>
            <p:spPr bwMode="auto">
              <a:xfrm>
                <a:off x="4357" y="9537"/>
                <a:ext cx="142" cy="142"/>
              </a:xfrm>
              <a:prstGeom prst="ellipse">
                <a:avLst/>
              </a:prstGeom>
              <a:solidFill>
                <a:srgbClr val="FFFFFF"/>
              </a:solidFill>
              <a:ln w="25400">
                <a:solidFill>
                  <a:srgbClr val="000000"/>
                </a:solidFill>
                <a:round/>
                <a:headEnd/>
                <a:tailEnd/>
              </a:ln>
            </p:spPr>
            <p:txBody>
              <a:bodyPr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grpSp>
        <p:sp>
          <p:nvSpPr>
            <p:cNvPr id="24657" name="Line 104">
              <a:extLst>
                <a:ext uri="{FF2B5EF4-FFF2-40B4-BE49-F238E27FC236}">
                  <a16:creationId xmlns:a16="http://schemas.microsoft.com/office/drawing/2014/main" id="{C863FE6F-DF9C-5C86-3B86-34D25E4689B2}"/>
                </a:ext>
              </a:extLst>
            </p:cNvPr>
            <p:cNvSpPr>
              <a:spLocks noChangeShapeType="1"/>
            </p:cNvSpPr>
            <p:nvPr/>
          </p:nvSpPr>
          <p:spPr bwMode="auto">
            <a:xfrm flipV="1">
              <a:off x="5135563" y="5046663"/>
              <a:ext cx="0" cy="3159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58" name="Line 105">
              <a:extLst>
                <a:ext uri="{FF2B5EF4-FFF2-40B4-BE49-F238E27FC236}">
                  <a16:creationId xmlns:a16="http://schemas.microsoft.com/office/drawing/2014/main" id="{A275C055-D265-C826-DD47-1F415D8FB502}"/>
                </a:ext>
              </a:extLst>
            </p:cNvPr>
            <p:cNvSpPr>
              <a:spLocks noChangeShapeType="1"/>
            </p:cNvSpPr>
            <p:nvPr/>
          </p:nvSpPr>
          <p:spPr bwMode="auto">
            <a:xfrm flipV="1">
              <a:off x="5337175" y="5046663"/>
              <a:ext cx="0" cy="2746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59" name="Line 106">
              <a:extLst>
                <a:ext uri="{FF2B5EF4-FFF2-40B4-BE49-F238E27FC236}">
                  <a16:creationId xmlns:a16="http://schemas.microsoft.com/office/drawing/2014/main" id="{D8869643-0F9B-548E-0066-4D3FDC9C426F}"/>
                </a:ext>
              </a:extLst>
            </p:cNvPr>
            <p:cNvSpPr>
              <a:spLocks noChangeShapeType="1"/>
            </p:cNvSpPr>
            <p:nvPr/>
          </p:nvSpPr>
          <p:spPr bwMode="auto">
            <a:xfrm flipV="1">
              <a:off x="5495925" y="5054600"/>
              <a:ext cx="0" cy="3159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60" name="Line 107">
              <a:extLst>
                <a:ext uri="{FF2B5EF4-FFF2-40B4-BE49-F238E27FC236}">
                  <a16:creationId xmlns:a16="http://schemas.microsoft.com/office/drawing/2014/main" id="{D966D5D4-E39A-B7BB-3ED5-73C995DD89FD}"/>
                </a:ext>
              </a:extLst>
            </p:cNvPr>
            <p:cNvSpPr>
              <a:spLocks noChangeShapeType="1"/>
            </p:cNvSpPr>
            <p:nvPr/>
          </p:nvSpPr>
          <p:spPr bwMode="auto">
            <a:xfrm flipV="1">
              <a:off x="5705475" y="5043488"/>
              <a:ext cx="0" cy="2762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61" name="Line 108">
              <a:extLst>
                <a:ext uri="{FF2B5EF4-FFF2-40B4-BE49-F238E27FC236}">
                  <a16:creationId xmlns:a16="http://schemas.microsoft.com/office/drawing/2014/main" id="{2893D1FA-8993-6BA7-DCE3-9B977AB2CF40}"/>
                </a:ext>
              </a:extLst>
            </p:cNvPr>
            <p:cNvSpPr>
              <a:spLocks noChangeShapeType="1"/>
            </p:cNvSpPr>
            <p:nvPr/>
          </p:nvSpPr>
          <p:spPr bwMode="auto">
            <a:xfrm flipV="1">
              <a:off x="5892800" y="5051425"/>
              <a:ext cx="0" cy="3127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62" name="Line 109">
              <a:extLst>
                <a:ext uri="{FF2B5EF4-FFF2-40B4-BE49-F238E27FC236}">
                  <a16:creationId xmlns:a16="http://schemas.microsoft.com/office/drawing/2014/main" id="{1C1D326A-7E6E-34EC-FEC1-AA66E50D738C}"/>
                </a:ext>
              </a:extLst>
            </p:cNvPr>
            <p:cNvSpPr>
              <a:spLocks noChangeShapeType="1"/>
            </p:cNvSpPr>
            <p:nvPr/>
          </p:nvSpPr>
          <p:spPr bwMode="auto">
            <a:xfrm flipV="1">
              <a:off x="6099175" y="5054600"/>
              <a:ext cx="0" cy="2762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63" name="Line 110">
              <a:extLst>
                <a:ext uri="{FF2B5EF4-FFF2-40B4-BE49-F238E27FC236}">
                  <a16:creationId xmlns:a16="http://schemas.microsoft.com/office/drawing/2014/main" id="{AE60F4C3-C09B-99AC-619A-0A4B3A0E49CD}"/>
                </a:ext>
              </a:extLst>
            </p:cNvPr>
            <p:cNvSpPr>
              <a:spLocks noChangeShapeType="1"/>
            </p:cNvSpPr>
            <p:nvPr/>
          </p:nvSpPr>
          <p:spPr bwMode="auto">
            <a:xfrm flipV="1">
              <a:off x="6297613" y="5046663"/>
              <a:ext cx="0" cy="3063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64" name="Line 111">
              <a:extLst>
                <a:ext uri="{FF2B5EF4-FFF2-40B4-BE49-F238E27FC236}">
                  <a16:creationId xmlns:a16="http://schemas.microsoft.com/office/drawing/2014/main" id="{9BC704BE-7258-73D2-5429-3B4601D34CFD}"/>
                </a:ext>
              </a:extLst>
            </p:cNvPr>
            <p:cNvSpPr>
              <a:spLocks noChangeShapeType="1"/>
            </p:cNvSpPr>
            <p:nvPr/>
          </p:nvSpPr>
          <p:spPr bwMode="auto">
            <a:xfrm flipV="1">
              <a:off x="6505575" y="5062538"/>
              <a:ext cx="0" cy="2762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65" name="Line 112">
              <a:extLst>
                <a:ext uri="{FF2B5EF4-FFF2-40B4-BE49-F238E27FC236}">
                  <a16:creationId xmlns:a16="http://schemas.microsoft.com/office/drawing/2014/main" id="{B092B1D8-0026-2346-33BD-3746C387AF49}"/>
                </a:ext>
              </a:extLst>
            </p:cNvPr>
            <p:cNvSpPr>
              <a:spLocks noChangeShapeType="1"/>
            </p:cNvSpPr>
            <p:nvPr/>
          </p:nvSpPr>
          <p:spPr bwMode="auto">
            <a:xfrm flipV="1">
              <a:off x="6691313" y="5043488"/>
              <a:ext cx="0" cy="3063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66" name="Line 113">
              <a:extLst>
                <a:ext uri="{FF2B5EF4-FFF2-40B4-BE49-F238E27FC236}">
                  <a16:creationId xmlns:a16="http://schemas.microsoft.com/office/drawing/2014/main" id="{D2F1E74A-D57F-7073-3E01-D292FA5FC1CC}"/>
                </a:ext>
              </a:extLst>
            </p:cNvPr>
            <p:cNvSpPr>
              <a:spLocks noChangeShapeType="1"/>
            </p:cNvSpPr>
            <p:nvPr/>
          </p:nvSpPr>
          <p:spPr bwMode="auto">
            <a:xfrm flipV="1">
              <a:off x="6888163" y="5059363"/>
              <a:ext cx="0" cy="2413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67" name="Line 114">
              <a:extLst>
                <a:ext uri="{FF2B5EF4-FFF2-40B4-BE49-F238E27FC236}">
                  <a16:creationId xmlns:a16="http://schemas.microsoft.com/office/drawing/2014/main" id="{447B0E58-503D-53A4-3F6B-E6CBE2127619}"/>
                </a:ext>
              </a:extLst>
            </p:cNvPr>
            <p:cNvSpPr>
              <a:spLocks noChangeShapeType="1"/>
            </p:cNvSpPr>
            <p:nvPr/>
          </p:nvSpPr>
          <p:spPr bwMode="auto">
            <a:xfrm flipV="1">
              <a:off x="7085013" y="5065713"/>
              <a:ext cx="0" cy="2889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68" name="Line 115">
              <a:extLst>
                <a:ext uri="{FF2B5EF4-FFF2-40B4-BE49-F238E27FC236}">
                  <a16:creationId xmlns:a16="http://schemas.microsoft.com/office/drawing/2014/main" id="{E3CF4683-29D3-406A-7EEE-781F2C0E4BD3}"/>
                </a:ext>
              </a:extLst>
            </p:cNvPr>
            <p:cNvSpPr>
              <a:spLocks noChangeShapeType="1"/>
            </p:cNvSpPr>
            <p:nvPr/>
          </p:nvSpPr>
          <p:spPr bwMode="auto">
            <a:xfrm flipV="1">
              <a:off x="7258050" y="5067300"/>
              <a:ext cx="0" cy="2413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69" name="Line 116">
              <a:extLst>
                <a:ext uri="{FF2B5EF4-FFF2-40B4-BE49-F238E27FC236}">
                  <a16:creationId xmlns:a16="http://schemas.microsoft.com/office/drawing/2014/main" id="{3B8B3A4D-0A78-E53D-5706-3E6E2859F89B}"/>
                </a:ext>
              </a:extLst>
            </p:cNvPr>
            <p:cNvSpPr>
              <a:spLocks noChangeShapeType="1"/>
            </p:cNvSpPr>
            <p:nvPr/>
          </p:nvSpPr>
          <p:spPr bwMode="auto">
            <a:xfrm>
              <a:off x="5229225" y="5461000"/>
              <a:ext cx="0" cy="1587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70" name="Line 117">
              <a:extLst>
                <a:ext uri="{FF2B5EF4-FFF2-40B4-BE49-F238E27FC236}">
                  <a16:creationId xmlns:a16="http://schemas.microsoft.com/office/drawing/2014/main" id="{EE89C8DB-36D7-C12F-1D51-57292B62AE1D}"/>
                </a:ext>
              </a:extLst>
            </p:cNvPr>
            <p:cNvSpPr>
              <a:spLocks noChangeShapeType="1"/>
            </p:cNvSpPr>
            <p:nvPr/>
          </p:nvSpPr>
          <p:spPr bwMode="auto">
            <a:xfrm>
              <a:off x="5589588" y="5468938"/>
              <a:ext cx="0" cy="1587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71" name="Line 118">
              <a:extLst>
                <a:ext uri="{FF2B5EF4-FFF2-40B4-BE49-F238E27FC236}">
                  <a16:creationId xmlns:a16="http://schemas.microsoft.com/office/drawing/2014/main" id="{98A7CF50-ED19-6E18-AF6E-71124DB42410}"/>
                </a:ext>
              </a:extLst>
            </p:cNvPr>
            <p:cNvSpPr>
              <a:spLocks noChangeShapeType="1"/>
            </p:cNvSpPr>
            <p:nvPr/>
          </p:nvSpPr>
          <p:spPr bwMode="auto">
            <a:xfrm>
              <a:off x="5983288" y="5454650"/>
              <a:ext cx="0" cy="1587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72" name="Line 119">
              <a:extLst>
                <a:ext uri="{FF2B5EF4-FFF2-40B4-BE49-F238E27FC236}">
                  <a16:creationId xmlns:a16="http://schemas.microsoft.com/office/drawing/2014/main" id="{955C865E-047D-A41D-F993-556472C29134}"/>
                </a:ext>
              </a:extLst>
            </p:cNvPr>
            <p:cNvSpPr>
              <a:spLocks noChangeShapeType="1"/>
            </p:cNvSpPr>
            <p:nvPr/>
          </p:nvSpPr>
          <p:spPr bwMode="auto">
            <a:xfrm>
              <a:off x="5983288" y="5476875"/>
              <a:ext cx="0" cy="1587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73" name="Line 120">
              <a:extLst>
                <a:ext uri="{FF2B5EF4-FFF2-40B4-BE49-F238E27FC236}">
                  <a16:creationId xmlns:a16="http://schemas.microsoft.com/office/drawing/2014/main" id="{75529838-8D3A-0BD7-F3D6-433AB85976A6}"/>
                </a:ext>
              </a:extLst>
            </p:cNvPr>
            <p:cNvSpPr>
              <a:spLocks noChangeShapeType="1"/>
            </p:cNvSpPr>
            <p:nvPr/>
          </p:nvSpPr>
          <p:spPr bwMode="auto">
            <a:xfrm>
              <a:off x="6389688" y="5462588"/>
              <a:ext cx="0" cy="1587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74" name="Line 121">
              <a:extLst>
                <a:ext uri="{FF2B5EF4-FFF2-40B4-BE49-F238E27FC236}">
                  <a16:creationId xmlns:a16="http://schemas.microsoft.com/office/drawing/2014/main" id="{481A571F-05BD-CBCE-86AC-E13F837BFEE7}"/>
                </a:ext>
              </a:extLst>
            </p:cNvPr>
            <p:cNvSpPr>
              <a:spLocks noChangeShapeType="1"/>
            </p:cNvSpPr>
            <p:nvPr/>
          </p:nvSpPr>
          <p:spPr bwMode="auto">
            <a:xfrm>
              <a:off x="6783388" y="5465763"/>
              <a:ext cx="0" cy="1587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75" name="Line 122">
              <a:extLst>
                <a:ext uri="{FF2B5EF4-FFF2-40B4-BE49-F238E27FC236}">
                  <a16:creationId xmlns:a16="http://schemas.microsoft.com/office/drawing/2014/main" id="{6E929148-FAF5-5A55-8254-42C00E1678F3}"/>
                </a:ext>
              </a:extLst>
            </p:cNvPr>
            <p:cNvSpPr>
              <a:spLocks noChangeShapeType="1"/>
            </p:cNvSpPr>
            <p:nvPr/>
          </p:nvSpPr>
          <p:spPr bwMode="auto">
            <a:xfrm>
              <a:off x="7178675" y="5478463"/>
              <a:ext cx="0" cy="1603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76" name="AutoShape 123">
              <a:extLst>
                <a:ext uri="{FF2B5EF4-FFF2-40B4-BE49-F238E27FC236}">
                  <a16:creationId xmlns:a16="http://schemas.microsoft.com/office/drawing/2014/main" id="{C984BC8D-0990-3A7E-1013-8BF94B2939AB}"/>
                </a:ext>
              </a:extLst>
            </p:cNvPr>
            <p:cNvSpPr>
              <a:spLocks noChangeArrowheads="1"/>
            </p:cNvSpPr>
            <p:nvPr/>
          </p:nvSpPr>
          <p:spPr bwMode="auto">
            <a:xfrm rot="-5400000">
              <a:off x="4311651" y="5734050"/>
              <a:ext cx="330200" cy="238125"/>
            </a:xfrm>
            <a:prstGeom prst="triangle">
              <a:avLst>
                <a:gd name="adj" fmla="val 50000"/>
              </a:avLst>
            </a:prstGeom>
            <a:solidFill>
              <a:srgbClr val="FFFFFF"/>
            </a:solidFill>
            <a:ln w="25400">
              <a:solidFill>
                <a:srgbClr val="000000"/>
              </a:solidFill>
              <a:miter lim="800000"/>
              <a:headEnd/>
              <a:tailEnd/>
            </a:ln>
          </p:spPr>
          <p:txBody>
            <a:bodyPr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77" name="AutoShape 124">
              <a:extLst>
                <a:ext uri="{FF2B5EF4-FFF2-40B4-BE49-F238E27FC236}">
                  <a16:creationId xmlns:a16="http://schemas.microsoft.com/office/drawing/2014/main" id="{DCA69B3B-C122-37C1-4248-713E8B8BED5B}"/>
                </a:ext>
              </a:extLst>
            </p:cNvPr>
            <p:cNvSpPr>
              <a:spLocks noChangeArrowheads="1"/>
            </p:cNvSpPr>
            <p:nvPr/>
          </p:nvSpPr>
          <p:spPr bwMode="auto">
            <a:xfrm rot="-5400000">
              <a:off x="3817144" y="5995194"/>
              <a:ext cx="328613" cy="238125"/>
            </a:xfrm>
            <a:prstGeom prst="triangle">
              <a:avLst>
                <a:gd name="adj" fmla="val 50000"/>
              </a:avLst>
            </a:prstGeom>
            <a:solidFill>
              <a:srgbClr val="FFFFFF"/>
            </a:solidFill>
            <a:ln w="25400">
              <a:solidFill>
                <a:srgbClr val="000000"/>
              </a:solidFill>
              <a:miter lim="800000"/>
              <a:headEnd/>
              <a:tailEnd/>
            </a:ln>
          </p:spPr>
          <p:txBody>
            <a:bodyPr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78" name="Line 125">
              <a:extLst>
                <a:ext uri="{FF2B5EF4-FFF2-40B4-BE49-F238E27FC236}">
                  <a16:creationId xmlns:a16="http://schemas.microsoft.com/office/drawing/2014/main" id="{0E0BED72-2BE5-609A-FAD2-77EE5E3ECC3D}"/>
                </a:ext>
              </a:extLst>
            </p:cNvPr>
            <p:cNvSpPr>
              <a:spLocks noChangeShapeType="1"/>
            </p:cNvSpPr>
            <p:nvPr/>
          </p:nvSpPr>
          <p:spPr bwMode="auto">
            <a:xfrm>
              <a:off x="7723188" y="4719638"/>
              <a:ext cx="0" cy="1114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79" name="Line 126">
              <a:extLst>
                <a:ext uri="{FF2B5EF4-FFF2-40B4-BE49-F238E27FC236}">
                  <a16:creationId xmlns:a16="http://schemas.microsoft.com/office/drawing/2014/main" id="{945033AE-934A-EDE4-DDB1-F7D4378C95B9}"/>
                </a:ext>
              </a:extLst>
            </p:cNvPr>
            <p:cNvSpPr>
              <a:spLocks noChangeShapeType="1"/>
            </p:cNvSpPr>
            <p:nvPr/>
          </p:nvSpPr>
          <p:spPr bwMode="auto">
            <a:xfrm>
              <a:off x="4595813" y="5830888"/>
              <a:ext cx="3127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80" name="Line 127">
              <a:extLst>
                <a:ext uri="{FF2B5EF4-FFF2-40B4-BE49-F238E27FC236}">
                  <a16:creationId xmlns:a16="http://schemas.microsoft.com/office/drawing/2014/main" id="{4605D620-EE52-6120-881D-9E78C207C7D0}"/>
                </a:ext>
              </a:extLst>
            </p:cNvPr>
            <p:cNvSpPr>
              <a:spLocks noChangeShapeType="1"/>
            </p:cNvSpPr>
            <p:nvPr/>
          </p:nvSpPr>
          <p:spPr bwMode="auto">
            <a:xfrm>
              <a:off x="8001000" y="4127500"/>
              <a:ext cx="0" cy="19970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81" name="Line 128">
              <a:extLst>
                <a:ext uri="{FF2B5EF4-FFF2-40B4-BE49-F238E27FC236}">
                  <a16:creationId xmlns:a16="http://schemas.microsoft.com/office/drawing/2014/main" id="{9714D90B-E519-33D9-D885-33CC57E40AD2}"/>
                </a:ext>
              </a:extLst>
            </p:cNvPr>
            <p:cNvSpPr>
              <a:spLocks noChangeShapeType="1"/>
            </p:cNvSpPr>
            <p:nvPr/>
          </p:nvSpPr>
          <p:spPr bwMode="auto">
            <a:xfrm>
              <a:off x="4106863" y="6113463"/>
              <a:ext cx="38941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82" name="Line 129">
              <a:extLst>
                <a:ext uri="{FF2B5EF4-FFF2-40B4-BE49-F238E27FC236}">
                  <a16:creationId xmlns:a16="http://schemas.microsoft.com/office/drawing/2014/main" id="{8966EDF6-2660-71AB-9F31-CA6D8C34BBC4}"/>
                </a:ext>
              </a:extLst>
            </p:cNvPr>
            <p:cNvSpPr>
              <a:spLocks noChangeShapeType="1"/>
            </p:cNvSpPr>
            <p:nvPr/>
          </p:nvSpPr>
          <p:spPr bwMode="auto">
            <a:xfrm flipH="1">
              <a:off x="2413000" y="4127500"/>
              <a:ext cx="10128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83" name="Line 130">
              <a:extLst>
                <a:ext uri="{FF2B5EF4-FFF2-40B4-BE49-F238E27FC236}">
                  <a16:creationId xmlns:a16="http://schemas.microsoft.com/office/drawing/2014/main" id="{64566752-DDA0-0C15-251D-D766C79031CA}"/>
                </a:ext>
              </a:extLst>
            </p:cNvPr>
            <p:cNvSpPr>
              <a:spLocks noChangeShapeType="1"/>
            </p:cNvSpPr>
            <p:nvPr/>
          </p:nvSpPr>
          <p:spPr bwMode="auto">
            <a:xfrm flipH="1">
              <a:off x="2414588" y="4727575"/>
              <a:ext cx="10112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84" name="Line 131">
              <a:extLst>
                <a:ext uri="{FF2B5EF4-FFF2-40B4-BE49-F238E27FC236}">
                  <a16:creationId xmlns:a16="http://schemas.microsoft.com/office/drawing/2014/main" id="{442CE0CE-19E3-350F-F2F4-B7BB263E7AA0}"/>
                </a:ext>
              </a:extLst>
            </p:cNvPr>
            <p:cNvSpPr>
              <a:spLocks noChangeShapeType="1"/>
            </p:cNvSpPr>
            <p:nvPr/>
          </p:nvSpPr>
          <p:spPr bwMode="auto">
            <a:xfrm flipH="1">
              <a:off x="3160713" y="5849938"/>
              <a:ext cx="1212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85" name="Line 132">
              <a:extLst>
                <a:ext uri="{FF2B5EF4-FFF2-40B4-BE49-F238E27FC236}">
                  <a16:creationId xmlns:a16="http://schemas.microsoft.com/office/drawing/2014/main" id="{B9F2E457-B785-8F04-802B-264DDD9E55ED}"/>
                </a:ext>
              </a:extLst>
            </p:cNvPr>
            <p:cNvSpPr>
              <a:spLocks noChangeShapeType="1"/>
            </p:cNvSpPr>
            <p:nvPr/>
          </p:nvSpPr>
          <p:spPr bwMode="auto">
            <a:xfrm flipV="1">
              <a:off x="3157538" y="4127500"/>
              <a:ext cx="0" cy="1738313"/>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24686" name="Line 133">
              <a:extLst>
                <a:ext uri="{FF2B5EF4-FFF2-40B4-BE49-F238E27FC236}">
                  <a16:creationId xmlns:a16="http://schemas.microsoft.com/office/drawing/2014/main" id="{7D971E52-B58A-87C9-E51B-71B565E8B744}"/>
                </a:ext>
              </a:extLst>
            </p:cNvPr>
            <p:cNvSpPr>
              <a:spLocks noChangeShapeType="1"/>
            </p:cNvSpPr>
            <p:nvPr/>
          </p:nvSpPr>
          <p:spPr bwMode="auto">
            <a:xfrm flipH="1">
              <a:off x="2851150" y="6113463"/>
              <a:ext cx="10112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87" name="Line 134">
              <a:extLst>
                <a:ext uri="{FF2B5EF4-FFF2-40B4-BE49-F238E27FC236}">
                  <a16:creationId xmlns:a16="http://schemas.microsoft.com/office/drawing/2014/main" id="{4B07826C-4091-5665-A88E-E8CBC340972D}"/>
                </a:ext>
              </a:extLst>
            </p:cNvPr>
            <p:cNvSpPr>
              <a:spLocks noChangeShapeType="1"/>
            </p:cNvSpPr>
            <p:nvPr/>
          </p:nvSpPr>
          <p:spPr bwMode="auto">
            <a:xfrm flipV="1">
              <a:off x="2851150" y="4730750"/>
              <a:ext cx="0" cy="1400175"/>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24688" name="AutoShape 135">
              <a:extLst>
                <a:ext uri="{FF2B5EF4-FFF2-40B4-BE49-F238E27FC236}">
                  <a16:creationId xmlns:a16="http://schemas.microsoft.com/office/drawing/2014/main" id="{29599808-259B-8A4C-FD57-8B9053039960}"/>
                </a:ext>
              </a:extLst>
            </p:cNvPr>
            <p:cNvSpPr>
              <a:spLocks noChangeArrowheads="1"/>
            </p:cNvSpPr>
            <p:nvPr/>
          </p:nvSpPr>
          <p:spPr bwMode="auto">
            <a:xfrm>
              <a:off x="1935163" y="5653088"/>
              <a:ext cx="265112" cy="346075"/>
            </a:xfrm>
            <a:prstGeom prst="flowChartDelay">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89" name="AutoShape 136">
              <a:extLst>
                <a:ext uri="{FF2B5EF4-FFF2-40B4-BE49-F238E27FC236}">
                  <a16:creationId xmlns:a16="http://schemas.microsoft.com/office/drawing/2014/main" id="{23832EFB-54E1-DC85-315F-EC59B45D498E}"/>
                </a:ext>
              </a:extLst>
            </p:cNvPr>
            <p:cNvSpPr>
              <a:spLocks noChangeArrowheads="1"/>
            </p:cNvSpPr>
            <p:nvPr/>
          </p:nvSpPr>
          <p:spPr bwMode="auto">
            <a:xfrm>
              <a:off x="1919288" y="6142038"/>
              <a:ext cx="265112" cy="347662"/>
            </a:xfrm>
            <a:prstGeom prst="flowChartDelay">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690" name="Line 137">
              <a:extLst>
                <a:ext uri="{FF2B5EF4-FFF2-40B4-BE49-F238E27FC236}">
                  <a16:creationId xmlns:a16="http://schemas.microsoft.com/office/drawing/2014/main" id="{B6D2CC1D-93FB-354F-5CD6-7543DFD29E65}"/>
                </a:ext>
              </a:extLst>
            </p:cNvPr>
            <p:cNvSpPr>
              <a:spLocks noChangeShapeType="1"/>
            </p:cNvSpPr>
            <p:nvPr/>
          </p:nvSpPr>
          <p:spPr bwMode="auto">
            <a:xfrm>
              <a:off x="2187575" y="5822950"/>
              <a:ext cx="8255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91" name="Line 138">
              <a:extLst>
                <a:ext uri="{FF2B5EF4-FFF2-40B4-BE49-F238E27FC236}">
                  <a16:creationId xmlns:a16="http://schemas.microsoft.com/office/drawing/2014/main" id="{788B9B02-16DF-6D50-A70B-69346B9BEB3C}"/>
                </a:ext>
              </a:extLst>
            </p:cNvPr>
            <p:cNvSpPr>
              <a:spLocks noChangeShapeType="1"/>
            </p:cNvSpPr>
            <p:nvPr/>
          </p:nvSpPr>
          <p:spPr bwMode="auto">
            <a:xfrm flipV="1">
              <a:off x="3021013" y="4381500"/>
              <a:ext cx="0" cy="14509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92" name="Line 139">
              <a:extLst>
                <a:ext uri="{FF2B5EF4-FFF2-40B4-BE49-F238E27FC236}">
                  <a16:creationId xmlns:a16="http://schemas.microsoft.com/office/drawing/2014/main" id="{96DFE8C8-121D-C48B-8912-BBD418E774F4}"/>
                </a:ext>
              </a:extLst>
            </p:cNvPr>
            <p:cNvSpPr>
              <a:spLocks noChangeShapeType="1"/>
            </p:cNvSpPr>
            <p:nvPr/>
          </p:nvSpPr>
          <p:spPr bwMode="auto">
            <a:xfrm>
              <a:off x="3009900" y="4381500"/>
              <a:ext cx="5127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93" name="Line 140">
              <a:extLst>
                <a:ext uri="{FF2B5EF4-FFF2-40B4-BE49-F238E27FC236}">
                  <a16:creationId xmlns:a16="http://schemas.microsoft.com/office/drawing/2014/main" id="{E96A915D-0BB6-33D7-D287-9F424F881E81}"/>
                </a:ext>
              </a:extLst>
            </p:cNvPr>
            <p:cNvSpPr>
              <a:spLocks noChangeShapeType="1"/>
            </p:cNvSpPr>
            <p:nvPr/>
          </p:nvSpPr>
          <p:spPr bwMode="auto">
            <a:xfrm flipV="1">
              <a:off x="3535363" y="4202113"/>
              <a:ext cx="0" cy="1920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94" name="Line 141">
              <a:extLst>
                <a:ext uri="{FF2B5EF4-FFF2-40B4-BE49-F238E27FC236}">
                  <a16:creationId xmlns:a16="http://schemas.microsoft.com/office/drawing/2014/main" id="{5944CB21-C2FA-4C3E-DB74-10F29C7E7E04}"/>
                </a:ext>
              </a:extLst>
            </p:cNvPr>
            <p:cNvSpPr>
              <a:spLocks noChangeShapeType="1"/>
            </p:cNvSpPr>
            <p:nvPr/>
          </p:nvSpPr>
          <p:spPr bwMode="auto">
            <a:xfrm flipV="1">
              <a:off x="3543300" y="4819650"/>
              <a:ext cx="0" cy="1936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95" name="Line 142">
              <a:extLst>
                <a:ext uri="{FF2B5EF4-FFF2-40B4-BE49-F238E27FC236}">
                  <a16:creationId xmlns:a16="http://schemas.microsoft.com/office/drawing/2014/main" id="{EFE8DF19-BC42-9C55-9A55-4B11D8D179CB}"/>
                </a:ext>
              </a:extLst>
            </p:cNvPr>
            <p:cNvSpPr>
              <a:spLocks noChangeShapeType="1"/>
            </p:cNvSpPr>
            <p:nvPr/>
          </p:nvSpPr>
          <p:spPr bwMode="auto">
            <a:xfrm flipH="1">
              <a:off x="3021013" y="5013325"/>
              <a:ext cx="517525"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24696" name="Line 143">
              <a:extLst>
                <a:ext uri="{FF2B5EF4-FFF2-40B4-BE49-F238E27FC236}">
                  <a16:creationId xmlns:a16="http://schemas.microsoft.com/office/drawing/2014/main" id="{6E8A430E-9B5C-7D18-C493-43B8484A0494}"/>
                </a:ext>
              </a:extLst>
            </p:cNvPr>
            <p:cNvSpPr>
              <a:spLocks noChangeShapeType="1"/>
            </p:cNvSpPr>
            <p:nvPr/>
          </p:nvSpPr>
          <p:spPr bwMode="auto">
            <a:xfrm>
              <a:off x="3965575" y="6189663"/>
              <a:ext cx="0" cy="16510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24697" name="Line 144">
              <a:extLst>
                <a:ext uri="{FF2B5EF4-FFF2-40B4-BE49-F238E27FC236}">
                  <a16:creationId xmlns:a16="http://schemas.microsoft.com/office/drawing/2014/main" id="{8721B10C-BD14-7136-F265-D64EF5CA8670}"/>
                </a:ext>
              </a:extLst>
            </p:cNvPr>
            <p:cNvSpPr>
              <a:spLocks noChangeShapeType="1"/>
            </p:cNvSpPr>
            <p:nvPr/>
          </p:nvSpPr>
          <p:spPr bwMode="auto">
            <a:xfrm>
              <a:off x="4498975" y="5949950"/>
              <a:ext cx="0" cy="4048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98" name="Line 145">
              <a:extLst>
                <a:ext uri="{FF2B5EF4-FFF2-40B4-BE49-F238E27FC236}">
                  <a16:creationId xmlns:a16="http://schemas.microsoft.com/office/drawing/2014/main" id="{B897251F-9D5B-6B72-E92F-AF4E8248715C}"/>
                </a:ext>
              </a:extLst>
            </p:cNvPr>
            <p:cNvSpPr>
              <a:spLocks noChangeShapeType="1"/>
            </p:cNvSpPr>
            <p:nvPr/>
          </p:nvSpPr>
          <p:spPr bwMode="auto">
            <a:xfrm flipH="1">
              <a:off x="2181225" y="6353175"/>
              <a:ext cx="2305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99" name="AutoShape 146">
              <a:extLst>
                <a:ext uri="{FF2B5EF4-FFF2-40B4-BE49-F238E27FC236}">
                  <a16:creationId xmlns:a16="http://schemas.microsoft.com/office/drawing/2014/main" id="{7A018F8A-D093-F047-AB2D-020C584D2223}"/>
                </a:ext>
              </a:extLst>
            </p:cNvPr>
            <p:cNvSpPr>
              <a:spLocks noChangeArrowheads="1"/>
            </p:cNvSpPr>
            <p:nvPr/>
          </p:nvSpPr>
          <p:spPr bwMode="auto">
            <a:xfrm rot="5400000">
              <a:off x="1370013" y="5589587"/>
              <a:ext cx="330200" cy="238125"/>
            </a:xfrm>
            <a:prstGeom prst="triangle">
              <a:avLst>
                <a:gd name="adj" fmla="val 50000"/>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700" name="Line 147">
              <a:extLst>
                <a:ext uri="{FF2B5EF4-FFF2-40B4-BE49-F238E27FC236}">
                  <a16:creationId xmlns:a16="http://schemas.microsoft.com/office/drawing/2014/main" id="{3DBF5E74-0F8F-9B2D-874E-79178F383CFB}"/>
                </a:ext>
              </a:extLst>
            </p:cNvPr>
            <p:cNvSpPr>
              <a:spLocks noChangeShapeType="1"/>
            </p:cNvSpPr>
            <p:nvPr/>
          </p:nvSpPr>
          <p:spPr bwMode="auto">
            <a:xfrm>
              <a:off x="1633538" y="5710238"/>
              <a:ext cx="3016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701" name="Line 148">
              <a:extLst>
                <a:ext uri="{FF2B5EF4-FFF2-40B4-BE49-F238E27FC236}">
                  <a16:creationId xmlns:a16="http://schemas.microsoft.com/office/drawing/2014/main" id="{D00EC250-A780-B4DE-2401-C7E4CC8199CC}"/>
                </a:ext>
              </a:extLst>
            </p:cNvPr>
            <p:cNvSpPr>
              <a:spLocks noChangeShapeType="1"/>
            </p:cNvSpPr>
            <p:nvPr/>
          </p:nvSpPr>
          <p:spPr bwMode="auto">
            <a:xfrm flipH="1">
              <a:off x="1654175" y="5907088"/>
              <a:ext cx="2809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702" name="Line 149">
              <a:extLst>
                <a:ext uri="{FF2B5EF4-FFF2-40B4-BE49-F238E27FC236}">
                  <a16:creationId xmlns:a16="http://schemas.microsoft.com/office/drawing/2014/main" id="{79AF0A71-185F-22AF-3FA1-7C0DC8F32C83}"/>
                </a:ext>
              </a:extLst>
            </p:cNvPr>
            <p:cNvSpPr>
              <a:spLocks noChangeShapeType="1"/>
            </p:cNvSpPr>
            <p:nvPr/>
          </p:nvSpPr>
          <p:spPr bwMode="auto">
            <a:xfrm flipH="1">
              <a:off x="1654175" y="6334125"/>
              <a:ext cx="2651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703" name="Line 150">
              <a:extLst>
                <a:ext uri="{FF2B5EF4-FFF2-40B4-BE49-F238E27FC236}">
                  <a16:creationId xmlns:a16="http://schemas.microsoft.com/office/drawing/2014/main" id="{D78D88E3-E364-007E-D1C9-38F040620106}"/>
                </a:ext>
              </a:extLst>
            </p:cNvPr>
            <p:cNvSpPr>
              <a:spLocks noChangeShapeType="1"/>
            </p:cNvSpPr>
            <p:nvPr/>
          </p:nvSpPr>
          <p:spPr bwMode="auto">
            <a:xfrm>
              <a:off x="1654175" y="5907088"/>
              <a:ext cx="0" cy="4238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704" name="Line 151">
              <a:extLst>
                <a:ext uri="{FF2B5EF4-FFF2-40B4-BE49-F238E27FC236}">
                  <a16:creationId xmlns:a16="http://schemas.microsoft.com/office/drawing/2014/main" id="{FDE039A5-EABA-6B33-403B-C4ECB015027B}"/>
                </a:ext>
              </a:extLst>
            </p:cNvPr>
            <p:cNvSpPr>
              <a:spLocks noChangeShapeType="1"/>
            </p:cNvSpPr>
            <p:nvPr/>
          </p:nvSpPr>
          <p:spPr bwMode="auto">
            <a:xfrm flipH="1" flipV="1">
              <a:off x="1166813" y="6121400"/>
              <a:ext cx="482600" cy="3175"/>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4705" name="Line 152">
              <a:extLst>
                <a:ext uri="{FF2B5EF4-FFF2-40B4-BE49-F238E27FC236}">
                  <a16:creationId xmlns:a16="http://schemas.microsoft.com/office/drawing/2014/main" id="{517C7FCE-C68B-7DA4-DBDA-6692C4E4277F}"/>
                </a:ext>
              </a:extLst>
            </p:cNvPr>
            <p:cNvSpPr>
              <a:spLocks noChangeShapeType="1"/>
            </p:cNvSpPr>
            <p:nvPr/>
          </p:nvSpPr>
          <p:spPr bwMode="auto">
            <a:xfrm flipH="1" flipV="1">
              <a:off x="1130300" y="5707063"/>
              <a:ext cx="2667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706" name="Oval 153">
              <a:extLst>
                <a:ext uri="{FF2B5EF4-FFF2-40B4-BE49-F238E27FC236}">
                  <a16:creationId xmlns:a16="http://schemas.microsoft.com/office/drawing/2014/main" id="{2E47D4AB-27B0-D175-1747-F993D2BD5DFC}"/>
                </a:ext>
              </a:extLst>
            </p:cNvPr>
            <p:cNvSpPr>
              <a:spLocks noChangeArrowheads="1"/>
            </p:cNvSpPr>
            <p:nvPr/>
          </p:nvSpPr>
          <p:spPr bwMode="auto">
            <a:xfrm>
              <a:off x="1582738" y="5668963"/>
              <a:ext cx="87312" cy="82550"/>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707" name="Oval 154">
              <a:extLst>
                <a:ext uri="{FF2B5EF4-FFF2-40B4-BE49-F238E27FC236}">
                  <a16:creationId xmlns:a16="http://schemas.microsoft.com/office/drawing/2014/main" id="{D54A685A-C2C3-E00B-6964-5F3352378EEB}"/>
                </a:ext>
              </a:extLst>
            </p:cNvPr>
            <p:cNvSpPr>
              <a:spLocks noChangeArrowheads="1"/>
            </p:cNvSpPr>
            <p:nvPr/>
          </p:nvSpPr>
          <p:spPr bwMode="auto">
            <a:xfrm>
              <a:off x="1860550" y="5862638"/>
              <a:ext cx="87313" cy="82550"/>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708" name="Oval 155">
              <a:extLst>
                <a:ext uri="{FF2B5EF4-FFF2-40B4-BE49-F238E27FC236}">
                  <a16:creationId xmlns:a16="http://schemas.microsoft.com/office/drawing/2014/main" id="{6F74521D-5978-D0B2-8E45-8EA8A55D3CBB}"/>
                </a:ext>
              </a:extLst>
            </p:cNvPr>
            <p:cNvSpPr>
              <a:spLocks noChangeArrowheads="1"/>
            </p:cNvSpPr>
            <p:nvPr/>
          </p:nvSpPr>
          <p:spPr bwMode="auto">
            <a:xfrm>
              <a:off x="1849438" y="6383338"/>
              <a:ext cx="87312" cy="82550"/>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4709" name="Line 156">
              <a:extLst>
                <a:ext uri="{FF2B5EF4-FFF2-40B4-BE49-F238E27FC236}">
                  <a16:creationId xmlns:a16="http://schemas.microsoft.com/office/drawing/2014/main" id="{8C2E62CF-9DFE-F6AB-C649-8930FA31444C}"/>
                </a:ext>
              </a:extLst>
            </p:cNvPr>
            <p:cNvSpPr>
              <a:spLocks noChangeShapeType="1"/>
            </p:cNvSpPr>
            <p:nvPr/>
          </p:nvSpPr>
          <p:spPr bwMode="auto">
            <a:xfrm flipH="1" flipV="1">
              <a:off x="1175067" y="6429375"/>
              <a:ext cx="6651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710" name="Line 157">
              <a:extLst>
                <a:ext uri="{FF2B5EF4-FFF2-40B4-BE49-F238E27FC236}">
                  <a16:creationId xmlns:a16="http://schemas.microsoft.com/office/drawing/2014/main" id="{F4F6C9C6-0266-FB16-7B20-7F4FDA619535}"/>
                </a:ext>
              </a:extLst>
            </p:cNvPr>
            <p:cNvSpPr>
              <a:spLocks noChangeShapeType="1"/>
            </p:cNvSpPr>
            <p:nvPr/>
          </p:nvSpPr>
          <p:spPr bwMode="auto">
            <a:xfrm flipH="1" flipV="1">
              <a:off x="1779588" y="6197600"/>
              <a:ext cx="1555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711" name="Line 158">
              <a:extLst>
                <a:ext uri="{FF2B5EF4-FFF2-40B4-BE49-F238E27FC236}">
                  <a16:creationId xmlns:a16="http://schemas.microsoft.com/office/drawing/2014/main" id="{0B803C49-F92D-079C-B40F-6B306F379CF7}"/>
                </a:ext>
              </a:extLst>
            </p:cNvPr>
            <p:cNvSpPr>
              <a:spLocks noChangeShapeType="1"/>
            </p:cNvSpPr>
            <p:nvPr/>
          </p:nvSpPr>
          <p:spPr bwMode="auto">
            <a:xfrm flipV="1">
              <a:off x="1779588" y="5710238"/>
              <a:ext cx="0" cy="487362"/>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24712" name="Text Box 160">
              <a:extLst>
                <a:ext uri="{FF2B5EF4-FFF2-40B4-BE49-F238E27FC236}">
                  <a16:creationId xmlns:a16="http://schemas.microsoft.com/office/drawing/2014/main" id="{FBCE6A80-ADE4-99B9-B4A3-EAD3C1BB36B6}"/>
                </a:ext>
              </a:extLst>
            </p:cNvPr>
            <p:cNvSpPr txBox="1">
              <a:spLocks noChangeArrowheads="1"/>
            </p:cNvSpPr>
            <p:nvPr/>
          </p:nvSpPr>
          <p:spPr bwMode="auto">
            <a:xfrm>
              <a:off x="5076825" y="5540375"/>
              <a:ext cx="26638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t>A0 A1  A7  A10 A12  A14</a:t>
              </a:r>
            </a:p>
          </p:txBody>
        </p:sp>
        <p:sp>
          <p:nvSpPr>
            <p:cNvPr id="24713" name="Line 162">
              <a:extLst>
                <a:ext uri="{FF2B5EF4-FFF2-40B4-BE49-F238E27FC236}">
                  <a16:creationId xmlns:a16="http://schemas.microsoft.com/office/drawing/2014/main" id="{E0304B8D-BA37-D1B9-C76B-A106F311DB06}"/>
                </a:ext>
              </a:extLst>
            </p:cNvPr>
            <p:cNvSpPr>
              <a:spLocks noChangeShapeType="1"/>
            </p:cNvSpPr>
            <p:nvPr/>
          </p:nvSpPr>
          <p:spPr bwMode="auto">
            <a:xfrm>
              <a:off x="671843" y="5670162"/>
              <a:ext cx="215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714" name="Line 163">
              <a:extLst>
                <a:ext uri="{FF2B5EF4-FFF2-40B4-BE49-F238E27FC236}">
                  <a16:creationId xmlns:a16="http://schemas.microsoft.com/office/drawing/2014/main" id="{E0BD2067-4E45-1B55-480C-E559857801E7}"/>
                </a:ext>
              </a:extLst>
            </p:cNvPr>
            <p:cNvSpPr>
              <a:spLocks noChangeShapeType="1"/>
            </p:cNvSpPr>
            <p:nvPr/>
          </p:nvSpPr>
          <p:spPr bwMode="auto">
            <a:xfrm>
              <a:off x="650636" y="6158385"/>
              <a:ext cx="215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715" name="Text Box 164">
              <a:extLst>
                <a:ext uri="{FF2B5EF4-FFF2-40B4-BE49-F238E27FC236}">
                  <a16:creationId xmlns:a16="http://schemas.microsoft.com/office/drawing/2014/main" id="{02BF1C01-20CB-FFDB-1633-6B3A512782BD}"/>
                </a:ext>
              </a:extLst>
            </p:cNvPr>
            <p:cNvSpPr txBox="1">
              <a:spLocks noChangeArrowheads="1"/>
            </p:cNvSpPr>
            <p:nvPr/>
          </p:nvSpPr>
          <p:spPr bwMode="auto">
            <a:xfrm>
              <a:off x="1414463" y="3995738"/>
              <a:ext cx="1296987"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t>Din/out 0</a:t>
              </a:r>
            </a:p>
            <a:p>
              <a:r>
                <a:rPr lang="en-US" altLang="en-US" sz="1200"/>
                <a:t>…</a:t>
              </a:r>
            </a:p>
            <a:p>
              <a:r>
                <a:rPr lang="en-US" altLang="en-US" sz="1200"/>
                <a:t>Din/out 7</a:t>
              </a:r>
            </a:p>
          </p:txBody>
        </p:sp>
        <p:sp>
          <p:nvSpPr>
            <p:cNvPr id="14477" name="Text Box 165">
              <a:extLst>
                <a:ext uri="{FF2B5EF4-FFF2-40B4-BE49-F238E27FC236}">
                  <a16:creationId xmlns:a16="http://schemas.microsoft.com/office/drawing/2014/main" id="{A7C0BF55-1DA4-4DD7-A09D-EB2627BAB150}"/>
                </a:ext>
              </a:extLst>
            </p:cNvPr>
            <p:cNvSpPr txBox="1">
              <a:spLocks noChangeArrowheads="1"/>
            </p:cNvSpPr>
            <p:nvPr/>
          </p:nvSpPr>
          <p:spPr bwMode="auto">
            <a:xfrm>
              <a:off x="4124869" y="5717950"/>
              <a:ext cx="361899" cy="680377"/>
            </a:xfrm>
            <a:prstGeom prst="rect">
              <a:avLst/>
            </a:prstGeom>
            <a:noFill/>
            <a:ln w="25400">
              <a:noFill/>
              <a:miter lim="800000"/>
              <a:headEnd/>
              <a:tailEnd/>
            </a:ln>
          </p:spPr>
          <p:txBody>
            <a:bodyPr/>
            <a:lstStyle/>
            <a:p>
              <a:pPr>
                <a:defRPr/>
              </a:pPr>
              <a:r>
                <a:rPr lang="en-US" sz="600">
                  <a:sym typeface="Symbol" pitchFamily="18" charset="2"/>
                </a:rPr>
                <a:t></a:t>
              </a:r>
              <a:endParaRPr lang="en-US" sz="600"/>
            </a:p>
            <a:p>
              <a:pPr>
                <a:defRPr/>
              </a:pPr>
              <a:r>
                <a:rPr lang="en-US" sz="600">
                  <a:sym typeface="Symbol" pitchFamily="18" charset="2"/>
                </a:rPr>
                <a:t></a:t>
              </a:r>
              <a:endParaRPr lang="en-US" sz="600"/>
            </a:p>
            <a:p>
              <a:pPr>
                <a:defRPr/>
              </a:pPr>
              <a:r>
                <a:rPr lang="en-US" sz="600">
                  <a:sym typeface="Symbol" pitchFamily="18" charset="2"/>
                </a:rPr>
                <a:t></a:t>
              </a:r>
              <a:endParaRPr lang="en-US" sz="600"/>
            </a:p>
            <a:p>
              <a:pPr>
                <a:defRPr/>
              </a:pPr>
              <a:endParaRPr lang="en-US" sz="1050"/>
            </a:p>
          </p:txBody>
        </p:sp>
        <p:sp>
          <p:nvSpPr>
            <p:cNvPr id="24717" name="Text Box 160">
              <a:extLst>
                <a:ext uri="{FF2B5EF4-FFF2-40B4-BE49-F238E27FC236}">
                  <a16:creationId xmlns:a16="http://schemas.microsoft.com/office/drawing/2014/main" id="{33BE7A28-E1C1-ACD9-9541-C27BEC8BB3E8}"/>
                </a:ext>
              </a:extLst>
            </p:cNvPr>
            <p:cNvSpPr txBox="1">
              <a:spLocks noChangeArrowheads="1"/>
            </p:cNvSpPr>
            <p:nvPr/>
          </p:nvSpPr>
          <p:spPr bwMode="auto">
            <a:xfrm>
              <a:off x="1951036" y="620713"/>
              <a:ext cx="576263" cy="39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A2</a:t>
              </a:r>
              <a:endParaRPr lang="ru-RU" altLang="en-US" sz="1400"/>
            </a:p>
          </p:txBody>
        </p:sp>
        <p:sp>
          <p:nvSpPr>
            <p:cNvPr id="24718" name="Text Box 161">
              <a:extLst>
                <a:ext uri="{FF2B5EF4-FFF2-40B4-BE49-F238E27FC236}">
                  <a16:creationId xmlns:a16="http://schemas.microsoft.com/office/drawing/2014/main" id="{8736EE99-AF6C-D6A2-070B-2745EA3ACF9E}"/>
                </a:ext>
              </a:extLst>
            </p:cNvPr>
            <p:cNvSpPr txBox="1">
              <a:spLocks noChangeArrowheads="1"/>
            </p:cNvSpPr>
            <p:nvPr/>
          </p:nvSpPr>
          <p:spPr bwMode="auto">
            <a:xfrm>
              <a:off x="1965324" y="981075"/>
              <a:ext cx="576263" cy="39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A3</a:t>
              </a:r>
              <a:endParaRPr lang="ru-RU" altLang="en-US" sz="1400"/>
            </a:p>
          </p:txBody>
        </p:sp>
        <p:sp>
          <p:nvSpPr>
            <p:cNvPr id="24719" name="Text Box 162">
              <a:extLst>
                <a:ext uri="{FF2B5EF4-FFF2-40B4-BE49-F238E27FC236}">
                  <a16:creationId xmlns:a16="http://schemas.microsoft.com/office/drawing/2014/main" id="{86B2F105-D81E-D327-B668-B222B4CF75B6}"/>
                </a:ext>
              </a:extLst>
            </p:cNvPr>
            <p:cNvSpPr txBox="1">
              <a:spLocks noChangeArrowheads="1"/>
            </p:cNvSpPr>
            <p:nvPr/>
          </p:nvSpPr>
          <p:spPr bwMode="auto">
            <a:xfrm>
              <a:off x="1965324" y="1341438"/>
              <a:ext cx="576263" cy="39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A4</a:t>
              </a:r>
              <a:endParaRPr lang="ru-RU" altLang="en-US" sz="1400"/>
            </a:p>
          </p:txBody>
        </p:sp>
        <p:sp>
          <p:nvSpPr>
            <p:cNvPr id="24720" name="Text Box 163">
              <a:extLst>
                <a:ext uri="{FF2B5EF4-FFF2-40B4-BE49-F238E27FC236}">
                  <a16:creationId xmlns:a16="http://schemas.microsoft.com/office/drawing/2014/main" id="{911F3AB0-F2D1-A015-C334-E899D45980EB}"/>
                </a:ext>
              </a:extLst>
            </p:cNvPr>
            <p:cNvSpPr txBox="1">
              <a:spLocks noChangeArrowheads="1"/>
            </p:cNvSpPr>
            <p:nvPr/>
          </p:nvSpPr>
          <p:spPr bwMode="auto">
            <a:xfrm>
              <a:off x="1979612" y="1700213"/>
              <a:ext cx="576263" cy="39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A5</a:t>
              </a:r>
              <a:endParaRPr lang="ru-RU" altLang="en-US" sz="1400"/>
            </a:p>
          </p:txBody>
        </p:sp>
        <p:sp>
          <p:nvSpPr>
            <p:cNvPr id="24721" name="Text Box 164">
              <a:extLst>
                <a:ext uri="{FF2B5EF4-FFF2-40B4-BE49-F238E27FC236}">
                  <a16:creationId xmlns:a16="http://schemas.microsoft.com/office/drawing/2014/main" id="{81EE4C32-65AB-47F2-DF41-AB38703851F2}"/>
                </a:ext>
              </a:extLst>
            </p:cNvPr>
            <p:cNvSpPr txBox="1">
              <a:spLocks noChangeArrowheads="1"/>
            </p:cNvSpPr>
            <p:nvPr/>
          </p:nvSpPr>
          <p:spPr bwMode="auto">
            <a:xfrm>
              <a:off x="1979612" y="2032001"/>
              <a:ext cx="576263" cy="39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A6</a:t>
              </a:r>
              <a:endParaRPr lang="ru-RU" altLang="en-US" sz="1400"/>
            </a:p>
          </p:txBody>
        </p:sp>
        <p:sp>
          <p:nvSpPr>
            <p:cNvPr id="24722" name="Text Box 165">
              <a:extLst>
                <a:ext uri="{FF2B5EF4-FFF2-40B4-BE49-F238E27FC236}">
                  <a16:creationId xmlns:a16="http://schemas.microsoft.com/office/drawing/2014/main" id="{4789F094-10F6-4403-3A81-082F6088135C}"/>
                </a:ext>
              </a:extLst>
            </p:cNvPr>
            <p:cNvSpPr txBox="1">
              <a:spLocks noChangeArrowheads="1"/>
            </p:cNvSpPr>
            <p:nvPr/>
          </p:nvSpPr>
          <p:spPr bwMode="auto">
            <a:xfrm>
              <a:off x="1979612" y="2378075"/>
              <a:ext cx="576263" cy="39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A8</a:t>
              </a:r>
              <a:endParaRPr lang="ru-RU" altLang="en-US" sz="1400"/>
            </a:p>
          </p:txBody>
        </p:sp>
        <p:sp>
          <p:nvSpPr>
            <p:cNvPr id="24723" name="Text Box 166">
              <a:extLst>
                <a:ext uri="{FF2B5EF4-FFF2-40B4-BE49-F238E27FC236}">
                  <a16:creationId xmlns:a16="http://schemas.microsoft.com/office/drawing/2014/main" id="{6448CD64-AE09-5BC2-B661-ECB96AB6FFBA}"/>
                </a:ext>
              </a:extLst>
            </p:cNvPr>
            <p:cNvSpPr txBox="1">
              <a:spLocks noChangeArrowheads="1"/>
            </p:cNvSpPr>
            <p:nvPr/>
          </p:nvSpPr>
          <p:spPr bwMode="auto">
            <a:xfrm>
              <a:off x="2008186" y="2708275"/>
              <a:ext cx="576263" cy="39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A9</a:t>
              </a:r>
              <a:endParaRPr lang="ru-RU" altLang="en-US" sz="1400"/>
            </a:p>
          </p:txBody>
        </p:sp>
        <p:sp>
          <p:nvSpPr>
            <p:cNvPr id="24724" name="Text Box 167">
              <a:extLst>
                <a:ext uri="{FF2B5EF4-FFF2-40B4-BE49-F238E27FC236}">
                  <a16:creationId xmlns:a16="http://schemas.microsoft.com/office/drawing/2014/main" id="{EC6F29A4-A076-3BD3-CF75-07B9D0049100}"/>
                </a:ext>
              </a:extLst>
            </p:cNvPr>
            <p:cNvSpPr txBox="1">
              <a:spLocks noChangeArrowheads="1"/>
            </p:cNvSpPr>
            <p:nvPr/>
          </p:nvSpPr>
          <p:spPr bwMode="auto">
            <a:xfrm>
              <a:off x="1935875" y="3054245"/>
              <a:ext cx="688972" cy="39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A11</a:t>
              </a:r>
              <a:endParaRPr lang="ru-RU" altLang="en-US" sz="1400"/>
            </a:p>
          </p:txBody>
        </p:sp>
        <p:sp>
          <p:nvSpPr>
            <p:cNvPr id="24725" name="Text Box 168">
              <a:extLst>
                <a:ext uri="{FF2B5EF4-FFF2-40B4-BE49-F238E27FC236}">
                  <a16:creationId xmlns:a16="http://schemas.microsoft.com/office/drawing/2014/main" id="{51F0757A-D570-7C1A-2E75-70081CCBF256}"/>
                </a:ext>
              </a:extLst>
            </p:cNvPr>
            <p:cNvSpPr txBox="1">
              <a:spLocks noChangeArrowheads="1"/>
            </p:cNvSpPr>
            <p:nvPr/>
          </p:nvSpPr>
          <p:spPr bwMode="auto">
            <a:xfrm>
              <a:off x="1901913" y="3411485"/>
              <a:ext cx="788970" cy="39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A13</a:t>
              </a:r>
              <a:endParaRPr lang="ru-RU" altLang="en-US" sz="1400"/>
            </a:p>
          </p:txBody>
        </p:sp>
        <p:sp>
          <p:nvSpPr>
            <p:cNvPr id="24726" name="Line 162">
              <a:extLst>
                <a:ext uri="{FF2B5EF4-FFF2-40B4-BE49-F238E27FC236}">
                  <a16:creationId xmlns:a16="http://schemas.microsoft.com/office/drawing/2014/main" id="{A7C05C07-C3C4-37B2-FEFF-8B9A1A8BEA54}"/>
                </a:ext>
              </a:extLst>
            </p:cNvPr>
            <p:cNvSpPr>
              <a:spLocks noChangeShapeType="1"/>
            </p:cNvSpPr>
            <p:nvPr/>
          </p:nvSpPr>
          <p:spPr bwMode="auto">
            <a:xfrm>
              <a:off x="663426" y="5272646"/>
              <a:ext cx="215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5" name="Text Box 85">
              <a:extLst>
                <a:ext uri="{FF2B5EF4-FFF2-40B4-BE49-F238E27FC236}">
                  <a16:creationId xmlns:a16="http://schemas.microsoft.com/office/drawing/2014/main" id="{A4436AC0-AEBE-41C4-94C8-74764C9F52FC}"/>
                </a:ext>
              </a:extLst>
            </p:cNvPr>
            <p:cNvSpPr txBox="1">
              <a:spLocks noChangeArrowheads="1"/>
            </p:cNvSpPr>
            <p:nvPr/>
          </p:nvSpPr>
          <p:spPr bwMode="auto">
            <a:xfrm>
              <a:off x="2568702" y="4237010"/>
              <a:ext cx="361899" cy="680377"/>
            </a:xfrm>
            <a:prstGeom prst="rect">
              <a:avLst/>
            </a:prstGeom>
            <a:noFill/>
            <a:ln w="25400">
              <a:noFill/>
              <a:miter lim="800000"/>
              <a:headEnd/>
              <a:tailEnd/>
            </a:ln>
          </p:spPr>
          <p:txBody>
            <a:bodyPr/>
            <a:lstStyle/>
            <a:p>
              <a:pPr>
                <a:defRPr/>
              </a:pPr>
              <a:r>
                <a:rPr lang="en-US" sz="600" dirty="0">
                  <a:sym typeface="Symbol" pitchFamily="18" charset="2"/>
                </a:rPr>
                <a:t></a:t>
              </a:r>
              <a:endParaRPr lang="en-US" sz="600" dirty="0"/>
            </a:p>
            <a:p>
              <a:pPr>
                <a:defRPr/>
              </a:pPr>
              <a:r>
                <a:rPr lang="en-US" sz="600" dirty="0">
                  <a:sym typeface="Symbol" pitchFamily="18" charset="2"/>
                </a:rPr>
                <a:t></a:t>
              </a:r>
              <a:endParaRPr lang="en-US" sz="600" dirty="0"/>
            </a:p>
            <a:p>
              <a:pPr>
                <a:defRPr/>
              </a:pPr>
              <a:r>
                <a:rPr lang="en-US" sz="600" dirty="0">
                  <a:sym typeface="Symbol" pitchFamily="18" charset="2"/>
                </a:rPr>
                <a:t></a:t>
              </a:r>
              <a:endParaRPr lang="en-US" sz="600" dirty="0"/>
            </a:p>
            <a:p>
              <a:pPr>
                <a:defRPr/>
              </a:pPr>
              <a:endParaRPr lang="en-US" sz="1050"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a:extLst>
              <a:ext uri="{FF2B5EF4-FFF2-40B4-BE49-F238E27FC236}">
                <a16:creationId xmlns:a16="http://schemas.microsoft.com/office/drawing/2014/main" id="{048C21B6-E553-C0E8-6179-4348CEE01FF8}"/>
              </a:ext>
            </a:extLst>
          </p:cNvPr>
          <p:cNvSpPr>
            <a:spLocks noGrp="1" noChangeArrowheads="1"/>
          </p:cNvSpPr>
          <p:nvPr>
            <p:ph type="title"/>
          </p:nvPr>
        </p:nvSpPr>
        <p:spPr/>
        <p:txBody>
          <a:bodyPr/>
          <a:lstStyle/>
          <a:p>
            <a:r>
              <a:rPr lang="en-US" altLang="en-US"/>
              <a:t>Timing Waveforms</a:t>
            </a:r>
            <a:endParaRPr lang="ru-RU" altLang="en-US"/>
          </a:p>
        </p:txBody>
      </p:sp>
      <p:grpSp>
        <p:nvGrpSpPr>
          <p:cNvPr id="25603" name="Group 114">
            <a:extLst>
              <a:ext uri="{FF2B5EF4-FFF2-40B4-BE49-F238E27FC236}">
                <a16:creationId xmlns:a16="http://schemas.microsoft.com/office/drawing/2014/main" id="{081D81DD-3167-798C-E4B4-1DB758D2A074}"/>
              </a:ext>
            </a:extLst>
          </p:cNvPr>
          <p:cNvGrpSpPr>
            <a:grpSpLocks/>
          </p:cNvGrpSpPr>
          <p:nvPr/>
        </p:nvGrpSpPr>
        <p:grpSpPr bwMode="auto">
          <a:xfrm>
            <a:off x="2738438" y="1285875"/>
            <a:ext cx="6572250" cy="4268788"/>
            <a:chOff x="788988" y="1541463"/>
            <a:chExt cx="7312025" cy="4840287"/>
          </a:xfrm>
        </p:grpSpPr>
        <p:sp>
          <p:nvSpPr>
            <p:cNvPr id="25604" name="Line 6">
              <a:extLst>
                <a:ext uri="{FF2B5EF4-FFF2-40B4-BE49-F238E27FC236}">
                  <a16:creationId xmlns:a16="http://schemas.microsoft.com/office/drawing/2014/main" id="{0B70FAB7-1FCC-52DC-4539-7C9C04BDDE89}"/>
                </a:ext>
              </a:extLst>
            </p:cNvPr>
            <p:cNvSpPr>
              <a:spLocks noChangeShapeType="1"/>
            </p:cNvSpPr>
            <p:nvPr/>
          </p:nvSpPr>
          <p:spPr bwMode="auto">
            <a:xfrm>
              <a:off x="1938338" y="1809750"/>
              <a:ext cx="0" cy="43561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5" name="Line 80">
              <a:extLst>
                <a:ext uri="{FF2B5EF4-FFF2-40B4-BE49-F238E27FC236}">
                  <a16:creationId xmlns:a16="http://schemas.microsoft.com/office/drawing/2014/main" id="{0BBACF47-C370-492F-8CE9-C13B31EBCD6B}"/>
                </a:ext>
              </a:extLst>
            </p:cNvPr>
            <p:cNvSpPr>
              <a:spLocks noChangeShapeType="1"/>
            </p:cNvSpPr>
            <p:nvPr/>
          </p:nvSpPr>
          <p:spPr bwMode="auto">
            <a:xfrm>
              <a:off x="3975100" y="1809750"/>
              <a:ext cx="0" cy="43561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6" name="Line 81">
              <a:extLst>
                <a:ext uri="{FF2B5EF4-FFF2-40B4-BE49-F238E27FC236}">
                  <a16:creationId xmlns:a16="http://schemas.microsoft.com/office/drawing/2014/main" id="{5BBF3DB8-C8DC-B699-5099-96EE6CE77BF0}"/>
                </a:ext>
              </a:extLst>
            </p:cNvPr>
            <p:cNvSpPr>
              <a:spLocks noChangeShapeType="1"/>
            </p:cNvSpPr>
            <p:nvPr/>
          </p:nvSpPr>
          <p:spPr bwMode="auto">
            <a:xfrm flipH="1">
              <a:off x="5999163" y="1809750"/>
              <a:ext cx="0" cy="43561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7" name="Line 86">
              <a:extLst>
                <a:ext uri="{FF2B5EF4-FFF2-40B4-BE49-F238E27FC236}">
                  <a16:creationId xmlns:a16="http://schemas.microsoft.com/office/drawing/2014/main" id="{402B51AA-5689-C1A4-37CF-1A696E923B11}"/>
                </a:ext>
              </a:extLst>
            </p:cNvPr>
            <p:cNvSpPr>
              <a:spLocks noChangeShapeType="1"/>
            </p:cNvSpPr>
            <p:nvPr/>
          </p:nvSpPr>
          <p:spPr bwMode="auto">
            <a:xfrm flipH="1">
              <a:off x="8085138" y="1784350"/>
              <a:ext cx="0" cy="438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8" name="Line 91">
              <a:extLst>
                <a:ext uri="{FF2B5EF4-FFF2-40B4-BE49-F238E27FC236}">
                  <a16:creationId xmlns:a16="http://schemas.microsoft.com/office/drawing/2014/main" id="{070009DC-7D1C-07AC-F344-199470F8AFEF}"/>
                </a:ext>
              </a:extLst>
            </p:cNvPr>
            <p:cNvSpPr>
              <a:spLocks noChangeShapeType="1"/>
            </p:cNvSpPr>
            <p:nvPr/>
          </p:nvSpPr>
          <p:spPr bwMode="auto">
            <a:xfrm>
              <a:off x="2851150" y="5075238"/>
              <a:ext cx="0" cy="10890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09" name="Group 118">
              <a:extLst>
                <a:ext uri="{FF2B5EF4-FFF2-40B4-BE49-F238E27FC236}">
                  <a16:creationId xmlns:a16="http://schemas.microsoft.com/office/drawing/2014/main" id="{CABF6FAA-88EC-448A-FB97-BEAC15E1F7B6}"/>
                </a:ext>
              </a:extLst>
            </p:cNvPr>
            <p:cNvGrpSpPr>
              <a:grpSpLocks/>
            </p:cNvGrpSpPr>
            <p:nvPr/>
          </p:nvGrpSpPr>
          <p:grpSpPr bwMode="auto">
            <a:xfrm>
              <a:off x="788988" y="1541463"/>
              <a:ext cx="7312025" cy="4441825"/>
              <a:chOff x="497" y="971"/>
              <a:chExt cx="4606" cy="2798"/>
            </a:xfrm>
          </p:grpSpPr>
          <p:sp>
            <p:nvSpPr>
              <p:cNvPr id="25611" name="Line 7">
                <a:extLst>
                  <a:ext uri="{FF2B5EF4-FFF2-40B4-BE49-F238E27FC236}">
                    <a16:creationId xmlns:a16="http://schemas.microsoft.com/office/drawing/2014/main" id="{F35A80A7-AD58-E985-E6CA-400224DD0383}"/>
                  </a:ext>
                </a:extLst>
              </p:cNvPr>
              <p:cNvSpPr>
                <a:spLocks noChangeShapeType="1"/>
              </p:cNvSpPr>
              <p:nvPr/>
            </p:nvSpPr>
            <p:spPr bwMode="auto">
              <a:xfrm>
                <a:off x="990" y="1589"/>
                <a:ext cx="17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2" name="Line 8">
                <a:extLst>
                  <a:ext uri="{FF2B5EF4-FFF2-40B4-BE49-F238E27FC236}">
                    <a16:creationId xmlns:a16="http://schemas.microsoft.com/office/drawing/2014/main" id="{9DB1E35A-3465-FB15-138B-2FAD6B1A67C0}"/>
                  </a:ext>
                </a:extLst>
              </p:cNvPr>
              <p:cNvSpPr>
                <a:spLocks noChangeShapeType="1"/>
              </p:cNvSpPr>
              <p:nvPr/>
            </p:nvSpPr>
            <p:spPr bwMode="auto">
              <a:xfrm>
                <a:off x="1001" y="1797"/>
                <a:ext cx="17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3" name="Line 9">
                <a:extLst>
                  <a:ext uri="{FF2B5EF4-FFF2-40B4-BE49-F238E27FC236}">
                    <a16:creationId xmlns:a16="http://schemas.microsoft.com/office/drawing/2014/main" id="{4232A2E0-740C-1F3C-8D5A-1A620AB40059}"/>
                  </a:ext>
                </a:extLst>
              </p:cNvPr>
              <p:cNvSpPr>
                <a:spLocks noChangeShapeType="1"/>
              </p:cNvSpPr>
              <p:nvPr/>
            </p:nvSpPr>
            <p:spPr bwMode="auto">
              <a:xfrm rot="-1507977">
                <a:off x="1224" y="1580"/>
                <a:ext cx="1" cy="22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4" name="Line 10">
                <a:extLst>
                  <a:ext uri="{FF2B5EF4-FFF2-40B4-BE49-F238E27FC236}">
                    <a16:creationId xmlns:a16="http://schemas.microsoft.com/office/drawing/2014/main" id="{433796F6-9DBF-3EC8-9B4D-13D7DB256545}"/>
                  </a:ext>
                </a:extLst>
              </p:cNvPr>
              <p:cNvSpPr>
                <a:spLocks noChangeShapeType="1"/>
              </p:cNvSpPr>
              <p:nvPr/>
            </p:nvSpPr>
            <p:spPr bwMode="auto">
              <a:xfrm flipH="1">
                <a:off x="1177" y="1580"/>
                <a:ext cx="91" cy="21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5" name="Line 11">
                <a:extLst>
                  <a:ext uri="{FF2B5EF4-FFF2-40B4-BE49-F238E27FC236}">
                    <a16:creationId xmlns:a16="http://schemas.microsoft.com/office/drawing/2014/main" id="{33DBDE73-9969-EAD7-E853-74EFDF0B7B29}"/>
                  </a:ext>
                </a:extLst>
              </p:cNvPr>
              <p:cNvSpPr>
                <a:spLocks noChangeShapeType="1"/>
              </p:cNvSpPr>
              <p:nvPr/>
            </p:nvSpPr>
            <p:spPr bwMode="auto">
              <a:xfrm>
                <a:off x="1275" y="1580"/>
                <a:ext cx="118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6" name="Line 12">
                <a:extLst>
                  <a:ext uri="{FF2B5EF4-FFF2-40B4-BE49-F238E27FC236}">
                    <a16:creationId xmlns:a16="http://schemas.microsoft.com/office/drawing/2014/main" id="{9704E89B-D70B-3EDE-5241-4DB2F7441A65}"/>
                  </a:ext>
                </a:extLst>
              </p:cNvPr>
              <p:cNvSpPr>
                <a:spLocks noChangeShapeType="1"/>
              </p:cNvSpPr>
              <p:nvPr/>
            </p:nvSpPr>
            <p:spPr bwMode="auto">
              <a:xfrm>
                <a:off x="1261" y="1797"/>
                <a:ext cx="11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7" name="Line 13">
                <a:extLst>
                  <a:ext uri="{FF2B5EF4-FFF2-40B4-BE49-F238E27FC236}">
                    <a16:creationId xmlns:a16="http://schemas.microsoft.com/office/drawing/2014/main" id="{9BEC279F-97C7-02B6-B88F-E248605A108A}"/>
                  </a:ext>
                </a:extLst>
              </p:cNvPr>
              <p:cNvSpPr>
                <a:spLocks noChangeShapeType="1"/>
              </p:cNvSpPr>
              <p:nvPr/>
            </p:nvSpPr>
            <p:spPr bwMode="auto">
              <a:xfrm rot="-1507977">
                <a:off x="3782" y="1568"/>
                <a:ext cx="1" cy="22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8" name="Line 14">
                <a:extLst>
                  <a:ext uri="{FF2B5EF4-FFF2-40B4-BE49-F238E27FC236}">
                    <a16:creationId xmlns:a16="http://schemas.microsoft.com/office/drawing/2014/main" id="{7C8EAB45-65A9-2809-6AEB-64EC3744BA7E}"/>
                  </a:ext>
                </a:extLst>
              </p:cNvPr>
              <p:cNvSpPr>
                <a:spLocks noChangeShapeType="1"/>
              </p:cNvSpPr>
              <p:nvPr/>
            </p:nvSpPr>
            <p:spPr bwMode="auto">
              <a:xfrm flipH="1">
                <a:off x="3735" y="1568"/>
                <a:ext cx="91" cy="21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9" name="Line 15">
                <a:extLst>
                  <a:ext uri="{FF2B5EF4-FFF2-40B4-BE49-F238E27FC236}">
                    <a16:creationId xmlns:a16="http://schemas.microsoft.com/office/drawing/2014/main" id="{99F33C8B-CAF6-31BD-E709-FB2DE95AB23D}"/>
                  </a:ext>
                </a:extLst>
              </p:cNvPr>
              <p:cNvSpPr>
                <a:spLocks noChangeShapeType="1"/>
              </p:cNvSpPr>
              <p:nvPr/>
            </p:nvSpPr>
            <p:spPr bwMode="auto">
              <a:xfrm>
                <a:off x="3819" y="1568"/>
                <a:ext cx="127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0" name="Line 16">
                <a:extLst>
                  <a:ext uri="{FF2B5EF4-FFF2-40B4-BE49-F238E27FC236}">
                    <a16:creationId xmlns:a16="http://schemas.microsoft.com/office/drawing/2014/main" id="{01B75870-17F4-7EE1-C227-C6DC388172C4}"/>
                  </a:ext>
                </a:extLst>
              </p:cNvPr>
              <p:cNvSpPr>
                <a:spLocks noChangeShapeType="1"/>
              </p:cNvSpPr>
              <p:nvPr/>
            </p:nvSpPr>
            <p:spPr bwMode="auto">
              <a:xfrm>
                <a:off x="3826" y="1785"/>
                <a:ext cx="127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1" name="Line 17">
                <a:extLst>
                  <a:ext uri="{FF2B5EF4-FFF2-40B4-BE49-F238E27FC236}">
                    <a16:creationId xmlns:a16="http://schemas.microsoft.com/office/drawing/2014/main" id="{DBA1E3ED-EFCB-939F-13EF-BDD36666AA4A}"/>
                  </a:ext>
                </a:extLst>
              </p:cNvPr>
              <p:cNvSpPr>
                <a:spLocks noChangeShapeType="1"/>
              </p:cNvSpPr>
              <p:nvPr/>
            </p:nvSpPr>
            <p:spPr bwMode="auto">
              <a:xfrm rot="-1507977">
                <a:off x="2505" y="1578"/>
                <a:ext cx="1" cy="22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2" name="Line 18">
                <a:extLst>
                  <a:ext uri="{FF2B5EF4-FFF2-40B4-BE49-F238E27FC236}">
                    <a16:creationId xmlns:a16="http://schemas.microsoft.com/office/drawing/2014/main" id="{5EA27C38-CA7F-9973-2D4A-2114D5EC5B3F}"/>
                  </a:ext>
                </a:extLst>
              </p:cNvPr>
              <p:cNvSpPr>
                <a:spLocks noChangeShapeType="1"/>
              </p:cNvSpPr>
              <p:nvPr/>
            </p:nvSpPr>
            <p:spPr bwMode="auto">
              <a:xfrm flipH="1">
                <a:off x="2458" y="1578"/>
                <a:ext cx="91" cy="21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3" name="Line 19">
                <a:extLst>
                  <a:ext uri="{FF2B5EF4-FFF2-40B4-BE49-F238E27FC236}">
                    <a16:creationId xmlns:a16="http://schemas.microsoft.com/office/drawing/2014/main" id="{7BA8D252-1EA3-21B8-6549-B9E09547C688}"/>
                  </a:ext>
                </a:extLst>
              </p:cNvPr>
              <p:cNvSpPr>
                <a:spLocks noChangeShapeType="1"/>
              </p:cNvSpPr>
              <p:nvPr/>
            </p:nvSpPr>
            <p:spPr bwMode="auto">
              <a:xfrm>
                <a:off x="2549" y="1578"/>
                <a:ext cx="119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4" name="Line 20">
                <a:extLst>
                  <a:ext uri="{FF2B5EF4-FFF2-40B4-BE49-F238E27FC236}">
                    <a16:creationId xmlns:a16="http://schemas.microsoft.com/office/drawing/2014/main" id="{88A27796-38EE-CB63-7616-3FE984C44408}"/>
                  </a:ext>
                </a:extLst>
              </p:cNvPr>
              <p:cNvSpPr>
                <a:spLocks noChangeShapeType="1"/>
              </p:cNvSpPr>
              <p:nvPr/>
            </p:nvSpPr>
            <p:spPr bwMode="auto">
              <a:xfrm>
                <a:off x="2542" y="1794"/>
                <a:ext cx="11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5" name="Line 21">
                <a:extLst>
                  <a:ext uri="{FF2B5EF4-FFF2-40B4-BE49-F238E27FC236}">
                    <a16:creationId xmlns:a16="http://schemas.microsoft.com/office/drawing/2014/main" id="{70440505-B146-7C1F-EA9C-4E0E974098D5}"/>
                  </a:ext>
                </a:extLst>
              </p:cNvPr>
              <p:cNvSpPr>
                <a:spLocks noChangeShapeType="1"/>
              </p:cNvSpPr>
              <p:nvPr/>
            </p:nvSpPr>
            <p:spPr bwMode="auto">
              <a:xfrm>
                <a:off x="1001" y="2038"/>
                <a:ext cx="39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6" name="Line 22">
                <a:extLst>
                  <a:ext uri="{FF2B5EF4-FFF2-40B4-BE49-F238E27FC236}">
                    <a16:creationId xmlns:a16="http://schemas.microsoft.com/office/drawing/2014/main" id="{C04FE1A5-78B1-7502-F1CC-4F69BB5DE438}"/>
                  </a:ext>
                </a:extLst>
              </p:cNvPr>
              <p:cNvSpPr>
                <a:spLocks noChangeShapeType="1"/>
              </p:cNvSpPr>
              <p:nvPr/>
            </p:nvSpPr>
            <p:spPr bwMode="auto">
              <a:xfrm rot="-1507977">
                <a:off x="1440" y="2028"/>
                <a:ext cx="0" cy="23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7" name="Line 23">
                <a:extLst>
                  <a:ext uri="{FF2B5EF4-FFF2-40B4-BE49-F238E27FC236}">
                    <a16:creationId xmlns:a16="http://schemas.microsoft.com/office/drawing/2014/main" id="{AE9C6F34-95BA-C70F-CD97-65EBE678C9E7}"/>
                  </a:ext>
                </a:extLst>
              </p:cNvPr>
              <p:cNvSpPr>
                <a:spLocks noChangeShapeType="1"/>
              </p:cNvSpPr>
              <p:nvPr/>
            </p:nvSpPr>
            <p:spPr bwMode="auto">
              <a:xfrm>
                <a:off x="1483" y="2257"/>
                <a:ext cx="75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8" name="Line 24">
                <a:extLst>
                  <a:ext uri="{FF2B5EF4-FFF2-40B4-BE49-F238E27FC236}">
                    <a16:creationId xmlns:a16="http://schemas.microsoft.com/office/drawing/2014/main" id="{28BC989E-7A56-188E-F174-9968150A5998}"/>
                  </a:ext>
                </a:extLst>
              </p:cNvPr>
              <p:cNvSpPr>
                <a:spLocks noChangeShapeType="1"/>
              </p:cNvSpPr>
              <p:nvPr/>
            </p:nvSpPr>
            <p:spPr bwMode="auto">
              <a:xfrm flipH="1">
                <a:off x="2228" y="2043"/>
                <a:ext cx="91" cy="21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9" name="Line 25">
                <a:extLst>
                  <a:ext uri="{FF2B5EF4-FFF2-40B4-BE49-F238E27FC236}">
                    <a16:creationId xmlns:a16="http://schemas.microsoft.com/office/drawing/2014/main" id="{202DAD5F-63E3-9806-4F35-115AE8DD0712}"/>
                  </a:ext>
                </a:extLst>
              </p:cNvPr>
              <p:cNvSpPr>
                <a:spLocks noChangeShapeType="1"/>
              </p:cNvSpPr>
              <p:nvPr/>
            </p:nvSpPr>
            <p:spPr bwMode="auto">
              <a:xfrm flipV="1">
                <a:off x="2322" y="2043"/>
                <a:ext cx="3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0" name="Line 26">
                <a:extLst>
                  <a:ext uri="{FF2B5EF4-FFF2-40B4-BE49-F238E27FC236}">
                    <a16:creationId xmlns:a16="http://schemas.microsoft.com/office/drawing/2014/main" id="{6D31EA3A-49EC-29BC-7D7E-0E96CE08353F}"/>
                  </a:ext>
                </a:extLst>
              </p:cNvPr>
              <p:cNvSpPr>
                <a:spLocks noChangeShapeType="1"/>
              </p:cNvSpPr>
              <p:nvPr/>
            </p:nvSpPr>
            <p:spPr bwMode="auto">
              <a:xfrm rot="-1507977">
                <a:off x="2737" y="2040"/>
                <a:ext cx="1" cy="22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1" name="Line 27">
                <a:extLst>
                  <a:ext uri="{FF2B5EF4-FFF2-40B4-BE49-F238E27FC236}">
                    <a16:creationId xmlns:a16="http://schemas.microsoft.com/office/drawing/2014/main" id="{1208EA65-E6C1-7977-89B1-4A275CBBB46E}"/>
                  </a:ext>
                </a:extLst>
              </p:cNvPr>
              <p:cNvSpPr>
                <a:spLocks noChangeShapeType="1"/>
              </p:cNvSpPr>
              <p:nvPr/>
            </p:nvSpPr>
            <p:spPr bwMode="auto">
              <a:xfrm>
                <a:off x="2785" y="2261"/>
                <a:ext cx="6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2" name="Line 28">
                <a:extLst>
                  <a:ext uri="{FF2B5EF4-FFF2-40B4-BE49-F238E27FC236}">
                    <a16:creationId xmlns:a16="http://schemas.microsoft.com/office/drawing/2014/main" id="{23A1761C-E7D6-557C-ABF9-0867EC58A2B4}"/>
                  </a:ext>
                </a:extLst>
              </p:cNvPr>
              <p:cNvSpPr>
                <a:spLocks noChangeShapeType="1"/>
              </p:cNvSpPr>
              <p:nvPr/>
            </p:nvSpPr>
            <p:spPr bwMode="auto">
              <a:xfrm flipH="1">
                <a:off x="3461" y="2039"/>
                <a:ext cx="96" cy="2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3" name="Line 29">
                <a:extLst>
                  <a:ext uri="{FF2B5EF4-FFF2-40B4-BE49-F238E27FC236}">
                    <a16:creationId xmlns:a16="http://schemas.microsoft.com/office/drawing/2014/main" id="{2A5BBAD4-3F3D-671A-C049-4458AE130C9F}"/>
                  </a:ext>
                </a:extLst>
              </p:cNvPr>
              <p:cNvSpPr>
                <a:spLocks noChangeShapeType="1"/>
              </p:cNvSpPr>
              <p:nvPr/>
            </p:nvSpPr>
            <p:spPr bwMode="auto">
              <a:xfrm flipV="1">
                <a:off x="3556" y="2043"/>
                <a:ext cx="39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34" name="Group 30">
                <a:extLst>
                  <a:ext uri="{FF2B5EF4-FFF2-40B4-BE49-F238E27FC236}">
                    <a16:creationId xmlns:a16="http://schemas.microsoft.com/office/drawing/2014/main" id="{17EB256C-E084-A165-0174-1B132706BAB0}"/>
                  </a:ext>
                </a:extLst>
              </p:cNvPr>
              <p:cNvGrpSpPr>
                <a:grpSpLocks/>
              </p:cNvGrpSpPr>
              <p:nvPr/>
            </p:nvGrpSpPr>
            <p:grpSpPr bwMode="auto">
              <a:xfrm>
                <a:off x="4007" y="2034"/>
                <a:ext cx="878" cy="242"/>
                <a:chOff x="3230" y="4308"/>
                <a:chExt cx="1795" cy="380"/>
              </a:xfrm>
            </p:grpSpPr>
            <p:sp>
              <p:nvSpPr>
                <p:cNvPr id="25713" name="Line 31">
                  <a:extLst>
                    <a:ext uri="{FF2B5EF4-FFF2-40B4-BE49-F238E27FC236}">
                      <a16:creationId xmlns:a16="http://schemas.microsoft.com/office/drawing/2014/main" id="{3FA0162F-1F0B-6D06-6D0A-5627F7B9D385}"/>
                    </a:ext>
                  </a:extLst>
                </p:cNvPr>
                <p:cNvSpPr>
                  <a:spLocks noChangeShapeType="1"/>
                </p:cNvSpPr>
                <p:nvPr/>
              </p:nvSpPr>
              <p:spPr bwMode="auto">
                <a:xfrm rot="-1507977">
                  <a:off x="3230" y="4308"/>
                  <a:ext cx="1" cy="38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14" name="Line 32">
                  <a:extLst>
                    <a:ext uri="{FF2B5EF4-FFF2-40B4-BE49-F238E27FC236}">
                      <a16:creationId xmlns:a16="http://schemas.microsoft.com/office/drawing/2014/main" id="{95ADE8A4-C657-57B1-9261-FB620DDF836A}"/>
                    </a:ext>
                  </a:extLst>
                </p:cNvPr>
                <p:cNvSpPr>
                  <a:spLocks noChangeShapeType="1"/>
                </p:cNvSpPr>
                <p:nvPr/>
              </p:nvSpPr>
              <p:spPr bwMode="auto">
                <a:xfrm>
                  <a:off x="3316" y="4669"/>
                  <a:ext cx="153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15" name="Line 33">
                  <a:extLst>
                    <a:ext uri="{FF2B5EF4-FFF2-40B4-BE49-F238E27FC236}">
                      <a16:creationId xmlns:a16="http://schemas.microsoft.com/office/drawing/2014/main" id="{B089067D-5B98-BF63-1BAC-E323197CE9F3}"/>
                    </a:ext>
                  </a:extLst>
                </p:cNvPr>
                <p:cNvSpPr>
                  <a:spLocks noChangeShapeType="1"/>
                </p:cNvSpPr>
                <p:nvPr/>
              </p:nvSpPr>
              <p:spPr bwMode="auto">
                <a:xfrm flipH="1">
                  <a:off x="4839" y="4331"/>
                  <a:ext cx="186" cy="34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5635" name="Line 34">
                <a:extLst>
                  <a:ext uri="{FF2B5EF4-FFF2-40B4-BE49-F238E27FC236}">
                    <a16:creationId xmlns:a16="http://schemas.microsoft.com/office/drawing/2014/main" id="{658D4FF5-C20A-54C2-1A98-C318081397E4}"/>
                  </a:ext>
                </a:extLst>
              </p:cNvPr>
              <p:cNvSpPr>
                <a:spLocks noChangeShapeType="1"/>
              </p:cNvSpPr>
              <p:nvPr/>
            </p:nvSpPr>
            <p:spPr bwMode="auto">
              <a:xfrm>
                <a:off x="4884" y="2055"/>
                <a:ext cx="21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6" name="Line 35">
                <a:extLst>
                  <a:ext uri="{FF2B5EF4-FFF2-40B4-BE49-F238E27FC236}">
                    <a16:creationId xmlns:a16="http://schemas.microsoft.com/office/drawing/2014/main" id="{9BA4060D-84D9-0E95-9FEE-6C6C1CCA9A97}"/>
                  </a:ext>
                </a:extLst>
              </p:cNvPr>
              <p:cNvSpPr>
                <a:spLocks noChangeShapeType="1"/>
              </p:cNvSpPr>
              <p:nvPr/>
            </p:nvSpPr>
            <p:spPr bwMode="auto">
              <a:xfrm>
                <a:off x="1008" y="2475"/>
                <a:ext cx="3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7" name="Line 36">
                <a:extLst>
                  <a:ext uri="{FF2B5EF4-FFF2-40B4-BE49-F238E27FC236}">
                    <a16:creationId xmlns:a16="http://schemas.microsoft.com/office/drawing/2014/main" id="{6C1E45A2-E2CF-2F90-44B4-CA4F675F9080}"/>
                  </a:ext>
                </a:extLst>
              </p:cNvPr>
              <p:cNvSpPr>
                <a:spLocks noChangeShapeType="1"/>
              </p:cNvSpPr>
              <p:nvPr/>
            </p:nvSpPr>
            <p:spPr bwMode="auto">
              <a:xfrm rot="20092023" flipH="1">
                <a:off x="1435" y="2466"/>
                <a:ext cx="3" cy="2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8" name="Line 37">
                <a:extLst>
                  <a:ext uri="{FF2B5EF4-FFF2-40B4-BE49-F238E27FC236}">
                    <a16:creationId xmlns:a16="http://schemas.microsoft.com/office/drawing/2014/main" id="{74C8FC65-C024-C5E8-B20A-F67AB38197DD}"/>
                  </a:ext>
                </a:extLst>
              </p:cNvPr>
              <p:cNvSpPr>
                <a:spLocks noChangeShapeType="1"/>
              </p:cNvSpPr>
              <p:nvPr/>
            </p:nvSpPr>
            <p:spPr bwMode="auto">
              <a:xfrm>
                <a:off x="1483" y="2696"/>
                <a:ext cx="75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9" name="Line 38">
                <a:extLst>
                  <a:ext uri="{FF2B5EF4-FFF2-40B4-BE49-F238E27FC236}">
                    <a16:creationId xmlns:a16="http://schemas.microsoft.com/office/drawing/2014/main" id="{3E2E6A98-870B-9165-D3B2-6A70C261024F}"/>
                  </a:ext>
                </a:extLst>
              </p:cNvPr>
              <p:cNvSpPr>
                <a:spLocks noChangeShapeType="1"/>
              </p:cNvSpPr>
              <p:nvPr/>
            </p:nvSpPr>
            <p:spPr bwMode="auto">
              <a:xfrm flipH="1">
                <a:off x="2228" y="2480"/>
                <a:ext cx="91" cy="21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0" name="Line 39">
                <a:extLst>
                  <a:ext uri="{FF2B5EF4-FFF2-40B4-BE49-F238E27FC236}">
                    <a16:creationId xmlns:a16="http://schemas.microsoft.com/office/drawing/2014/main" id="{32B0727F-1F87-888F-CB23-F66BB96C56D0}"/>
                  </a:ext>
                </a:extLst>
              </p:cNvPr>
              <p:cNvSpPr>
                <a:spLocks noChangeShapeType="1"/>
              </p:cNvSpPr>
              <p:nvPr/>
            </p:nvSpPr>
            <p:spPr bwMode="auto">
              <a:xfrm>
                <a:off x="2319" y="2480"/>
                <a:ext cx="278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1" name="Line 40">
                <a:extLst>
                  <a:ext uri="{FF2B5EF4-FFF2-40B4-BE49-F238E27FC236}">
                    <a16:creationId xmlns:a16="http://schemas.microsoft.com/office/drawing/2014/main" id="{90ABD697-A714-0A3C-20F0-BDEB22D8AEBE}"/>
                  </a:ext>
                </a:extLst>
              </p:cNvPr>
              <p:cNvSpPr>
                <a:spLocks noChangeShapeType="1"/>
              </p:cNvSpPr>
              <p:nvPr/>
            </p:nvSpPr>
            <p:spPr bwMode="auto">
              <a:xfrm rot="-1507977">
                <a:off x="4049" y="2482"/>
                <a:ext cx="1" cy="2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2" name="Line 41">
                <a:extLst>
                  <a:ext uri="{FF2B5EF4-FFF2-40B4-BE49-F238E27FC236}">
                    <a16:creationId xmlns:a16="http://schemas.microsoft.com/office/drawing/2014/main" id="{3200DF41-AA19-BE67-9180-4ABA39084EC2}"/>
                  </a:ext>
                </a:extLst>
              </p:cNvPr>
              <p:cNvSpPr>
                <a:spLocks noChangeShapeType="1"/>
              </p:cNvSpPr>
              <p:nvPr/>
            </p:nvSpPr>
            <p:spPr bwMode="auto">
              <a:xfrm>
                <a:off x="4091" y="2712"/>
                <a:ext cx="75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3" name="Line 42">
                <a:extLst>
                  <a:ext uri="{FF2B5EF4-FFF2-40B4-BE49-F238E27FC236}">
                    <a16:creationId xmlns:a16="http://schemas.microsoft.com/office/drawing/2014/main" id="{FCC311C6-1CDF-06E0-ADD5-95D2B8178E90}"/>
                  </a:ext>
                </a:extLst>
              </p:cNvPr>
              <p:cNvSpPr>
                <a:spLocks noChangeShapeType="1"/>
              </p:cNvSpPr>
              <p:nvPr/>
            </p:nvSpPr>
            <p:spPr bwMode="auto">
              <a:xfrm flipH="1">
                <a:off x="4836" y="2480"/>
                <a:ext cx="93" cy="23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4" name="Line 43">
                <a:extLst>
                  <a:ext uri="{FF2B5EF4-FFF2-40B4-BE49-F238E27FC236}">
                    <a16:creationId xmlns:a16="http://schemas.microsoft.com/office/drawing/2014/main" id="{2D4D343F-A94F-DB59-5023-8B5E3873BAE6}"/>
                  </a:ext>
                </a:extLst>
              </p:cNvPr>
              <p:cNvSpPr>
                <a:spLocks noChangeShapeType="1"/>
              </p:cNvSpPr>
              <p:nvPr/>
            </p:nvSpPr>
            <p:spPr bwMode="auto">
              <a:xfrm>
                <a:off x="993" y="2953"/>
                <a:ext cx="16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5" name="Line 44">
                <a:extLst>
                  <a:ext uri="{FF2B5EF4-FFF2-40B4-BE49-F238E27FC236}">
                    <a16:creationId xmlns:a16="http://schemas.microsoft.com/office/drawing/2014/main" id="{F048B46B-D28A-E244-8A74-2D0669DAE400}"/>
                  </a:ext>
                </a:extLst>
              </p:cNvPr>
              <p:cNvSpPr>
                <a:spLocks noChangeShapeType="1"/>
              </p:cNvSpPr>
              <p:nvPr/>
            </p:nvSpPr>
            <p:spPr bwMode="auto">
              <a:xfrm rot="20092023" flipH="1">
                <a:off x="2675" y="2932"/>
                <a:ext cx="3" cy="25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6" name="Line 45">
                <a:extLst>
                  <a:ext uri="{FF2B5EF4-FFF2-40B4-BE49-F238E27FC236}">
                    <a16:creationId xmlns:a16="http://schemas.microsoft.com/office/drawing/2014/main" id="{A10A88D4-A2C1-F865-A0B5-0D2BBB9D1945}"/>
                  </a:ext>
                </a:extLst>
              </p:cNvPr>
              <p:cNvSpPr>
                <a:spLocks noChangeShapeType="1"/>
              </p:cNvSpPr>
              <p:nvPr/>
            </p:nvSpPr>
            <p:spPr bwMode="auto">
              <a:xfrm>
                <a:off x="2731" y="3181"/>
                <a:ext cx="6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7" name="Line 46">
                <a:extLst>
                  <a:ext uri="{FF2B5EF4-FFF2-40B4-BE49-F238E27FC236}">
                    <a16:creationId xmlns:a16="http://schemas.microsoft.com/office/drawing/2014/main" id="{C8BC7D92-17C0-B471-C82E-1A43E7032A59}"/>
                  </a:ext>
                </a:extLst>
              </p:cNvPr>
              <p:cNvSpPr>
                <a:spLocks noChangeShapeType="1"/>
              </p:cNvSpPr>
              <p:nvPr/>
            </p:nvSpPr>
            <p:spPr bwMode="auto">
              <a:xfrm flipH="1">
                <a:off x="3383" y="2967"/>
                <a:ext cx="91" cy="21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8" name="Line 47">
                <a:extLst>
                  <a:ext uri="{FF2B5EF4-FFF2-40B4-BE49-F238E27FC236}">
                    <a16:creationId xmlns:a16="http://schemas.microsoft.com/office/drawing/2014/main" id="{3AB91B76-2E65-C830-4CF0-02EE86BE6C0D}"/>
                  </a:ext>
                </a:extLst>
              </p:cNvPr>
              <p:cNvSpPr>
                <a:spLocks noChangeShapeType="1"/>
              </p:cNvSpPr>
              <p:nvPr/>
            </p:nvSpPr>
            <p:spPr bwMode="auto">
              <a:xfrm>
                <a:off x="3476" y="2976"/>
                <a:ext cx="67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9" name="Line 48">
                <a:extLst>
                  <a:ext uri="{FF2B5EF4-FFF2-40B4-BE49-F238E27FC236}">
                    <a16:creationId xmlns:a16="http://schemas.microsoft.com/office/drawing/2014/main" id="{96BE02D4-3889-32EC-C810-3AA9D38F4482}"/>
                  </a:ext>
                </a:extLst>
              </p:cNvPr>
              <p:cNvSpPr>
                <a:spLocks noChangeShapeType="1"/>
              </p:cNvSpPr>
              <p:nvPr/>
            </p:nvSpPr>
            <p:spPr bwMode="auto">
              <a:xfrm rot="-1507977">
                <a:off x="4199" y="2967"/>
                <a:ext cx="1" cy="22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0" name="Line 49">
                <a:extLst>
                  <a:ext uri="{FF2B5EF4-FFF2-40B4-BE49-F238E27FC236}">
                    <a16:creationId xmlns:a16="http://schemas.microsoft.com/office/drawing/2014/main" id="{27F732CA-2D20-3377-8A40-B476BA868379}"/>
                  </a:ext>
                </a:extLst>
              </p:cNvPr>
              <p:cNvSpPr>
                <a:spLocks noChangeShapeType="1"/>
              </p:cNvSpPr>
              <p:nvPr/>
            </p:nvSpPr>
            <p:spPr bwMode="auto">
              <a:xfrm>
                <a:off x="4245" y="3195"/>
                <a:ext cx="59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1" name="Line 50">
                <a:extLst>
                  <a:ext uri="{FF2B5EF4-FFF2-40B4-BE49-F238E27FC236}">
                    <a16:creationId xmlns:a16="http://schemas.microsoft.com/office/drawing/2014/main" id="{6429ACB9-9A42-32A8-85AA-597CA7C4A3C5}"/>
                  </a:ext>
                </a:extLst>
              </p:cNvPr>
              <p:cNvSpPr>
                <a:spLocks noChangeShapeType="1"/>
              </p:cNvSpPr>
              <p:nvPr/>
            </p:nvSpPr>
            <p:spPr bwMode="auto">
              <a:xfrm flipH="1">
                <a:off x="4836" y="2981"/>
                <a:ext cx="91" cy="21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2" name="Line 51">
                <a:extLst>
                  <a:ext uri="{FF2B5EF4-FFF2-40B4-BE49-F238E27FC236}">
                    <a16:creationId xmlns:a16="http://schemas.microsoft.com/office/drawing/2014/main" id="{AF02B47E-3A28-4D3C-908F-0A7042F3577B}"/>
                  </a:ext>
                </a:extLst>
              </p:cNvPr>
              <p:cNvSpPr>
                <a:spLocks noChangeShapeType="1"/>
              </p:cNvSpPr>
              <p:nvPr/>
            </p:nvSpPr>
            <p:spPr bwMode="auto">
              <a:xfrm flipV="1">
                <a:off x="4935" y="2979"/>
                <a:ext cx="162"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3" name="Line 52">
                <a:extLst>
                  <a:ext uri="{FF2B5EF4-FFF2-40B4-BE49-F238E27FC236}">
                    <a16:creationId xmlns:a16="http://schemas.microsoft.com/office/drawing/2014/main" id="{567A2838-95F9-DE5D-C77A-26E47CA107D0}"/>
                  </a:ext>
                </a:extLst>
              </p:cNvPr>
              <p:cNvSpPr>
                <a:spLocks noChangeShapeType="1"/>
              </p:cNvSpPr>
              <p:nvPr/>
            </p:nvSpPr>
            <p:spPr bwMode="auto">
              <a:xfrm>
                <a:off x="993" y="3515"/>
                <a:ext cx="5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54" name="Group 53">
                <a:extLst>
                  <a:ext uri="{FF2B5EF4-FFF2-40B4-BE49-F238E27FC236}">
                    <a16:creationId xmlns:a16="http://schemas.microsoft.com/office/drawing/2014/main" id="{B006922C-C5CD-97D1-9200-3570DD818114}"/>
                  </a:ext>
                </a:extLst>
              </p:cNvPr>
              <p:cNvGrpSpPr>
                <a:grpSpLocks/>
              </p:cNvGrpSpPr>
              <p:nvPr/>
            </p:nvGrpSpPr>
            <p:grpSpPr bwMode="auto">
              <a:xfrm>
                <a:off x="1747" y="3410"/>
                <a:ext cx="91" cy="229"/>
                <a:chOff x="3744" y="6484"/>
                <a:chExt cx="186" cy="360"/>
              </a:xfrm>
            </p:grpSpPr>
            <p:sp>
              <p:nvSpPr>
                <p:cNvPr id="25711" name="Line 54">
                  <a:extLst>
                    <a:ext uri="{FF2B5EF4-FFF2-40B4-BE49-F238E27FC236}">
                      <a16:creationId xmlns:a16="http://schemas.microsoft.com/office/drawing/2014/main" id="{B9AC2763-BB85-81B0-B977-7F5202C8AA2D}"/>
                    </a:ext>
                  </a:extLst>
                </p:cNvPr>
                <p:cNvSpPr>
                  <a:spLocks noChangeShapeType="1"/>
                </p:cNvSpPr>
                <p:nvPr/>
              </p:nvSpPr>
              <p:spPr bwMode="auto">
                <a:xfrm rot="-1507977">
                  <a:off x="3861" y="6484"/>
                  <a:ext cx="1"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12" name="Line 55">
                  <a:extLst>
                    <a:ext uri="{FF2B5EF4-FFF2-40B4-BE49-F238E27FC236}">
                      <a16:creationId xmlns:a16="http://schemas.microsoft.com/office/drawing/2014/main" id="{66F98796-0316-8D65-ECDA-029DC9EF8540}"/>
                    </a:ext>
                  </a:extLst>
                </p:cNvPr>
                <p:cNvSpPr>
                  <a:spLocks noChangeShapeType="1"/>
                </p:cNvSpPr>
                <p:nvPr/>
              </p:nvSpPr>
              <p:spPr bwMode="auto">
                <a:xfrm flipH="1">
                  <a:off x="3744" y="6491"/>
                  <a:ext cx="186" cy="34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5655" name="Line 56">
                <a:extLst>
                  <a:ext uri="{FF2B5EF4-FFF2-40B4-BE49-F238E27FC236}">
                    <a16:creationId xmlns:a16="http://schemas.microsoft.com/office/drawing/2014/main" id="{D7493DEF-39D0-41E2-98EC-1B54C0CCAD68}"/>
                  </a:ext>
                </a:extLst>
              </p:cNvPr>
              <p:cNvSpPr>
                <a:spLocks noChangeShapeType="1"/>
              </p:cNvSpPr>
              <p:nvPr/>
            </p:nvSpPr>
            <p:spPr bwMode="auto">
              <a:xfrm rot="-1507977">
                <a:off x="1604" y="3505"/>
                <a:ext cx="17" cy="12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6" name="Line 57">
                <a:extLst>
                  <a:ext uri="{FF2B5EF4-FFF2-40B4-BE49-F238E27FC236}">
                    <a16:creationId xmlns:a16="http://schemas.microsoft.com/office/drawing/2014/main" id="{4FC48191-8E40-343A-720A-8B4761DC2461}"/>
                  </a:ext>
                </a:extLst>
              </p:cNvPr>
              <p:cNvSpPr>
                <a:spLocks noChangeShapeType="1"/>
              </p:cNvSpPr>
              <p:nvPr/>
            </p:nvSpPr>
            <p:spPr bwMode="auto">
              <a:xfrm flipH="1">
                <a:off x="1573" y="3420"/>
                <a:ext cx="49" cy="9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7" name="Line 58">
                <a:extLst>
                  <a:ext uri="{FF2B5EF4-FFF2-40B4-BE49-F238E27FC236}">
                    <a16:creationId xmlns:a16="http://schemas.microsoft.com/office/drawing/2014/main" id="{B9ABE106-47BA-B417-5885-41B5C47D58E9}"/>
                  </a:ext>
                </a:extLst>
              </p:cNvPr>
              <p:cNvSpPr>
                <a:spLocks noChangeShapeType="1"/>
              </p:cNvSpPr>
              <p:nvPr/>
            </p:nvSpPr>
            <p:spPr bwMode="auto">
              <a:xfrm>
                <a:off x="1628" y="3429"/>
                <a:ext cx="1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8" name="Line 59">
                <a:extLst>
                  <a:ext uri="{FF2B5EF4-FFF2-40B4-BE49-F238E27FC236}">
                    <a16:creationId xmlns:a16="http://schemas.microsoft.com/office/drawing/2014/main" id="{C2077855-C740-A445-FE4A-E391E9F375A9}"/>
                  </a:ext>
                </a:extLst>
              </p:cNvPr>
              <p:cNvSpPr>
                <a:spLocks noChangeShapeType="1"/>
              </p:cNvSpPr>
              <p:nvPr/>
            </p:nvSpPr>
            <p:spPr bwMode="auto">
              <a:xfrm>
                <a:off x="1635" y="3631"/>
                <a:ext cx="11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9" name="Line 60">
                <a:extLst>
                  <a:ext uri="{FF2B5EF4-FFF2-40B4-BE49-F238E27FC236}">
                    <a16:creationId xmlns:a16="http://schemas.microsoft.com/office/drawing/2014/main" id="{7B6F8C9B-DE4E-BD18-7E00-1CF4A9BDE704}"/>
                  </a:ext>
                </a:extLst>
              </p:cNvPr>
              <p:cNvSpPr>
                <a:spLocks noChangeShapeType="1"/>
              </p:cNvSpPr>
              <p:nvPr/>
            </p:nvSpPr>
            <p:spPr bwMode="auto">
              <a:xfrm flipH="1">
                <a:off x="2257" y="3505"/>
                <a:ext cx="58" cy="12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0" name="Line 61">
                <a:extLst>
                  <a:ext uri="{FF2B5EF4-FFF2-40B4-BE49-F238E27FC236}">
                    <a16:creationId xmlns:a16="http://schemas.microsoft.com/office/drawing/2014/main" id="{D4CF2295-6661-78B5-09A8-585ECEAF85A7}"/>
                  </a:ext>
                </a:extLst>
              </p:cNvPr>
              <p:cNvSpPr>
                <a:spLocks noChangeShapeType="1"/>
              </p:cNvSpPr>
              <p:nvPr/>
            </p:nvSpPr>
            <p:spPr bwMode="auto">
              <a:xfrm>
                <a:off x="1838" y="3410"/>
                <a:ext cx="41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1" name="Line 62">
                <a:extLst>
                  <a:ext uri="{FF2B5EF4-FFF2-40B4-BE49-F238E27FC236}">
                    <a16:creationId xmlns:a16="http://schemas.microsoft.com/office/drawing/2014/main" id="{D1058CE4-DD36-6885-CCEF-78ECF83CF5AE}"/>
                  </a:ext>
                </a:extLst>
              </p:cNvPr>
              <p:cNvSpPr>
                <a:spLocks noChangeShapeType="1"/>
              </p:cNvSpPr>
              <p:nvPr/>
            </p:nvSpPr>
            <p:spPr bwMode="auto">
              <a:xfrm flipV="1">
                <a:off x="1852" y="3626"/>
                <a:ext cx="405" cy="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2" name="Line 63">
                <a:extLst>
                  <a:ext uri="{FF2B5EF4-FFF2-40B4-BE49-F238E27FC236}">
                    <a16:creationId xmlns:a16="http://schemas.microsoft.com/office/drawing/2014/main" id="{296A5EDE-D9D3-7B76-F7D1-348CE1A60CF0}"/>
                  </a:ext>
                </a:extLst>
              </p:cNvPr>
              <p:cNvSpPr>
                <a:spLocks noChangeShapeType="1"/>
              </p:cNvSpPr>
              <p:nvPr/>
            </p:nvSpPr>
            <p:spPr bwMode="auto">
              <a:xfrm>
                <a:off x="2307" y="3509"/>
                <a:ext cx="557" cy="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63" name="Group 64">
                <a:extLst>
                  <a:ext uri="{FF2B5EF4-FFF2-40B4-BE49-F238E27FC236}">
                    <a16:creationId xmlns:a16="http://schemas.microsoft.com/office/drawing/2014/main" id="{B46322CA-DCAE-91A0-3190-AFE7168BDA6B}"/>
                  </a:ext>
                </a:extLst>
              </p:cNvPr>
              <p:cNvGrpSpPr>
                <a:grpSpLocks/>
              </p:cNvGrpSpPr>
              <p:nvPr/>
            </p:nvGrpSpPr>
            <p:grpSpPr bwMode="auto">
              <a:xfrm>
                <a:off x="2851" y="3403"/>
                <a:ext cx="715" cy="226"/>
                <a:chOff x="5767" y="6473"/>
                <a:chExt cx="1463" cy="355"/>
              </a:xfrm>
            </p:grpSpPr>
            <p:sp>
              <p:nvSpPr>
                <p:cNvPr id="25705" name="Line 65">
                  <a:extLst>
                    <a:ext uri="{FF2B5EF4-FFF2-40B4-BE49-F238E27FC236}">
                      <a16:creationId xmlns:a16="http://schemas.microsoft.com/office/drawing/2014/main" id="{5A568949-12FD-23C7-2036-EF15FB6CB29C}"/>
                    </a:ext>
                  </a:extLst>
                </p:cNvPr>
                <p:cNvSpPr>
                  <a:spLocks noChangeShapeType="1"/>
                </p:cNvSpPr>
                <p:nvPr/>
              </p:nvSpPr>
              <p:spPr bwMode="auto">
                <a:xfrm rot="-1507977">
                  <a:off x="5814" y="6625"/>
                  <a:ext cx="35" cy="20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06" name="Line 66">
                  <a:extLst>
                    <a:ext uri="{FF2B5EF4-FFF2-40B4-BE49-F238E27FC236}">
                      <a16:creationId xmlns:a16="http://schemas.microsoft.com/office/drawing/2014/main" id="{DEE7F327-7C45-DF9D-384C-12FD525CA6CB}"/>
                    </a:ext>
                  </a:extLst>
                </p:cNvPr>
                <p:cNvSpPr>
                  <a:spLocks noChangeShapeType="1"/>
                </p:cNvSpPr>
                <p:nvPr/>
              </p:nvSpPr>
              <p:spPr bwMode="auto">
                <a:xfrm flipH="1">
                  <a:off x="5767" y="6476"/>
                  <a:ext cx="126" cy="16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07" name="Line 67">
                  <a:extLst>
                    <a:ext uri="{FF2B5EF4-FFF2-40B4-BE49-F238E27FC236}">
                      <a16:creationId xmlns:a16="http://schemas.microsoft.com/office/drawing/2014/main" id="{7E8C64BC-E148-F752-AE29-60BDD507A8F2}"/>
                    </a:ext>
                  </a:extLst>
                </p:cNvPr>
                <p:cNvSpPr>
                  <a:spLocks noChangeShapeType="1"/>
                </p:cNvSpPr>
                <p:nvPr/>
              </p:nvSpPr>
              <p:spPr bwMode="auto">
                <a:xfrm rot="-1507977">
                  <a:off x="7169" y="6473"/>
                  <a:ext cx="38" cy="20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08" name="Line 68">
                  <a:extLst>
                    <a:ext uri="{FF2B5EF4-FFF2-40B4-BE49-F238E27FC236}">
                      <a16:creationId xmlns:a16="http://schemas.microsoft.com/office/drawing/2014/main" id="{168E5258-5480-EAA5-37D0-3DD4F1AD4FBC}"/>
                    </a:ext>
                  </a:extLst>
                </p:cNvPr>
                <p:cNvSpPr>
                  <a:spLocks noChangeShapeType="1"/>
                </p:cNvSpPr>
                <p:nvPr/>
              </p:nvSpPr>
              <p:spPr bwMode="auto">
                <a:xfrm flipH="1">
                  <a:off x="7090" y="6658"/>
                  <a:ext cx="140" cy="16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09" name="Line 69">
                  <a:extLst>
                    <a:ext uri="{FF2B5EF4-FFF2-40B4-BE49-F238E27FC236}">
                      <a16:creationId xmlns:a16="http://schemas.microsoft.com/office/drawing/2014/main" id="{D43B5A2C-25A7-4C5A-8869-851A2107369C}"/>
                    </a:ext>
                  </a:extLst>
                </p:cNvPr>
                <p:cNvSpPr>
                  <a:spLocks noChangeShapeType="1"/>
                </p:cNvSpPr>
                <p:nvPr/>
              </p:nvSpPr>
              <p:spPr bwMode="auto">
                <a:xfrm>
                  <a:off x="5893" y="6476"/>
                  <a:ext cx="1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10" name="Line 70">
                  <a:extLst>
                    <a:ext uri="{FF2B5EF4-FFF2-40B4-BE49-F238E27FC236}">
                      <a16:creationId xmlns:a16="http://schemas.microsoft.com/office/drawing/2014/main" id="{A65764CC-D79A-AC75-323F-DF6F044A3012}"/>
                    </a:ext>
                  </a:extLst>
                </p:cNvPr>
                <p:cNvSpPr>
                  <a:spLocks noChangeShapeType="1"/>
                </p:cNvSpPr>
                <p:nvPr/>
              </p:nvSpPr>
              <p:spPr bwMode="auto">
                <a:xfrm>
                  <a:off x="5893" y="6824"/>
                  <a:ext cx="119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5664" name="Line 71">
                <a:extLst>
                  <a:ext uri="{FF2B5EF4-FFF2-40B4-BE49-F238E27FC236}">
                    <a16:creationId xmlns:a16="http://schemas.microsoft.com/office/drawing/2014/main" id="{54941647-6383-D129-022D-FABF4ABC22BA}"/>
                  </a:ext>
                </a:extLst>
              </p:cNvPr>
              <p:cNvSpPr>
                <a:spLocks noChangeShapeType="1"/>
              </p:cNvSpPr>
              <p:nvPr/>
            </p:nvSpPr>
            <p:spPr bwMode="auto">
              <a:xfrm>
                <a:off x="3557" y="3521"/>
                <a:ext cx="7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65" name="Group 72">
                <a:extLst>
                  <a:ext uri="{FF2B5EF4-FFF2-40B4-BE49-F238E27FC236}">
                    <a16:creationId xmlns:a16="http://schemas.microsoft.com/office/drawing/2014/main" id="{598444F8-5163-FD79-7C08-BD64AEACA0F3}"/>
                  </a:ext>
                </a:extLst>
              </p:cNvPr>
              <p:cNvGrpSpPr>
                <a:grpSpLocks/>
              </p:cNvGrpSpPr>
              <p:nvPr/>
            </p:nvGrpSpPr>
            <p:grpSpPr bwMode="auto">
              <a:xfrm>
                <a:off x="4300" y="3413"/>
                <a:ext cx="656" cy="226"/>
                <a:chOff x="5767" y="6473"/>
                <a:chExt cx="1463" cy="355"/>
              </a:xfrm>
            </p:grpSpPr>
            <p:sp>
              <p:nvSpPr>
                <p:cNvPr id="25699" name="Line 73">
                  <a:extLst>
                    <a:ext uri="{FF2B5EF4-FFF2-40B4-BE49-F238E27FC236}">
                      <a16:creationId xmlns:a16="http://schemas.microsoft.com/office/drawing/2014/main" id="{10DEAC70-E718-DE04-6CC0-4D8C7D9F004D}"/>
                    </a:ext>
                  </a:extLst>
                </p:cNvPr>
                <p:cNvSpPr>
                  <a:spLocks noChangeShapeType="1"/>
                </p:cNvSpPr>
                <p:nvPr/>
              </p:nvSpPr>
              <p:spPr bwMode="auto">
                <a:xfrm rot="-1507977">
                  <a:off x="5814" y="6625"/>
                  <a:ext cx="35" cy="20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00" name="Line 74">
                  <a:extLst>
                    <a:ext uri="{FF2B5EF4-FFF2-40B4-BE49-F238E27FC236}">
                      <a16:creationId xmlns:a16="http://schemas.microsoft.com/office/drawing/2014/main" id="{38416415-8FC3-31C8-5BD2-CD1CE9C1D89F}"/>
                    </a:ext>
                  </a:extLst>
                </p:cNvPr>
                <p:cNvSpPr>
                  <a:spLocks noChangeShapeType="1"/>
                </p:cNvSpPr>
                <p:nvPr/>
              </p:nvSpPr>
              <p:spPr bwMode="auto">
                <a:xfrm flipH="1">
                  <a:off x="5767" y="6476"/>
                  <a:ext cx="126" cy="16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01" name="Line 75">
                  <a:extLst>
                    <a:ext uri="{FF2B5EF4-FFF2-40B4-BE49-F238E27FC236}">
                      <a16:creationId xmlns:a16="http://schemas.microsoft.com/office/drawing/2014/main" id="{9725A872-53BA-DC04-07C3-BC6A2224FF32}"/>
                    </a:ext>
                  </a:extLst>
                </p:cNvPr>
                <p:cNvSpPr>
                  <a:spLocks noChangeShapeType="1"/>
                </p:cNvSpPr>
                <p:nvPr/>
              </p:nvSpPr>
              <p:spPr bwMode="auto">
                <a:xfrm rot="-1507977">
                  <a:off x="7169" y="6473"/>
                  <a:ext cx="38" cy="20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02" name="Line 76">
                  <a:extLst>
                    <a:ext uri="{FF2B5EF4-FFF2-40B4-BE49-F238E27FC236}">
                      <a16:creationId xmlns:a16="http://schemas.microsoft.com/office/drawing/2014/main" id="{7B89CD54-1869-64A1-AEF0-BE45549F9200}"/>
                    </a:ext>
                  </a:extLst>
                </p:cNvPr>
                <p:cNvSpPr>
                  <a:spLocks noChangeShapeType="1"/>
                </p:cNvSpPr>
                <p:nvPr/>
              </p:nvSpPr>
              <p:spPr bwMode="auto">
                <a:xfrm flipH="1">
                  <a:off x="7090" y="6658"/>
                  <a:ext cx="140" cy="16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03" name="Line 77">
                  <a:extLst>
                    <a:ext uri="{FF2B5EF4-FFF2-40B4-BE49-F238E27FC236}">
                      <a16:creationId xmlns:a16="http://schemas.microsoft.com/office/drawing/2014/main" id="{6F2112EC-3156-2FA7-C0BB-BCA320C83A9B}"/>
                    </a:ext>
                  </a:extLst>
                </p:cNvPr>
                <p:cNvSpPr>
                  <a:spLocks noChangeShapeType="1"/>
                </p:cNvSpPr>
                <p:nvPr/>
              </p:nvSpPr>
              <p:spPr bwMode="auto">
                <a:xfrm>
                  <a:off x="5893" y="6476"/>
                  <a:ext cx="1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04" name="Line 78">
                  <a:extLst>
                    <a:ext uri="{FF2B5EF4-FFF2-40B4-BE49-F238E27FC236}">
                      <a16:creationId xmlns:a16="http://schemas.microsoft.com/office/drawing/2014/main" id="{50EA0836-502C-9086-6CBF-5EE320870D52}"/>
                    </a:ext>
                  </a:extLst>
                </p:cNvPr>
                <p:cNvSpPr>
                  <a:spLocks noChangeShapeType="1"/>
                </p:cNvSpPr>
                <p:nvPr/>
              </p:nvSpPr>
              <p:spPr bwMode="auto">
                <a:xfrm>
                  <a:off x="5893" y="6824"/>
                  <a:ext cx="119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5666" name="Line 79">
                <a:extLst>
                  <a:ext uri="{FF2B5EF4-FFF2-40B4-BE49-F238E27FC236}">
                    <a16:creationId xmlns:a16="http://schemas.microsoft.com/office/drawing/2014/main" id="{17C84D59-2D8D-3BF0-C1E5-AE1BAF52BC5C}"/>
                  </a:ext>
                </a:extLst>
              </p:cNvPr>
              <p:cNvSpPr>
                <a:spLocks noChangeShapeType="1"/>
              </p:cNvSpPr>
              <p:nvPr/>
            </p:nvSpPr>
            <p:spPr bwMode="auto">
              <a:xfrm flipV="1">
                <a:off x="4960" y="3524"/>
                <a:ext cx="11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7" name="Text Box 82">
                <a:extLst>
                  <a:ext uri="{FF2B5EF4-FFF2-40B4-BE49-F238E27FC236}">
                    <a16:creationId xmlns:a16="http://schemas.microsoft.com/office/drawing/2014/main" id="{9C4877FC-A3C6-18A8-5D72-355F8D6395C3}"/>
                  </a:ext>
                </a:extLst>
              </p:cNvPr>
              <p:cNvSpPr txBox="1">
                <a:spLocks noChangeArrowheads="1"/>
              </p:cNvSpPr>
              <p:nvPr/>
            </p:nvSpPr>
            <p:spPr bwMode="auto">
              <a:xfrm>
                <a:off x="1318" y="971"/>
                <a:ext cx="11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Read Cycle</a:t>
                </a:r>
                <a:endParaRPr lang="ru-RU" altLang="en-US"/>
              </a:p>
            </p:txBody>
          </p:sp>
          <p:sp>
            <p:nvSpPr>
              <p:cNvPr id="25668" name="Line 83">
                <a:extLst>
                  <a:ext uri="{FF2B5EF4-FFF2-40B4-BE49-F238E27FC236}">
                    <a16:creationId xmlns:a16="http://schemas.microsoft.com/office/drawing/2014/main" id="{2221DF9C-9A75-C119-9A91-DC5284C75623}"/>
                  </a:ext>
                </a:extLst>
              </p:cNvPr>
              <p:cNvSpPr>
                <a:spLocks noChangeShapeType="1"/>
              </p:cNvSpPr>
              <p:nvPr/>
            </p:nvSpPr>
            <p:spPr bwMode="auto">
              <a:xfrm>
                <a:off x="1221" y="1283"/>
                <a:ext cx="1276" cy="0"/>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5669" name="Line 84">
                <a:extLst>
                  <a:ext uri="{FF2B5EF4-FFF2-40B4-BE49-F238E27FC236}">
                    <a16:creationId xmlns:a16="http://schemas.microsoft.com/office/drawing/2014/main" id="{C84315B7-B569-5466-6CC0-EACE3CECE6B6}"/>
                  </a:ext>
                </a:extLst>
              </p:cNvPr>
              <p:cNvSpPr>
                <a:spLocks noChangeShapeType="1"/>
              </p:cNvSpPr>
              <p:nvPr/>
            </p:nvSpPr>
            <p:spPr bwMode="auto">
              <a:xfrm>
                <a:off x="2497" y="1283"/>
                <a:ext cx="1292" cy="0"/>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5670" name="Text Box 85">
                <a:extLst>
                  <a:ext uri="{FF2B5EF4-FFF2-40B4-BE49-F238E27FC236}">
                    <a16:creationId xmlns:a16="http://schemas.microsoft.com/office/drawing/2014/main" id="{1BE95835-9F90-3692-F6E6-9AB87AFD162E}"/>
                  </a:ext>
                </a:extLst>
              </p:cNvPr>
              <p:cNvSpPr txBox="1">
                <a:spLocks noChangeArrowheads="1"/>
              </p:cNvSpPr>
              <p:nvPr/>
            </p:nvSpPr>
            <p:spPr bwMode="auto">
              <a:xfrm>
                <a:off x="2572" y="980"/>
                <a:ext cx="121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Write Cycle1</a:t>
                </a:r>
                <a:endParaRPr lang="ru-RU" altLang="en-US"/>
              </a:p>
              <a:p>
                <a:pPr algn="ctr" eaLnBrk="1" hangingPunct="1"/>
                <a:endParaRPr lang="ru-RU" altLang="en-US"/>
              </a:p>
              <a:p>
                <a:pPr algn="ctr" eaLnBrk="1" hangingPunct="1"/>
                <a:endParaRPr lang="ru-RU" altLang="en-US"/>
              </a:p>
              <a:p>
                <a:pPr eaLnBrk="1" hangingPunct="1"/>
                <a:endParaRPr lang="ru-RU" altLang="en-US"/>
              </a:p>
            </p:txBody>
          </p:sp>
          <p:sp>
            <p:nvSpPr>
              <p:cNvPr id="25671" name="Line 87">
                <a:extLst>
                  <a:ext uri="{FF2B5EF4-FFF2-40B4-BE49-F238E27FC236}">
                    <a16:creationId xmlns:a16="http://schemas.microsoft.com/office/drawing/2014/main" id="{C749886F-FABE-FDE6-8EF5-E3024AD3A626}"/>
                  </a:ext>
                </a:extLst>
              </p:cNvPr>
              <p:cNvSpPr>
                <a:spLocks noChangeShapeType="1"/>
              </p:cNvSpPr>
              <p:nvPr/>
            </p:nvSpPr>
            <p:spPr bwMode="auto">
              <a:xfrm flipV="1">
                <a:off x="3780" y="1281"/>
                <a:ext cx="1305" cy="2"/>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5672" name="Text Box 88">
                <a:extLst>
                  <a:ext uri="{FF2B5EF4-FFF2-40B4-BE49-F238E27FC236}">
                    <a16:creationId xmlns:a16="http://schemas.microsoft.com/office/drawing/2014/main" id="{79133EE6-24BD-6A29-15C1-97EBCB8E7A08}"/>
                  </a:ext>
                </a:extLst>
              </p:cNvPr>
              <p:cNvSpPr txBox="1">
                <a:spLocks noChangeArrowheads="1"/>
              </p:cNvSpPr>
              <p:nvPr/>
            </p:nvSpPr>
            <p:spPr bwMode="auto">
              <a:xfrm>
                <a:off x="3834" y="982"/>
                <a:ext cx="116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Write Cycle2</a:t>
                </a:r>
                <a:endParaRPr lang="ru-RU" altLang="en-US"/>
              </a:p>
            </p:txBody>
          </p:sp>
          <p:sp>
            <p:nvSpPr>
              <p:cNvPr id="25673" name="Text Box 89">
                <a:extLst>
                  <a:ext uri="{FF2B5EF4-FFF2-40B4-BE49-F238E27FC236}">
                    <a16:creationId xmlns:a16="http://schemas.microsoft.com/office/drawing/2014/main" id="{062749BA-4195-F094-3C29-83FA93631513}"/>
                  </a:ext>
                </a:extLst>
              </p:cNvPr>
              <p:cNvSpPr txBox="1">
                <a:spLocks noChangeArrowheads="1"/>
              </p:cNvSpPr>
              <p:nvPr/>
            </p:nvSpPr>
            <p:spPr bwMode="auto">
              <a:xfrm>
                <a:off x="2716" y="1283"/>
                <a:ext cx="9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ru-RU" altLang="en-US" sz="1200"/>
                  <a:t>(CS Controlled)</a:t>
                </a:r>
              </a:p>
              <a:p>
                <a:pPr algn="ctr" eaLnBrk="1" hangingPunct="1"/>
                <a:endParaRPr lang="ru-RU" altLang="en-US" sz="1200"/>
              </a:p>
              <a:p>
                <a:pPr algn="ctr" eaLnBrk="1" hangingPunct="1"/>
                <a:endParaRPr lang="ru-RU" altLang="en-US" sz="1100"/>
              </a:p>
              <a:p>
                <a:pPr eaLnBrk="1" hangingPunct="1"/>
                <a:endParaRPr lang="ru-RU" altLang="en-US" sz="1100"/>
              </a:p>
            </p:txBody>
          </p:sp>
          <p:sp>
            <p:nvSpPr>
              <p:cNvPr id="25674" name="Text Box 90">
                <a:extLst>
                  <a:ext uri="{FF2B5EF4-FFF2-40B4-BE49-F238E27FC236}">
                    <a16:creationId xmlns:a16="http://schemas.microsoft.com/office/drawing/2014/main" id="{AF4B0427-28DE-CC39-B444-CDEB262B06A8}"/>
                  </a:ext>
                </a:extLst>
              </p:cNvPr>
              <p:cNvSpPr txBox="1">
                <a:spLocks noChangeArrowheads="1"/>
              </p:cNvSpPr>
              <p:nvPr/>
            </p:nvSpPr>
            <p:spPr bwMode="auto">
              <a:xfrm>
                <a:off x="4031" y="1281"/>
                <a:ext cx="10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ru-RU" altLang="en-US" sz="1200"/>
                  <a:t>(WE Controlled)</a:t>
                </a:r>
              </a:p>
              <a:p>
                <a:pPr algn="ctr" eaLnBrk="1" hangingPunct="1"/>
                <a:endParaRPr lang="ru-RU" altLang="en-US" sz="1200"/>
              </a:p>
              <a:p>
                <a:pPr algn="ctr" eaLnBrk="1" hangingPunct="1"/>
                <a:endParaRPr lang="ru-RU" altLang="en-US" sz="1200"/>
              </a:p>
              <a:p>
                <a:pPr eaLnBrk="1" hangingPunct="1"/>
                <a:endParaRPr lang="ru-RU" altLang="en-US" sz="1200"/>
              </a:p>
            </p:txBody>
          </p:sp>
          <p:sp>
            <p:nvSpPr>
              <p:cNvPr id="25675" name="Line 92">
                <a:extLst>
                  <a:ext uri="{FF2B5EF4-FFF2-40B4-BE49-F238E27FC236}">
                    <a16:creationId xmlns:a16="http://schemas.microsoft.com/office/drawing/2014/main" id="{0A023A95-4D79-10AE-7B30-032C47C27C88}"/>
                  </a:ext>
                </a:extLst>
              </p:cNvPr>
              <p:cNvSpPr>
                <a:spLocks noChangeShapeType="1"/>
              </p:cNvSpPr>
              <p:nvPr/>
            </p:nvSpPr>
            <p:spPr bwMode="auto">
              <a:xfrm>
                <a:off x="1225" y="3769"/>
                <a:ext cx="571" cy="0"/>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5676" name="Text Box 93">
                <a:extLst>
                  <a:ext uri="{FF2B5EF4-FFF2-40B4-BE49-F238E27FC236}">
                    <a16:creationId xmlns:a16="http://schemas.microsoft.com/office/drawing/2014/main" id="{E010E3B3-EED7-9A19-266F-26CF3F377C3F}"/>
                  </a:ext>
                </a:extLst>
              </p:cNvPr>
              <p:cNvSpPr txBox="1">
                <a:spLocks noChangeArrowheads="1"/>
              </p:cNvSpPr>
              <p:nvPr/>
            </p:nvSpPr>
            <p:spPr bwMode="auto">
              <a:xfrm>
                <a:off x="497" y="1568"/>
                <a:ext cx="614" cy="2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ADDR</a:t>
                </a:r>
              </a:p>
              <a:p>
                <a:pPr eaLnBrk="1" hangingPunct="1"/>
                <a:endParaRPr lang="en-US" altLang="en-US" sz="1400"/>
              </a:p>
              <a:p>
                <a:pPr eaLnBrk="1" hangingPunct="1"/>
                <a:r>
                  <a:rPr lang="en-US" altLang="en-US" sz="1400">
                    <a:latin typeface="Times NR Cyr MT"/>
                  </a:rPr>
                  <a:t>   ~C</a:t>
                </a:r>
                <a:r>
                  <a:rPr lang="en-US" altLang="en-US" sz="1400"/>
                  <a:t>S</a:t>
                </a:r>
              </a:p>
              <a:p>
                <a:pPr eaLnBrk="1" hangingPunct="1"/>
                <a:endParaRPr lang="en-US" altLang="en-US" sz="1400"/>
              </a:p>
              <a:p>
                <a:pPr eaLnBrk="1" hangingPunct="1"/>
                <a:endParaRPr lang="en-US" altLang="en-US" sz="1400"/>
              </a:p>
              <a:p>
                <a:pPr eaLnBrk="1" hangingPunct="1"/>
                <a:r>
                  <a:rPr lang="en-US" altLang="en-US" sz="1400"/>
                  <a:t>    ~OE</a:t>
                </a:r>
              </a:p>
              <a:p>
                <a:pPr eaLnBrk="1" hangingPunct="1"/>
                <a:endParaRPr lang="en-US" altLang="en-US" sz="1400"/>
              </a:p>
              <a:p>
                <a:pPr eaLnBrk="1" hangingPunct="1"/>
                <a:endParaRPr lang="en-US" altLang="en-US" sz="1400"/>
              </a:p>
              <a:p>
                <a:pPr eaLnBrk="1" hangingPunct="1"/>
                <a:r>
                  <a:rPr lang="en-US" altLang="en-US" sz="1400"/>
                  <a:t>    ~WE</a:t>
                </a:r>
              </a:p>
              <a:p>
                <a:pPr eaLnBrk="1" hangingPunct="1"/>
                <a:endParaRPr lang="en-US" altLang="en-US" sz="1400"/>
              </a:p>
              <a:p>
                <a:pPr eaLnBrk="1" hangingPunct="1"/>
                <a:endParaRPr lang="en-US" altLang="en-US" sz="1400"/>
              </a:p>
              <a:p>
                <a:pPr eaLnBrk="1" hangingPunct="1"/>
                <a:r>
                  <a:rPr lang="en-US" altLang="en-US" sz="1400"/>
                  <a:t>   DATA</a:t>
                </a:r>
                <a:endParaRPr lang="ru-RU" altLang="en-US" sz="1400"/>
              </a:p>
            </p:txBody>
          </p:sp>
          <p:sp>
            <p:nvSpPr>
              <p:cNvPr id="25677" name="Line 94">
                <a:extLst>
                  <a:ext uri="{FF2B5EF4-FFF2-40B4-BE49-F238E27FC236}">
                    <a16:creationId xmlns:a16="http://schemas.microsoft.com/office/drawing/2014/main" id="{B2F3B355-A559-8AD8-2924-3D7A98C51CC3}"/>
                  </a:ext>
                </a:extLst>
              </p:cNvPr>
              <p:cNvSpPr>
                <a:spLocks noChangeShapeType="1"/>
              </p:cNvSpPr>
              <p:nvPr/>
            </p:nvSpPr>
            <p:spPr bwMode="auto">
              <a:xfrm flipV="1">
                <a:off x="1635" y="3429"/>
                <a:ext cx="107" cy="19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8" name="Line 95">
                <a:extLst>
                  <a:ext uri="{FF2B5EF4-FFF2-40B4-BE49-F238E27FC236}">
                    <a16:creationId xmlns:a16="http://schemas.microsoft.com/office/drawing/2014/main" id="{CCC4DF6D-D4CE-ABCA-6253-D26284BED528}"/>
                  </a:ext>
                </a:extLst>
              </p:cNvPr>
              <p:cNvSpPr>
                <a:spLocks noChangeShapeType="1"/>
              </p:cNvSpPr>
              <p:nvPr/>
            </p:nvSpPr>
            <p:spPr bwMode="auto">
              <a:xfrm>
                <a:off x="1635" y="3429"/>
                <a:ext cx="107" cy="19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9" name="Line 96">
                <a:extLst>
                  <a:ext uri="{FF2B5EF4-FFF2-40B4-BE49-F238E27FC236}">
                    <a16:creationId xmlns:a16="http://schemas.microsoft.com/office/drawing/2014/main" id="{11BB61D0-1597-20D4-A3B1-DF647F028FCA}"/>
                  </a:ext>
                </a:extLst>
              </p:cNvPr>
              <p:cNvSpPr>
                <a:spLocks noChangeShapeType="1"/>
              </p:cNvSpPr>
              <p:nvPr/>
            </p:nvSpPr>
            <p:spPr bwMode="auto">
              <a:xfrm>
                <a:off x="4106" y="2466"/>
                <a:ext cx="91" cy="24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80" name="Line 97">
                <a:extLst>
                  <a:ext uri="{FF2B5EF4-FFF2-40B4-BE49-F238E27FC236}">
                    <a16:creationId xmlns:a16="http://schemas.microsoft.com/office/drawing/2014/main" id="{C49772A4-695C-2E8B-F473-1EEAE793C128}"/>
                  </a:ext>
                </a:extLst>
              </p:cNvPr>
              <p:cNvSpPr>
                <a:spLocks noChangeShapeType="1"/>
              </p:cNvSpPr>
              <p:nvPr/>
            </p:nvSpPr>
            <p:spPr bwMode="auto">
              <a:xfrm>
                <a:off x="4228" y="2483"/>
                <a:ext cx="79" cy="21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81" name="Line 98">
                <a:extLst>
                  <a:ext uri="{FF2B5EF4-FFF2-40B4-BE49-F238E27FC236}">
                    <a16:creationId xmlns:a16="http://schemas.microsoft.com/office/drawing/2014/main" id="{0896608E-6AB4-CB78-8842-8ED359A8746F}"/>
                  </a:ext>
                </a:extLst>
              </p:cNvPr>
              <p:cNvSpPr>
                <a:spLocks noChangeShapeType="1"/>
              </p:cNvSpPr>
              <p:nvPr/>
            </p:nvSpPr>
            <p:spPr bwMode="auto">
              <a:xfrm>
                <a:off x="4326" y="2490"/>
                <a:ext cx="98" cy="22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82" name="Line 99">
                <a:extLst>
                  <a:ext uri="{FF2B5EF4-FFF2-40B4-BE49-F238E27FC236}">
                    <a16:creationId xmlns:a16="http://schemas.microsoft.com/office/drawing/2014/main" id="{C073319A-79F5-6773-73CB-49E377339CCD}"/>
                  </a:ext>
                </a:extLst>
              </p:cNvPr>
              <p:cNvSpPr>
                <a:spLocks noChangeShapeType="1"/>
              </p:cNvSpPr>
              <p:nvPr/>
            </p:nvSpPr>
            <p:spPr bwMode="auto">
              <a:xfrm>
                <a:off x="4433" y="2468"/>
                <a:ext cx="84" cy="2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83" name="Line 100">
                <a:extLst>
                  <a:ext uri="{FF2B5EF4-FFF2-40B4-BE49-F238E27FC236}">
                    <a16:creationId xmlns:a16="http://schemas.microsoft.com/office/drawing/2014/main" id="{E5B50756-DE59-47D8-2110-856500110815}"/>
                  </a:ext>
                </a:extLst>
              </p:cNvPr>
              <p:cNvSpPr>
                <a:spLocks noChangeShapeType="1"/>
              </p:cNvSpPr>
              <p:nvPr/>
            </p:nvSpPr>
            <p:spPr bwMode="auto">
              <a:xfrm>
                <a:off x="4538" y="2494"/>
                <a:ext cx="85" cy="20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84" name="Line 101">
                <a:extLst>
                  <a:ext uri="{FF2B5EF4-FFF2-40B4-BE49-F238E27FC236}">
                    <a16:creationId xmlns:a16="http://schemas.microsoft.com/office/drawing/2014/main" id="{8AB4D9DC-5D64-4DA3-523E-3C23EE8DA8CC}"/>
                  </a:ext>
                </a:extLst>
              </p:cNvPr>
              <p:cNvSpPr>
                <a:spLocks noChangeShapeType="1"/>
              </p:cNvSpPr>
              <p:nvPr/>
            </p:nvSpPr>
            <p:spPr bwMode="auto">
              <a:xfrm>
                <a:off x="4637" y="2480"/>
                <a:ext cx="84" cy="2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85" name="Line 102">
                <a:extLst>
                  <a:ext uri="{FF2B5EF4-FFF2-40B4-BE49-F238E27FC236}">
                    <a16:creationId xmlns:a16="http://schemas.microsoft.com/office/drawing/2014/main" id="{BBA57635-A584-1722-48DB-035AD5AAB682}"/>
                  </a:ext>
                </a:extLst>
              </p:cNvPr>
              <p:cNvSpPr>
                <a:spLocks noChangeShapeType="1"/>
              </p:cNvSpPr>
              <p:nvPr/>
            </p:nvSpPr>
            <p:spPr bwMode="auto">
              <a:xfrm>
                <a:off x="4737" y="2466"/>
                <a:ext cx="84" cy="2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86" name="Line 103">
                <a:extLst>
                  <a:ext uri="{FF2B5EF4-FFF2-40B4-BE49-F238E27FC236}">
                    <a16:creationId xmlns:a16="http://schemas.microsoft.com/office/drawing/2014/main" id="{E5B04EC6-041F-71B4-6C68-FA001DFACB7C}"/>
                  </a:ext>
                </a:extLst>
              </p:cNvPr>
              <p:cNvSpPr>
                <a:spLocks noChangeShapeType="1"/>
              </p:cNvSpPr>
              <p:nvPr/>
            </p:nvSpPr>
            <p:spPr bwMode="auto">
              <a:xfrm>
                <a:off x="4821" y="2471"/>
                <a:ext cx="61" cy="14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87" name="Line 104">
                <a:extLst>
                  <a:ext uri="{FF2B5EF4-FFF2-40B4-BE49-F238E27FC236}">
                    <a16:creationId xmlns:a16="http://schemas.microsoft.com/office/drawing/2014/main" id="{33968BC0-F42B-0071-6B47-FA7C759F4A5A}"/>
                  </a:ext>
                </a:extLst>
              </p:cNvPr>
              <p:cNvSpPr>
                <a:spLocks noChangeShapeType="1"/>
              </p:cNvSpPr>
              <p:nvPr/>
            </p:nvSpPr>
            <p:spPr bwMode="auto">
              <a:xfrm flipH="1">
                <a:off x="4721" y="2490"/>
                <a:ext cx="115" cy="21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88" name="Line 105">
                <a:extLst>
                  <a:ext uri="{FF2B5EF4-FFF2-40B4-BE49-F238E27FC236}">
                    <a16:creationId xmlns:a16="http://schemas.microsoft.com/office/drawing/2014/main" id="{F689BADF-B8E6-073E-3E96-4F5461F4322A}"/>
                  </a:ext>
                </a:extLst>
              </p:cNvPr>
              <p:cNvSpPr>
                <a:spLocks noChangeShapeType="1"/>
              </p:cNvSpPr>
              <p:nvPr/>
            </p:nvSpPr>
            <p:spPr bwMode="auto">
              <a:xfrm flipH="1">
                <a:off x="4623" y="2504"/>
                <a:ext cx="114" cy="20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89" name="Line 106">
                <a:extLst>
                  <a:ext uri="{FF2B5EF4-FFF2-40B4-BE49-F238E27FC236}">
                    <a16:creationId xmlns:a16="http://schemas.microsoft.com/office/drawing/2014/main" id="{55C4C1BB-DC3D-DF8A-5857-552E7AFE6504}"/>
                  </a:ext>
                </a:extLst>
              </p:cNvPr>
              <p:cNvSpPr>
                <a:spLocks noChangeShapeType="1"/>
              </p:cNvSpPr>
              <p:nvPr/>
            </p:nvSpPr>
            <p:spPr bwMode="auto">
              <a:xfrm flipH="1">
                <a:off x="4517" y="2487"/>
                <a:ext cx="114" cy="21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90" name="Line 107">
                <a:extLst>
                  <a:ext uri="{FF2B5EF4-FFF2-40B4-BE49-F238E27FC236}">
                    <a16:creationId xmlns:a16="http://schemas.microsoft.com/office/drawing/2014/main" id="{537D8EF2-82E8-C30E-D148-EF82E482491A}"/>
                  </a:ext>
                </a:extLst>
              </p:cNvPr>
              <p:cNvSpPr>
                <a:spLocks noChangeShapeType="1"/>
              </p:cNvSpPr>
              <p:nvPr/>
            </p:nvSpPr>
            <p:spPr bwMode="auto">
              <a:xfrm flipH="1">
                <a:off x="4424" y="2504"/>
                <a:ext cx="114" cy="20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91" name="Line 108">
                <a:extLst>
                  <a:ext uri="{FF2B5EF4-FFF2-40B4-BE49-F238E27FC236}">
                    <a16:creationId xmlns:a16="http://schemas.microsoft.com/office/drawing/2014/main" id="{CE86F17F-6ACA-1402-8914-0EC0E4D02C1A}"/>
                  </a:ext>
                </a:extLst>
              </p:cNvPr>
              <p:cNvSpPr>
                <a:spLocks noChangeShapeType="1"/>
              </p:cNvSpPr>
              <p:nvPr/>
            </p:nvSpPr>
            <p:spPr bwMode="auto">
              <a:xfrm flipH="1">
                <a:off x="4307" y="2504"/>
                <a:ext cx="115" cy="20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92" name="Line 109">
                <a:extLst>
                  <a:ext uri="{FF2B5EF4-FFF2-40B4-BE49-F238E27FC236}">
                    <a16:creationId xmlns:a16="http://schemas.microsoft.com/office/drawing/2014/main" id="{A9D62732-07BB-B459-96CA-AE9374161F68}"/>
                  </a:ext>
                </a:extLst>
              </p:cNvPr>
              <p:cNvSpPr>
                <a:spLocks noChangeShapeType="1"/>
              </p:cNvSpPr>
              <p:nvPr/>
            </p:nvSpPr>
            <p:spPr bwMode="auto">
              <a:xfrm flipH="1">
                <a:off x="4197" y="2487"/>
                <a:ext cx="114" cy="21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93" name="Line 110">
                <a:extLst>
                  <a:ext uri="{FF2B5EF4-FFF2-40B4-BE49-F238E27FC236}">
                    <a16:creationId xmlns:a16="http://schemas.microsoft.com/office/drawing/2014/main" id="{D33355AB-7FF1-FC84-39FA-07064C313FB3}"/>
                  </a:ext>
                </a:extLst>
              </p:cNvPr>
              <p:cNvSpPr>
                <a:spLocks noChangeShapeType="1"/>
              </p:cNvSpPr>
              <p:nvPr/>
            </p:nvSpPr>
            <p:spPr bwMode="auto">
              <a:xfrm flipH="1">
                <a:off x="4099" y="2480"/>
                <a:ext cx="114" cy="21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94" name="Line 111">
                <a:extLst>
                  <a:ext uri="{FF2B5EF4-FFF2-40B4-BE49-F238E27FC236}">
                    <a16:creationId xmlns:a16="http://schemas.microsoft.com/office/drawing/2014/main" id="{7974A1A8-1549-093E-CD4E-9CDAED907C49}"/>
                  </a:ext>
                </a:extLst>
              </p:cNvPr>
              <p:cNvSpPr>
                <a:spLocks noChangeShapeType="1"/>
              </p:cNvSpPr>
              <p:nvPr/>
            </p:nvSpPr>
            <p:spPr bwMode="auto">
              <a:xfrm flipH="1">
                <a:off x="4048" y="2471"/>
                <a:ext cx="58" cy="14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95" name="Line 112">
                <a:extLst>
                  <a:ext uri="{FF2B5EF4-FFF2-40B4-BE49-F238E27FC236}">
                    <a16:creationId xmlns:a16="http://schemas.microsoft.com/office/drawing/2014/main" id="{7630C0AD-C819-8C70-5ACB-E2676B40DF1D}"/>
                  </a:ext>
                </a:extLst>
              </p:cNvPr>
              <p:cNvSpPr>
                <a:spLocks noChangeShapeType="1"/>
              </p:cNvSpPr>
              <p:nvPr/>
            </p:nvSpPr>
            <p:spPr bwMode="auto">
              <a:xfrm>
                <a:off x="2257" y="3415"/>
                <a:ext cx="58" cy="8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96" name="Text Box 113">
                <a:extLst>
                  <a:ext uri="{FF2B5EF4-FFF2-40B4-BE49-F238E27FC236}">
                    <a16:creationId xmlns:a16="http://schemas.microsoft.com/office/drawing/2014/main" id="{E6E6A862-45D6-599B-4A2B-67A24D55FD8A}"/>
                  </a:ext>
                </a:extLst>
              </p:cNvPr>
              <p:cNvSpPr txBox="1">
                <a:spLocks noChangeArrowheads="1"/>
              </p:cNvSpPr>
              <p:nvPr/>
            </p:nvSpPr>
            <p:spPr bwMode="auto">
              <a:xfrm>
                <a:off x="1866" y="3410"/>
                <a:ext cx="39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D</a:t>
                </a:r>
                <a:r>
                  <a:rPr lang="en-US" altLang="en-US" sz="1200"/>
                  <a:t>out</a:t>
                </a:r>
                <a:endParaRPr lang="ru-RU" altLang="en-US" sz="1200"/>
              </a:p>
            </p:txBody>
          </p:sp>
          <p:sp>
            <p:nvSpPr>
              <p:cNvPr id="25697" name="Text Box 114">
                <a:extLst>
                  <a:ext uri="{FF2B5EF4-FFF2-40B4-BE49-F238E27FC236}">
                    <a16:creationId xmlns:a16="http://schemas.microsoft.com/office/drawing/2014/main" id="{95436994-717B-E732-0885-75CBD4A5D070}"/>
                  </a:ext>
                </a:extLst>
              </p:cNvPr>
              <p:cNvSpPr txBox="1">
                <a:spLocks noChangeArrowheads="1"/>
              </p:cNvSpPr>
              <p:nvPr/>
            </p:nvSpPr>
            <p:spPr bwMode="auto">
              <a:xfrm>
                <a:off x="2886" y="3400"/>
                <a:ext cx="39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D</a:t>
                </a:r>
                <a:r>
                  <a:rPr lang="en-US" altLang="en-US" sz="1200"/>
                  <a:t>in</a:t>
                </a:r>
                <a:endParaRPr lang="ru-RU" altLang="en-US" sz="1200"/>
              </a:p>
            </p:txBody>
          </p:sp>
          <p:sp>
            <p:nvSpPr>
              <p:cNvPr id="25698" name="Text Box 115">
                <a:extLst>
                  <a:ext uri="{FF2B5EF4-FFF2-40B4-BE49-F238E27FC236}">
                    <a16:creationId xmlns:a16="http://schemas.microsoft.com/office/drawing/2014/main" id="{32580B4B-DE5F-7092-8D87-E342C35F8AB5}"/>
                  </a:ext>
                </a:extLst>
              </p:cNvPr>
              <p:cNvSpPr txBox="1">
                <a:spLocks noChangeArrowheads="1"/>
              </p:cNvSpPr>
              <p:nvPr/>
            </p:nvSpPr>
            <p:spPr bwMode="auto">
              <a:xfrm>
                <a:off x="4433" y="3418"/>
                <a:ext cx="39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D</a:t>
                </a:r>
                <a:r>
                  <a:rPr lang="en-US" altLang="en-US" sz="1200"/>
                  <a:t>in</a:t>
                </a:r>
                <a:endParaRPr lang="ru-RU" altLang="en-US" sz="1200"/>
              </a:p>
            </p:txBody>
          </p:sp>
        </p:grpSp>
        <p:sp>
          <p:nvSpPr>
            <p:cNvPr id="25610" name="Text Box 117">
              <a:extLst>
                <a:ext uri="{FF2B5EF4-FFF2-40B4-BE49-F238E27FC236}">
                  <a16:creationId xmlns:a16="http://schemas.microsoft.com/office/drawing/2014/main" id="{7B349408-BC4D-4548-5083-659817563A56}"/>
                </a:ext>
              </a:extLst>
            </p:cNvPr>
            <p:cNvSpPr txBox="1">
              <a:spLocks noChangeArrowheads="1"/>
            </p:cNvSpPr>
            <p:nvPr/>
          </p:nvSpPr>
          <p:spPr bwMode="auto">
            <a:xfrm>
              <a:off x="2124075" y="5948363"/>
              <a:ext cx="620713"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baseline="-25000"/>
                <a:t>AA</a:t>
              </a:r>
              <a:endParaRPr lang="ru-RU" altLang="en-US" baseline="-2500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a:extLst>
              <a:ext uri="{FF2B5EF4-FFF2-40B4-BE49-F238E27FC236}">
                <a16:creationId xmlns:a16="http://schemas.microsoft.com/office/drawing/2014/main" id="{E6741D03-6786-C97B-BE9C-ED6FE4AFC738}"/>
              </a:ext>
            </a:extLst>
          </p:cNvPr>
          <p:cNvSpPr>
            <a:spLocks noGrp="1" noChangeArrowheads="1"/>
          </p:cNvSpPr>
          <p:nvPr>
            <p:ph type="title"/>
          </p:nvPr>
        </p:nvSpPr>
        <p:spPr/>
        <p:txBody>
          <a:bodyPr/>
          <a:lstStyle/>
          <a:p>
            <a:r>
              <a:rPr lang="en-US" altLang="en-US"/>
              <a:t>Read Cycle</a:t>
            </a:r>
            <a:endParaRPr lang="ru-RU" altLang="en-US"/>
          </a:p>
        </p:txBody>
      </p:sp>
      <p:grpSp>
        <p:nvGrpSpPr>
          <p:cNvPr id="26627" name="Group 91">
            <a:extLst>
              <a:ext uri="{FF2B5EF4-FFF2-40B4-BE49-F238E27FC236}">
                <a16:creationId xmlns:a16="http://schemas.microsoft.com/office/drawing/2014/main" id="{630238BA-A4D6-7C80-924E-AB4A840485A6}"/>
              </a:ext>
            </a:extLst>
          </p:cNvPr>
          <p:cNvGrpSpPr>
            <a:grpSpLocks/>
          </p:cNvGrpSpPr>
          <p:nvPr/>
        </p:nvGrpSpPr>
        <p:grpSpPr bwMode="auto">
          <a:xfrm>
            <a:off x="2635251" y="1285876"/>
            <a:ext cx="6818313" cy="4143375"/>
            <a:chOff x="340" y="1207"/>
            <a:chExt cx="4899" cy="2495"/>
          </a:xfrm>
        </p:grpSpPr>
        <p:sp>
          <p:nvSpPr>
            <p:cNvPr id="26628" name="Text Box 6">
              <a:extLst>
                <a:ext uri="{FF2B5EF4-FFF2-40B4-BE49-F238E27FC236}">
                  <a16:creationId xmlns:a16="http://schemas.microsoft.com/office/drawing/2014/main" id="{7B543BE4-5315-54FF-7891-87308C363A14}"/>
                </a:ext>
              </a:extLst>
            </p:cNvPr>
            <p:cNvSpPr txBox="1">
              <a:spLocks noChangeArrowheads="1"/>
            </p:cNvSpPr>
            <p:nvPr/>
          </p:nvSpPr>
          <p:spPr bwMode="auto">
            <a:xfrm>
              <a:off x="503" y="2726"/>
              <a:ext cx="505"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WE</a:t>
              </a:r>
              <a:endParaRPr lang="ru-RU" altLang="en-US" sz="1600"/>
            </a:p>
          </p:txBody>
        </p:sp>
        <p:sp>
          <p:nvSpPr>
            <p:cNvPr id="26629" name="Text Box 7">
              <a:extLst>
                <a:ext uri="{FF2B5EF4-FFF2-40B4-BE49-F238E27FC236}">
                  <a16:creationId xmlns:a16="http://schemas.microsoft.com/office/drawing/2014/main" id="{9B130BAE-12A6-5495-6129-03A99CBD5BE6}"/>
                </a:ext>
              </a:extLst>
            </p:cNvPr>
            <p:cNvSpPr txBox="1">
              <a:spLocks noChangeArrowheads="1"/>
            </p:cNvSpPr>
            <p:nvPr/>
          </p:nvSpPr>
          <p:spPr bwMode="auto">
            <a:xfrm>
              <a:off x="445" y="3359"/>
              <a:ext cx="60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Data</a:t>
              </a:r>
              <a:endParaRPr lang="ru-RU" altLang="en-US" sz="1600"/>
            </a:p>
          </p:txBody>
        </p:sp>
        <p:sp>
          <p:nvSpPr>
            <p:cNvPr id="26630" name="Line 8">
              <a:extLst>
                <a:ext uri="{FF2B5EF4-FFF2-40B4-BE49-F238E27FC236}">
                  <a16:creationId xmlns:a16="http://schemas.microsoft.com/office/drawing/2014/main" id="{5C90D54A-087B-7193-BE6C-F8B63D586835}"/>
                </a:ext>
              </a:extLst>
            </p:cNvPr>
            <p:cNvSpPr>
              <a:spLocks noChangeShapeType="1"/>
            </p:cNvSpPr>
            <p:nvPr/>
          </p:nvSpPr>
          <p:spPr bwMode="auto">
            <a:xfrm>
              <a:off x="547" y="2738"/>
              <a:ext cx="25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1" name="Line 9">
              <a:extLst>
                <a:ext uri="{FF2B5EF4-FFF2-40B4-BE49-F238E27FC236}">
                  <a16:creationId xmlns:a16="http://schemas.microsoft.com/office/drawing/2014/main" id="{B2EAB34F-EE04-1030-A176-B70573970964}"/>
                </a:ext>
              </a:extLst>
            </p:cNvPr>
            <p:cNvSpPr>
              <a:spLocks noChangeShapeType="1"/>
            </p:cNvSpPr>
            <p:nvPr/>
          </p:nvSpPr>
          <p:spPr bwMode="auto">
            <a:xfrm>
              <a:off x="899" y="1425"/>
              <a:ext cx="0" cy="22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2" name="Line 10">
              <a:extLst>
                <a:ext uri="{FF2B5EF4-FFF2-40B4-BE49-F238E27FC236}">
                  <a16:creationId xmlns:a16="http://schemas.microsoft.com/office/drawing/2014/main" id="{E72EA8F4-F063-7683-4AE5-ABE0B32D0798}"/>
                </a:ext>
              </a:extLst>
            </p:cNvPr>
            <p:cNvSpPr>
              <a:spLocks noChangeShapeType="1"/>
            </p:cNvSpPr>
            <p:nvPr/>
          </p:nvSpPr>
          <p:spPr bwMode="auto">
            <a:xfrm flipH="1">
              <a:off x="3000" y="1613"/>
              <a:ext cx="0" cy="206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3" name="Line 11">
              <a:extLst>
                <a:ext uri="{FF2B5EF4-FFF2-40B4-BE49-F238E27FC236}">
                  <a16:creationId xmlns:a16="http://schemas.microsoft.com/office/drawing/2014/main" id="{76EEE093-D2EA-B122-57A9-384A657D31A1}"/>
                </a:ext>
              </a:extLst>
            </p:cNvPr>
            <p:cNvSpPr>
              <a:spLocks noChangeShapeType="1"/>
            </p:cNvSpPr>
            <p:nvPr/>
          </p:nvSpPr>
          <p:spPr bwMode="auto">
            <a:xfrm>
              <a:off x="1851" y="2223"/>
              <a:ext cx="174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4" name="Line 12">
              <a:extLst>
                <a:ext uri="{FF2B5EF4-FFF2-40B4-BE49-F238E27FC236}">
                  <a16:creationId xmlns:a16="http://schemas.microsoft.com/office/drawing/2014/main" id="{116FBB25-C155-DA1E-9B16-599D9A495C36}"/>
                </a:ext>
              </a:extLst>
            </p:cNvPr>
            <p:cNvSpPr>
              <a:spLocks noChangeShapeType="1"/>
            </p:cNvSpPr>
            <p:nvPr/>
          </p:nvSpPr>
          <p:spPr bwMode="auto">
            <a:xfrm flipV="1">
              <a:off x="3589" y="1963"/>
              <a:ext cx="87" cy="2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5" name="Line 13">
              <a:extLst>
                <a:ext uri="{FF2B5EF4-FFF2-40B4-BE49-F238E27FC236}">
                  <a16:creationId xmlns:a16="http://schemas.microsoft.com/office/drawing/2014/main" id="{3029578D-4228-8C92-30FF-73258387030C}"/>
                </a:ext>
              </a:extLst>
            </p:cNvPr>
            <p:cNvSpPr>
              <a:spLocks noChangeShapeType="1"/>
            </p:cNvSpPr>
            <p:nvPr/>
          </p:nvSpPr>
          <p:spPr bwMode="auto">
            <a:xfrm flipV="1">
              <a:off x="3675" y="1960"/>
              <a:ext cx="142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6" name="Line 14">
              <a:extLst>
                <a:ext uri="{FF2B5EF4-FFF2-40B4-BE49-F238E27FC236}">
                  <a16:creationId xmlns:a16="http://schemas.microsoft.com/office/drawing/2014/main" id="{E70F570D-A640-0ADB-293D-01E4C922D85D}"/>
                </a:ext>
              </a:extLst>
            </p:cNvPr>
            <p:cNvSpPr>
              <a:spLocks noChangeShapeType="1"/>
            </p:cNvSpPr>
            <p:nvPr/>
          </p:nvSpPr>
          <p:spPr bwMode="auto">
            <a:xfrm>
              <a:off x="907" y="2433"/>
              <a:ext cx="108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7" name="Line 15">
              <a:extLst>
                <a:ext uri="{FF2B5EF4-FFF2-40B4-BE49-F238E27FC236}">
                  <a16:creationId xmlns:a16="http://schemas.microsoft.com/office/drawing/2014/main" id="{E370B8B2-66B2-C512-F6CC-04FACB372EE2}"/>
                </a:ext>
              </a:extLst>
            </p:cNvPr>
            <p:cNvSpPr>
              <a:spLocks noChangeShapeType="1"/>
            </p:cNvSpPr>
            <p:nvPr/>
          </p:nvSpPr>
          <p:spPr bwMode="auto">
            <a:xfrm>
              <a:off x="1996" y="2433"/>
              <a:ext cx="87" cy="2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8" name="Line 16">
              <a:extLst>
                <a:ext uri="{FF2B5EF4-FFF2-40B4-BE49-F238E27FC236}">
                  <a16:creationId xmlns:a16="http://schemas.microsoft.com/office/drawing/2014/main" id="{F2823385-DA4B-7248-C4FC-CB95E5013302}"/>
                </a:ext>
              </a:extLst>
            </p:cNvPr>
            <p:cNvSpPr>
              <a:spLocks noChangeShapeType="1"/>
            </p:cNvSpPr>
            <p:nvPr/>
          </p:nvSpPr>
          <p:spPr bwMode="auto">
            <a:xfrm>
              <a:off x="2083" y="2684"/>
              <a:ext cx="13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9" name="Line 17">
              <a:extLst>
                <a:ext uri="{FF2B5EF4-FFF2-40B4-BE49-F238E27FC236}">
                  <a16:creationId xmlns:a16="http://schemas.microsoft.com/office/drawing/2014/main" id="{9465D5DE-43B3-0523-9784-1F59F94C8A39}"/>
                </a:ext>
              </a:extLst>
            </p:cNvPr>
            <p:cNvSpPr>
              <a:spLocks noChangeShapeType="1"/>
            </p:cNvSpPr>
            <p:nvPr/>
          </p:nvSpPr>
          <p:spPr bwMode="auto">
            <a:xfrm flipV="1">
              <a:off x="3408" y="2433"/>
              <a:ext cx="86" cy="2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0" name="Line 18">
              <a:extLst>
                <a:ext uri="{FF2B5EF4-FFF2-40B4-BE49-F238E27FC236}">
                  <a16:creationId xmlns:a16="http://schemas.microsoft.com/office/drawing/2014/main" id="{C671D931-0D13-35DE-B906-8D506D9651BF}"/>
                </a:ext>
              </a:extLst>
            </p:cNvPr>
            <p:cNvSpPr>
              <a:spLocks noChangeShapeType="1"/>
            </p:cNvSpPr>
            <p:nvPr/>
          </p:nvSpPr>
          <p:spPr bwMode="auto">
            <a:xfrm>
              <a:off x="3498" y="2431"/>
              <a:ext cx="164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1" name="Line 19">
              <a:extLst>
                <a:ext uri="{FF2B5EF4-FFF2-40B4-BE49-F238E27FC236}">
                  <a16:creationId xmlns:a16="http://schemas.microsoft.com/office/drawing/2014/main" id="{93A68265-E448-3FDD-BBDC-0776C63A71F6}"/>
                </a:ext>
              </a:extLst>
            </p:cNvPr>
            <p:cNvSpPr>
              <a:spLocks noChangeShapeType="1"/>
            </p:cNvSpPr>
            <p:nvPr/>
          </p:nvSpPr>
          <p:spPr bwMode="auto">
            <a:xfrm>
              <a:off x="3051" y="3408"/>
              <a:ext cx="121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2" name="Line 20">
              <a:extLst>
                <a:ext uri="{FF2B5EF4-FFF2-40B4-BE49-F238E27FC236}">
                  <a16:creationId xmlns:a16="http://schemas.microsoft.com/office/drawing/2014/main" id="{7C404337-73FF-66A4-34D3-663EB2D369CE}"/>
                </a:ext>
              </a:extLst>
            </p:cNvPr>
            <p:cNvSpPr>
              <a:spLocks noChangeShapeType="1"/>
            </p:cNvSpPr>
            <p:nvPr/>
          </p:nvSpPr>
          <p:spPr bwMode="auto">
            <a:xfrm>
              <a:off x="3067" y="3651"/>
              <a:ext cx="121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3" name="Line 21">
              <a:extLst>
                <a:ext uri="{FF2B5EF4-FFF2-40B4-BE49-F238E27FC236}">
                  <a16:creationId xmlns:a16="http://schemas.microsoft.com/office/drawing/2014/main" id="{573AD441-2F3E-D5BB-3E4F-A65F0DADD463}"/>
                </a:ext>
              </a:extLst>
            </p:cNvPr>
            <p:cNvSpPr>
              <a:spLocks noChangeShapeType="1"/>
            </p:cNvSpPr>
            <p:nvPr/>
          </p:nvSpPr>
          <p:spPr bwMode="auto">
            <a:xfrm>
              <a:off x="4648" y="3536"/>
              <a:ext cx="59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4" name="Line 22">
              <a:extLst>
                <a:ext uri="{FF2B5EF4-FFF2-40B4-BE49-F238E27FC236}">
                  <a16:creationId xmlns:a16="http://schemas.microsoft.com/office/drawing/2014/main" id="{98BD9408-7EE6-58C7-0717-8414072214ED}"/>
                </a:ext>
              </a:extLst>
            </p:cNvPr>
            <p:cNvSpPr>
              <a:spLocks noChangeShapeType="1"/>
            </p:cNvSpPr>
            <p:nvPr/>
          </p:nvSpPr>
          <p:spPr bwMode="auto">
            <a:xfrm flipV="1">
              <a:off x="2678" y="2264"/>
              <a:ext cx="0" cy="140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5" name="Line 23">
              <a:extLst>
                <a:ext uri="{FF2B5EF4-FFF2-40B4-BE49-F238E27FC236}">
                  <a16:creationId xmlns:a16="http://schemas.microsoft.com/office/drawing/2014/main" id="{47DD2D1E-72A0-F46F-3073-AC6E3221C903}"/>
                </a:ext>
              </a:extLst>
            </p:cNvPr>
            <p:cNvSpPr>
              <a:spLocks noChangeShapeType="1"/>
            </p:cNvSpPr>
            <p:nvPr/>
          </p:nvSpPr>
          <p:spPr bwMode="auto">
            <a:xfrm>
              <a:off x="2042" y="2447"/>
              <a:ext cx="0" cy="120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6" name="Line 24">
              <a:extLst>
                <a:ext uri="{FF2B5EF4-FFF2-40B4-BE49-F238E27FC236}">
                  <a16:creationId xmlns:a16="http://schemas.microsoft.com/office/drawing/2014/main" id="{779A79FD-2651-EB23-87D7-22D1A3E13616}"/>
                </a:ext>
              </a:extLst>
            </p:cNvPr>
            <p:cNvSpPr>
              <a:spLocks noChangeShapeType="1"/>
            </p:cNvSpPr>
            <p:nvPr/>
          </p:nvSpPr>
          <p:spPr bwMode="auto">
            <a:xfrm>
              <a:off x="909" y="2964"/>
              <a:ext cx="429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7" name="Line 25">
              <a:extLst>
                <a:ext uri="{FF2B5EF4-FFF2-40B4-BE49-F238E27FC236}">
                  <a16:creationId xmlns:a16="http://schemas.microsoft.com/office/drawing/2014/main" id="{3C7A0799-BE24-6012-3E75-219D235079E7}"/>
                </a:ext>
              </a:extLst>
            </p:cNvPr>
            <p:cNvSpPr>
              <a:spLocks noChangeShapeType="1"/>
            </p:cNvSpPr>
            <p:nvPr/>
          </p:nvSpPr>
          <p:spPr bwMode="auto">
            <a:xfrm flipH="1">
              <a:off x="3450" y="2430"/>
              <a:ext cx="0" cy="93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8" name="Line 26">
              <a:extLst>
                <a:ext uri="{FF2B5EF4-FFF2-40B4-BE49-F238E27FC236}">
                  <a16:creationId xmlns:a16="http://schemas.microsoft.com/office/drawing/2014/main" id="{09529A08-A285-9B42-47AF-943D43E00801}"/>
                </a:ext>
              </a:extLst>
            </p:cNvPr>
            <p:cNvSpPr>
              <a:spLocks noChangeShapeType="1"/>
            </p:cNvSpPr>
            <p:nvPr/>
          </p:nvSpPr>
          <p:spPr bwMode="auto">
            <a:xfrm>
              <a:off x="887" y="1963"/>
              <a:ext cx="89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9" name="Line 27">
              <a:extLst>
                <a:ext uri="{FF2B5EF4-FFF2-40B4-BE49-F238E27FC236}">
                  <a16:creationId xmlns:a16="http://schemas.microsoft.com/office/drawing/2014/main" id="{6B8BA335-C2CE-2D1E-A066-427356B16756}"/>
                </a:ext>
              </a:extLst>
            </p:cNvPr>
            <p:cNvSpPr>
              <a:spLocks noChangeShapeType="1"/>
            </p:cNvSpPr>
            <p:nvPr/>
          </p:nvSpPr>
          <p:spPr bwMode="auto">
            <a:xfrm>
              <a:off x="1774" y="1963"/>
              <a:ext cx="77" cy="2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0" name="Text Box 28">
              <a:extLst>
                <a:ext uri="{FF2B5EF4-FFF2-40B4-BE49-F238E27FC236}">
                  <a16:creationId xmlns:a16="http://schemas.microsoft.com/office/drawing/2014/main" id="{15EA7CDB-F31A-1164-2D26-A3FA169200C8}"/>
                </a:ext>
              </a:extLst>
            </p:cNvPr>
            <p:cNvSpPr txBox="1">
              <a:spLocks noChangeArrowheads="1"/>
            </p:cNvSpPr>
            <p:nvPr/>
          </p:nvSpPr>
          <p:spPr bwMode="auto">
            <a:xfrm>
              <a:off x="2270" y="2381"/>
              <a:ext cx="64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AOE</a:t>
              </a:r>
              <a:endParaRPr lang="ru-RU" altLang="en-US" sz="1600"/>
            </a:p>
          </p:txBody>
        </p:sp>
        <p:sp>
          <p:nvSpPr>
            <p:cNvPr id="26651" name="Line 29">
              <a:extLst>
                <a:ext uri="{FF2B5EF4-FFF2-40B4-BE49-F238E27FC236}">
                  <a16:creationId xmlns:a16="http://schemas.microsoft.com/office/drawing/2014/main" id="{39EFC4C1-C319-BF22-35E1-B47DDA5069F6}"/>
                </a:ext>
              </a:extLst>
            </p:cNvPr>
            <p:cNvSpPr>
              <a:spLocks noChangeShapeType="1"/>
            </p:cNvSpPr>
            <p:nvPr/>
          </p:nvSpPr>
          <p:spPr bwMode="auto">
            <a:xfrm flipH="1" flipV="1">
              <a:off x="911" y="3526"/>
              <a:ext cx="17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2" name="Text Box 30">
              <a:extLst>
                <a:ext uri="{FF2B5EF4-FFF2-40B4-BE49-F238E27FC236}">
                  <a16:creationId xmlns:a16="http://schemas.microsoft.com/office/drawing/2014/main" id="{6716475C-3B21-4E9E-D4C6-D031D655519F}"/>
                </a:ext>
              </a:extLst>
            </p:cNvPr>
            <p:cNvSpPr txBox="1">
              <a:spLocks noChangeArrowheads="1"/>
            </p:cNvSpPr>
            <p:nvPr/>
          </p:nvSpPr>
          <p:spPr bwMode="auto">
            <a:xfrm>
              <a:off x="3188" y="3418"/>
              <a:ext cx="966"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Valid Data </a:t>
              </a:r>
              <a:endParaRPr lang="ru-RU" altLang="en-US" sz="1600"/>
            </a:p>
          </p:txBody>
        </p:sp>
        <p:sp>
          <p:nvSpPr>
            <p:cNvPr id="26653" name="Line 31">
              <a:extLst>
                <a:ext uri="{FF2B5EF4-FFF2-40B4-BE49-F238E27FC236}">
                  <a16:creationId xmlns:a16="http://schemas.microsoft.com/office/drawing/2014/main" id="{C7E6E6B6-C4A1-1083-2CDC-25D602E826C3}"/>
                </a:ext>
              </a:extLst>
            </p:cNvPr>
            <p:cNvSpPr>
              <a:spLocks noChangeShapeType="1"/>
            </p:cNvSpPr>
            <p:nvPr/>
          </p:nvSpPr>
          <p:spPr bwMode="auto">
            <a:xfrm>
              <a:off x="3904" y="1324"/>
              <a:ext cx="0" cy="14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4" name="Line 32">
              <a:extLst>
                <a:ext uri="{FF2B5EF4-FFF2-40B4-BE49-F238E27FC236}">
                  <a16:creationId xmlns:a16="http://schemas.microsoft.com/office/drawing/2014/main" id="{A99D76A3-6B23-76F3-1264-C6965F033D11}"/>
                </a:ext>
              </a:extLst>
            </p:cNvPr>
            <p:cNvSpPr>
              <a:spLocks noChangeShapeType="1"/>
            </p:cNvSpPr>
            <p:nvPr/>
          </p:nvSpPr>
          <p:spPr bwMode="auto">
            <a:xfrm>
              <a:off x="889" y="1501"/>
              <a:ext cx="65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5" name="Line 33">
              <a:extLst>
                <a:ext uri="{FF2B5EF4-FFF2-40B4-BE49-F238E27FC236}">
                  <a16:creationId xmlns:a16="http://schemas.microsoft.com/office/drawing/2014/main" id="{CE3BFC6F-758A-9B57-CD96-D177443256B4}"/>
                </a:ext>
              </a:extLst>
            </p:cNvPr>
            <p:cNvSpPr>
              <a:spLocks noChangeShapeType="1"/>
            </p:cNvSpPr>
            <p:nvPr/>
          </p:nvSpPr>
          <p:spPr bwMode="auto">
            <a:xfrm>
              <a:off x="1550" y="1493"/>
              <a:ext cx="67" cy="2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6" name="Line 34">
              <a:extLst>
                <a:ext uri="{FF2B5EF4-FFF2-40B4-BE49-F238E27FC236}">
                  <a16:creationId xmlns:a16="http://schemas.microsoft.com/office/drawing/2014/main" id="{9EF42E6E-D765-4098-0BFC-E8DBA146D0ED}"/>
                </a:ext>
              </a:extLst>
            </p:cNvPr>
            <p:cNvSpPr>
              <a:spLocks noChangeShapeType="1"/>
            </p:cNvSpPr>
            <p:nvPr/>
          </p:nvSpPr>
          <p:spPr bwMode="auto">
            <a:xfrm>
              <a:off x="885" y="1755"/>
              <a:ext cx="65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7" name="Line 35">
              <a:extLst>
                <a:ext uri="{FF2B5EF4-FFF2-40B4-BE49-F238E27FC236}">
                  <a16:creationId xmlns:a16="http://schemas.microsoft.com/office/drawing/2014/main" id="{42960219-A578-96AC-1885-AC19BD43538A}"/>
                </a:ext>
              </a:extLst>
            </p:cNvPr>
            <p:cNvSpPr>
              <a:spLocks noChangeShapeType="1"/>
            </p:cNvSpPr>
            <p:nvPr/>
          </p:nvSpPr>
          <p:spPr bwMode="auto">
            <a:xfrm flipV="1">
              <a:off x="1538" y="1493"/>
              <a:ext cx="87" cy="25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8" name="Line 36">
              <a:extLst>
                <a:ext uri="{FF2B5EF4-FFF2-40B4-BE49-F238E27FC236}">
                  <a16:creationId xmlns:a16="http://schemas.microsoft.com/office/drawing/2014/main" id="{56C546C9-C712-6323-9296-A5F00C322EED}"/>
                </a:ext>
              </a:extLst>
            </p:cNvPr>
            <p:cNvSpPr>
              <a:spLocks noChangeShapeType="1"/>
            </p:cNvSpPr>
            <p:nvPr/>
          </p:nvSpPr>
          <p:spPr bwMode="auto">
            <a:xfrm>
              <a:off x="1629" y="1491"/>
              <a:ext cx="221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9" name="Line 37">
              <a:extLst>
                <a:ext uri="{FF2B5EF4-FFF2-40B4-BE49-F238E27FC236}">
                  <a16:creationId xmlns:a16="http://schemas.microsoft.com/office/drawing/2014/main" id="{724CF8FB-BF71-1AB2-7A54-F55A33A4D6CD}"/>
                </a:ext>
              </a:extLst>
            </p:cNvPr>
            <p:cNvSpPr>
              <a:spLocks noChangeShapeType="1"/>
            </p:cNvSpPr>
            <p:nvPr/>
          </p:nvSpPr>
          <p:spPr bwMode="auto">
            <a:xfrm>
              <a:off x="1607" y="1753"/>
              <a:ext cx="22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0" name="Text Box 38">
              <a:extLst>
                <a:ext uri="{FF2B5EF4-FFF2-40B4-BE49-F238E27FC236}">
                  <a16:creationId xmlns:a16="http://schemas.microsoft.com/office/drawing/2014/main" id="{01BF1854-3C7B-8051-0FFD-A6B42BF6877E}"/>
                </a:ext>
              </a:extLst>
            </p:cNvPr>
            <p:cNvSpPr txBox="1">
              <a:spLocks noChangeArrowheads="1"/>
            </p:cNvSpPr>
            <p:nvPr/>
          </p:nvSpPr>
          <p:spPr bwMode="auto">
            <a:xfrm>
              <a:off x="340" y="1505"/>
              <a:ext cx="720"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ADDR</a:t>
              </a:r>
            </a:p>
            <a:p>
              <a:pPr eaLnBrk="1" hangingPunct="1"/>
              <a:endParaRPr lang="ru-RU" altLang="en-US" sz="1600"/>
            </a:p>
          </p:txBody>
        </p:sp>
        <p:sp>
          <p:nvSpPr>
            <p:cNvPr id="26661" name="Text Box 39">
              <a:extLst>
                <a:ext uri="{FF2B5EF4-FFF2-40B4-BE49-F238E27FC236}">
                  <a16:creationId xmlns:a16="http://schemas.microsoft.com/office/drawing/2014/main" id="{27B10FE5-F72C-8623-C8F8-DE415AFE8D90}"/>
                </a:ext>
              </a:extLst>
            </p:cNvPr>
            <p:cNvSpPr txBox="1">
              <a:spLocks noChangeArrowheads="1"/>
            </p:cNvSpPr>
            <p:nvPr/>
          </p:nvSpPr>
          <p:spPr bwMode="auto">
            <a:xfrm>
              <a:off x="447" y="1853"/>
              <a:ext cx="720"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ym typeface="Symbol" panose="05050102010706020507" pitchFamily="18" charset="2"/>
                </a:rPr>
                <a:t></a:t>
              </a:r>
              <a:r>
                <a:rPr lang="en-US" altLang="en-US" sz="1600"/>
                <a:t>CS</a:t>
              </a:r>
            </a:p>
            <a:p>
              <a:pPr eaLnBrk="1" hangingPunct="1"/>
              <a:endParaRPr lang="ru-RU" altLang="en-US" sz="1600"/>
            </a:p>
          </p:txBody>
        </p:sp>
        <p:sp>
          <p:nvSpPr>
            <p:cNvPr id="26662" name="Text Box 40">
              <a:extLst>
                <a:ext uri="{FF2B5EF4-FFF2-40B4-BE49-F238E27FC236}">
                  <a16:creationId xmlns:a16="http://schemas.microsoft.com/office/drawing/2014/main" id="{DE04E861-0BB9-0034-F8AC-40611C88D18A}"/>
                </a:ext>
              </a:extLst>
            </p:cNvPr>
            <p:cNvSpPr txBox="1">
              <a:spLocks noChangeArrowheads="1"/>
            </p:cNvSpPr>
            <p:nvPr/>
          </p:nvSpPr>
          <p:spPr bwMode="auto">
            <a:xfrm>
              <a:off x="433" y="2322"/>
              <a:ext cx="720"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ym typeface="Symbol" panose="05050102010706020507" pitchFamily="18" charset="2"/>
                </a:rPr>
                <a:t></a:t>
              </a:r>
              <a:r>
                <a:rPr lang="en-US" altLang="en-US" sz="1600"/>
                <a:t>OE</a:t>
              </a:r>
            </a:p>
            <a:p>
              <a:pPr eaLnBrk="1" hangingPunct="1"/>
              <a:endParaRPr lang="ru-RU" altLang="en-US" sz="1600"/>
            </a:p>
          </p:txBody>
        </p:sp>
        <p:sp>
          <p:nvSpPr>
            <p:cNvPr id="26663" name="Line 41">
              <a:extLst>
                <a:ext uri="{FF2B5EF4-FFF2-40B4-BE49-F238E27FC236}">
                  <a16:creationId xmlns:a16="http://schemas.microsoft.com/office/drawing/2014/main" id="{FE25B97C-1D0E-7A78-D339-2616683B0A2E}"/>
                </a:ext>
              </a:extLst>
            </p:cNvPr>
            <p:cNvSpPr>
              <a:spLocks noChangeShapeType="1"/>
            </p:cNvSpPr>
            <p:nvPr/>
          </p:nvSpPr>
          <p:spPr bwMode="auto">
            <a:xfrm flipV="1">
              <a:off x="2688" y="3408"/>
              <a:ext cx="52"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4" name="Line 42">
              <a:extLst>
                <a:ext uri="{FF2B5EF4-FFF2-40B4-BE49-F238E27FC236}">
                  <a16:creationId xmlns:a16="http://schemas.microsoft.com/office/drawing/2014/main" id="{0AFAA282-2E8C-D651-AE98-3AC461ECA1E8}"/>
                </a:ext>
              </a:extLst>
            </p:cNvPr>
            <p:cNvSpPr>
              <a:spLocks noChangeShapeType="1"/>
            </p:cNvSpPr>
            <p:nvPr/>
          </p:nvSpPr>
          <p:spPr bwMode="auto">
            <a:xfrm>
              <a:off x="2674" y="3528"/>
              <a:ext cx="80" cy="1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5" name="Line 43">
              <a:extLst>
                <a:ext uri="{FF2B5EF4-FFF2-40B4-BE49-F238E27FC236}">
                  <a16:creationId xmlns:a16="http://schemas.microsoft.com/office/drawing/2014/main" id="{F2B1EEB0-717B-55DC-26B8-397CF1BAC75B}"/>
                </a:ext>
              </a:extLst>
            </p:cNvPr>
            <p:cNvSpPr>
              <a:spLocks noChangeShapeType="1"/>
            </p:cNvSpPr>
            <p:nvPr/>
          </p:nvSpPr>
          <p:spPr bwMode="auto">
            <a:xfrm>
              <a:off x="2746" y="3408"/>
              <a:ext cx="15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6" name="Line 44">
              <a:extLst>
                <a:ext uri="{FF2B5EF4-FFF2-40B4-BE49-F238E27FC236}">
                  <a16:creationId xmlns:a16="http://schemas.microsoft.com/office/drawing/2014/main" id="{6F884DBB-01EB-2A50-F035-A4EBDDAF57F8}"/>
                </a:ext>
              </a:extLst>
            </p:cNvPr>
            <p:cNvSpPr>
              <a:spLocks noChangeShapeType="1"/>
            </p:cNvSpPr>
            <p:nvPr/>
          </p:nvSpPr>
          <p:spPr bwMode="auto">
            <a:xfrm>
              <a:off x="2750" y="3653"/>
              <a:ext cx="15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7" name="Line 45">
              <a:extLst>
                <a:ext uri="{FF2B5EF4-FFF2-40B4-BE49-F238E27FC236}">
                  <a16:creationId xmlns:a16="http://schemas.microsoft.com/office/drawing/2014/main" id="{6587D5B7-C65B-2422-19B9-6EC454B55466}"/>
                </a:ext>
              </a:extLst>
            </p:cNvPr>
            <p:cNvSpPr>
              <a:spLocks noChangeShapeType="1"/>
            </p:cNvSpPr>
            <p:nvPr/>
          </p:nvSpPr>
          <p:spPr bwMode="auto">
            <a:xfrm>
              <a:off x="2746" y="3411"/>
              <a:ext cx="164" cy="2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8" name="Line 46">
              <a:extLst>
                <a:ext uri="{FF2B5EF4-FFF2-40B4-BE49-F238E27FC236}">
                  <a16:creationId xmlns:a16="http://schemas.microsoft.com/office/drawing/2014/main" id="{60B2251F-B20E-E303-D908-04DB38983DF2}"/>
                </a:ext>
              </a:extLst>
            </p:cNvPr>
            <p:cNvSpPr>
              <a:spLocks noChangeShapeType="1"/>
            </p:cNvSpPr>
            <p:nvPr/>
          </p:nvSpPr>
          <p:spPr bwMode="auto">
            <a:xfrm flipV="1">
              <a:off x="2764" y="3399"/>
              <a:ext cx="129" cy="2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9" name="Line 47">
              <a:extLst>
                <a:ext uri="{FF2B5EF4-FFF2-40B4-BE49-F238E27FC236}">
                  <a16:creationId xmlns:a16="http://schemas.microsoft.com/office/drawing/2014/main" id="{8AE9D683-1FCC-168D-7E18-8845BFB3F80A}"/>
                </a:ext>
              </a:extLst>
            </p:cNvPr>
            <p:cNvSpPr>
              <a:spLocks noChangeShapeType="1"/>
            </p:cNvSpPr>
            <p:nvPr/>
          </p:nvSpPr>
          <p:spPr bwMode="auto">
            <a:xfrm>
              <a:off x="2903" y="3411"/>
              <a:ext cx="164" cy="2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0" name="Line 48">
              <a:extLst>
                <a:ext uri="{FF2B5EF4-FFF2-40B4-BE49-F238E27FC236}">
                  <a16:creationId xmlns:a16="http://schemas.microsoft.com/office/drawing/2014/main" id="{6E40F934-84D5-3404-E517-5E28205BA972}"/>
                </a:ext>
              </a:extLst>
            </p:cNvPr>
            <p:cNvSpPr>
              <a:spLocks noChangeShapeType="1"/>
            </p:cNvSpPr>
            <p:nvPr/>
          </p:nvSpPr>
          <p:spPr bwMode="auto">
            <a:xfrm flipV="1">
              <a:off x="2922" y="3399"/>
              <a:ext cx="129" cy="2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1" name="Line 49">
              <a:extLst>
                <a:ext uri="{FF2B5EF4-FFF2-40B4-BE49-F238E27FC236}">
                  <a16:creationId xmlns:a16="http://schemas.microsoft.com/office/drawing/2014/main" id="{D6409558-C65C-28BB-5821-8B146BE6E629}"/>
                </a:ext>
              </a:extLst>
            </p:cNvPr>
            <p:cNvSpPr>
              <a:spLocks noChangeShapeType="1"/>
            </p:cNvSpPr>
            <p:nvPr/>
          </p:nvSpPr>
          <p:spPr bwMode="auto">
            <a:xfrm>
              <a:off x="4261" y="3411"/>
              <a:ext cx="163" cy="2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2" name="Line 50">
              <a:extLst>
                <a:ext uri="{FF2B5EF4-FFF2-40B4-BE49-F238E27FC236}">
                  <a16:creationId xmlns:a16="http://schemas.microsoft.com/office/drawing/2014/main" id="{3238E6E6-CB8C-D951-1BAE-83EDB0DC5382}"/>
                </a:ext>
              </a:extLst>
            </p:cNvPr>
            <p:cNvSpPr>
              <a:spLocks noChangeShapeType="1"/>
            </p:cNvSpPr>
            <p:nvPr/>
          </p:nvSpPr>
          <p:spPr bwMode="auto">
            <a:xfrm flipV="1">
              <a:off x="4279" y="3399"/>
              <a:ext cx="129" cy="2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3" name="Line 51">
              <a:extLst>
                <a:ext uri="{FF2B5EF4-FFF2-40B4-BE49-F238E27FC236}">
                  <a16:creationId xmlns:a16="http://schemas.microsoft.com/office/drawing/2014/main" id="{D348F67B-512D-7DA8-9252-BA308276EFA6}"/>
                </a:ext>
              </a:extLst>
            </p:cNvPr>
            <p:cNvSpPr>
              <a:spLocks noChangeShapeType="1"/>
            </p:cNvSpPr>
            <p:nvPr/>
          </p:nvSpPr>
          <p:spPr bwMode="auto">
            <a:xfrm>
              <a:off x="4426" y="3408"/>
              <a:ext cx="15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4" name="Line 52">
              <a:extLst>
                <a:ext uri="{FF2B5EF4-FFF2-40B4-BE49-F238E27FC236}">
                  <a16:creationId xmlns:a16="http://schemas.microsoft.com/office/drawing/2014/main" id="{4E798734-08A7-5886-DD01-4D78D3BE86B8}"/>
                </a:ext>
              </a:extLst>
            </p:cNvPr>
            <p:cNvSpPr>
              <a:spLocks noChangeShapeType="1"/>
            </p:cNvSpPr>
            <p:nvPr/>
          </p:nvSpPr>
          <p:spPr bwMode="auto">
            <a:xfrm>
              <a:off x="4430" y="3653"/>
              <a:ext cx="15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5" name="Line 53">
              <a:extLst>
                <a:ext uri="{FF2B5EF4-FFF2-40B4-BE49-F238E27FC236}">
                  <a16:creationId xmlns:a16="http://schemas.microsoft.com/office/drawing/2014/main" id="{0F685F92-F8AA-B9B2-6D74-C4AF25B771D7}"/>
                </a:ext>
              </a:extLst>
            </p:cNvPr>
            <p:cNvSpPr>
              <a:spLocks noChangeShapeType="1"/>
            </p:cNvSpPr>
            <p:nvPr/>
          </p:nvSpPr>
          <p:spPr bwMode="auto">
            <a:xfrm>
              <a:off x="4426" y="3411"/>
              <a:ext cx="164" cy="2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6" name="Line 54">
              <a:extLst>
                <a:ext uri="{FF2B5EF4-FFF2-40B4-BE49-F238E27FC236}">
                  <a16:creationId xmlns:a16="http://schemas.microsoft.com/office/drawing/2014/main" id="{DF21060C-E9B8-E523-1CD0-51A701AE6E90}"/>
                </a:ext>
              </a:extLst>
            </p:cNvPr>
            <p:cNvSpPr>
              <a:spLocks noChangeShapeType="1"/>
            </p:cNvSpPr>
            <p:nvPr/>
          </p:nvSpPr>
          <p:spPr bwMode="auto">
            <a:xfrm flipV="1">
              <a:off x="4444" y="3399"/>
              <a:ext cx="129" cy="2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7" name="Line 55">
              <a:extLst>
                <a:ext uri="{FF2B5EF4-FFF2-40B4-BE49-F238E27FC236}">
                  <a16:creationId xmlns:a16="http://schemas.microsoft.com/office/drawing/2014/main" id="{335198D1-9B8E-9A63-D057-E19332A55DDD}"/>
                </a:ext>
              </a:extLst>
            </p:cNvPr>
            <p:cNvSpPr>
              <a:spLocks noChangeShapeType="1"/>
            </p:cNvSpPr>
            <p:nvPr/>
          </p:nvSpPr>
          <p:spPr bwMode="auto">
            <a:xfrm>
              <a:off x="4575" y="3411"/>
              <a:ext cx="81" cy="1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8" name="Line 56">
              <a:extLst>
                <a:ext uri="{FF2B5EF4-FFF2-40B4-BE49-F238E27FC236}">
                  <a16:creationId xmlns:a16="http://schemas.microsoft.com/office/drawing/2014/main" id="{378B09F1-14AB-2D96-FEB9-46A851B476CA}"/>
                </a:ext>
              </a:extLst>
            </p:cNvPr>
            <p:cNvSpPr>
              <a:spLocks noChangeShapeType="1"/>
            </p:cNvSpPr>
            <p:nvPr/>
          </p:nvSpPr>
          <p:spPr bwMode="auto">
            <a:xfrm flipV="1">
              <a:off x="4600" y="3516"/>
              <a:ext cx="52"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9" name="Line 57">
              <a:extLst>
                <a:ext uri="{FF2B5EF4-FFF2-40B4-BE49-F238E27FC236}">
                  <a16:creationId xmlns:a16="http://schemas.microsoft.com/office/drawing/2014/main" id="{94E17487-E01E-2320-0D9D-0A2AC479F72F}"/>
                </a:ext>
              </a:extLst>
            </p:cNvPr>
            <p:cNvSpPr>
              <a:spLocks noChangeShapeType="1"/>
            </p:cNvSpPr>
            <p:nvPr/>
          </p:nvSpPr>
          <p:spPr bwMode="auto">
            <a:xfrm>
              <a:off x="3866" y="1481"/>
              <a:ext cx="66" cy="2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80" name="Line 58">
              <a:extLst>
                <a:ext uri="{FF2B5EF4-FFF2-40B4-BE49-F238E27FC236}">
                  <a16:creationId xmlns:a16="http://schemas.microsoft.com/office/drawing/2014/main" id="{EBE657C3-39A9-38D8-F1E6-1A7FF15CCCCF}"/>
                </a:ext>
              </a:extLst>
            </p:cNvPr>
            <p:cNvSpPr>
              <a:spLocks noChangeShapeType="1"/>
            </p:cNvSpPr>
            <p:nvPr/>
          </p:nvSpPr>
          <p:spPr bwMode="auto">
            <a:xfrm flipV="1">
              <a:off x="3853" y="1491"/>
              <a:ext cx="87" cy="25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81" name="Line 59">
              <a:extLst>
                <a:ext uri="{FF2B5EF4-FFF2-40B4-BE49-F238E27FC236}">
                  <a16:creationId xmlns:a16="http://schemas.microsoft.com/office/drawing/2014/main" id="{3F27B979-2202-874D-D5E1-56BC9D434626}"/>
                </a:ext>
              </a:extLst>
            </p:cNvPr>
            <p:cNvSpPr>
              <a:spLocks noChangeShapeType="1"/>
            </p:cNvSpPr>
            <p:nvPr/>
          </p:nvSpPr>
          <p:spPr bwMode="auto">
            <a:xfrm flipV="1">
              <a:off x="3943" y="1491"/>
              <a:ext cx="115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82" name="Line 60">
              <a:extLst>
                <a:ext uri="{FF2B5EF4-FFF2-40B4-BE49-F238E27FC236}">
                  <a16:creationId xmlns:a16="http://schemas.microsoft.com/office/drawing/2014/main" id="{68BE28BA-8755-A5D3-4C5E-F0D3E3B990DB}"/>
                </a:ext>
              </a:extLst>
            </p:cNvPr>
            <p:cNvSpPr>
              <a:spLocks noChangeShapeType="1"/>
            </p:cNvSpPr>
            <p:nvPr/>
          </p:nvSpPr>
          <p:spPr bwMode="auto">
            <a:xfrm flipV="1">
              <a:off x="3927" y="1755"/>
              <a:ext cx="115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83" name="Line 61">
              <a:extLst>
                <a:ext uri="{FF2B5EF4-FFF2-40B4-BE49-F238E27FC236}">
                  <a16:creationId xmlns:a16="http://schemas.microsoft.com/office/drawing/2014/main" id="{75895C73-CB9B-FD4C-015A-C196AAB7777F}"/>
                </a:ext>
              </a:extLst>
            </p:cNvPr>
            <p:cNvSpPr>
              <a:spLocks noChangeShapeType="1"/>
            </p:cNvSpPr>
            <p:nvPr/>
          </p:nvSpPr>
          <p:spPr bwMode="auto">
            <a:xfrm>
              <a:off x="1584" y="1344"/>
              <a:ext cx="0" cy="7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84" name="Line 62">
              <a:extLst>
                <a:ext uri="{FF2B5EF4-FFF2-40B4-BE49-F238E27FC236}">
                  <a16:creationId xmlns:a16="http://schemas.microsoft.com/office/drawing/2014/main" id="{ACD91508-0835-D6EF-15E2-6A49B28D6B72}"/>
                </a:ext>
              </a:extLst>
            </p:cNvPr>
            <p:cNvSpPr>
              <a:spLocks noChangeShapeType="1"/>
            </p:cNvSpPr>
            <p:nvPr/>
          </p:nvSpPr>
          <p:spPr bwMode="auto">
            <a:xfrm>
              <a:off x="1594" y="1872"/>
              <a:ext cx="443" cy="0"/>
            </a:xfrm>
            <a:prstGeom prst="line">
              <a:avLst/>
            </a:prstGeom>
            <a:noFill/>
            <a:ln w="2540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6685" name="Line 63">
              <a:extLst>
                <a:ext uri="{FF2B5EF4-FFF2-40B4-BE49-F238E27FC236}">
                  <a16:creationId xmlns:a16="http://schemas.microsoft.com/office/drawing/2014/main" id="{30C1B6E4-2740-4984-883A-EEBF9F879CF7}"/>
                </a:ext>
              </a:extLst>
            </p:cNvPr>
            <p:cNvSpPr>
              <a:spLocks noChangeShapeType="1"/>
            </p:cNvSpPr>
            <p:nvPr/>
          </p:nvSpPr>
          <p:spPr bwMode="auto">
            <a:xfrm>
              <a:off x="2530" y="1872"/>
              <a:ext cx="443" cy="0"/>
            </a:xfrm>
            <a:prstGeom prst="line">
              <a:avLst/>
            </a:prstGeom>
            <a:noFill/>
            <a:ln w="2540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6686" name="Text Box 64">
              <a:extLst>
                <a:ext uri="{FF2B5EF4-FFF2-40B4-BE49-F238E27FC236}">
                  <a16:creationId xmlns:a16="http://schemas.microsoft.com/office/drawing/2014/main" id="{3C819F32-EBD1-30FB-2CDD-05F40EA078D3}"/>
                </a:ext>
              </a:extLst>
            </p:cNvPr>
            <p:cNvSpPr txBox="1">
              <a:spLocks noChangeArrowheads="1"/>
            </p:cNvSpPr>
            <p:nvPr/>
          </p:nvSpPr>
          <p:spPr bwMode="auto">
            <a:xfrm>
              <a:off x="2149" y="1706"/>
              <a:ext cx="64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AA</a:t>
              </a:r>
              <a:endParaRPr lang="ru-RU" altLang="en-US" sz="1600"/>
            </a:p>
          </p:txBody>
        </p:sp>
        <p:sp>
          <p:nvSpPr>
            <p:cNvPr id="26687" name="Line 65">
              <a:extLst>
                <a:ext uri="{FF2B5EF4-FFF2-40B4-BE49-F238E27FC236}">
                  <a16:creationId xmlns:a16="http://schemas.microsoft.com/office/drawing/2014/main" id="{7AEC2551-F630-3F57-D489-97D72624AD52}"/>
                </a:ext>
              </a:extLst>
            </p:cNvPr>
            <p:cNvSpPr>
              <a:spLocks noChangeShapeType="1"/>
            </p:cNvSpPr>
            <p:nvPr/>
          </p:nvSpPr>
          <p:spPr bwMode="auto">
            <a:xfrm>
              <a:off x="1826" y="2088"/>
              <a:ext cx="329" cy="0"/>
            </a:xfrm>
            <a:prstGeom prst="line">
              <a:avLst/>
            </a:prstGeom>
            <a:noFill/>
            <a:ln w="2540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6688" name="Line 66">
              <a:extLst>
                <a:ext uri="{FF2B5EF4-FFF2-40B4-BE49-F238E27FC236}">
                  <a16:creationId xmlns:a16="http://schemas.microsoft.com/office/drawing/2014/main" id="{D4370019-A84B-8CE2-102F-C4D30EE7F6D8}"/>
                </a:ext>
              </a:extLst>
            </p:cNvPr>
            <p:cNvSpPr>
              <a:spLocks noChangeShapeType="1"/>
            </p:cNvSpPr>
            <p:nvPr/>
          </p:nvSpPr>
          <p:spPr bwMode="auto">
            <a:xfrm>
              <a:off x="2653" y="2088"/>
              <a:ext cx="328" cy="0"/>
            </a:xfrm>
            <a:prstGeom prst="line">
              <a:avLst/>
            </a:prstGeom>
            <a:noFill/>
            <a:ln w="2540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6689" name="Text Box 67">
              <a:extLst>
                <a:ext uri="{FF2B5EF4-FFF2-40B4-BE49-F238E27FC236}">
                  <a16:creationId xmlns:a16="http://schemas.microsoft.com/office/drawing/2014/main" id="{0D0E978A-9ECF-DA20-7226-C02592BCCFAA}"/>
                </a:ext>
              </a:extLst>
            </p:cNvPr>
            <p:cNvSpPr txBox="1">
              <a:spLocks noChangeArrowheads="1"/>
            </p:cNvSpPr>
            <p:nvPr/>
          </p:nvSpPr>
          <p:spPr bwMode="auto">
            <a:xfrm>
              <a:off x="2230" y="1931"/>
              <a:ext cx="647"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ACS</a:t>
              </a:r>
              <a:endParaRPr lang="ru-RU" altLang="en-US" sz="1600"/>
            </a:p>
          </p:txBody>
        </p:sp>
        <p:sp>
          <p:nvSpPr>
            <p:cNvPr id="26690" name="Line 68">
              <a:extLst>
                <a:ext uri="{FF2B5EF4-FFF2-40B4-BE49-F238E27FC236}">
                  <a16:creationId xmlns:a16="http://schemas.microsoft.com/office/drawing/2014/main" id="{545CF386-02C3-FF96-2054-023ABA7E4229}"/>
                </a:ext>
              </a:extLst>
            </p:cNvPr>
            <p:cNvSpPr>
              <a:spLocks noChangeShapeType="1"/>
            </p:cNvSpPr>
            <p:nvPr/>
          </p:nvSpPr>
          <p:spPr bwMode="auto">
            <a:xfrm>
              <a:off x="1826" y="2000"/>
              <a:ext cx="0" cy="55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91" name="Line 69">
              <a:extLst>
                <a:ext uri="{FF2B5EF4-FFF2-40B4-BE49-F238E27FC236}">
                  <a16:creationId xmlns:a16="http://schemas.microsoft.com/office/drawing/2014/main" id="{B9EB4AEC-6DFA-4A94-322C-A4E23DEFF7D3}"/>
                </a:ext>
              </a:extLst>
            </p:cNvPr>
            <p:cNvSpPr>
              <a:spLocks noChangeShapeType="1"/>
            </p:cNvSpPr>
            <p:nvPr/>
          </p:nvSpPr>
          <p:spPr bwMode="auto">
            <a:xfrm>
              <a:off x="2034" y="2547"/>
              <a:ext cx="252" cy="0"/>
            </a:xfrm>
            <a:prstGeom prst="line">
              <a:avLst/>
            </a:prstGeom>
            <a:noFill/>
            <a:ln w="2540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6692" name="Line 70">
              <a:extLst>
                <a:ext uri="{FF2B5EF4-FFF2-40B4-BE49-F238E27FC236}">
                  <a16:creationId xmlns:a16="http://schemas.microsoft.com/office/drawing/2014/main" id="{94385B6A-2B30-7DCD-F881-172C4CAE10A3}"/>
                </a:ext>
              </a:extLst>
            </p:cNvPr>
            <p:cNvSpPr>
              <a:spLocks noChangeShapeType="1"/>
            </p:cNvSpPr>
            <p:nvPr/>
          </p:nvSpPr>
          <p:spPr bwMode="auto">
            <a:xfrm>
              <a:off x="2720" y="2547"/>
              <a:ext cx="251" cy="0"/>
            </a:xfrm>
            <a:prstGeom prst="line">
              <a:avLst/>
            </a:prstGeom>
            <a:noFill/>
            <a:ln w="2540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6693" name="Line 71">
              <a:extLst>
                <a:ext uri="{FF2B5EF4-FFF2-40B4-BE49-F238E27FC236}">
                  <a16:creationId xmlns:a16="http://schemas.microsoft.com/office/drawing/2014/main" id="{950CCB85-4C94-F06D-FA97-73783C3D0C82}"/>
                </a:ext>
              </a:extLst>
            </p:cNvPr>
            <p:cNvSpPr>
              <a:spLocks noChangeShapeType="1"/>
            </p:cNvSpPr>
            <p:nvPr/>
          </p:nvSpPr>
          <p:spPr bwMode="auto">
            <a:xfrm>
              <a:off x="1818" y="2322"/>
              <a:ext cx="252" cy="0"/>
            </a:xfrm>
            <a:prstGeom prst="line">
              <a:avLst/>
            </a:prstGeom>
            <a:noFill/>
            <a:ln w="2540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6694" name="Line 72">
              <a:extLst>
                <a:ext uri="{FF2B5EF4-FFF2-40B4-BE49-F238E27FC236}">
                  <a16:creationId xmlns:a16="http://schemas.microsoft.com/office/drawing/2014/main" id="{852B9A86-B700-3E91-D78A-FC12ADE60EBB}"/>
                </a:ext>
              </a:extLst>
            </p:cNvPr>
            <p:cNvSpPr>
              <a:spLocks noChangeShapeType="1"/>
            </p:cNvSpPr>
            <p:nvPr/>
          </p:nvSpPr>
          <p:spPr bwMode="auto">
            <a:xfrm>
              <a:off x="2413" y="2322"/>
              <a:ext cx="252" cy="0"/>
            </a:xfrm>
            <a:prstGeom prst="line">
              <a:avLst/>
            </a:prstGeom>
            <a:noFill/>
            <a:ln w="2540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6695" name="Text Box 73">
              <a:extLst>
                <a:ext uri="{FF2B5EF4-FFF2-40B4-BE49-F238E27FC236}">
                  <a16:creationId xmlns:a16="http://schemas.microsoft.com/office/drawing/2014/main" id="{62B2DA6A-F2ED-AAEF-CAFE-F2E42E275E9C}"/>
                </a:ext>
              </a:extLst>
            </p:cNvPr>
            <p:cNvSpPr txBox="1">
              <a:spLocks noChangeArrowheads="1"/>
            </p:cNvSpPr>
            <p:nvPr/>
          </p:nvSpPr>
          <p:spPr bwMode="auto">
            <a:xfrm>
              <a:off x="2034" y="2176"/>
              <a:ext cx="64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CLZ</a:t>
              </a:r>
              <a:endParaRPr lang="ru-RU" altLang="en-US" sz="1600"/>
            </a:p>
          </p:txBody>
        </p:sp>
        <p:sp>
          <p:nvSpPr>
            <p:cNvPr id="26696" name="Line 74">
              <a:extLst>
                <a:ext uri="{FF2B5EF4-FFF2-40B4-BE49-F238E27FC236}">
                  <a16:creationId xmlns:a16="http://schemas.microsoft.com/office/drawing/2014/main" id="{84AE3CD8-1D2E-615F-C0A9-3A72F37C6354}"/>
                </a:ext>
              </a:extLst>
            </p:cNvPr>
            <p:cNvSpPr>
              <a:spLocks noChangeShapeType="1"/>
            </p:cNvSpPr>
            <p:nvPr/>
          </p:nvSpPr>
          <p:spPr bwMode="auto">
            <a:xfrm>
              <a:off x="2030" y="2812"/>
              <a:ext cx="137" cy="0"/>
            </a:xfrm>
            <a:prstGeom prst="line">
              <a:avLst/>
            </a:prstGeom>
            <a:noFill/>
            <a:ln w="2540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6697" name="Line 75">
              <a:extLst>
                <a:ext uri="{FF2B5EF4-FFF2-40B4-BE49-F238E27FC236}">
                  <a16:creationId xmlns:a16="http://schemas.microsoft.com/office/drawing/2014/main" id="{7B90DF04-8000-A0D3-3FD7-E2D5966BB7A6}"/>
                </a:ext>
              </a:extLst>
            </p:cNvPr>
            <p:cNvSpPr>
              <a:spLocks noChangeShapeType="1"/>
            </p:cNvSpPr>
            <p:nvPr/>
          </p:nvSpPr>
          <p:spPr bwMode="auto">
            <a:xfrm>
              <a:off x="2524" y="2812"/>
              <a:ext cx="137" cy="0"/>
            </a:xfrm>
            <a:prstGeom prst="line">
              <a:avLst/>
            </a:prstGeom>
            <a:noFill/>
            <a:ln w="2540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6698" name="Text Box 76">
              <a:extLst>
                <a:ext uri="{FF2B5EF4-FFF2-40B4-BE49-F238E27FC236}">
                  <a16:creationId xmlns:a16="http://schemas.microsoft.com/office/drawing/2014/main" id="{7EB352AD-ED7C-00DD-040C-64EE2ABDE9D0}"/>
                </a:ext>
              </a:extLst>
            </p:cNvPr>
            <p:cNvSpPr txBox="1">
              <a:spLocks noChangeArrowheads="1"/>
            </p:cNvSpPr>
            <p:nvPr/>
          </p:nvSpPr>
          <p:spPr bwMode="auto">
            <a:xfrm>
              <a:off x="2141" y="2690"/>
              <a:ext cx="647"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OLZ</a:t>
              </a:r>
              <a:endParaRPr lang="ru-RU" altLang="en-US" sz="1600"/>
            </a:p>
          </p:txBody>
        </p:sp>
        <p:sp>
          <p:nvSpPr>
            <p:cNvPr id="26699" name="Line 77">
              <a:extLst>
                <a:ext uri="{FF2B5EF4-FFF2-40B4-BE49-F238E27FC236}">
                  <a16:creationId xmlns:a16="http://schemas.microsoft.com/office/drawing/2014/main" id="{792C3FF0-3FFD-A4A0-05CC-D1DEA0F6943F}"/>
                </a:ext>
              </a:extLst>
            </p:cNvPr>
            <p:cNvSpPr>
              <a:spLocks noChangeShapeType="1"/>
            </p:cNvSpPr>
            <p:nvPr/>
          </p:nvSpPr>
          <p:spPr bwMode="auto">
            <a:xfrm>
              <a:off x="1605" y="1383"/>
              <a:ext cx="861" cy="0"/>
            </a:xfrm>
            <a:prstGeom prst="line">
              <a:avLst/>
            </a:prstGeom>
            <a:noFill/>
            <a:ln w="2540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6700" name="Line 78">
              <a:extLst>
                <a:ext uri="{FF2B5EF4-FFF2-40B4-BE49-F238E27FC236}">
                  <a16:creationId xmlns:a16="http://schemas.microsoft.com/office/drawing/2014/main" id="{4E0DA963-ACB0-B472-13A3-E47102D0070E}"/>
                </a:ext>
              </a:extLst>
            </p:cNvPr>
            <p:cNvSpPr>
              <a:spLocks noChangeShapeType="1"/>
            </p:cNvSpPr>
            <p:nvPr/>
          </p:nvSpPr>
          <p:spPr bwMode="auto">
            <a:xfrm>
              <a:off x="3020" y="1383"/>
              <a:ext cx="862" cy="0"/>
            </a:xfrm>
            <a:prstGeom prst="line">
              <a:avLst/>
            </a:prstGeom>
            <a:noFill/>
            <a:ln w="2540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6701" name="Text Box 79">
              <a:extLst>
                <a:ext uri="{FF2B5EF4-FFF2-40B4-BE49-F238E27FC236}">
                  <a16:creationId xmlns:a16="http://schemas.microsoft.com/office/drawing/2014/main" id="{F42A4C80-5F0D-44DE-C1F2-94EC5360C8E9}"/>
                </a:ext>
              </a:extLst>
            </p:cNvPr>
            <p:cNvSpPr txBox="1">
              <a:spLocks noChangeArrowheads="1"/>
            </p:cNvSpPr>
            <p:nvPr/>
          </p:nvSpPr>
          <p:spPr bwMode="auto">
            <a:xfrm>
              <a:off x="2609" y="1207"/>
              <a:ext cx="647"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RC</a:t>
              </a:r>
              <a:endParaRPr lang="ru-RU" altLang="en-US" sz="1600"/>
            </a:p>
          </p:txBody>
        </p:sp>
        <p:sp>
          <p:nvSpPr>
            <p:cNvPr id="26702" name="Line 80">
              <a:extLst>
                <a:ext uri="{FF2B5EF4-FFF2-40B4-BE49-F238E27FC236}">
                  <a16:creationId xmlns:a16="http://schemas.microsoft.com/office/drawing/2014/main" id="{6CAFA774-F01E-55C0-AD5B-5B405DD39C88}"/>
                </a:ext>
              </a:extLst>
            </p:cNvPr>
            <p:cNvSpPr>
              <a:spLocks noChangeShapeType="1"/>
            </p:cNvSpPr>
            <p:nvPr/>
          </p:nvSpPr>
          <p:spPr bwMode="auto">
            <a:xfrm flipH="1">
              <a:off x="3638" y="1931"/>
              <a:ext cx="0" cy="12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03" name="Line 81">
              <a:extLst>
                <a:ext uri="{FF2B5EF4-FFF2-40B4-BE49-F238E27FC236}">
                  <a16:creationId xmlns:a16="http://schemas.microsoft.com/office/drawing/2014/main" id="{32540AFC-3271-B820-D75E-A7844ABE9E9F}"/>
                </a:ext>
              </a:extLst>
            </p:cNvPr>
            <p:cNvSpPr>
              <a:spLocks noChangeShapeType="1"/>
            </p:cNvSpPr>
            <p:nvPr/>
          </p:nvSpPr>
          <p:spPr bwMode="auto">
            <a:xfrm>
              <a:off x="4348" y="2614"/>
              <a:ext cx="0" cy="10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04" name="Line 82">
              <a:extLst>
                <a:ext uri="{FF2B5EF4-FFF2-40B4-BE49-F238E27FC236}">
                  <a16:creationId xmlns:a16="http://schemas.microsoft.com/office/drawing/2014/main" id="{B9F67737-007C-2324-972B-F59E5F1995F6}"/>
                </a:ext>
              </a:extLst>
            </p:cNvPr>
            <p:cNvSpPr>
              <a:spLocks noChangeShapeType="1"/>
            </p:cNvSpPr>
            <p:nvPr/>
          </p:nvSpPr>
          <p:spPr bwMode="auto">
            <a:xfrm>
              <a:off x="4664" y="3046"/>
              <a:ext cx="0" cy="6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05" name="Line 83">
              <a:extLst>
                <a:ext uri="{FF2B5EF4-FFF2-40B4-BE49-F238E27FC236}">
                  <a16:creationId xmlns:a16="http://schemas.microsoft.com/office/drawing/2014/main" id="{9092032B-4A4C-389D-FC87-A6114B579430}"/>
                </a:ext>
              </a:extLst>
            </p:cNvPr>
            <p:cNvSpPr>
              <a:spLocks noChangeShapeType="1"/>
            </p:cNvSpPr>
            <p:nvPr/>
          </p:nvSpPr>
          <p:spPr bwMode="auto">
            <a:xfrm>
              <a:off x="3934" y="2733"/>
              <a:ext cx="404" cy="0"/>
            </a:xfrm>
            <a:prstGeom prst="line">
              <a:avLst/>
            </a:prstGeom>
            <a:noFill/>
            <a:ln w="254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706" name="Text Box 84">
              <a:extLst>
                <a:ext uri="{FF2B5EF4-FFF2-40B4-BE49-F238E27FC236}">
                  <a16:creationId xmlns:a16="http://schemas.microsoft.com/office/drawing/2014/main" id="{65C683B9-1719-9FFC-008F-94A1641DC00E}"/>
                </a:ext>
              </a:extLst>
            </p:cNvPr>
            <p:cNvSpPr txBox="1">
              <a:spLocks noChangeArrowheads="1"/>
            </p:cNvSpPr>
            <p:nvPr/>
          </p:nvSpPr>
          <p:spPr bwMode="auto">
            <a:xfrm>
              <a:off x="3934" y="2459"/>
              <a:ext cx="647"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OH</a:t>
              </a:r>
              <a:endParaRPr lang="ru-RU" altLang="en-US" sz="1600"/>
            </a:p>
          </p:txBody>
        </p:sp>
        <p:sp>
          <p:nvSpPr>
            <p:cNvPr id="26707" name="Line 85">
              <a:extLst>
                <a:ext uri="{FF2B5EF4-FFF2-40B4-BE49-F238E27FC236}">
                  <a16:creationId xmlns:a16="http://schemas.microsoft.com/office/drawing/2014/main" id="{036DFC1B-035C-867D-327F-734A52DDB6F4}"/>
                </a:ext>
              </a:extLst>
            </p:cNvPr>
            <p:cNvSpPr>
              <a:spLocks noChangeShapeType="1"/>
            </p:cNvSpPr>
            <p:nvPr/>
          </p:nvSpPr>
          <p:spPr bwMode="auto">
            <a:xfrm>
              <a:off x="3672" y="3144"/>
              <a:ext cx="213" cy="0"/>
            </a:xfrm>
            <a:prstGeom prst="line">
              <a:avLst/>
            </a:prstGeom>
            <a:noFill/>
            <a:ln w="2540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6708" name="Line 86">
              <a:extLst>
                <a:ext uri="{FF2B5EF4-FFF2-40B4-BE49-F238E27FC236}">
                  <a16:creationId xmlns:a16="http://schemas.microsoft.com/office/drawing/2014/main" id="{75AD9E95-77D4-3A37-1D4F-D166D217D314}"/>
                </a:ext>
              </a:extLst>
            </p:cNvPr>
            <p:cNvSpPr>
              <a:spLocks noChangeShapeType="1"/>
            </p:cNvSpPr>
            <p:nvPr/>
          </p:nvSpPr>
          <p:spPr bwMode="auto">
            <a:xfrm>
              <a:off x="4257" y="3144"/>
              <a:ext cx="404" cy="0"/>
            </a:xfrm>
            <a:prstGeom prst="line">
              <a:avLst/>
            </a:prstGeom>
            <a:noFill/>
            <a:ln w="2540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6709" name="Text Box 87">
              <a:extLst>
                <a:ext uri="{FF2B5EF4-FFF2-40B4-BE49-F238E27FC236}">
                  <a16:creationId xmlns:a16="http://schemas.microsoft.com/office/drawing/2014/main" id="{51E4DAE4-8786-6F34-C568-2053FFD9628B}"/>
                </a:ext>
              </a:extLst>
            </p:cNvPr>
            <p:cNvSpPr txBox="1">
              <a:spLocks noChangeArrowheads="1"/>
            </p:cNvSpPr>
            <p:nvPr/>
          </p:nvSpPr>
          <p:spPr bwMode="auto">
            <a:xfrm>
              <a:off x="3843" y="2968"/>
              <a:ext cx="64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CHZ</a:t>
              </a:r>
              <a:endParaRPr lang="ru-RU" altLang="en-US" sz="1600"/>
            </a:p>
          </p:txBody>
        </p:sp>
        <p:sp>
          <p:nvSpPr>
            <p:cNvPr id="26710" name="Line 88">
              <a:extLst>
                <a:ext uri="{FF2B5EF4-FFF2-40B4-BE49-F238E27FC236}">
                  <a16:creationId xmlns:a16="http://schemas.microsoft.com/office/drawing/2014/main" id="{1FB4D115-7707-35F1-2D95-F9D8460827A0}"/>
                </a:ext>
              </a:extLst>
            </p:cNvPr>
            <p:cNvSpPr>
              <a:spLocks noChangeShapeType="1"/>
            </p:cNvSpPr>
            <p:nvPr/>
          </p:nvSpPr>
          <p:spPr bwMode="auto">
            <a:xfrm>
              <a:off x="3476" y="3281"/>
              <a:ext cx="290" cy="0"/>
            </a:xfrm>
            <a:prstGeom prst="line">
              <a:avLst/>
            </a:prstGeom>
            <a:noFill/>
            <a:ln w="2540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6711" name="Line 89">
              <a:extLst>
                <a:ext uri="{FF2B5EF4-FFF2-40B4-BE49-F238E27FC236}">
                  <a16:creationId xmlns:a16="http://schemas.microsoft.com/office/drawing/2014/main" id="{5DB5624C-4325-EF79-100D-6B374DFEC3D0}"/>
                </a:ext>
              </a:extLst>
            </p:cNvPr>
            <p:cNvSpPr>
              <a:spLocks noChangeShapeType="1"/>
            </p:cNvSpPr>
            <p:nvPr/>
          </p:nvSpPr>
          <p:spPr bwMode="auto">
            <a:xfrm>
              <a:off x="4152" y="3271"/>
              <a:ext cx="518" cy="0"/>
            </a:xfrm>
            <a:prstGeom prst="line">
              <a:avLst/>
            </a:prstGeom>
            <a:noFill/>
            <a:ln w="2540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6712" name="Text Box 90">
              <a:extLst>
                <a:ext uri="{FF2B5EF4-FFF2-40B4-BE49-F238E27FC236}">
                  <a16:creationId xmlns:a16="http://schemas.microsoft.com/office/drawing/2014/main" id="{FCBD2BBD-7ADF-2126-C71D-4FB906C48986}"/>
                </a:ext>
              </a:extLst>
            </p:cNvPr>
            <p:cNvSpPr txBox="1">
              <a:spLocks noChangeArrowheads="1"/>
            </p:cNvSpPr>
            <p:nvPr/>
          </p:nvSpPr>
          <p:spPr bwMode="auto">
            <a:xfrm>
              <a:off x="3749" y="3105"/>
              <a:ext cx="647"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OHZ</a:t>
              </a:r>
              <a:endParaRPr lang="ru-RU" altLang="en-US" sz="1600"/>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a:extLst>
              <a:ext uri="{FF2B5EF4-FFF2-40B4-BE49-F238E27FC236}">
                <a16:creationId xmlns:a16="http://schemas.microsoft.com/office/drawing/2014/main" id="{3C1FD1CC-D8C2-457F-F540-735A23EA892D}"/>
              </a:ext>
            </a:extLst>
          </p:cNvPr>
          <p:cNvSpPr>
            <a:spLocks noGrp="1" noChangeArrowheads="1"/>
          </p:cNvSpPr>
          <p:nvPr>
            <p:ph type="title"/>
          </p:nvPr>
        </p:nvSpPr>
        <p:spPr/>
        <p:txBody>
          <a:bodyPr/>
          <a:lstStyle/>
          <a:p>
            <a:r>
              <a:rPr lang="en-US" altLang="en-US"/>
              <a:t>Write Cycle </a:t>
            </a:r>
            <a:endParaRPr lang="ru-RU" altLang="en-US"/>
          </a:p>
        </p:txBody>
      </p:sp>
      <p:grpSp>
        <p:nvGrpSpPr>
          <p:cNvPr id="27651" name="Group 3">
            <a:extLst>
              <a:ext uri="{FF2B5EF4-FFF2-40B4-BE49-F238E27FC236}">
                <a16:creationId xmlns:a16="http://schemas.microsoft.com/office/drawing/2014/main" id="{F979D286-D9DB-E7CD-CFB1-34515131BD38}"/>
              </a:ext>
            </a:extLst>
          </p:cNvPr>
          <p:cNvGrpSpPr>
            <a:grpSpLocks/>
          </p:cNvGrpSpPr>
          <p:nvPr/>
        </p:nvGrpSpPr>
        <p:grpSpPr bwMode="auto">
          <a:xfrm>
            <a:off x="2657476" y="881064"/>
            <a:ext cx="6970713" cy="4333875"/>
            <a:chOff x="251520" y="1052736"/>
            <a:chExt cx="6971112" cy="4333652"/>
          </a:xfrm>
        </p:grpSpPr>
        <p:sp>
          <p:nvSpPr>
            <p:cNvPr id="27653" name="Text Box 6">
              <a:extLst>
                <a:ext uri="{FF2B5EF4-FFF2-40B4-BE49-F238E27FC236}">
                  <a16:creationId xmlns:a16="http://schemas.microsoft.com/office/drawing/2014/main" id="{143CD37C-DDA8-EEE1-C91F-83F4CCFF0364}"/>
                </a:ext>
              </a:extLst>
            </p:cNvPr>
            <p:cNvSpPr txBox="1">
              <a:spLocks noChangeArrowheads="1"/>
            </p:cNvSpPr>
            <p:nvPr/>
          </p:nvSpPr>
          <p:spPr bwMode="auto">
            <a:xfrm>
              <a:off x="556623" y="3156625"/>
              <a:ext cx="786931" cy="315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WE</a:t>
              </a:r>
              <a:endParaRPr lang="ru-RU" altLang="en-US" sz="1600"/>
            </a:p>
          </p:txBody>
        </p:sp>
        <p:sp>
          <p:nvSpPr>
            <p:cNvPr id="27654" name="Text Box 7">
              <a:extLst>
                <a:ext uri="{FF2B5EF4-FFF2-40B4-BE49-F238E27FC236}">
                  <a16:creationId xmlns:a16="http://schemas.microsoft.com/office/drawing/2014/main" id="{53666B61-A8F0-B862-81BB-8D2805577FA0}"/>
                </a:ext>
              </a:extLst>
            </p:cNvPr>
            <p:cNvSpPr txBox="1">
              <a:spLocks noChangeArrowheads="1"/>
            </p:cNvSpPr>
            <p:nvPr/>
          </p:nvSpPr>
          <p:spPr bwMode="auto">
            <a:xfrm>
              <a:off x="271934" y="4702641"/>
              <a:ext cx="1442012" cy="34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Data in</a:t>
              </a:r>
              <a:endParaRPr lang="ru-RU" altLang="en-US" sz="1600"/>
            </a:p>
          </p:txBody>
        </p:sp>
        <p:sp>
          <p:nvSpPr>
            <p:cNvPr id="27655" name="Line 8">
              <a:extLst>
                <a:ext uri="{FF2B5EF4-FFF2-40B4-BE49-F238E27FC236}">
                  <a16:creationId xmlns:a16="http://schemas.microsoft.com/office/drawing/2014/main" id="{0712927B-6EA6-537A-7AC9-37A108AFE439}"/>
                </a:ext>
              </a:extLst>
            </p:cNvPr>
            <p:cNvSpPr>
              <a:spLocks noChangeShapeType="1"/>
            </p:cNvSpPr>
            <p:nvPr/>
          </p:nvSpPr>
          <p:spPr bwMode="auto">
            <a:xfrm>
              <a:off x="666266" y="3179959"/>
              <a:ext cx="40387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6" name="Line 9">
              <a:extLst>
                <a:ext uri="{FF2B5EF4-FFF2-40B4-BE49-F238E27FC236}">
                  <a16:creationId xmlns:a16="http://schemas.microsoft.com/office/drawing/2014/main" id="{34236CD5-6A35-2A49-2C3C-DF692DFB4701}"/>
                </a:ext>
              </a:extLst>
            </p:cNvPr>
            <p:cNvSpPr>
              <a:spLocks noChangeShapeType="1"/>
            </p:cNvSpPr>
            <p:nvPr/>
          </p:nvSpPr>
          <p:spPr bwMode="auto">
            <a:xfrm>
              <a:off x="1172844" y="1315244"/>
              <a:ext cx="0" cy="37490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7" name="Line 10">
              <a:extLst>
                <a:ext uri="{FF2B5EF4-FFF2-40B4-BE49-F238E27FC236}">
                  <a16:creationId xmlns:a16="http://schemas.microsoft.com/office/drawing/2014/main" id="{039E73FC-CEBC-9A0C-B526-5A347AF938D2}"/>
                </a:ext>
              </a:extLst>
            </p:cNvPr>
            <p:cNvSpPr>
              <a:spLocks noChangeShapeType="1"/>
            </p:cNvSpPr>
            <p:nvPr/>
          </p:nvSpPr>
          <p:spPr bwMode="auto">
            <a:xfrm flipH="1">
              <a:off x="4828531" y="1919011"/>
              <a:ext cx="0" cy="292550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8" name="Line 11">
              <a:extLst>
                <a:ext uri="{FF2B5EF4-FFF2-40B4-BE49-F238E27FC236}">
                  <a16:creationId xmlns:a16="http://schemas.microsoft.com/office/drawing/2014/main" id="{7A91535D-F6D6-7C9C-9930-9A71530DEF57}"/>
                </a:ext>
              </a:extLst>
            </p:cNvPr>
            <p:cNvSpPr>
              <a:spLocks noChangeShapeType="1"/>
            </p:cNvSpPr>
            <p:nvPr/>
          </p:nvSpPr>
          <p:spPr bwMode="auto">
            <a:xfrm>
              <a:off x="1154801" y="2650569"/>
              <a:ext cx="15821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9" name="Line 12">
              <a:extLst>
                <a:ext uri="{FF2B5EF4-FFF2-40B4-BE49-F238E27FC236}">
                  <a16:creationId xmlns:a16="http://schemas.microsoft.com/office/drawing/2014/main" id="{BC22E71A-C3F4-45FC-F377-CD32703BAE46}"/>
                </a:ext>
              </a:extLst>
            </p:cNvPr>
            <p:cNvSpPr>
              <a:spLocks noChangeShapeType="1"/>
            </p:cNvSpPr>
            <p:nvPr/>
          </p:nvSpPr>
          <p:spPr bwMode="auto">
            <a:xfrm>
              <a:off x="2743929" y="2650569"/>
              <a:ext cx="136013"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0" name="Line 13">
              <a:extLst>
                <a:ext uri="{FF2B5EF4-FFF2-40B4-BE49-F238E27FC236}">
                  <a16:creationId xmlns:a16="http://schemas.microsoft.com/office/drawing/2014/main" id="{33027D6F-3A4C-2129-D413-786868D4BD09}"/>
                </a:ext>
              </a:extLst>
            </p:cNvPr>
            <p:cNvSpPr>
              <a:spLocks noChangeShapeType="1"/>
            </p:cNvSpPr>
            <p:nvPr/>
          </p:nvSpPr>
          <p:spPr bwMode="auto">
            <a:xfrm>
              <a:off x="2879941" y="2953911"/>
              <a:ext cx="434269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1" name="Line 14">
              <a:extLst>
                <a:ext uri="{FF2B5EF4-FFF2-40B4-BE49-F238E27FC236}">
                  <a16:creationId xmlns:a16="http://schemas.microsoft.com/office/drawing/2014/main" id="{BCACDE2F-7B72-9870-DA08-84E8EEF64595}"/>
                </a:ext>
              </a:extLst>
            </p:cNvPr>
            <p:cNvSpPr>
              <a:spLocks noChangeShapeType="1"/>
            </p:cNvSpPr>
            <p:nvPr/>
          </p:nvSpPr>
          <p:spPr bwMode="auto">
            <a:xfrm flipV="1">
              <a:off x="4759137" y="2650569"/>
              <a:ext cx="136013"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2" name="Line 15">
              <a:extLst>
                <a:ext uri="{FF2B5EF4-FFF2-40B4-BE49-F238E27FC236}">
                  <a16:creationId xmlns:a16="http://schemas.microsoft.com/office/drawing/2014/main" id="{A190CC46-2E8C-E5AE-7F03-D17AC2BD8588}"/>
                </a:ext>
              </a:extLst>
            </p:cNvPr>
            <p:cNvSpPr>
              <a:spLocks noChangeShapeType="1"/>
            </p:cNvSpPr>
            <p:nvPr/>
          </p:nvSpPr>
          <p:spPr bwMode="auto">
            <a:xfrm>
              <a:off x="4885435" y="2647652"/>
              <a:ext cx="22664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3" name="Line 16">
              <a:extLst>
                <a:ext uri="{FF2B5EF4-FFF2-40B4-BE49-F238E27FC236}">
                  <a16:creationId xmlns:a16="http://schemas.microsoft.com/office/drawing/2014/main" id="{D41DA90E-082C-FEFC-0051-483A01AA792A}"/>
                </a:ext>
              </a:extLst>
            </p:cNvPr>
            <p:cNvSpPr>
              <a:spLocks noChangeShapeType="1"/>
            </p:cNvSpPr>
            <p:nvPr/>
          </p:nvSpPr>
          <p:spPr bwMode="auto">
            <a:xfrm>
              <a:off x="3510041" y="4762433"/>
              <a:ext cx="19027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4" name="Line 17">
              <a:extLst>
                <a:ext uri="{FF2B5EF4-FFF2-40B4-BE49-F238E27FC236}">
                  <a16:creationId xmlns:a16="http://schemas.microsoft.com/office/drawing/2014/main" id="{6ED96E82-83AD-4C6A-208D-562FEDD573F2}"/>
                </a:ext>
              </a:extLst>
            </p:cNvPr>
            <p:cNvSpPr>
              <a:spLocks noChangeShapeType="1"/>
            </p:cNvSpPr>
            <p:nvPr/>
          </p:nvSpPr>
          <p:spPr bwMode="auto">
            <a:xfrm>
              <a:off x="3535023" y="5054108"/>
              <a:ext cx="19027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5" name="Line 18">
              <a:extLst>
                <a:ext uri="{FF2B5EF4-FFF2-40B4-BE49-F238E27FC236}">
                  <a16:creationId xmlns:a16="http://schemas.microsoft.com/office/drawing/2014/main" id="{3F6870EC-A01C-F34F-00C6-A3063AB52798}"/>
                </a:ext>
              </a:extLst>
            </p:cNvPr>
            <p:cNvSpPr>
              <a:spLocks noChangeShapeType="1"/>
            </p:cNvSpPr>
            <p:nvPr/>
          </p:nvSpPr>
          <p:spPr bwMode="auto">
            <a:xfrm>
              <a:off x="6002681" y="4915563"/>
              <a:ext cx="121995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6" name="Line 19">
              <a:extLst>
                <a:ext uri="{FF2B5EF4-FFF2-40B4-BE49-F238E27FC236}">
                  <a16:creationId xmlns:a16="http://schemas.microsoft.com/office/drawing/2014/main" id="{6CF3C323-6291-01E2-4FAB-1CCB377C9C77}"/>
                </a:ext>
              </a:extLst>
            </p:cNvPr>
            <p:cNvSpPr>
              <a:spLocks noChangeShapeType="1"/>
            </p:cNvSpPr>
            <p:nvPr/>
          </p:nvSpPr>
          <p:spPr bwMode="auto">
            <a:xfrm>
              <a:off x="2803608" y="2481397"/>
              <a:ext cx="0" cy="10966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7" name="Line 20">
              <a:extLst>
                <a:ext uri="{FF2B5EF4-FFF2-40B4-BE49-F238E27FC236}">
                  <a16:creationId xmlns:a16="http://schemas.microsoft.com/office/drawing/2014/main" id="{47ACB1E4-B513-11DA-DFD8-D7F74AD860D0}"/>
                </a:ext>
              </a:extLst>
            </p:cNvPr>
            <p:cNvSpPr>
              <a:spLocks noChangeShapeType="1"/>
            </p:cNvSpPr>
            <p:nvPr/>
          </p:nvSpPr>
          <p:spPr bwMode="auto">
            <a:xfrm>
              <a:off x="1189498" y="3419132"/>
              <a:ext cx="204574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8" name="Line 21">
              <a:extLst>
                <a:ext uri="{FF2B5EF4-FFF2-40B4-BE49-F238E27FC236}">
                  <a16:creationId xmlns:a16="http://schemas.microsoft.com/office/drawing/2014/main" id="{D3FD942C-4E46-CEF3-23C7-B43EFDDF77BD}"/>
                </a:ext>
              </a:extLst>
            </p:cNvPr>
            <p:cNvSpPr>
              <a:spLocks noChangeShapeType="1"/>
            </p:cNvSpPr>
            <p:nvPr/>
          </p:nvSpPr>
          <p:spPr bwMode="auto">
            <a:xfrm>
              <a:off x="1154801" y="2092557"/>
              <a:ext cx="595541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9" name="Line 22">
              <a:extLst>
                <a:ext uri="{FF2B5EF4-FFF2-40B4-BE49-F238E27FC236}">
                  <a16:creationId xmlns:a16="http://schemas.microsoft.com/office/drawing/2014/main" id="{8E821A95-028D-8F38-7E1F-7766D443152E}"/>
                </a:ext>
              </a:extLst>
            </p:cNvPr>
            <p:cNvSpPr>
              <a:spLocks noChangeShapeType="1"/>
            </p:cNvSpPr>
            <p:nvPr/>
          </p:nvSpPr>
          <p:spPr bwMode="auto">
            <a:xfrm flipH="1" flipV="1">
              <a:off x="1172844" y="4917021"/>
              <a:ext cx="173763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0" name="Text Box 23">
              <a:extLst>
                <a:ext uri="{FF2B5EF4-FFF2-40B4-BE49-F238E27FC236}">
                  <a16:creationId xmlns:a16="http://schemas.microsoft.com/office/drawing/2014/main" id="{F7C5B983-4F9D-3BC4-D046-2F944812DE95}"/>
                </a:ext>
              </a:extLst>
            </p:cNvPr>
            <p:cNvSpPr txBox="1">
              <a:spLocks noChangeArrowheads="1"/>
            </p:cNvSpPr>
            <p:nvPr/>
          </p:nvSpPr>
          <p:spPr bwMode="auto">
            <a:xfrm>
              <a:off x="3723775" y="4774100"/>
              <a:ext cx="1507242" cy="34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Valid Data </a:t>
              </a:r>
              <a:endParaRPr lang="ru-RU" altLang="en-US" sz="1600"/>
            </a:p>
          </p:txBody>
        </p:sp>
        <p:sp>
          <p:nvSpPr>
            <p:cNvPr id="27671" name="Line 24">
              <a:extLst>
                <a:ext uri="{FF2B5EF4-FFF2-40B4-BE49-F238E27FC236}">
                  <a16:creationId xmlns:a16="http://schemas.microsoft.com/office/drawing/2014/main" id="{73BC5B1B-02CA-D8DD-FE93-FC46C996296C}"/>
                </a:ext>
              </a:extLst>
            </p:cNvPr>
            <p:cNvSpPr>
              <a:spLocks noChangeShapeType="1"/>
            </p:cNvSpPr>
            <p:nvPr/>
          </p:nvSpPr>
          <p:spPr bwMode="auto">
            <a:xfrm>
              <a:off x="5347600" y="1170864"/>
              <a:ext cx="0" cy="85023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2" name="Line 25">
              <a:extLst>
                <a:ext uri="{FF2B5EF4-FFF2-40B4-BE49-F238E27FC236}">
                  <a16:creationId xmlns:a16="http://schemas.microsoft.com/office/drawing/2014/main" id="{560AD664-9A14-5289-52EF-1BDD85D3BA7B}"/>
                </a:ext>
              </a:extLst>
            </p:cNvPr>
            <p:cNvSpPr>
              <a:spLocks noChangeShapeType="1"/>
            </p:cNvSpPr>
            <p:nvPr/>
          </p:nvSpPr>
          <p:spPr bwMode="auto">
            <a:xfrm>
              <a:off x="1157577" y="1405663"/>
              <a:ext cx="10228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3" name="Line 26">
              <a:extLst>
                <a:ext uri="{FF2B5EF4-FFF2-40B4-BE49-F238E27FC236}">
                  <a16:creationId xmlns:a16="http://schemas.microsoft.com/office/drawing/2014/main" id="{67877C7C-CA09-632C-4B52-4A33778C9991}"/>
                </a:ext>
              </a:extLst>
            </p:cNvPr>
            <p:cNvSpPr>
              <a:spLocks noChangeShapeType="1"/>
            </p:cNvSpPr>
            <p:nvPr/>
          </p:nvSpPr>
          <p:spPr bwMode="auto">
            <a:xfrm>
              <a:off x="2190163" y="1396913"/>
              <a:ext cx="104091" cy="3193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4" name="Line 27">
              <a:extLst>
                <a:ext uri="{FF2B5EF4-FFF2-40B4-BE49-F238E27FC236}">
                  <a16:creationId xmlns:a16="http://schemas.microsoft.com/office/drawing/2014/main" id="{B45C8F0E-6403-E8DC-624C-42350DC792FD}"/>
                </a:ext>
              </a:extLst>
            </p:cNvPr>
            <p:cNvSpPr>
              <a:spLocks noChangeShapeType="1"/>
            </p:cNvSpPr>
            <p:nvPr/>
          </p:nvSpPr>
          <p:spPr bwMode="auto">
            <a:xfrm>
              <a:off x="1152026" y="1711922"/>
              <a:ext cx="10228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5" name="Line 28">
              <a:extLst>
                <a:ext uri="{FF2B5EF4-FFF2-40B4-BE49-F238E27FC236}">
                  <a16:creationId xmlns:a16="http://schemas.microsoft.com/office/drawing/2014/main" id="{675F650D-EE47-5110-E22A-B088A16CE1B1}"/>
                </a:ext>
              </a:extLst>
            </p:cNvPr>
            <p:cNvSpPr>
              <a:spLocks noChangeShapeType="1"/>
            </p:cNvSpPr>
            <p:nvPr/>
          </p:nvSpPr>
          <p:spPr bwMode="auto">
            <a:xfrm flipV="1">
              <a:off x="2172120" y="1396913"/>
              <a:ext cx="134625"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6" name="Line 29">
              <a:extLst>
                <a:ext uri="{FF2B5EF4-FFF2-40B4-BE49-F238E27FC236}">
                  <a16:creationId xmlns:a16="http://schemas.microsoft.com/office/drawing/2014/main" id="{98CFEC83-754E-2719-4BB2-D21255E37CD7}"/>
                </a:ext>
              </a:extLst>
            </p:cNvPr>
            <p:cNvSpPr>
              <a:spLocks noChangeShapeType="1"/>
            </p:cNvSpPr>
            <p:nvPr/>
          </p:nvSpPr>
          <p:spPr bwMode="auto">
            <a:xfrm>
              <a:off x="2313685" y="1393996"/>
              <a:ext cx="29867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7" name="Line 30">
              <a:extLst>
                <a:ext uri="{FF2B5EF4-FFF2-40B4-BE49-F238E27FC236}">
                  <a16:creationId xmlns:a16="http://schemas.microsoft.com/office/drawing/2014/main" id="{9C8551DC-2973-3ECD-D2E9-553390FAB869}"/>
                </a:ext>
              </a:extLst>
            </p:cNvPr>
            <p:cNvSpPr>
              <a:spLocks noChangeShapeType="1"/>
            </p:cNvSpPr>
            <p:nvPr/>
          </p:nvSpPr>
          <p:spPr bwMode="auto">
            <a:xfrm>
              <a:off x="2278988" y="1710463"/>
              <a:ext cx="30103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8" name="Text Box 31">
              <a:extLst>
                <a:ext uri="{FF2B5EF4-FFF2-40B4-BE49-F238E27FC236}">
                  <a16:creationId xmlns:a16="http://schemas.microsoft.com/office/drawing/2014/main" id="{9260BDD4-BE73-8EDF-3F03-F64A4EFC10BA}"/>
                </a:ext>
              </a:extLst>
            </p:cNvPr>
            <p:cNvSpPr txBox="1">
              <a:spLocks noChangeArrowheads="1"/>
            </p:cNvSpPr>
            <p:nvPr/>
          </p:nvSpPr>
          <p:spPr bwMode="auto">
            <a:xfrm>
              <a:off x="301252" y="1411496"/>
              <a:ext cx="1124186" cy="3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ADDR</a:t>
              </a:r>
            </a:p>
            <a:p>
              <a:pPr eaLnBrk="1" hangingPunct="1"/>
              <a:endParaRPr lang="ru-RU" altLang="en-US" sz="1600"/>
            </a:p>
          </p:txBody>
        </p:sp>
        <p:sp>
          <p:nvSpPr>
            <p:cNvPr id="27679" name="Text Box 32">
              <a:extLst>
                <a:ext uri="{FF2B5EF4-FFF2-40B4-BE49-F238E27FC236}">
                  <a16:creationId xmlns:a16="http://schemas.microsoft.com/office/drawing/2014/main" id="{3F810685-A9AB-31BE-0D04-ABC0E5B0479D}"/>
                </a:ext>
              </a:extLst>
            </p:cNvPr>
            <p:cNvSpPr txBox="1">
              <a:spLocks noChangeArrowheads="1"/>
            </p:cNvSpPr>
            <p:nvPr/>
          </p:nvSpPr>
          <p:spPr bwMode="auto">
            <a:xfrm>
              <a:off x="467798" y="1959846"/>
              <a:ext cx="1124186" cy="380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ym typeface="Symbol" panose="05050102010706020507" pitchFamily="18" charset="2"/>
                </a:rPr>
                <a:t></a:t>
              </a:r>
              <a:r>
                <a:rPr lang="en-US" altLang="en-US" sz="1600"/>
                <a:t>OE</a:t>
              </a:r>
            </a:p>
            <a:p>
              <a:pPr eaLnBrk="1" hangingPunct="1"/>
              <a:endParaRPr lang="ru-RU" altLang="en-US" sz="1600"/>
            </a:p>
          </p:txBody>
        </p:sp>
        <p:sp>
          <p:nvSpPr>
            <p:cNvPr id="27680" name="Text Box 33">
              <a:extLst>
                <a:ext uri="{FF2B5EF4-FFF2-40B4-BE49-F238E27FC236}">
                  <a16:creationId xmlns:a16="http://schemas.microsoft.com/office/drawing/2014/main" id="{C1EA0FED-8FC2-3923-5D13-506FFB24B6AA}"/>
                </a:ext>
              </a:extLst>
            </p:cNvPr>
            <p:cNvSpPr txBox="1">
              <a:spLocks noChangeArrowheads="1"/>
            </p:cNvSpPr>
            <p:nvPr/>
          </p:nvSpPr>
          <p:spPr bwMode="auto">
            <a:xfrm>
              <a:off x="445592" y="2517856"/>
              <a:ext cx="1124186" cy="45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ym typeface="Symbol" panose="05050102010706020507" pitchFamily="18" charset="2"/>
                </a:rPr>
                <a:t></a:t>
              </a:r>
              <a:r>
                <a:rPr lang="en-US" altLang="en-US" sz="1600"/>
                <a:t>CS</a:t>
              </a:r>
            </a:p>
            <a:p>
              <a:pPr eaLnBrk="1" hangingPunct="1"/>
              <a:endParaRPr lang="ru-RU" altLang="en-US" sz="1600"/>
            </a:p>
          </p:txBody>
        </p:sp>
        <p:sp>
          <p:nvSpPr>
            <p:cNvPr id="27681" name="Line 34">
              <a:extLst>
                <a:ext uri="{FF2B5EF4-FFF2-40B4-BE49-F238E27FC236}">
                  <a16:creationId xmlns:a16="http://schemas.microsoft.com/office/drawing/2014/main" id="{6C8DC3B1-3BAD-6598-49D7-59F1C22AFC17}"/>
                </a:ext>
              </a:extLst>
            </p:cNvPr>
            <p:cNvSpPr>
              <a:spLocks noChangeShapeType="1"/>
            </p:cNvSpPr>
            <p:nvPr/>
          </p:nvSpPr>
          <p:spPr bwMode="auto">
            <a:xfrm flipV="1">
              <a:off x="2942397" y="4762433"/>
              <a:ext cx="81885" cy="1443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2" name="Line 35">
              <a:extLst>
                <a:ext uri="{FF2B5EF4-FFF2-40B4-BE49-F238E27FC236}">
                  <a16:creationId xmlns:a16="http://schemas.microsoft.com/office/drawing/2014/main" id="{FE6C606C-E685-A102-FDB0-437B8CAB4D73}"/>
                </a:ext>
              </a:extLst>
            </p:cNvPr>
            <p:cNvSpPr>
              <a:spLocks noChangeShapeType="1"/>
            </p:cNvSpPr>
            <p:nvPr/>
          </p:nvSpPr>
          <p:spPr bwMode="auto">
            <a:xfrm>
              <a:off x="2920190" y="4906813"/>
              <a:ext cx="126297" cy="150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3" name="Line 36">
              <a:extLst>
                <a:ext uri="{FF2B5EF4-FFF2-40B4-BE49-F238E27FC236}">
                  <a16:creationId xmlns:a16="http://schemas.microsoft.com/office/drawing/2014/main" id="{1EA9777C-EB38-338F-4F49-56C3DAAA6FE8}"/>
                </a:ext>
              </a:extLst>
            </p:cNvPr>
            <p:cNvSpPr>
              <a:spLocks noChangeShapeType="1"/>
            </p:cNvSpPr>
            <p:nvPr/>
          </p:nvSpPr>
          <p:spPr bwMode="auto">
            <a:xfrm>
              <a:off x="3033997" y="4762433"/>
              <a:ext cx="2387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4" name="Line 37">
              <a:extLst>
                <a:ext uri="{FF2B5EF4-FFF2-40B4-BE49-F238E27FC236}">
                  <a16:creationId xmlns:a16="http://schemas.microsoft.com/office/drawing/2014/main" id="{D19CA18B-3815-9D0A-BEF2-A520E4A833A2}"/>
                </a:ext>
              </a:extLst>
            </p:cNvPr>
            <p:cNvSpPr>
              <a:spLocks noChangeShapeType="1"/>
            </p:cNvSpPr>
            <p:nvPr/>
          </p:nvSpPr>
          <p:spPr bwMode="auto">
            <a:xfrm>
              <a:off x="3040935" y="5057025"/>
              <a:ext cx="2743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5" name="Line 38">
              <a:extLst>
                <a:ext uri="{FF2B5EF4-FFF2-40B4-BE49-F238E27FC236}">
                  <a16:creationId xmlns:a16="http://schemas.microsoft.com/office/drawing/2014/main" id="{BFAA0B91-8923-ED78-0B9F-E479617F61B7}"/>
                </a:ext>
              </a:extLst>
            </p:cNvPr>
            <p:cNvSpPr>
              <a:spLocks noChangeShapeType="1"/>
            </p:cNvSpPr>
            <p:nvPr/>
          </p:nvSpPr>
          <p:spPr bwMode="auto">
            <a:xfrm>
              <a:off x="3033997" y="4765350"/>
              <a:ext cx="255371" cy="29459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6" name="Line 39">
              <a:extLst>
                <a:ext uri="{FF2B5EF4-FFF2-40B4-BE49-F238E27FC236}">
                  <a16:creationId xmlns:a16="http://schemas.microsoft.com/office/drawing/2014/main" id="{65F84F44-6D57-C816-1EE3-70303E0F9E3A}"/>
                </a:ext>
              </a:extLst>
            </p:cNvPr>
            <p:cNvSpPr>
              <a:spLocks noChangeShapeType="1"/>
            </p:cNvSpPr>
            <p:nvPr/>
          </p:nvSpPr>
          <p:spPr bwMode="auto">
            <a:xfrm flipV="1">
              <a:off x="3061755" y="4750766"/>
              <a:ext cx="202631" cy="2975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7" name="Line 40">
              <a:extLst>
                <a:ext uri="{FF2B5EF4-FFF2-40B4-BE49-F238E27FC236}">
                  <a16:creationId xmlns:a16="http://schemas.microsoft.com/office/drawing/2014/main" id="{97EDB496-7C94-6CB5-8D28-D9E82CE1A341}"/>
                </a:ext>
              </a:extLst>
            </p:cNvPr>
            <p:cNvSpPr>
              <a:spLocks noChangeShapeType="1"/>
            </p:cNvSpPr>
            <p:nvPr/>
          </p:nvSpPr>
          <p:spPr bwMode="auto">
            <a:xfrm>
              <a:off x="3279652" y="4765350"/>
              <a:ext cx="255371" cy="29459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8" name="Line 41">
              <a:extLst>
                <a:ext uri="{FF2B5EF4-FFF2-40B4-BE49-F238E27FC236}">
                  <a16:creationId xmlns:a16="http://schemas.microsoft.com/office/drawing/2014/main" id="{F0C66860-AD95-F9F4-5F67-15ABD333E2EB}"/>
                </a:ext>
              </a:extLst>
            </p:cNvPr>
            <p:cNvSpPr>
              <a:spLocks noChangeShapeType="1"/>
            </p:cNvSpPr>
            <p:nvPr/>
          </p:nvSpPr>
          <p:spPr bwMode="auto">
            <a:xfrm flipV="1">
              <a:off x="3307410" y="4750766"/>
              <a:ext cx="202631" cy="2975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9" name="Line 42">
              <a:extLst>
                <a:ext uri="{FF2B5EF4-FFF2-40B4-BE49-F238E27FC236}">
                  <a16:creationId xmlns:a16="http://schemas.microsoft.com/office/drawing/2014/main" id="{7EB49B72-FBBB-35BC-FDCA-EE1650173E4E}"/>
                </a:ext>
              </a:extLst>
            </p:cNvPr>
            <p:cNvSpPr>
              <a:spLocks noChangeShapeType="1"/>
            </p:cNvSpPr>
            <p:nvPr/>
          </p:nvSpPr>
          <p:spPr bwMode="auto">
            <a:xfrm>
              <a:off x="5398952" y="4765350"/>
              <a:ext cx="253982" cy="29459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0" name="Line 43">
              <a:extLst>
                <a:ext uri="{FF2B5EF4-FFF2-40B4-BE49-F238E27FC236}">
                  <a16:creationId xmlns:a16="http://schemas.microsoft.com/office/drawing/2014/main" id="{23E58610-B6BF-4520-E5EA-08387DD08229}"/>
                </a:ext>
              </a:extLst>
            </p:cNvPr>
            <p:cNvSpPr>
              <a:spLocks noChangeShapeType="1"/>
            </p:cNvSpPr>
            <p:nvPr/>
          </p:nvSpPr>
          <p:spPr bwMode="auto">
            <a:xfrm flipV="1">
              <a:off x="5426710" y="4750766"/>
              <a:ext cx="201243" cy="2975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1" name="Line 44">
              <a:extLst>
                <a:ext uri="{FF2B5EF4-FFF2-40B4-BE49-F238E27FC236}">
                  <a16:creationId xmlns:a16="http://schemas.microsoft.com/office/drawing/2014/main" id="{A8D6094D-0033-5960-57A3-44DB6D9627B1}"/>
                </a:ext>
              </a:extLst>
            </p:cNvPr>
            <p:cNvSpPr>
              <a:spLocks noChangeShapeType="1"/>
            </p:cNvSpPr>
            <p:nvPr/>
          </p:nvSpPr>
          <p:spPr bwMode="auto">
            <a:xfrm>
              <a:off x="5628524" y="4762433"/>
              <a:ext cx="23732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2" name="Line 45">
              <a:extLst>
                <a:ext uri="{FF2B5EF4-FFF2-40B4-BE49-F238E27FC236}">
                  <a16:creationId xmlns:a16="http://schemas.microsoft.com/office/drawing/2014/main" id="{F67324AA-3175-6F46-7F47-0E5BA74AAD0A}"/>
                </a:ext>
              </a:extLst>
            </p:cNvPr>
            <p:cNvSpPr>
              <a:spLocks noChangeShapeType="1"/>
            </p:cNvSpPr>
            <p:nvPr/>
          </p:nvSpPr>
          <p:spPr bwMode="auto">
            <a:xfrm>
              <a:off x="5662650" y="5057025"/>
              <a:ext cx="2387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3" name="Line 46">
              <a:extLst>
                <a:ext uri="{FF2B5EF4-FFF2-40B4-BE49-F238E27FC236}">
                  <a16:creationId xmlns:a16="http://schemas.microsoft.com/office/drawing/2014/main" id="{717C3BDC-11A9-7486-D6B4-7399BE2BA34D}"/>
                </a:ext>
              </a:extLst>
            </p:cNvPr>
            <p:cNvSpPr>
              <a:spLocks noChangeShapeType="1"/>
            </p:cNvSpPr>
            <p:nvPr/>
          </p:nvSpPr>
          <p:spPr bwMode="auto">
            <a:xfrm>
              <a:off x="5657098" y="4765350"/>
              <a:ext cx="253982" cy="29459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4" name="Line 47">
              <a:extLst>
                <a:ext uri="{FF2B5EF4-FFF2-40B4-BE49-F238E27FC236}">
                  <a16:creationId xmlns:a16="http://schemas.microsoft.com/office/drawing/2014/main" id="{435DA942-3DF0-6112-E0BA-4683D302A19A}"/>
                </a:ext>
              </a:extLst>
            </p:cNvPr>
            <p:cNvSpPr>
              <a:spLocks noChangeShapeType="1"/>
            </p:cNvSpPr>
            <p:nvPr/>
          </p:nvSpPr>
          <p:spPr bwMode="auto">
            <a:xfrm flipV="1">
              <a:off x="5684856" y="4750766"/>
              <a:ext cx="201243" cy="2975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5" name="Line 48">
              <a:extLst>
                <a:ext uri="{FF2B5EF4-FFF2-40B4-BE49-F238E27FC236}">
                  <a16:creationId xmlns:a16="http://schemas.microsoft.com/office/drawing/2014/main" id="{00138B41-8319-2FEC-D3AE-B74E724CC057}"/>
                </a:ext>
              </a:extLst>
            </p:cNvPr>
            <p:cNvSpPr>
              <a:spLocks noChangeShapeType="1"/>
            </p:cNvSpPr>
            <p:nvPr/>
          </p:nvSpPr>
          <p:spPr bwMode="auto">
            <a:xfrm>
              <a:off x="5888875" y="4765350"/>
              <a:ext cx="126298" cy="1502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6" name="Line 49">
              <a:extLst>
                <a:ext uri="{FF2B5EF4-FFF2-40B4-BE49-F238E27FC236}">
                  <a16:creationId xmlns:a16="http://schemas.microsoft.com/office/drawing/2014/main" id="{484D77C8-817C-4093-FCDE-B0ECC4462DBB}"/>
                </a:ext>
              </a:extLst>
            </p:cNvPr>
            <p:cNvSpPr>
              <a:spLocks noChangeShapeType="1"/>
            </p:cNvSpPr>
            <p:nvPr/>
          </p:nvSpPr>
          <p:spPr bwMode="auto">
            <a:xfrm flipV="1">
              <a:off x="5927735" y="4890770"/>
              <a:ext cx="81886" cy="1458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7" name="Line 50">
              <a:extLst>
                <a:ext uri="{FF2B5EF4-FFF2-40B4-BE49-F238E27FC236}">
                  <a16:creationId xmlns:a16="http://schemas.microsoft.com/office/drawing/2014/main" id="{E421651B-F2D9-6B58-69E7-95568BCC7E0C}"/>
                </a:ext>
              </a:extLst>
            </p:cNvPr>
            <p:cNvSpPr>
              <a:spLocks noChangeShapeType="1"/>
            </p:cNvSpPr>
            <p:nvPr/>
          </p:nvSpPr>
          <p:spPr bwMode="auto">
            <a:xfrm>
              <a:off x="5300412" y="1382329"/>
              <a:ext cx="104092" cy="3193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8" name="Line 51">
              <a:extLst>
                <a:ext uri="{FF2B5EF4-FFF2-40B4-BE49-F238E27FC236}">
                  <a16:creationId xmlns:a16="http://schemas.microsoft.com/office/drawing/2014/main" id="{936FA691-D9BB-5DC2-B69A-5A5838D7A6F1}"/>
                </a:ext>
              </a:extLst>
            </p:cNvPr>
            <p:cNvSpPr>
              <a:spLocks noChangeShapeType="1"/>
            </p:cNvSpPr>
            <p:nvPr/>
          </p:nvSpPr>
          <p:spPr bwMode="auto">
            <a:xfrm flipV="1">
              <a:off x="5282370" y="1393996"/>
              <a:ext cx="134624"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9" name="Line 52">
              <a:extLst>
                <a:ext uri="{FF2B5EF4-FFF2-40B4-BE49-F238E27FC236}">
                  <a16:creationId xmlns:a16="http://schemas.microsoft.com/office/drawing/2014/main" id="{D1E9DA6D-22D9-0708-1556-DB9B5D99E17B}"/>
                </a:ext>
              </a:extLst>
            </p:cNvPr>
            <p:cNvSpPr>
              <a:spLocks noChangeShapeType="1"/>
            </p:cNvSpPr>
            <p:nvPr/>
          </p:nvSpPr>
          <p:spPr bwMode="auto">
            <a:xfrm flipV="1">
              <a:off x="5422546" y="1393996"/>
              <a:ext cx="16459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0" name="Line 53">
              <a:extLst>
                <a:ext uri="{FF2B5EF4-FFF2-40B4-BE49-F238E27FC236}">
                  <a16:creationId xmlns:a16="http://schemas.microsoft.com/office/drawing/2014/main" id="{27F134E1-BC51-D1CF-A15D-225BD8D27284}"/>
                </a:ext>
              </a:extLst>
            </p:cNvPr>
            <p:cNvSpPr>
              <a:spLocks noChangeShapeType="1"/>
            </p:cNvSpPr>
            <p:nvPr/>
          </p:nvSpPr>
          <p:spPr bwMode="auto">
            <a:xfrm flipV="1">
              <a:off x="5412831" y="1711922"/>
              <a:ext cx="16459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1" name="Line 54">
              <a:extLst>
                <a:ext uri="{FF2B5EF4-FFF2-40B4-BE49-F238E27FC236}">
                  <a16:creationId xmlns:a16="http://schemas.microsoft.com/office/drawing/2014/main" id="{19CF7344-04DF-F0C5-6826-6645A70E07E0}"/>
                </a:ext>
              </a:extLst>
            </p:cNvPr>
            <p:cNvSpPr>
              <a:spLocks noChangeShapeType="1"/>
            </p:cNvSpPr>
            <p:nvPr/>
          </p:nvSpPr>
          <p:spPr bwMode="auto">
            <a:xfrm>
              <a:off x="2244290" y="1220449"/>
              <a:ext cx="0" cy="205339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2" name="Line 55">
              <a:extLst>
                <a:ext uri="{FF2B5EF4-FFF2-40B4-BE49-F238E27FC236}">
                  <a16:creationId xmlns:a16="http://schemas.microsoft.com/office/drawing/2014/main" id="{8C21C177-7011-0935-6988-B4F9D2785E47}"/>
                </a:ext>
              </a:extLst>
            </p:cNvPr>
            <p:cNvSpPr>
              <a:spLocks noChangeShapeType="1"/>
            </p:cNvSpPr>
            <p:nvPr/>
          </p:nvSpPr>
          <p:spPr bwMode="auto">
            <a:xfrm>
              <a:off x="2259557" y="1983180"/>
              <a:ext cx="988174" cy="0"/>
            </a:xfrm>
            <a:prstGeom prst="line">
              <a:avLst/>
            </a:prstGeom>
            <a:noFill/>
            <a:ln w="1905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7703" name="Line 56">
              <a:extLst>
                <a:ext uri="{FF2B5EF4-FFF2-40B4-BE49-F238E27FC236}">
                  <a16:creationId xmlns:a16="http://schemas.microsoft.com/office/drawing/2014/main" id="{1CDFE901-53B8-A023-F1A5-3E85018C2DF5}"/>
                </a:ext>
              </a:extLst>
            </p:cNvPr>
            <p:cNvSpPr>
              <a:spLocks noChangeShapeType="1"/>
            </p:cNvSpPr>
            <p:nvPr/>
          </p:nvSpPr>
          <p:spPr bwMode="auto">
            <a:xfrm>
              <a:off x="3830643" y="1983180"/>
              <a:ext cx="986785" cy="0"/>
            </a:xfrm>
            <a:prstGeom prst="line">
              <a:avLst/>
            </a:prstGeom>
            <a:noFill/>
            <a:ln w="1905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7704" name="Text Box 57">
              <a:extLst>
                <a:ext uri="{FF2B5EF4-FFF2-40B4-BE49-F238E27FC236}">
                  <a16:creationId xmlns:a16="http://schemas.microsoft.com/office/drawing/2014/main" id="{23DB2755-96E6-480D-ACDB-EB5360015ACE}"/>
                </a:ext>
              </a:extLst>
            </p:cNvPr>
            <p:cNvSpPr txBox="1">
              <a:spLocks noChangeArrowheads="1"/>
            </p:cNvSpPr>
            <p:nvPr/>
          </p:nvSpPr>
          <p:spPr bwMode="auto">
            <a:xfrm>
              <a:off x="2378916" y="3047247"/>
              <a:ext cx="642590" cy="354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AS</a:t>
              </a:r>
              <a:endParaRPr lang="ru-RU" altLang="en-US" sz="1600"/>
            </a:p>
          </p:txBody>
        </p:sp>
        <p:sp>
          <p:nvSpPr>
            <p:cNvPr id="27705" name="Line 58">
              <a:extLst>
                <a:ext uri="{FF2B5EF4-FFF2-40B4-BE49-F238E27FC236}">
                  <a16:creationId xmlns:a16="http://schemas.microsoft.com/office/drawing/2014/main" id="{0FABF571-46F8-E8B7-7A48-B1E934D7D4B8}"/>
                </a:ext>
              </a:extLst>
            </p:cNvPr>
            <p:cNvSpPr>
              <a:spLocks noChangeShapeType="1"/>
            </p:cNvSpPr>
            <p:nvPr/>
          </p:nvSpPr>
          <p:spPr bwMode="auto">
            <a:xfrm>
              <a:off x="2527419" y="2136309"/>
              <a:ext cx="0" cy="201168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6" name="Line 59">
              <a:extLst>
                <a:ext uri="{FF2B5EF4-FFF2-40B4-BE49-F238E27FC236}">
                  <a16:creationId xmlns:a16="http://schemas.microsoft.com/office/drawing/2014/main" id="{A1DFA7BF-669A-BB53-EBB3-FB16C065D69D}"/>
                </a:ext>
              </a:extLst>
            </p:cNvPr>
            <p:cNvSpPr>
              <a:spLocks noChangeShapeType="1"/>
            </p:cNvSpPr>
            <p:nvPr/>
          </p:nvSpPr>
          <p:spPr bwMode="auto">
            <a:xfrm>
              <a:off x="2829977" y="2541190"/>
              <a:ext cx="570421" cy="0"/>
            </a:xfrm>
            <a:prstGeom prst="line">
              <a:avLst/>
            </a:prstGeom>
            <a:noFill/>
            <a:ln w="1905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7707" name="Line 60">
              <a:extLst>
                <a:ext uri="{FF2B5EF4-FFF2-40B4-BE49-F238E27FC236}">
                  <a16:creationId xmlns:a16="http://schemas.microsoft.com/office/drawing/2014/main" id="{0B8270BB-F920-EE70-62E0-2DCF939801CC}"/>
                </a:ext>
              </a:extLst>
            </p:cNvPr>
            <p:cNvSpPr>
              <a:spLocks noChangeShapeType="1"/>
            </p:cNvSpPr>
            <p:nvPr/>
          </p:nvSpPr>
          <p:spPr bwMode="auto">
            <a:xfrm>
              <a:off x="4135977" y="2542649"/>
              <a:ext cx="691166" cy="0"/>
            </a:xfrm>
            <a:prstGeom prst="line">
              <a:avLst/>
            </a:prstGeom>
            <a:noFill/>
            <a:ln w="1905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7708" name="Text Box 61">
              <a:extLst>
                <a:ext uri="{FF2B5EF4-FFF2-40B4-BE49-F238E27FC236}">
                  <a16:creationId xmlns:a16="http://schemas.microsoft.com/office/drawing/2014/main" id="{F41D65FA-7704-85A5-B517-39B00AE184AC}"/>
                </a:ext>
              </a:extLst>
            </p:cNvPr>
            <p:cNvSpPr txBox="1">
              <a:spLocks noChangeArrowheads="1"/>
            </p:cNvSpPr>
            <p:nvPr/>
          </p:nvSpPr>
          <p:spPr bwMode="auto">
            <a:xfrm>
              <a:off x="3528084" y="2479027"/>
              <a:ext cx="1010380" cy="387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CW</a:t>
              </a:r>
              <a:endParaRPr lang="ru-RU" altLang="en-US" sz="1600"/>
            </a:p>
          </p:txBody>
        </p:sp>
        <p:sp>
          <p:nvSpPr>
            <p:cNvPr id="27709" name="Line 62">
              <a:extLst>
                <a:ext uri="{FF2B5EF4-FFF2-40B4-BE49-F238E27FC236}">
                  <a16:creationId xmlns:a16="http://schemas.microsoft.com/office/drawing/2014/main" id="{6960640B-2E48-C41F-30F7-F656D6A66A68}"/>
                </a:ext>
              </a:extLst>
            </p:cNvPr>
            <p:cNvSpPr>
              <a:spLocks noChangeShapeType="1"/>
            </p:cNvSpPr>
            <p:nvPr/>
          </p:nvSpPr>
          <p:spPr bwMode="auto">
            <a:xfrm>
              <a:off x="2215145" y="3235377"/>
              <a:ext cx="215122" cy="0"/>
            </a:xfrm>
            <a:prstGeom prst="line">
              <a:avLst/>
            </a:prstGeom>
            <a:noFill/>
            <a:ln w="1905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7710" name="Line 63">
              <a:extLst>
                <a:ext uri="{FF2B5EF4-FFF2-40B4-BE49-F238E27FC236}">
                  <a16:creationId xmlns:a16="http://schemas.microsoft.com/office/drawing/2014/main" id="{FD77CACC-72FD-D0C2-4396-7B26CABB546E}"/>
                </a:ext>
              </a:extLst>
            </p:cNvPr>
            <p:cNvSpPr>
              <a:spLocks noChangeShapeType="1"/>
            </p:cNvSpPr>
            <p:nvPr/>
          </p:nvSpPr>
          <p:spPr bwMode="auto">
            <a:xfrm>
              <a:off x="2272048" y="1264200"/>
              <a:ext cx="1225502" cy="0"/>
            </a:xfrm>
            <a:prstGeom prst="line">
              <a:avLst/>
            </a:prstGeom>
            <a:noFill/>
            <a:ln w="1905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7711" name="Line 64">
              <a:extLst>
                <a:ext uri="{FF2B5EF4-FFF2-40B4-BE49-F238E27FC236}">
                  <a16:creationId xmlns:a16="http://schemas.microsoft.com/office/drawing/2014/main" id="{7C0719AD-4826-AA99-59F5-C4EE4A885DA3}"/>
                </a:ext>
              </a:extLst>
            </p:cNvPr>
            <p:cNvSpPr>
              <a:spLocks noChangeShapeType="1"/>
            </p:cNvSpPr>
            <p:nvPr/>
          </p:nvSpPr>
          <p:spPr bwMode="auto">
            <a:xfrm>
              <a:off x="4155408" y="1264200"/>
              <a:ext cx="1165823" cy="0"/>
            </a:xfrm>
            <a:prstGeom prst="line">
              <a:avLst/>
            </a:prstGeom>
            <a:noFill/>
            <a:ln w="1905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7712" name="Text Box 65">
              <a:extLst>
                <a:ext uri="{FF2B5EF4-FFF2-40B4-BE49-F238E27FC236}">
                  <a16:creationId xmlns:a16="http://schemas.microsoft.com/office/drawing/2014/main" id="{5E48B6EE-0A7F-DC9F-2557-C628B122D9BF}"/>
                </a:ext>
              </a:extLst>
            </p:cNvPr>
            <p:cNvSpPr txBox="1">
              <a:spLocks noChangeArrowheads="1"/>
            </p:cNvSpPr>
            <p:nvPr/>
          </p:nvSpPr>
          <p:spPr bwMode="auto">
            <a:xfrm>
              <a:off x="3544738" y="1052736"/>
              <a:ext cx="1010380" cy="352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WC</a:t>
              </a:r>
              <a:endParaRPr lang="ru-RU" altLang="en-US" sz="1600"/>
            </a:p>
          </p:txBody>
        </p:sp>
        <p:sp>
          <p:nvSpPr>
            <p:cNvPr id="27713" name="Line 66">
              <a:extLst>
                <a:ext uri="{FF2B5EF4-FFF2-40B4-BE49-F238E27FC236}">
                  <a16:creationId xmlns:a16="http://schemas.microsoft.com/office/drawing/2014/main" id="{FD21BFA2-2926-0BDF-4F19-8EAA187DA0A5}"/>
                </a:ext>
              </a:extLst>
            </p:cNvPr>
            <p:cNvSpPr>
              <a:spLocks noChangeShapeType="1"/>
            </p:cNvSpPr>
            <p:nvPr/>
          </p:nvSpPr>
          <p:spPr bwMode="auto">
            <a:xfrm>
              <a:off x="5838911" y="4326379"/>
              <a:ext cx="0" cy="75252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4" name="Line 67">
              <a:extLst>
                <a:ext uri="{FF2B5EF4-FFF2-40B4-BE49-F238E27FC236}">
                  <a16:creationId xmlns:a16="http://schemas.microsoft.com/office/drawing/2014/main" id="{76F34477-3715-67EE-244F-C23D1E81BB28}"/>
                </a:ext>
              </a:extLst>
            </p:cNvPr>
            <p:cNvSpPr>
              <a:spLocks noChangeShapeType="1"/>
            </p:cNvSpPr>
            <p:nvPr/>
          </p:nvSpPr>
          <p:spPr bwMode="auto">
            <a:xfrm flipV="1">
              <a:off x="2438975" y="2101308"/>
              <a:ext cx="134625" cy="3150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5" name="Line 68">
              <a:extLst>
                <a:ext uri="{FF2B5EF4-FFF2-40B4-BE49-F238E27FC236}">
                  <a16:creationId xmlns:a16="http://schemas.microsoft.com/office/drawing/2014/main" id="{EF2FC42D-6CF7-6ED1-2088-CABFEBF361E5}"/>
                </a:ext>
              </a:extLst>
            </p:cNvPr>
            <p:cNvSpPr>
              <a:spLocks noChangeShapeType="1"/>
            </p:cNvSpPr>
            <p:nvPr/>
          </p:nvSpPr>
          <p:spPr bwMode="auto">
            <a:xfrm flipH="1">
              <a:off x="1182559" y="2407566"/>
              <a:ext cx="12560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6" name="Line 69">
              <a:extLst>
                <a:ext uri="{FF2B5EF4-FFF2-40B4-BE49-F238E27FC236}">
                  <a16:creationId xmlns:a16="http://schemas.microsoft.com/office/drawing/2014/main" id="{830AF1A2-7CAE-7BDF-7849-A9DB392EBE49}"/>
                </a:ext>
              </a:extLst>
            </p:cNvPr>
            <p:cNvSpPr>
              <a:spLocks noChangeShapeType="1"/>
            </p:cNvSpPr>
            <p:nvPr/>
          </p:nvSpPr>
          <p:spPr bwMode="auto">
            <a:xfrm flipV="1">
              <a:off x="2301194" y="2077974"/>
              <a:ext cx="134624" cy="3150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7" name="Line 70">
              <a:extLst>
                <a:ext uri="{FF2B5EF4-FFF2-40B4-BE49-F238E27FC236}">
                  <a16:creationId xmlns:a16="http://schemas.microsoft.com/office/drawing/2014/main" id="{24EAD3BE-A341-89D5-61B9-55832EFE4A47}"/>
                </a:ext>
              </a:extLst>
            </p:cNvPr>
            <p:cNvSpPr>
              <a:spLocks noChangeShapeType="1"/>
            </p:cNvSpPr>
            <p:nvPr/>
          </p:nvSpPr>
          <p:spPr bwMode="auto">
            <a:xfrm flipV="1">
              <a:off x="2162025" y="2077973"/>
              <a:ext cx="136013" cy="3150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8" name="Line 71">
              <a:extLst>
                <a:ext uri="{FF2B5EF4-FFF2-40B4-BE49-F238E27FC236}">
                  <a16:creationId xmlns:a16="http://schemas.microsoft.com/office/drawing/2014/main" id="{DB862188-500A-D374-6E80-4E595E778067}"/>
                </a:ext>
              </a:extLst>
            </p:cNvPr>
            <p:cNvSpPr>
              <a:spLocks noChangeShapeType="1"/>
            </p:cNvSpPr>
            <p:nvPr/>
          </p:nvSpPr>
          <p:spPr bwMode="auto">
            <a:xfrm flipV="1">
              <a:off x="2007589" y="2077973"/>
              <a:ext cx="136013" cy="3150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9" name="Line 72">
              <a:extLst>
                <a:ext uri="{FF2B5EF4-FFF2-40B4-BE49-F238E27FC236}">
                  <a16:creationId xmlns:a16="http://schemas.microsoft.com/office/drawing/2014/main" id="{7C88B935-289F-CF48-23F8-23B24A52E158}"/>
                </a:ext>
              </a:extLst>
            </p:cNvPr>
            <p:cNvSpPr>
              <a:spLocks noChangeShapeType="1"/>
            </p:cNvSpPr>
            <p:nvPr/>
          </p:nvSpPr>
          <p:spPr bwMode="auto">
            <a:xfrm flipV="1">
              <a:off x="1846975" y="2077973"/>
              <a:ext cx="136013" cy="3150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0" name="Line 73">
              <a:extLst>
                <a:ext uri="{FF2B5EF4-FFF2-40B4-BE49-F238E27FC236}">
                  <a16:creationId xmlns:a16="http://schemas.microsoft.com/office/drawing/2014/main" id="{FB4C4346-252E-A010-F461-411305BC4763}"/>
                </a:ext>
              </a:extLst>
            </p:cNvPr>
            <p:cNvSpPr>
              <a:spLocks noChangeShapeType="1"/>
            </p:cNvSpPr>
            <p:nvPr/>
          </p:nvSpPr>
          <p:spPr bwMode="auto">
            <a:xfrm>
              <a:off x="5337885" y="2077974"/>
              <a:ext cx="136013"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1" name="Line 74">
              <a:extLst>
                <a:ext uri="{FF2B5EF4-FFF2-40B4-BE49-F238E27FC236}">
                  <a16:creationId xmlns:a16="http://schemas.microsoft.com/office/drawing/2014/main" id="{68BFA3A1-A248-CFB6-79CE-D98178E45BC9}"/>
                </a:ext>
              </a:extLst>
            </p:cNvPr>
            <p:cNvSpPr>
              <a:spLocks noChangeShapeType="1"/>
            </p:cNvSpPr>
            <p:nvPr/>
          </p:nvSpPr>
          <p:spPr bwMode="auto">
            <a:xfrm flipH="1">
              <a:off x="5480836" y="2372565"/>
              <a:ext cx="16459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2" name="Line 75">
              <a:extLst>
                <a:ext uri="{FF2B5EF4-FFF2-40B4-BE49-F238E27FC236}">
                  <a16:creationId xmlns:a16="http://schemas.microsoft.com/office/drawing/2014/main" id="{DDE1BBFA-12D4-2714-D72E-E48B0A79C607}"/>
                </a:ext>
              </a:extLst>
            </p:cNvPr>
            <p:cNvSpPr>
              <a:spLocks noChangeShapeType="1"/>
            </p:cNvSpPr>
            <p:nvPr/>
          </p:nvSpPr>
          <p:spPr bwMode="auto">
            <a:xfrm>
              <a:off x="5496104" y="2077974"/>
              <a:ext cx="134624"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3" name="Line 76">
              <a:extLst>
                <a:ext uri="{FF2B5EF4-FFF2-40B4-BE49-F238E27FC236}">
                  <a16:creationId xmlns:a16="http://schemas.microsoft.com/office/drawing/2014/main" id="{68CC80F4-E197-BF37-48B4-1A180662AC8C}"/>
                </a:ext>
              </a:extLst>
            </p:cNvPr>
            <p:cNvSpPr>
              <a:spLocks noChangeShapeType="1"/>
            </p:cNvSpPr>
            <p:nvPr/>
          </p:nvSpPr>
          <p:spPr bwMode="auto">
            <a:xfrm>
              <a:off x="5652934" y="2077974"/>
              <a:ext cx="136013"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4" name="Line 77">
              <a:extLst>
                <a:ext uri="{FF2B5EF4-FFF2-40B4-BE49-F238E27FC236}">
                  <a16:creationId xmlns:a16="http://schemas.microsoft.com/office/drawing/2014/main" id="{004236DC-2A68-67F1-4E8A-19F99F6BC87A}"/>
                </a:ext>
              </a:extLst>
            </p:cNvPr>
            <p:cNvSpPr>
              <a:spLocks noChangeShapeType="1"/>
            </p:cNvSpPr>
            <p:nvPr/>
          </p:nvSpPr>
          <p:spPr bwMode="auto">
            <a:xfrm>
              <a:off x="5811153" y="2077974"/>
              <a:ext cx="134625"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5" name="Line 78">
              <a:extLst>
                <a:ext uri="{FF2B5EF4-FFF2-40B4-BE49-F238E27FC236}">
                  <a16:creationId xmlns:a16="http://schemas.microsoft.com/office/drawing/2014/main" id="{A06FF735-9A37-A84A-944E-EA96EFF20B00}"/>
                </a:ext>
              </a:extLst>
            </p:cNvPr>
            <p:cNvSpPr>
              <a:spLocks noChangeShapeType="1"/>
            </p:cNvSpPr>
            <p:nvPr/>
          </p:nvSpPr>
          <p:spPr bwMode="auto">
            <a:xfrm>
              <a:off x="5984639" y="2077974"/>
              <a:ext cx="134624"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6" name="Line 79">
              <a:extLst>
                <a:ext uri="{FF2B5EF4-FFF2-40B4-BE49-F238E27FC236}">
                  <a16:creationId xmlns:a16="http://schemas.microsoft.com/office/drawing/2014/main" id="{54385C4F-86A8-BC13-DA73-E97EDCC76B96}"/>
                </a:ext>
              </a:extLst>
            </p:cNvPr>
            <p:cNvSpPr>
              <a:spLocks noChangeShapeType="1"/>
            </p:cNvSpPr>
            <p:nvPr/>
          </p:nvSpPr>
          <p:spPr bwMode="auto">
            <a:xfrm>
              <a:off x="6141470" y="2077974"/>
              <a:ext cx="134625"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7" name="Line 80">
              <a:extLst>
                <a:ext uri="{FF2B5EF4-FFF2-40B4-BE49-F238E27FC236}">
                  <a16:creationId xmlns:a16="http://schemas.microsoft.com/office/drawing/2014/main" id="{E1BB6BEE-7EA4-8024-490E-C1EBDCDDA316}"/>
                </a:ext>
              </a:extLst>
            </p:cNvPr>
            <p:cNvSpPr>
              <a:spLocks noChangeShapeType="1"/>
            </p:cNvSpPr>
            <p:nvPr/>
          </p:nvSpPr>
          <p:spPr bwMode="auto">
            <a:xfrm flipV="1">
              <a:off x="1686361" y="2077974"/>
              <a:ext cx="136013" cy="3150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8" name="Line 81">
              <a:extLst>
                <a:ext uri="{FF2B5EF4-FFF2-40B4-BE49-F238E27FC236}">
                  <a16:creationId xmlns:a16="http://schemas.microsoft.com/office/drawing/2014/main" id="{F9A6D555-489C-606F-EB73-20ED26DCCB08}"/>
                </a:ext>
              </a:extLst>
            </p:cNvPr>
            <p:cNvSpPr>
              <a:spLocks noChangeShapeType="1"/>
            </p:cNvSpPr>
            <p:nvPr/>
          </p:nvSpPr>
          <p:spPr bwMode="auto">
            <a:xfrm flipH="1">
              <a:off x="1160353" y="2953911"/>
              <a:ext cx="184449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9" name="Line 82">
              <a:extLst>
                <a:ext uri="{FF2B5EF4-FFF2-40B4-BE49-F238E27FC236}">
                  <a16:creationId xmlns:a16="http://schemas.microsoft.com/office/drawing/2014/main" id="{6C0291F3-5C5F-AEC9-7AB0-3E99FD8E23C0}"/>
                </a:ext>
              </a:extLst>
            </p:cNvPr>
            <p:cNvSpPr>
              <a:spLocks noChangeShapeType="1"/>
            </p:cNvSpPr>
            <p:nvPr/>
          </p:nvSpPr>
          <p:spPr bwMode="auto">
            <a:xfrm>
              <a:off x="3090900" y="3427882"/>
              <a:ext cx="134625"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0" name="Line 83">
              <a:extLst>
                <a:ext uri="{FF2B5EF4-FFF2-40B4-BE49-F238E27FC236}">
                  <a16:creationId xmlns:a16="http://schemas.microsoft.com/office/drawing/2014/main" id="{ECFF17B4-471B-F56E-A271-52A2A63212B4}"/>
                </a:ext>
              </a:extLst>
            </p:cNvPr>
            <p:cNvSpPr>
              <a:spLocks noChangeShapeType="1"/>
            </p:cNvSpPr>
            <p:nvPr/>
          </p:nvSpPr>
          <p:spPr bwMode="auto">
            <a:xfrm>
              <a:off x="3292143" y="2755572"/>
              <a:ext cx="0" cy="11404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1" name="Line 84">
              <a:extLst>
                <a:ext uri="{FF2B5EF4-FFF2-40B4-BE49-F238E27FC236}">
                  <a16:creationId xmlns:a16="http://schemas.microsoft.com/office/drawing/2014/main" id="{3EC44224-F486-22CA-4F17-166FD2673B0A}"/>
                </a:ext>
              </a:extLst>
            </p:cNvPr>
            <p:cNvSpPr>
              <a:spLocks noChangeShapeType="1"/>
            </p:cNvSpPr>
            <p:nvPr/>
          </p:nvSpPr>
          <p:spPr bwMode="auto">
            <a:xfrm>
              <a:off x="3075633" y="3731225"/>
              <a:ext cx="168905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2" name="Line 85">
              <a:extLst>
                <a:ext uri="{FF2B5EF4-FFF2-40B4-BE49-F238E27FC236}">
                  <a16:creationId xmlns:a16="http://schemas.microsoft.com/office/drawing/2014/main" id="{3F23A2B3-A458-F090-6B91-15EA9CA01309}"/>
                </a:ext>
              </a:extLst>
            </p:cNvPr>
            <p:cNvSpPr>
              <a:spLocks noChangeShapeType="1"/>
            </p:cNvSpPr>
            <p:nvPr/>
          </p:nvSpPr>
          <p:spPr bwMode="auto">
            <a:xfrm>
              <a:off x="2929905" y="3424966"/>
              <a:ext cx="136013"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3" name="Line 86">
              <a:extLst>
                <a:ext uri="{FF2B5EF4-FFF2-40B4-BE49-F238E27FC236}">
                  <a16:creationId xmlns:a16="http://schemas.microsoft.com/office/drawing/2014/main" id="{B64B42BF-29B3-D30D-80F7-B0F07DFE579B}"/>
                </a:ext>
              </a:extLst>
            </p:cNvPr>
            <p:cNvSpPr>
              <a:spLocks noChangeShapeType="1"/>
            </p:cNvSpPr>
            <p:nvPr/>
          </p:nvSpPr>
          <p:spPr bwMode="auto">
            <a:xfrm flipV="1">
              <a:off x="4741095" y="3424966"/>
              <a:ext cx="134624"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4" name="Line 87">
              <a:extLst>
                <a:ext uri="{FF2B5EF4-FFF2-40B4-BE49-F238E27FC236}">
                  <a16:creationId xmlns:a16="http://schemas.microsoft.com/office/drawing/2014/main" id="{E4F02CDF-88BA-C84C-CA99-6F26EA34E7E3}"/>
                </a:ext>
              </a:extLst>
            </p:cNvPr>
            <p:cNvSpPr>
              <a:spLocks noChangeShapeType="1"/>
            </p:cNvSpPr>
            <p:nvPr/>
          </p:nvSpPr>
          <p:spPr bwMode="auto">
            <a:xfrm>
              <a:off x="4866004" y="3413299"/>
              <a:ext cx="22608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5" name="Line 88">
              <a:extLst>
                <a:ext uri="{FF2B5EF4-FFF2-40B4-BE49-F238E27FC236}">
                  <a16:creationId xmlns:a16="http://schemas.microsoft.com/office/drawing/2014/main" id="{EED9352C-EE8C-2F06-F91A-0890FF538613}"/>
                </a:ext>
              </a:extLst>
            </p:cNvPr>
            <p:cNvSpPr>
              <a:spLocks noChangeShapeType="1"/>
            </p:cNvSpPr>
            <p:nvPr/>
          </p:nvSpPr>
          <p:spPr bwMode="auto">
            <a:xfrm>
              <a:off x="2986809" y="3000579"/>
              <a:ext cx="0" cy="84148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6" name="Line 89">
              <a:extLst>
                <a:ext uri="{FF2B5EF4-FFF2-40B4-BE49-F238E27FC236}">
                  <a16:creationId xmlns:a16="http://schemas.microsoft.com/office/drawing/2014/main" id="{88E11C9B-3FA2-7F5C-AF6B-9FBEDD610ABB}"/>
                </a:ext>
              </a:extLst>
            </p:cNvPr>
            <p:cNvSpPr>
              <a:spLocks noChangeShapeType="1"/>
            </p:cNvSpPr>
            <p:nvPr/>
          </p:nvSpPr>
          <p:spPr bwMode="auto">
            <a:xfrm>
              <a:off x="3229688" y="3413299"/>
              <a:ext cx="134625" cy="303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7" name="Text Box 90">
              <a:extLst>
                <a:ext uri="{FF2B5EF4-FFF2-40B4-BE49-F238E27FC236}">
                  <a16:creationId xmlns:a16="http://schemas.microsoft.com/office/drawing/2014/main" id="{4D8E9A37-3E20-951C-9B66-A679AFD441B1}"/>
                </a:ext>
              </a:extLst>
            </p:cNvPr>
            <p:cNvSpPr txBox="1">
              <a:spLocks noChangeArrowheads="1"/>
            </p:cNvSpPr>
            <p:nvPr/>
          </p:nvSpPr>
          <p:spPr bwMode="auto">
            <a:xfrm>
              <a:off x="3327334" y="1736714"/>
              <a:ext cx="726250" cy="352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AW</a:t>
              </a:r>
              <a:endParaRPr lang="ru-RU" altLang="en-US" sz="1600"/>
            </a:p>
          </p:txBody>
        </p:sp>
        <p:sp>
          <p:nvSpPr>
            <p:cNvPr id="27738" name="Line 91">
              <a:extLst>
                <a:ext uri="{FF2B5EF4-FFF2-40B4-BE49-F238E27FC236}">
                  <a16:creationId xmlns:a16="http://schemas.microsoft.com/office/drawing/2014/main" id="{231420AF-52B1-7531-4E44-8209C538D462}"/>
                </a:ext>
              </a:extLst>
            </p:cNvPr>
            <p:cNvSpPr>
              <a:spLocks noChangeShapeType="1"/>
            </p:cNvSpPr>
            <p:nvPr/>
          </p:nvSpPr>
          <p:spPr bwMode="auto">
            <a:xfrm>
              <a:off x="3333780" y="3260170"/>
              <a:ext cx="451062" cy="0"/>
            </a:xfrm>
            <a:prstGeom prst="line">
              <a:avLst/>
            </a:prstGeom>
            <a:noFill/>
            <a:ln w="1905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7739" name="Line 92">
              <a:extLst>
                <a:ext uri="{FF2B5EF4-FFF2-40B4-BE49-F238E27FC236}">
                  <a16:creationId xmlns:a16="http://schemas.microsoft.com/office/drawing/2014/main" id="{8958A78E-C190-0161-8A61-AE173BB63CE8}"/>
                </a:ext>
              </a:extLst>
            </p:cNvPr>
            <p:cNvSpPr>
              <a:spLocks noChangeShapeType="1"/>
            </p:cNvSpPr>
            <p:nvPr/>
          </p:nvSpPr>
          <p:spPr bwMode="auto">
            <a:xfrm>
              <a:off x="4371917" y="3260170"/>
              <a:ext cx="452450" cy="0"/>
            </a:xfrm>
            <a:prstGeom prst="line">
              <a:avLst/>
            </a:prstGeom>
            <a:noFill/>
            <a:ln w="1905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7740" name="Text Box 93">
              <a:extLst>
                <a:ext uri="{FF2B5EF4-FFF2-40B4-BE49-F238E27FC236}">
                  <a16:creationId xmlns:a16="http://schemas.microsoft.com/office/drawing/2014/main" id="{A44F529F-F75A-DA90-96A0-023A461E1C2F}"/>
                </a:ext>
              </a:extLst>
            </p:cNvPr>
            <p:cNvSpPr txBox="1">
              <a:spLocks noChangeArrowheads="1"/>
            </p:cNvSpPr>
            <p:nvPr/>
          </p:nvSpPr>
          <p:spPr bwMode="auto">
            <a:xfrm>
              <a:off x="3748757" y="3047247"/>
              <a:ext cx="755009" cy="389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WP</a:t>
              </a:r>
              <a:endParaRPr lang="ru-RU" altLang="en-US" sz="1600"/>
            </a:p>
          </p:txBody>
        </p:sp>
        <p:sp>
          <p:nvSpPr>
            <p:cNvPr id="27741" name="Text Box 94">
              <a:extLst>
                <a:ext uri="{FF2B5EF4-FFF2-40B4-BE49-F238E27FC236}">
                  <a16:creationId xmlns:a16="http://schemas.microsoft.com/office/drawing/2014/main" id="{F1212386-DE6A-2F6F-947F-CF0A383E0447}"/>
                </a:ext>
              </a:extLst>
            </p:cNvPr>
            <p:cNvSpPr txBox="1">
              <a:spLocks noChangeArrowheads="1"/>
            </p:cNvSpPr>
            <p:nvPr/>
          </p:nvSpPr>
          <p:spPr bwMode="auto">
            <a:xfrm>
              <a:off x="284834" y="4055121"/>
              <a:ext cx="1442012" cy="34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Data out</a:t>
              </a:r>
              <a:endParaRPr lang="ru-RU" altLang="en-US" sz="1600"/>
            </a:p>
          </p:txBody>
        </p:sp>
        <p:sp>
          <p:nvSpPr>
            <p:cNvPr id="27742" name="Line 95">
              <a:extLst>
                <a:ext uri="{FF2B5EF4-FFF2-40B4-BE49-F238E27FC236}">
                  <a16:creationId xmlns:a16="http://schemas.microsoft.com/office/drawing/2014/main" id="{E22A86A2-575A-5699-C5CA-3DFD15273B29}"/>
                </a:ext>
              </a:extLst>
            </p:cNvPr>
            <p:cNvSpPr>
              <a:spLocks noChangeShapeType="1"/>
            </p:cNvSpPr>
            <p:nvPr/>
          </p:nvSpPr>
          <p:spPr bwMode="auto">
            <a:xfrm>
              <a:off x="1182559" y="4300128"/>
              <a:ext cx="603313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3" name="Line 96">
              <a:extLst>
                <a:ext uri="{FF2B5EF4-FFF2-40B4-BE49-F238E27FC236}">
                  <a16:creationId xmlns:a16="http://schemas.microsoft.com/office/drawing/2014/main" id="{CAD0758B-2881-9445-B085-CF53340BB822}"/>
                </a:ext>
              </a:extLst>
            </p:cNvPr>
            <p:cNvSpPr>
              <a:spLocks noChangeShapeType="1"/>
            </p:cNvSpPr>
            <p:nvPr/>
          </p:nvSpPr>
          <p:spPr bwMode="auto">
            <a:xfrm>
              <a:off x="2609304" y="4164499"/>
              <a:ext cx="126297" cy="1502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4" name="Line 97">
              <a:extLst>
                <a:ext uri="{FF2B5EF4-FFF2-40B4-BE49-F238E27FC236}">
                  <a16:creationId xmlns:a16="http://schemas.microsoft.com/office/drawing/2014/main" id="{1248DDAD-85C4-D208-EB8B-99D7903C6E21}"/>
                </a:ext>
              </a:extLst>
            </p:cNvPr>
            <p:cNvSpPr>
              <a:spLocks noChangeShapeType="1"/>
            </p:cNvSpPr>
            <p:nvPr/>
          </p:nvSpPr>
          <p:spPr bwMode="auto">
            <a:xfrm flipV="1">
              <a:off x="2646777" y="4289919"/>
              <a:ext cx="81886" cy="1458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5" name="Line 98">
              <a:extLst>
                <a:ext uri="{FF2B5EF4-FFF2-40B4-BE49-F238E27FC236}">
                  <a16:creationId xmlns:a16="http://schemas.microsoft.com/office/drawing/2014/main" id="{9D34901C-9242-4807-7914-918B6BD99449}"/>
                </a:ext>
              </a:extLst>
            </p:cNvPr>
            <p:cNvSpPr>
              <a:spLocks noChangeShapeType="1"/>
            </p:cNvSpPr>
            <p:nvPr/>
          </p:nvSpPr>
          <p:spPr bwMode="auto">
            <a:xfrm flipV="1">
              <a:off x="2788341" y="4289919"/>
              <a:ext cx="81886" cy="1458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6" name="Line 99">
              <a:extLst>
                <a:ext uri="{FF2B5EF4-FFF2-40B4-BE49-F238E27FC236}">
                  <a16:creationId xmlns:a16="http://schemas.microsoft.com/office/drawing/2014/main" id="{DA70C406-6BB7-73C4-983C-06C1D5DB182F}"/>
                </a:ext>
              </a:extLst>
            </p:cNvPr>
            <p:cNvSpPr>
              <a:spLocks noChangeShapeType="1"/>
            </p:cNvSpPr>
            <p:nvPr/>
          </p:nvSpPr>
          <p:spPr bwMode="auto">
            <a:xfrm>
              <a:off x="2741153" y="4136790"/>
              <a:ext cx="126298" cy="150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7" name="Line 100">
              <a:extLst>
                <a:ext uri="{FF2B5EF4-FFF2-40B4-BE49-F238E27FC236}">
                  <a16:creationId xmlns:a16="http://schemas.microsoft.com/office/drawing/2014/main" id="{43618C83-AE31-72F2-D052-0D114BC8E412}"/>
                </a:ext>
              </a:extLst>
            </p:cNvPr>
            <p:cNvSpPr>
              <a:spLocks noChangeShapeType="1"/>
            </p:cNvSpPr>
            <p:nvPr/>
          </p:nvSpPr>
          <p:spPr bwMode="auto">
            <a:xfrm>
              <a:off x="2303970" y="4141165"/>
              <a:ext cx="126297" cy="1487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8" name="Line 101">
              <a:extLst>
                <a:ext uri="{FF2B5EF4-FFF2-40B4-BE49-F238E27FC236}">
                  <a16:creationId xmlns:a16="http://schemas.microsoft.com/office/drawing/2014/main" id="{45BBF297-1D57-57DD-CAC1-BB96BE00A4FE}"/>
                </a:ext>
              </a:extLst>
            </p:cNvPr>
            <p:cNvSpPr>
              <a:spLocks noChangeShapeType="1"/>
            </p:cNvSpPr>
            <p:nvPr/>
          </p:nvSpPr>
          <p:spPr bwMode="auto">
            <a:xfrm flipV="1">
              <a:off x="2356709" y="4289919"/>
              <a:ext cx="81885" cy="1458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9" name="Line 102">
              <a:extLst>
                <a:ext uri="{FF2B5EF4-FFF2-40B4-BE49-F238E27FC236}">
                  <a16:creationId xmlns:a16="http://schemas.microsoft.com/office/drawing/2014/main" id="{2A70253D-A7D1-4B35-0DD7-C240437EEF6A}"/>
                </a:ext>
              </a:extLst>
            </p:cNvPr>
            <p:cNvSpPr>
              <a:spLocks noChangeShapeType="1"/>
            </p:cNvSpPr>
            <p:nvPr/>
          </p:nvSpPr>
          <p:spPr bwMode="auto">
            <a:xfrm flipV="1">
              <a:off x="2498274" y="4303045"/>
              <a:ext cx="81885" cy="14437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0" name="Line 103">
              <a:extLst>
                <a:ext uri="{FF2B5EF4-FFF2-40B4-BE49-F238E27FC236}">
                  <a16:creationId xmlns:a16="http://schemas.microsoft.com/office/drawing/2014/main" id="{8B12B63D-3273-4C98-9D74-0A113A28BBF6}"/>
                </a:ext>
              </a:extLst>
            </p:cNvPr>
            <p:cNvSpPr>
              <a:spLocks noChangeShapeType="1"/>
            </p:cNvSpPr>
            <p:nvPr/>
          </p:nvSpPr>
          <p:spPr bwMode="auto">
            <a:xfrm>
              <a:off x="2451086" y="4148457"/>
              <a:ext cx="126297" cy="150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1" name="Line 104">
              <a:extLst>
                <a:ext uri="{FF2B5EF4-FFF2-40B4-BE49-F238E27FC236}">
                  <a16:creationId xmlns:a16="http://schemas.microsoft.com/office/drawing/2014/main" id="{6E6640FA-F5F7-6D5E-7FC3-561AE4FA03E6}"/>
                </a:ext>
              </a:extLst>
            </p:cNvPr>
            <p:cNvSpPr>
              <a:spLocks noChangeShapeType="1"/>
            </p:cNvSpPr>
            <p:nvPr/>
          </p:nvSpPr>
          <p:spPr bwMode="auto">
            <a:xfrm>
              <a:off x="1998635" y="4164499"/>
              <a:ext cx="124910" cy="1502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2" name="Line 105">
              <a:extLst>
                <a:ext uri="{FF2B5EF4-FFF2-40B4-BE49-F238E27FC236}">
                  <a16:creationId xmlns:a16="http://schemas.microsoft.com/office/drawing/2014/main" id="{38BCF9E3-98D1-0697-B344-D0FE749A6B14}"/>
                </a:ext>
              </a:extLst>
            </p:cNvPr>
            <p:cNvSpPr>
              <a:spLocks noChangeShapeType="1"/>
            </p:cNvSpPr>
            <p:nvPr/>
          </p:nvSpPr>
          <p:spPr bwMode="auto">
            <a:xfrm flipV="1">
              <a:off x="2036108" y="4303045"/>
              <a:ext cx="81886" cy="14437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3" name="Line 106">
              <a:extLst>
                <a:ext uri="{FF2B5EF4-FFF2-40B4-BE49-F238E27FC236}">
                  <a16:creationId xmlns:a16="http://schemas.microsoft.com/office/drawing/2014/main" id="{108D355E-46DB-05E0-DD09-D3623B95598C}"/>
                </a:ext>
              </a:extLst>
            </p:cNvPr>
            <p:cNvSpPr>
              <a:spLocks noChangeShapeType="1"/>
            </p:cNvSpPr>
            <p:nvPr/>
          </p:nvSpPr>
          <p:spPr bwMode="auto">
            <a:xfrm flipV="1">
              <a:off x="2177672" y="4303045"/>
              <a:ext cx="81886" cy="14437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4" name="Line 107">
              <a:extLst>
                <a:ext uri="{FF2B5EF4-FFF2-40B4-BE49-F238E27FC236}">
                  <a16:creationId xmlns:a16="http://schemas.microsoft.com/office/drawing/2014/main" id="{44221707-B106-627F-9405-E7E061191ADF}"/>
                </a:ext>
              </a:extLst>
            </p:cNvPr>
            <p:cNvSpPr>
              <a:spLocks noChangeShapeType="1"/>
            </p:cNvSpPr>
            <p:nvPr/>
          </p:nvSpPr>
          <p:spPr bwMode="auto">
            <a:xfrm>
              <a:off x="2130484" y="4148457"/>
              <a:ext cx="126298" cy="150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5" name="Line 108">
              <a:extLst>
                <a:ext uri="{FF2B5EF4-FFF2-40B4-BE49-F238E27FC236}">
                  <a16:creationId xmlns:a16="http://schemas.microsoft.com/office/drawing/2014/main" id="{D9E6114E-6D0C-0792-C815-DBD93F02A7CE}"/>
                </a:ext>
              </a:extLst>
            </p:cNvPr>
            <p:cNvSpPr>
              <a:spLocks noChangeShapeType="1"/>
            </p:cNvSpPr>
            <p:nvPr/>
          </p:nvSpPr>
          <p:spPr bwMode="auto">
            <a:xfrm>
              <a:off x="1177008" y="4148457"/>
              <a:ext cx="171264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6" name="Line 109">
              <a:extLst>
                <a:ext uri="{FF2B5EF4-FFF2-40B4-BE49-F238E27FC236}">
                  <a16:creationId xmlns:a16="http://schemas.microsoft.com/office/drawing/2014/main" id="{326345C8-EE67-F0F7-C47C-5124843199A6}"/>
                </a:ext>
              </a:extLst>
            </p:cNvPr>
            <p:cNvSpPr>
              <a:spLocks noChangeShapeType="1"/>
            </p:cNvSpPr>
            <p:nvPr/>
          </p:nvSpPr>
          <p:spPr bwMode="auto">
            <a:xfrm>
              <a:off x="1196246" y="4443049"/>
              <a:ext cx="17465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7" name="Line 110">
              <a:extLst>
                <a:ext uri="{FF2B5EF4-FFF2-40B4-BE49-F238E27FC236}">
                  <a16:creationId xmlns:a16="http://schemas.microsoft.com/office/drawing/2014/main" id="{E7187F84-7C97-4579-A277-036E54613E6D}"/>
                </a:ext>
              </a:extLst>
            </p:cNvPr>
            <p:cNvSpPr>
              <a:spLocks noChangeShapeType="1"/>
            </p:cNvSpPr>
            <p:nvPr/>
          </p:nvSpPr>
          <p:spPr bwMode="auto">
            <a:xfrm>
              <a:off x="2775850" y="3235377"/>
              <a:ext cx="213734" cy="0"/>
            </a:xfrm>
            <a:prstGeom prst="line">
              <a:avLst/>
            </a:prstGeom>
            <a:noFill/>
            <a:ln w="1905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7758" name="Line 111">
              <a:extLst>
                <a:ext uri="{FF2B5EF4-FFF2-40B4-BE49-F238E27FC236}">
                  <a16:creationId xmlns:a16="http://schemas.microsoft.com/office/drawing/2014/main" id="{791621DA-F7D1-5019-4A37-DFF7F45E42F4}"/>
                </a:ext>
              </a:extLst>
            </p:cNvPr>
            <p:cNvSpPr>
              <a:spLocks noChangeShapeType="1"/>
            </p:cNvSpPr>
            <p:nvPr/>
          </p:nvSpPr>
          <p:spPr bwMode="auto">
            <a:xfrm>
              <a:off x="2889847" y="4136790"/>
              <a:ext cx="124910" cy="15021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9" name="Line 112">
              <a:extLst>
                <a:ext uri="{FF2B5EF4-FFF2-40B4-BE49-F238E27FC236}">
                  <a16:creationId xmlns:a16="http://schemas.microsoft.com/office/drawing/2014/main" id="{EBF9BB15-0C3F-22E9-17FD-4DF066D93063}"/>
                </a:ext>
              </a:extLst>
            </p:cNvPr>
            <p:cNvSpPr>
              <a:spLocks noChangeShapeType="1"/>
            </p:cNvSpPr>
            <p:nvPr/>
          </p:nvSpPr>
          <p:spPr bwMode="auto">
            <a:xfrm flipV="1">
              <a:off x="2929905" y="4303045"/>
              <a:ext cx="81886" cy="14437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0" name="Line 113">
              <a:extLst>
                <a:ext uri="{FF2B5EF4-FFF2-40B4-BE49-F238E27FC236}">
                  <a16:creationId xmlns:a16="http://schemas.microsoft.com/office/drawing/2014/main" id="{9B59F79F-B1C5-3796-2188-D4D05506C6B4}"/>
                </a:ext>
              </a:extLst>
            </p:cNvPr>
            <p:cNvSpPr>
              <a:spLocks noChangeShapeType="1"/>
            </p:cNvSpPr>
            <p:nvPr/>
          </p:nvSpPr>
          <p:spPr bwMode="auto">
            <a:xfrm>
              <a:off x="3024281" y="3913658"/>
              <a:ext cx="0" cy="5658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1" name="Line 114">
              <a:extLst>
                <a:ext uri="{FF2B5EF4-FFF2-40B4-BE49-F238E27FC236}">
                  <a16:creationId xmlns:a16="http://schemas.microsoft.com/office/drawing/2014/main" id="{BDC3C923-5689-9975-B523-BB9D127D7348}"/>
                </a:ext>
              </a:extLst>
            </p:cNvPr>
            <p:cNvSpPr>
              <a:spLocks noChangeShapeType="1"/>
            </p:cNvSpPr>
            <p:nvPr/>
          </p:nvSpPr>
          <p:spPr bwMode="auto">
            <a:xfrm>
              <a:off x="2520480" y="3960326"/>
              <a:ext cx="499638" cy="0"/>
            </a:xfrm>
            <a:prstGeom prst="line">
              <a:avLst/>
            </a:prstGeom>
            <a:noFill/>
            <a:ln w="25400">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7762" name="Text Box 115">
              <a:extLst>
                <a:ext uri="{FF2B5EF4-FFF2-40B4-BE49-F238E27FC236}">
                  <a16:creationId xmlns:a16="http://schemas.microsoft.com/office/drawing/2014/main" id="{A06228A0-EDC0-446B-7858-1744199D5053}"/>
                </a:ext>
              </a:extLst>
            </p:cNvPr>
            <p:cNvSpPr txBox="1">
              <a:spLocks noChangeArrowheads="1"/>
            </p:cNvSpPr>
            <p:nvPr/>
          </p:nvSpPr>
          <p:spPr bwMode="auto">
            <a:xfrm>
              <a:off x="2467740" y="3619067"/>
              <a:ext cx="755009" cy="38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OHZ</a:t>
              </a:r>
              <a:endParaRPr lang="ru-RU" altLang="en-US" sz="1600"/>
            </a:p>
          </p:txBody>
        </p:sp>
        <p:sp>
          <p:nvSpPr>
            <p:cNvPr id="27763" name="Line 116">
              <a:extLst>
                <a:ext uri="{FF2B5EF4-FFF2-40B4-BE49-F238E27FC236}">
                  <a16:creationId xmlns:a16="http://schemas.microsoft.com/office/drawing/2014/main" id="{9EB44993-DB2F-0505-5FF2-0B723848A2D3}"/>
                </a:ext>
              </a:extLst>
            </p:cNvPr>
            <p:cNvSpPr>
              <a:spLocks noChangeShapeType="1"/>
            </p:cNvSpPr>
            <p:nvPr/>
          </p:nvSpPr>
          <p:spPr bwMode="auto">
            <a:xfrm>
              <a:off x="3401786" y="4384714"/>
              <a:ext cx="0" cy="7073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4" name="Line 117">
              <a:extLst>
                <a:ext uri="{FF2B5EF4-FFF2-40B4-BE49-F238E27FC236}">
                  <a16:creationId xmlns:a16="http://schemas.microsoft.com/office/drawing/2014/main" id="{D2A305D6-9A01-0315-E35A-F07CE945CC7D}"/>
                </a:ext>
              </a:extLst>
            </p:cNvPr>
            <p:cNvSpPr>
              <a:spLocks noChangeShapeType="1"/>
            </p:cNvSpPr>
            <p:nvPr/>
          </p:nvSpPr>
          <p:spPr bwMode="auto">
            <a:xfrm>
              <a:off x="3433708" y="4502842"/>
              <a:ext cx="392771" cy="0"/>
            </a:xfrm>
            <a:prstGeom prst="line">
              <a:avLst/>
            </a:prstGeom>
            <a:noFill/>
            <a:ln w="1905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7765" name="Line 118">
              <a:extLst>
                <a:ext uri="{FF2B5EF4-FFF2-40B4-BE49-F238E27FC236}">
                  <a16:creationId xmlns:a16="http://schemas.microsoft.com/office/drawing/2014/main" id="{789D62DC-B08B-28CC-FFA8-7F1D52CC4A19}"/>
                </a:ext>
              </a:extLst>
            </p:cNvPr>
            <p:cNvSpPr>
              <a:spLocks noChangeShapeType="1"/>
            </p:cNvSpPr>
            <p:nvPr/>
          </p:nvSpPr>
          <p:spPr bwMode="auto">
            <a:xfrm>
              <a:off x="4426045" y="4502842"/>
              <a:ext cx="391383" cy="0"/>
            </a:xfrm>
            <a:prstGeom prst="line">
              <a:avLst/>
            </a:prstGeom>
            <a:noFill/>
            <a:ln w="1905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7766" name="Text Box 119">
              <a:extLst>
                <a:ext uri="{FF2B5EF4-FFF2-40B4-BE49-F238E27FC236}">
                  <a16:creationId xmlns:a16="http://schemas.microsoft.com/office/drawing/2014/main" id="{AC381854-EB1E-5544-F4E5-743FCDE0EEB7}"/>
                </a:ext>
              </a:extLst>
            </p:cNvPr>
            <p:cNvSpPr txBox="1">
              <a:spLocks noChangeArrowheads="1"/>
            </p:cNvSpPr>
            <p:nvPr/>
          </p:nvSpPr>
          <p:spPr bwMode="auto">
            <a:xfrm>
              <a:off x="3805661" y="4278252"/>
              <a:ext cx="755009" cy="38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DW</a:t>
              </a:r>
              <a:endParaRPr lang="ru-RU" altLang="en-US" sz="1600"/>
            </a:p>
          </p:txBody>
        </p:sp>
        <p:sp>
          <p:nvSpPr>
            <p:cNvPr id="27767" name="Line 120">
              <a:extLst>
                <a:ext uri="{FF2B5EF4-FFF2-40B4-BE49-F238E27FC236}">
                  <a16:creationId xmlns:a16="http://schemas.microsoft.com/office/drawing/2014/main" id="{ADD4D50D-E699-1C82-10B6-91BC27B54828}"/>
                </a:ext>
              </a:extLst>
            </p:cNvPr>
            <p:cNvSpPr>
              <a:spLocks noChangeShapeType="1"/>
            </p:cNvSpPr>
            <p:nvPr/>
          </p:nvSpPr>
          <p:spPr bwMode="auto">
            <a:xfrm>
              <a:off x="4835471" y="4514509"/>
              <a:ext cx="273413" cy="0"/>
            </a:xfrm>
            <a:prstGeom prst="line">
              <a:avLst/>
            </a:prstGeom>
            <a:noFill/>
            <a:ln w="1905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7768" name="Line 121">
              <a:extLst>
                <a:ext uri="{FF2B5EF4-FFF2-40B4-BE49-F238E27FC236}">
                  <a16:creationId xmlns:a16="http://schemas.microsoft.com/office/drawing/2014/main" id="{84C3EC42-D031-8DD8-1C94-1D24ED6C08C7}"/>
                </a:ext>
              </a:extLst>
            </p:cNvPr>
            <p:cNvSpPr>
              <a:spLocks noChangeShapeType="1"/>
            </p:cNvSpPr>
            <p:nvPr/>
          </p:nvSpPr>
          <p:spPr bwMode="auto">
            <a:xfrm>
              <a:off x="5558558" y="4514509"/>
              <a:ext cx="274801" cy="0"/>
            </a:xfrm>
            <a:prstGeom prst="line">
              <a:avLst/>
            </a:prstGeom>
            <a:noFill/>
            <a:ln w="1905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7769" name="Text Box 122">
              <a:extLst>
                <a:ext uri="{FF2B5EF4-FFF2-40B4-BE49-F238E27FC236}">
                  <a16:creationId xmlns:a16="http://schemas.microsoft.com/office/drawing/2014/main" id="{F4A983DF-3CB3-2D56-40FE-BEBF5ACB37B8}"/>
                </a:ext>
              </a:extLst>
            </p:cNvPr>
            <p:cNvSpPr txBox="1">
              <a:spLocks noChangeArrowheads="1"/>
            </p:cNvSpPr>
            <p:nvPr/>
          </p:nvSpPr>
          <p:spPr bwMode="auto">
            <a:xfrm>
              <a:off x="5058920" y="4314712"/>
              <a:ext cx="755009" cy="387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DH</a:t>
              </a:r>
              <a:endParaRPr lang="ru-RU" altLang="en-US" sz="1600"/>
            </a:p>
          </p:txBody>
        </p:sp>
        <p:sp>
          <p:nvSpPr>
            <p:cNvPr id="27770" name="Line 123">
              <a:extLst>
                <a:ext uri="{FF2B5EF4-FFF2-40B4-BE49-F238E27FC236}">
                  <a16:creationId xmlns:a16="http://schemas.microsoft.com/office/drawing/2014/main" id="{A4C1E3CF-B77C-B3ED-CDF7-DA414546975D}"/>
                </a:ext>
              </a:extLst>
            </p:cNvPr>
            <p:cNvSpPr>
              <a:spLocks noChangeShapeType="1"/>
            </p:cNvSpPr>
            <p:nvPr/>
          </p:nvSpPr>
          <p:spPr bwMode="auto">
            <a:xfrm>
              <a:off x="4882659" y="1983180"/>
              <a:ext cx="451062" cy="0"/>
            </a:xfrm>
            <a:prstGeom prst="line">
              <a:avLst/>
            </a:prstGeom>
            <a:noFill/>
            <a:ln w="25400">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7771" name="Text Box 124">
              <a:extLst>
                <a:ext uri="{FF2B5EF4-FFF2-40B4-BE49-F238E27FC236}">
                  <a16:creationId xmlns:a16="http://schemas.microsoft.com/office/drawing/2014/main" id="{CEA50A0D-A616-0164-74EA-78453C9AB487}"/>
                </a:ext>
              </a:extLst>
            </p:cNvPr>
            <p:cNvSpPr txBox="1">
              <a:spLocks noChangeArrowheads="1"/>
            </p:cNvSpPr>
            <p:nvPr/>
          </p:nvSpPr>
          <p:spPr bwMode="auto">
            <a:xfrm>
              <a:off x="4771628" y="1653587"/>
              <a:ext cx="1010380" cy="352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WR</a:t>
              </a:r>
              <a:endParaRPr lang="ru-RU" altLang="en-US" sz="1600"/>
            </a:p>
          </p:txBody>
        </p:sp>
        <p:sp>
          <p:nvSpPr>
            <p:cNvPr id="27772" name="Text Box 245">
              <a:extLst>
                <a:ext uri="{FF2B5EF4-FFF2-40B4-BE49-F238E27FC236}">
                  <a16:creationId xmlns:a16="http://schemas.microsoft.com/office/drawing/2014/main" id="{303AC818-B857-C2B8-5E3D-F31639E17977}"/>
                </a:ext>
              </a:extLst>
            </p:cNvPr>
            <p:cNvSpPr txBox="1">
              <a:spLocks noChangeArrowheads="1"/>
            </p:cNvSpPr>
            <p:nvPr/>
          </p:nvSpPr>
          <p:spPr bwMode="auto">
            <a:xfrm>
              <a:off x="251520" y="5041049"/>
              <a:ext cx="1194967" cy="345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OE=1</a:t>
              </a:r>
              <a:endParaRPr lang="ru-RU" altLang="en-US" sz="1600"/>
            </a:p>
          </p:txBody>
        </p:sp>
      </p:grpSp>
      <p:sp>
        <p:nvSpPr>
          <p:cNvPr id="27652" name="TextBox 4">
            <a:extLst>
              <a:ext uri="{FF2B5EF4-FFF2-40B4-BE49-F238E27FC236}">
                <a16:creationId xmlns:a16="http://schemas.microsoft.com/office/drawing/2014/main" id="{2F1908C2-9A21-EA60-FD81-A00A396D3AC5}"/>
              </a:ext>
            </a:extLst>
          </p:cNvPr>
          <p:cNvSpPr txBox="1">
            <a:spLocks noChangeArrowheads="1"/>
          </p:cNvSpPr>
          <p:nvPr/>
        </p:nvSpPr>
        <p:spPr bwMode="auto">
          <a:xfrm>
            <a:off x="1811339" y="5214938"/>
            <a:ext cx="86058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Writing occurs during the overlap of low level CS and low level WE. The signal at the OE input acts as a clock signal.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a:extLst>
              <a:ext uri="{FF2B5EF4-FFF2-40B4-BE49-F238E27FC236}">
                <a16:creationId xmlns:a16="http://schemas.microsoft.com/office/drawing/2014/main" id="{9F5D4D63-4341-D08A-EC1C-627197BA1762}"/>
              </a:ext>
            </a:extLst>
          </p:cNvPr>
          <p:cNvSpPr>
            <a:spLocks noGrp="1" noChangeArrowheads="1"/>
          </p:cNvSpPr>
          <p:nvPr>
            <p:ph type="title"/>
          </p:nvPr>
        </p:nvSpPr>
        <p:spPr/>
        <p:txBody>
          <a:bodyPr/>
          <a:lstStyle/>
          <a:p>
            <a:r>
              <a:rPr lang="en-US" altLang="en-US"/>
              <a:t>Write Cycle (2)</a:t>
            </a:r>
            <a:endParaRPr lang="ru-RU" altLang="en-US"/>
          </a:p>
        </p:txBody>
      </p:sp>
      <p:grpSp>
        <p:nvGrpSpPr>
          <p:cNvPr id="28675" name="Group 118">
            <a:extLst>
              <a:ext uri="{FF2B5EF4-FFF2-40B4-BE49-F238E27FC236}">
                <a16:creationId xmlns:a16="http://schemas.microsoft.com/office/drawing/2014/main" id="{C4642A70-A52D-D928-D133-5B04CEE65EB4}"/>
              </a:ext>
            </a:extLst>
          </p:cNvPr>
          <p:cNvGrpSpPr>
            <a:grpSpLocks/>
          </p:cNvGrpSpPr>
          <p:nvPr/>
        </p:nvGrpSpPr>
        <p:grpSpPr bwMode="auto">
          <a:xfrm>
            <a:off x="2566988" y="1417638"/>
            <a:ext cx="6191250" cy="4254500"/>
            <a:chOff x="603620" y="1341438"/>
            <a:chExt cx="7208468" cy="4772328"/>
          </a:xfrm>
        </p:grpSpPr>
        <p:sp>
          <p:nvSpPr>
            <p:cNvPr id="28676" name="Text Box 6">
              <a:extLst>
                <a:ext uri="{FF2B5EF4-FFF2-40B4-BE49-F238E27FC236}">
                  <a16:creationId xmlns:a16="http://schemas.microsoft.com/office/drawing/2014/main" id="{8625A044-8DFB-DC08-ECFF-3B608EDE49DD}"/>
                </a:ext>
              </a:extLst>
            </p:cNvPr>
            <p:cNvSpPr txBox="1">
              <a:spLocks noChangeArrowheads="1"/>
            </p:cNvSpPr>
            <p:nvPr/>
          </p:nvSpPr>
          <p:spPr bwMode="auto">
            <a:xfrm>
              <a:off x="1128713" y="3279775"/>
              <a:ext cx="788987"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WE</a:t>
              </a:r>
              <a:endParaRPr lang="ru-RU" altLang="en-US" sz="1600"/>
            </a:p>
          </p:txBody>
        </p:sp>
        <p:sp>
          <p:nvSpPr>
            <p:cNvPr id="28677" name="Text Box 7">
              <a:extLst>
                <a:ext uri="{FF2B5EF4-FFF2-40B4-BE49-F238E27FC236}">
                  <a16:creationId xmlns:a16="http://schemas.microsoft.com/office/drawing/2014/main" id="{051EE82C-8551-8C94-B9F3-1989AAC84FF6}"/>
                </a:ext>
              </a:extLst>
            </p:cNvPr>
            <p:cNvSpPr txBox="1">
              <a:spLocks noChangeArrowheads="1"/>
            </p:cNvSpPr>
            <p:nvPr/>
          </p:nvSpPr>
          <p:spPr bwMode="auto">
            <a:xfrm>
              <a:off x="836509" y="5160963"/>
              <a:ext cx="1444625"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Data in</a:t>
              </a:r>
              <a:endParaRPr lang="ru-RU" altLang="en-US" sz="1600"/>
            </a:p>
          </p:txBody>
        </p:sp>
        <p:sp>
          <p:nvSpPr>
            <p:cNvPr id="28678" name="Line 8">
              <a:extLst>
                <a:ext uri="{FF2B5EF4-FFF2-40B4-BE49-F238E27FC236}">
                  <a16:creationId xmlns:a16="http://schemas.microsoft.com/office/drawing/2014/main" id="{3AC3C684-D8ED-59BD-7494-B64E899B2CA6}"/>
                </a:ext>
              </a:extLst>
            </p:cNvPr>
            <p:cNvSpPr>
              <a:spLocks noChangeShapeType="1"/>
            </p:cNvSpPr>
            <p:nvPr/>
          </p:nvSpPr>
          <p:spPr bwMode="auto">
            <a:xfrm>
              <a:off x="1239838" y="3306763"/>
              <a:ext cx="4032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9" name="Line 9">
              <a:extLst>
                <a:ext uri="{FF2B5EF4-FFF2-40B4-BE49-F238E27FC236}">
                  <a16:creationId xmlns:a16="http://schemas.microsoft.com/office/drawing/2014/main" id="{EE3809BD-174E-53B2-8242-88C9F3276CCC}"/>
                </a:ext>
              </a:extLst>
            </p:cNvPr>
            <p:cNvSpPr>
              <a:spLocks noChangeShapeType="1"/>
            </p:cNvSpPr>
            <p:nvPr/>
          </p:nvSpPr>
          <p:spPr bwMode="auto">
            <a:xfrm>
              <a:off x="1747838" y="1627188"/>
              <a:ext cx="0" cy="39624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0" name="Line 10">
              <a:extLst>
                <a:ext uri="{FF2B5EF4-FFF2-40B4-BE49-F238E27FC236}">
                  <a16:creationId xmlns:a16="http://schemas.microsoft.com/office/drawing/2014/main" id="{E3535748-99BB-55F6-6C33-88B9EB499F2D}"/>
                </a:ext>
              </a:extLst>
            </p:cNvPr>
            <p:cNvSpPr>
              <a:spLocks noChangeShapeType="1"/>
            </p:cNvSpPr>
            <p:nvPr/>
          </p:nvSpPr>
          <p:spPr bwMode="auto">
            <a:xfrm flipH="1">
              <a:off x="5410200" y="1804988"/>
              <a:ext cx="0" cy="31940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1" name="Line 11">
              <a:extLst>
                <a:ext uri="{FF2B5EF4-FFF2-40B4-BE49-F238E27FC236}">
                  <a16:creationId xmlns:a16="http://schemas.microsoft.com/office/drawing/2014/main" id="{23820338-7F41-9F19-528D-E0BF8D049A66}"/>
                </a:ext>
              </a:extLst>
            </p:cNvPr>
            <p:cNvSpPr>
              <a:spLocks noChangeShapeType="1"/>
            </p:cNvSpPr>
            <p:nvPr/>
          </p:nvSpPr>
          <p:spPr bwMode="auto">
            <a:xfrm>
              <a:off x="1728788" y="2727325"/>
              <a:ext cx="15859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2" name="Line 12">
              <a:extLst>
                <a:ext uri="{FF2B5EF4-FFF2-40B4-BE49-F238E27FC236}">
                  <a16:creationId xmlns:a16="http://schemas.microsoft.com/office/drawing/2014/main" id="{C8807751-4F7B-810E-BD02-CD59A45614A9}"/>
                </a:ext>
              </a:extLst>
            </p:cNvPr>
            <p:cNvSpPr>
              <a:spLocks noChangeShapeType="1"/>
            </p:cNvSpPr>
            <p:nvPr/>
          </p:nvSpPr>
          <p:spPr bwMode="auto">
            <a:xfrm>
              <a:off x="3321050" y="2727325"/>
              <a:ext cx="136525" cy="3317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3" name="Line 13">
              <a:extLst>
                <a:ext uri="{FF2B5EF4-FFF2-40B4-BE49-F238E27FC236}">
                  <a16:creationId xmlns:a16="http://schemas.microsoft.com/office/drawing/2014/main" id="{9289DD00-005A-8023-A454-7647A863C481}"/>
                </a:ext>
              </a:extLst>
            </p:cNvPr>
            <p:cNvSpPr>
              <a:spLocks noChangeShapeType="1"/>
            </p:cNvSpPr>
            <p:nvPr/>
          </p:nvSpPr>
          <p:spPr bwMode="auto">
            <a:xfrm>
              <a:off x="3457575" y="3059113"/>
              <a:ext cx="4352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4" name="Line 14">
              <a:extLst>
                <a:ext uri="{FF2B5EF4-FFF2-40B4-BE49-F238E27FC236}">
                  <a16:creationId xmlns:a16="http://schemas.microsoft.com/office/drawing/2014/main" id="{05D5DE3F-21C9-EDAD-510D-69C2D7640A37}"/>
                </a:ext>
              </a:extLst>
            </p:cNvPr>
            <p:cNvSpPr>
              <a:spLocks noChangeShapeType="1"/>
            </p:cNvSpPr>
            <p:nvPr/>
          </p:nvSpPr>
          <p:spPr bwMode="auto">
            <a:xfrm flipV="1">
              <a:off x="5340350" y="2727325"/>
              <a:ext cx="136525" cy="3317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5" name="Line 15">
              <a:extLst>
                <a:ext uri="{FF2B5EF4-FFF2-40B4-BE49-F238E27FC236}">
                  <a16:creationId xmlns:a16="http://schemas.microsoft.com/office/drawing/2014/main" id="{B009B0D6-ACB4-0819-E6CA-3E8AA6987C18}"/>
                </a:ext>
              </a:extLst>
            </p:cNvPr>
            <p:cNvSpPr>
              <a:spLocks noChangeShapeType="1"/>
            </p:cNvSpPr>
            <p:nvPr/>
          </p:nvSpPr>
          <p:spPr bwMode="auto">
            <a:xfrm>
              <a:off x="5467350" y="2725738"/>
              <a:ext cx="22717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6" name="Line 16">
              <a:extLst>
                <a:ext uri="{FF2B5EF4-FFF2-40B4-BE49-F238E27FC236}">
                  <a16:creationId xmlns:a16="http://schemas.microsoft.com/office/drawing/2014/main" id="{4B9C86C1-52FA-1079-E844-985FB2A29323}"/>
                </a:ext>
              </a:extLst>
            </p:cNvPr>
            <p:cNvSpPr>
              <a:spLocks noChangeShapeType="1"/>
            </p:cNvSpPr>
            <p:nvPr/>
          </p:nvSpPr>
          <p:spPr bwMode="auto">
            <a:xfrm>
              <a:off x="4848225" y="5168900"/>
              <a:ext cx="1133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7" name="Line 17">
              <a:extLst>
                <a:ext uri="{FF2B5EF4-FFF2-40B4-BE49-F238E27FC236}">
                  <a16:creationId xmlns:a16="http://schemas.microsoft.com/office/drawing/2014/main" id="{0CAFFCF9-7F11-4BF1-281E-1AEDD07FDDD5}"/>
                </a:ext>
              </a:extLst>
            </p:cNvPr>
            <p:cNvSpPr>
              <a:spLocks noChangeShapeType="1"/>
            </p:cNvSpPr>
            <p:nvPr/>
          </p:nvSpPr>
          <p:spPr bwMode="auto">
            <a:xfrm>
              <a:off x="4886325" y="5476875"/>
              <a:ext cx="1133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8" name="Line 18">
              <a:extLst>
                <a:ext uri="{FF2B5EF4-FFF2-40B4-BE49-F238E27FC236}">
                  <a16:creationId xmlns:a16="http://schemas.microsoft.com/office/drawing/2014/main" id="{CF7063DD-23F9-0A83-DB5C-0A79691BFC2A}"/>
                </a:ext>
              </a:extLst>
            </p:cNvPr>
            <p:cNvSpPr>
              <a:spLocks noChangeShapeType="1"/>
            </p:cNvSpPr>
            <p:nvPr/>
          </p:nvSpPr>
          <p:spPr bwMode="auto">
            <a:xfrm>
              <a:off x="6110288" y="5329238"/>
              <a:ext cx="15795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9" name="Line 19">
              <a:extLst>
                <a:ext uri="{FF2B5EF4-FFF2-40B4-BE49-F238E27FC236}">
                  <a16:creationId xmlns:a16="http://schemas.microsoft.com/office/drawing/2014/main" id="{B5125E9E-BAD2-4F92-D6E0-79068138745D}"/>
                </a:ext>
              </a:extLst>
            </p:cNvPr>
            <p:cNvSpPr>
              <a:spLocks noChangeShapeType="1"/>
            </p:cNvSpPr>
            <p:nvPr/>
          </p:nvSpPr>
          <p:spPr bwMode="auto">
            <a:xfrm>
              <a:off x="3381375" y="2544763"/>
              <a:ext cx="0" cy="11953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0" name="Line 20">
              <a:extLst>
                <a:ext uri="{FF2B5EF4-FFF2-40B4-BE49-F238E27FC236}">
                  <a16:creationId xmlns:a16="http://schemas.microsoft.com/office/drawing/2014/main" id="{99FCC10D-2951-0AD7-FC9A-9DDCD13E0ABA}"/>
                </a:ext>
              </a:extLst>
            </p:cNvPr>
            <p:cNvSpPr>
              <a:spLocks noChangeShapeType="1"/>
            </p:cNvSpPr>
            <p:nvPr/>
          </p:nvSpPr>
          <p:spPr bwMode="auto">
            <a:xfrm>
              <a:off x="1763713" y="3567113"/>
              <a:ext cx="20494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1" name="Line 21">
              <a:extLst>
                <a:ext uri="{FF2B5EF4-FFF2-40B4-BE49-F238E27FC236}">
                  <a16:creationId xmlns:a16="http://schemas.microsoft.com/office/drawing/2014/main" id="{1C26EE2C-EB7D-8DA7-5B75-E28BEA676EF3}"/>
                </a:ext>
              </a:extLst>
            </p:cNvPr>
            <p:cNvSpPr>
              <a:spLocks noChangeShapeType="1"/>
            </p:cNvSpPr>
            <p:nvPr/>
          </p:nvSpPr>
          <p:spPr bwMode="auto">
            <a:xfrm flipH="1" flipV="1">
              <a:off x="1747838" y="5338763"/>
              <a:ext cx="25146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2" name="Text Box 22">
              <a:extLst>
                <a:ext uri="{FF2B5EF4-FFF2-40B4-BE49-F238E27FC236}">
                  <a16:creationId xmlns:a16="http://schemas.microsoft.com/office/drawing/2014/main" id="{C318E10F-FC06-3C21-2860-66F96EBFFFC4}"/>
                </a:ext>
              </a:extLst>
            </p:cNvPr>
            <p:cNvSpPr txBox="1">
              <a:spLocks noChangeArrowheads="1"/>
            </p:cNvSpPr>
            <p:nvPr/>
          </p:nvSpPr>
          <p:spPr bwMode="auto">
            <a:xfrm>
              <a:off x="4773613" y="5160963"/>
              <a:ext cx="1509712"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Valid Data </a:t>
              </a:r>
              <a:endParaRPr lang="ru-RU" altLang="en-US" sz="1600"/>
            </a:p>
          </p:txBody>
        </p:sp>
        <p:sp>
          <p:nvSpPr>
            <p:cNvPr id="28693" name="Line 23">
              <a:extLst>
                <a:ext uri="{FF2B5EF4-FFF2-40B4-BE49-F238E27FC236}">
                  <a16:creationId xmlns:a16="http://schemas.microsoft.com/office/drawing/2014/main" id="{372B9B6E-04D7-1A35-35CE-10E1CA53CEF1}"/>
                </a:ext>
              </a:extLst>
            </p:cNvPr>
            <p:cNvSpPr>
              <a:spLocks noChangeShapeType="1"/>
            </p:cNvSpPr>
            <p:nvPr/>
          </p:nvSpPr>
          <p:spPr bwMode="auto">
            <a:xfrm>
              <a:off x="5930900" y="1470025"/>
              <a:ext cx="0" cy="9286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4" name="Line 24">
              <a:extLst>
                <a:ext uri="{FF2B5EF4-FFF2-40B4-BE49-F238E27FC236}">
                  <a16:creationId xmlns:a16="http://schemas.microsoft.com/office/drawing/2014/main" id="{C1E60A19-E922-416B-3EF9-4ECA9C5D0769}"/>
                </a:ext>
              </a:extLst>
            </p:cNvPr>
            <p:cNvSpPr>
              <a:spLocks noChangeShapeType="1"/>
            </p:cNvSpPr>
            <p:nvPr/>
          </p:nvSpPr>
          <p:spPr bwMode="auto">
            <a:xfrm>
              <a:off x="1731963" y="1727200"/>
              <a:ext cx="10255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5" name="Line 25">
              <a:extLst>
                <a:ext uri="{FF2B5EF4-FFF2-40B4-BE49-F238E27FC236}">
                  <a16:creationId xmlns:a16="http://schemas.microsoft.com/office/drawing/2014/main" id="{DEA1A31B-4D0D-88DD-CA20-6307E984C68E}"/>
                </a:ext>
              </a:extLst>
            </p:cNvPr>
            <p:cNvSpPr>
              <a:spLocks noChangeShapeType="1"/>
            </p:cNvSpPr>
            <p:nvPr/>
          </p:nvSpPr>
          <p:spPr bwMode="auto">
            <a:xfrm>
              <a:off x="2767013" y="1717675"/>
              <a:ext cx="103187" cy="3476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6" name="Line 26">
              <a:extLst>
                <a:ext uri="{FF2B5EF4-FFF2-40B4-BE49-F238E27FC236}">
                  <a16:creationId xmlns:a16="http://schemas.microsoft.com/office/drawing/2014/main" id="{E2A29752-4A92-0F4E-68ED-03E473C6322C}"/>
                </a:ext>
              </a:extLst>
            </p:cNvPr>
            <p:cNvSpPr>
              <a:spLocks noChangeShapeType="1"/>
            </p:cNvSpPr>
            <p:nvPr/>
          </p:nvSpPr>
          <p:spPr bwMode="auto">
            <a:xfrm>
              <a:off x="1725613" y="2062163"/>
              <a:ext cx="10255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7" name="Line 27">
              <a:extLst>
                <a:ext uri="{FF2B5EF4-FFF2-40B4-BE49-F238E27FC236}">
                  <a16:creationId xmlns:a16="http://schemas.microsoft.com/office/drawing/2014/main" id="{1E06887B-6BF0-ACED-4B70-46D45B09D516}"/>
                </a:ext>
              </a:extLst>
            </p:cNvPr>
            <p:cNvSpPr>
              <a:spLocks noChangeShapeType="1"/>
            </p:cNvSpPr>
            <p:nvPr/>
          </p:nvSpPr>
          <p:spPr bwMode="auto">
            <a:xfrm flipV="1">
              <a:off x="2747963" y="1717675"/>
              <a:ext cx="134937" cy="3317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8" name="Line 28">
              <a:extLst>
                <a:ext uri="{FF2B5EF4-FFF2-40B4-BE49-F238E27FC236}">
                  <a16:creationId xmlns:a16="http://schemas.microsoft.com/office/drawing/2014/main" id="{10D03301-A836-535D-F2A3-6F00D666C95B}"/>
                </a:ext>
              </a:extLst>
            </p:cNvPr>
            <p:cNvSpPr>
              <a:spLocks noChangeShapeType="1"/>
            </p:cNvSpPr>
            <p:nvPr/>
          </p:nvSpPr>
          <p:spPr bwMode="auto">
            <a:xfrm>
              <a:off x="2889250" y="1714500"/>
              <a:ext cx="29924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9" name="Line 29">
              <a:extLst>
                <a:ext uri="{FF2B5EF4-FFF2-40B4-BE49-F238E27FC236}">
                  <a16:creationId xmlns:a16="http://schemas.microsoft.com/office/drawing/2014/main" id="{909A6EB5-05A6-EBF0-157E-25D9CB027207}"/>
                </a:ext>
              </a:extLst>
            </p:cNvPr>
            <p:cNvSpPr>
              <a:spLocks noChangeShapeType="1"/>
            </p:cNvSpPr>
            <p:nvPr/>
          </p:nvSpPr>
          <p:spPr bwMode="auto">
            <a:xfrm>
              <a:off x="2854325" y="2058988"/>
              <a:ext cx="30178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0" name="Text Box 30">
              <a:extLst>
                <a:ext uri="{FF2B5EF4-FFF2-40B4-BE49-F238E27FC236}">
                  <a16:creationId xmlns:a16="http://schemas.microsoft.com/office/drawing/2014/main" id="{80FDF1FC-70B5-885B-5ADE-E0BFD1C2CBEE}"/>
                </a:ext>
              </a:extLst>
            </p:cNvPr>
            <p:cNvSpPr txBox="1">
              <a:spLocks noChangeArrowheads="1"/>
            </p:cNvSpPr>
            <p:nvPr/>
          </p:nvSpPr>
          <p:spPr bwMode="auto">
            <a:xfrm>
              <a:off x="873125" y="1733550"/>
              <a:ext cx="1127125"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ADDR</a:t>
              </a:r>
            </a:p>
            <a:p>
              <a:pPr eaLnBrk="1" hangingPunct="1"/>
              <a:endParaRPr lang="ru-RU" altLang="en-US" sz="1600"/>
            </a:p>
          </p:txBody>
        </p:sp>
        <p:sp>
          <p:nvSpPr>
            <p:cNvPr id="28701" name="Text Box 31">
              <a:extLst>
                <a:ext uri="{FF2B5EF4-FFF2-40B4-BE49-F238E27FC236}">
                  <a16:creationId xmlns:a16="http://schemas.microsoft.com/office/drawing/2014/main" id="{2D4FF6E9-6F75-8FC6-7DF7-757775B72ECF}"/>
                </a:ext>
              </a:extLst>
            </p:cNvPr>
            <p:cNvSpPr txBox="1">
              <a:spLocks noChangeArrowheads="1"/>
            </p:cNvSpPr>
            <p:nvPr/>
          </p:nvSpPr>
          <p:spPr bwMode="auto">
            <a:xfrm>
              <a:off x="1019175" y="2582863"/>
              <a:ext cx="11255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ym typeface="Symbol" panose="05050102010706020507" pitchFamily="18" charset="2"/>
                </a:rPr>
                <a:t></a:t>
              </a:r>
              <a:r>
                <a:rPr lang="en-US" altLang="en-US" sz="1600"/>
                <a:t>CS</a:t>
              </a:r>
            </a:p>
            <a:p>
              <a:pPr eaLnBrk="1" hangingPunct="1"/>
              <a:endParaRPr lang="ru-RU" altLang="en-US" sz="1600"/>
            </a:p>
          </p:txBody>
        </p:sp>
        <p:sp>
          <p:nvSpPr>
            <p:cNvPr id="28702" name="Line 32">
              <a:extLst>
                <a:ext uri="{FF2B5EF4-FFF2-40B4-BE49-F238E27FC236}">
                  <a16:creationId xmlns:a16="http://schemas.microsoft.com/office/drawing/2014/main" id="{84D94CF7-9F5E-9678-7561-3765E54232D0}"/>
                </a:ext>
              </a:extLst>
            </p:cNvPr>
            <p:cNvSpPr>
              <a:spLocks noChangeShapeType="1"/>
            </p:cNvSpPr>
            <p:nvPr/>
          </p:nvSpPr>
          <p:spPr bwMode="auto">
            <a:xfrm flipV="1">
              <a:off x="4278313" y="5168900"/>
              <a:ext cx="80962" cy="157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3" name="Line 33">
              <a:extLst>
                <a:ext uri="{FF2B5EF4-FFF2-40B4-BE49-F238E27FC236}">
                  <a16:creationId xmlns:a16="http://schemas.microsoft.com/office/drawing/2014/main" id="{BE588C52-BE63-22FF-84E7-3371BA382FD7}"/>
                </a:ext>
              </a:extLst>
            </p:cNvPr>
            <p:cNvSpPr>
              <a:spLocks noChangeShapeType="1"/>
            </p:cNvSpPr>
            <p:nvPr/>
          </p:nvSpPr>
          <p:spPr bwMode="auto">
            <a:xfrm>
              <a:off x="4256088" y="5326063"/>
              <a:ext cx="125412" cy="1635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4" name="Line 34">
              <a:extLst>
                <a:ext uri="{FF2B5EF4-FFF2-40B4-BE49-F238E27FC236}">
                  <a16:creationId xmlns:a16="http://schemas.microsoft.com/office/drawing/2014/main" id="{DCC50266-FCA7-4CFE-9D9A-C2FB2D0E3F7B}"/>
                </a:ext>
              </a:extLst>
            </p:cNvPr>
            <p:cNvSpPr>
              <a:spLocks noChangeShapeType="1"/>
            </p:cNvSpPr>
            <p:nvPr/>
          </p:nvSpPr>
          <p:spPr bwMode="auto">
            <a:xfrm>
              <a:off x="4368800" y="5168900"/>
              <a:ext cx="2397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5" name="Line 35">
              <a:extLst>
                <a:ext uri="{FF2B5EF4-FFF2-40B4-BE49-F238E27FC236}">
                  <a16:creationId xmlns:a16="http://schemas.microsoft.com/office/drawing/2014/main" id="{72E7A536-5DD8-2286-6AEA-37FBE5843571}"/>
                </a:ext>
              </a:extLst>
            </p:cNvPr>
            <p:cNvSpPr>
              <a:spLocks noChangeShapeType="1"/>
            </p:cNvSpPr>
            <p:nvPr/>
          </p:nvSpPr>
          <p:spPr bwMode="auto">
            <a:xfrm>
              <a:off x="4375150" y="5489575"/>
              <a:ext cx="2397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6" name="Line 36">
              <a:extLst>
                <a:ext uri="{FF2B5EF4-FFF2-40B4-BE49-F238E27FC236}">
                  <a16:creationId xmlns:a16="http://schemas.microsoft.com/office/drawing/2014/main" id="{0FA3F43E-702B-970C-1142-17BB1D80426D}"/>
                </a:ext>
              </a:extLst>
            </p:cNvPr>
            <p:cNvSpPr>
              <a:spLocks noChangeShapeType="1"/>
            </p:cNvSpPr>
            <p:nvPr/>
          </p:nvSpPr>
          <p:spPr bwMode="auto">
            <a:xfrm>
              <a:off x="4368800" y="5172075"/>
              <a:ext cx="255588" cy="3222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7" name="Line 37">
              <a:extLst>
                <a:ext uri="{FF2B5EF4-FFF2-40B4-BE49-F238E27FC236}">
                  <a16:creationId xmlns:a16="http://schemas.microsoft.com/office/drawing/2014/main" id="{F8E7DD7C-30AE-D85D-B50F-53517A564029}"/>
                </a:ext>
              </a:extLst>
            </p:cNvPr>
            <p:cNvSpPr>
              <a:spLocks noChangeShapeType="1"/>
            </p:cNvSpPr>
            <p:nvPr/>
          </p:nvSpPr>
          <p:spPr bwMode="auto">
            <a:xfrm flipV="1">
              <a:off x="4397375" y="5156200"/>
              <a:ext cx="201613" cy="323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8" name="Line 38">
              <a:extLst>
                <a:ext uri="{FF2B5EF4-FFF2-40B4-BE49-F238E27FC236}">
                  <a16:creationId xmlns:a16="http://schemas.microsoft.com/office/drawing/2014/main" id="{8ACC6C2B-7563-8651-1D09-A9084A833805}"/>
                </a:ext>
              </a:extLst>
            </p:cNvPr>
            <p:cNvSpPr>
              <a:spLocks noChangeShapeType="1"/>
            </p:cNvSpPr>
            <p:nvPr/>
          </p:nvSpPr>
          <p:spPr bwMode="auto">
            <a:xfrm>
              <a:off x="4614863" y="5172075"/>
              <a:ext cx="255587" cy="3222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9" name="Line 39">
              <a:extLst>
                <a:ext uri="{FF2B5EF4-FFF2-40B4-BE49-F238E27FC236}">
                  <a16:creationId xmlns:a16="http://schemas.microsoft.com/office/drawing/2014/main" id="{129184E4-421A-26C7-A2ED-C560028A9B20}"/>
                </a:ext>
              </a:extLst>
            </p:cNvPr>
            <p:cNvSpPr>
              <a:spLocks noChangeShapeType="1"/>
            </p:cNvSpPr>
            <p:nvPr/>
          </p:nvSpPr>
          <p:spPr bwMode="auto">
            <a:xfrm flipV="1">
              <a:off x="4643438" y="5156200"/>
              <a:ext cx="201612" cy="323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0" name="Line 40">
              <a:extLst>
                <a:ext uri="{FF2B5EF4-FFF2-40B4-BE49-F238E27FC236}">
                  <a16:creationId xmlns:a16="http://schemas.microsoft.com/office/drawing/2014/main" id="{06A17789-87F0-DC12-3B5D-4693A5CA01C5}"/>
                </a:ext>
              </a:extLst>
            </p:cNvPr>
            <p:cNvSpPr>
              <a:spLocks noChangeShapeType="1"/>
            </p:cNvSpPr>
            <p:nvPr/>
          </p:nvSpPr>
          <p:spPr bwMode="auto">
            <a:xfrm>
              <a:off x="5981700" y="5172075"/>
              <a:ext cx="255588" cy="3222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1" name="Line 41">
              <a:extLst>
                <a:ext uri="{FF2B5EF4-FFF2-40B4-BE49-F238E27FC236}">
                  <a16:creationId xmlns:a16="http://schemas.microsoft.com/office/drawing/2014/main" id="{76A8C00A-F32C-C4CA-A916-9CCD05889996}"/>
                </a:ext>
              </a:extLst>
            </p:cNvPr>
            <p:cNvSpPr>
              <a:spLocks noChangeShapeType="1"/>
            </p:cNvSpPr>
            <p:nvPr/>
          </p:nvSpPr>
          <p:spPr bwMode="auto">
            <a:xfrm flipV="1">
              <a:off x="6010275" y="5156200"/>
              <a:ext cx="201613" cy="323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2" name="Line 42">
              <a:extLst>
                <a:ext uri="{FF2B5EF4-FFF2-40B4-BE49-F238E27FC236}">
                  <a16:creationId xmlns:a16="http://schemas.microsoft.com/office/drawing/2014/main" id="{530000B0-E5B9-8F0F-BC2B-6C89BB16197E}"/>
                </a:ext>
              </a:extLst>
            </p:cNvPr>
            <p:cNvSpPr>
              <a:spLocks noChangeShapeType="1"/>
            </p:cNvSpPr>
            <p:nvPr/>
          </p:nvSpPr>
          <p:spPr bwMode="auto">
            <a:xfrm>
              <a:off x="6224588" y="5165725"/>
              <a:ext cx="417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3" name="Line 43">
              <a:extLst>
                <a:ext uri="{FF2B5EF4-FFF2-40B4-BE49-F238E27FC236}">
                  <a16:creationId xmlns:a16="http://schemas.microsoft.com/office/drawing/2014/main" id="{AB1CA66A-2D73-7E1A-4C42-C8195CAE7CF7}"/>
                </a:ext>
              </a:extLst>
            </p:cNvPr>
            <p:cNvSpPr>
              <a:spLocks noChangeShapeType="1"/>
            </p:cNvSpPr>
            <p:nvPr/>
          </p:nvSpPr>
          <p:spPr bwMode="auto">
            <a:xfrm>
              <a:off x="6211888" y="5489575"/>
              <a:ext cx="4460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4" name="Line 44">
              <a:extLst>
                <a:ext uri="{FF2B5EF4-FFF2-40B4-BE49-F238E27FC236}">
                  <a16:creationId xmlns:a16="http://schemas.microsoft.com/office/drawing/2014/main" id="{725390B4-652A-73D8-F1C0-1049F30C0618}"/>
                </a:ext>
              </a:extLst>
            </p:cNvPr>
            <p:cNvSpPr>
              <a:spLocks noChangeShapeType="1"/>
            </p:cNvSpPr>
            <p:nvPr/>
          </p:nvSpPr>
          <p:spPr bwMode="auto">
            <a:xfrm>
              <a:off x="5883275" y="1701800"/>
              <a:ext cx="104775" cy="3476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5" name="Line 45">
              <a:extLst>
                <a:ext uri="{FF2B5EF4-FFF2-40B4-BE49-F238E27FC236}">
                  <a16:creationId xmlns:a16="http://schemas.microsoft.com/office/drawing/2014/main" id="{646EBDB7-3E15-04BA-876A-8D6D0C66880D}"/>
                </a:ext>
              </a:extLst>
            </p:cNvPr>
            <p:cNvSpPr>
              <a:spLocks noChangeShapeType="1"/>
            </p:cNvSpPr>
            <p:nvPr/>
          </p:nvSpPr>
          <p:spPr bwMode="auto">
            <a:xfrm flipV="1">
              <a:off x="5864225" y="1714500"/>
              <a:ext cx="136525" cy="330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6" name="Line 46">
              <a:extLst>
                <a:ext uri="{FF2B5EF4-FFF2-40B4-BE49-F238E27FC236}">
                  <a16:creationId xmlns:a16="http://schemas.microsoft.com/office/drawing/2014/main" id="{275B7849-E803-EE5D-62B1-E1EDE27F5F20}"/>
                </a:ext>
              </a:extLst>
            </p:cNvPr>
            <p:cNvSpPr>
              <a:spLocks noChangeShapeType="1"/>
            </p:cNvSpPr>
            <p:nvPr/>
          </p:nvSpPr>
          <p:spPr bwMode="auto">
            <a:xfrm flipV="1">
              <a:off x="6005513" y="1714500"/>
              <a:ext cx="18065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7" name="Line 47">
              <a:extLst>
                <a:ext uri="{FF2B5EF4-FFF2-40B4-BE49-F238E27FC236}">
                  <a16:creationId xmlns:a16="http://schemas.microsoft.com/office/drawing/2014/main" id="{B024CA17-6A3B-9654-5545-318215AB0347}"/>
                </a:ext>
              </a:extLst>
            </p:cNvPr>
            <p:cNvSpPr>
              <a:spLocks noChangeShapeType="1"/>
            </p:cNvSpPr>
            <p:nvPr/>
          </p:nvSpPr>
          <p:spPr bwMode="auto">
            <a:xfrm flipV="1">
              <a:off x="5995988" y="2062163"/>
              <a:ext cx="18065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8" name="Line 48">
              <a:extLst>
                <a:ext uri="{FF2B5EF4-FFF2-40B4-BE49-F238E27FC236}">
                  <a16:creationId xmlns:a16="http://schemas.microsoft.com/office/drawing/2014/main" id="{1091D7D3-F2E8-75F4-61DC-B7417B89A8F1}"/>
                </a:ext>
              </a:extLst>
            </p:cNvPr>
            <p:cNvSpPr>
              <a:spLocks noChangeShapeType="1"/>
            </p:cNvSpPr>
            <p:nvPr/>
          </p:nvSpPr>
          <p:spPr bwMode="auto">
            <a:xfrm>
              <a:off x="2819400" y="1524000"/>
              <a:ext cx="0" cy="27273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9" name="Text Box 49">
              <a:extLst>
                <a:ext uri="{FF2B5EF4-FFF2-40B4-BE49-F238E27FC236}">
                  <a16:creationId xmlns:a16="http://schemas.microsoft.com/office/drawing/2014/main" id="{720E27F4-8624-6D8D-158C-2706AAD130FB}"/>
                </a:ext>
              </a:extLst>
            </p:cNvPr>
            <p:cNvSpPr txBox="1">
              <a:spLocks noChangeArrowheads="1"/>
            </p:cNvSpPr>
            <p:nvPr/>
          </p:nvSpPr>
          <p:spPr bwMode="auto">
            <a:xfrm>
              <a:off x="2955925" y="3162300"/>
              <a:ext cx="642938"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AS</a:t>
              </a:r>
              <a:endParaRPr lang="ru-RU" altLang="en-US" sz="1600"/>
            </a:p>
          </p:txBody>
        </p:sp>
        <p:sp>
          <p:nvSpPr>
            <p:cNvPr id="28720" name="Line 50">
              <a:extLst>
                <a:ext uri="{FF2B5EF4-FFF2-40B4-BE49-F238E27FC236}">
                  <a16:creationId xmlns:a16="http://schemas.microsoft.com/office/drawing/2014/main" id="{4BA590D6-0B7B-6F69-BED2-2973ED7F535C}"/>
                </a:ext>
              </a:extLst>
            </p:cNvPr>
            <p:cNvSpPr>
              <a:spLocks noChangeShapeType="1"/>
            </p:cNvSpPr>
            <p:nvPr/>
          </p:nvSpPr>
          <p:spPr bwMode="auto">
            <a:xfrm>
              <a:off x="3406775" y="2608263"/>
              <a:ext cx="571500" cy="0"/>
            </a:xfrm>
            <a:prstGeom prst="line">
              <a:avLst/>
            </a:prstGeom>
            <a:noFill/>
            <a:ln w="19050">
              <a:solidFill>
                <a:srgbClr val="000000"/>
              </a:solidFill>
              <a:round/>
              <a:headEnd type="triangle" w="lg" len="lg"/>
              <a:tailEnd type="none" w="sm" len="med"/>
            </a:ln>
            <a:extLst>
              <a:ext uri="{909E8E84-426E-40DD-AFC4-6F175D3DCCD1}">
                <a14:hiddenFill xmlns:a14="http://schemas.microsoft.com/office/drawing/2010/main">
                  <a:noFill/>
                </a14:hiddenFill>
              </a:ext>
            </a:extLst>
          </p:spPr>
          <p:txBody>
            <a:bodyPr/>
            <a:lstStyle/>
            <a:p>
              <a:endParaRPr lang="en-US"/>
            </a:p>
          </p:txBody>
        </p:sp>
        <p:sp>
          <p:nvSpPr>
            <p:cNvPr id="28721" name="Line 51">
              <a:extLst>
                <a:ext uri="{FF2B5EF4-FFF2-40B4-BE49-F238E27FC236}">
                  <a16:creationId xmlns:a16="http://schemas.microsoft.com/office/drawing/2014/main" id="{7C940A7E-86B8-B38E-F89F-5F6C556EF138}"/>
                </a:ext>
              </a:extLst>
            </p:cNvPr>
            <p:cNvSpPr>
              <a:spLocks noChangeShapeType="1"/>
            </p:cNvSpPr>
            <p:nvPr/>
          </p:nvSpPr>
          <p:spPr bwMode="auto">
            <a:xfrm>
              <a:off x="4716463" y="2611438"/>
              <a:ext cx="692150" cy="0"/>
            </a:xfrm>
            <a:prstGeom prst="line">
              <a:avLst/>
            </a:prstGeom>
            <a:noFill/>
            <a:ln w="19050">
              <a:solidFill>
                <a:srgbClr val="000000"/>
              </a:solidFill>
              <a:round/>
              <a:headEnd type="none" w="sm" len="me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8722" name="Text Box 52">
              <a:extLst>
                <a:ext uri="{FF2B5EF4-FFF2-40B4-BE49-F238E27FC236}">
                  <a16:creationId xmlns:a16="http://schemas.microsoft.com/office/drawing/2014/main" id="{663FB78D-0D24-466C-2129-9CAC0E6C0832}"/>
                </a:ext>
              </a:extLst>
            </p:cNvPr>
            <p:cNvSpPr txBox="1">
              <a:spLocks noChangeArrowheads="1"/>
            </p:cNvSpPr>
            <p:nvPr/>
          </p:nvSpPr>
          <p:spPr bwMode="auto">
            <a:xfrm>
              <a:off x="4106863" y="2416175"/>
              <a:ext cx="101282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CW</a:t>
              </a:r>
              <a:endParaRPr lang="ru-RU" altLang="en-US" sz="1600"/>
            </a:p>
          </p:txBody>
        </p:sp>
        <p:sp>
          <p:nvSpPr>
            <p:cNvPr id="28723" name="Line 53">
              <a:extLst>
                <a:ext uri="{FF2B5EF4-FFF2-40B4-BE49-F238E27FC236}">
                  <a16:creationId xmlns:a16="http://schemas.microsoft.com/office/drawing/2014/main" id="{961BBEF1-6E49-6F58-CF88-66AB50AB5B48}"/>
                </a:ext>
              </a:extLst>
            </p:cNvPr>
            <p:cNvSpPr>
              <a:spLocks noChangeShapeType="1"/>
            </p:cNvSpPr>
            <p:nvPr/>
          </p:nvSpPr>
          <p:spPr bwMode="auto">
            <a:xfrm>
              <a:off x="2806700" y="3367088"/>
              <a:ext cx="214313" cy="0"/>
            </a:xfrm>
            <a:prstGeom prst="line">
              <a:avLst/>
            </a:prstGeom>
            <a:noFill/>
            <a:ln w="25400">
              <a:solidFill>
                <a:srgbClr val="000000"/>
              </a:solidFill>
              <a:round/>
              <a:headEnd type="triangle" w="lg"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8724" name="Line 54">
              <a:extLst>
                <a:ext uri="{FF2B5EF4-FFF2-40B4-BE49-F238E27FC236}">
                  <a16:creationId xmlns:a16="http://schemas.microsoft.com/office/drawing/2014/main" id="{6CFEBD4E-E1EC-05E2-C1A6-517CA2488521}"/>
                </a:ext>
              </a:extLst>
            </p:cNvPr>
            <p:cNvSpPr>
              <a:spLocks noChangeShapeType="1"/>
            </p:cNvSpPr>
            <p:nvPr/>
          </p:nvSpPr>
          <p:spPr bwMode="auto">
            <a:xfrm>
              <a:off x="2847975" y="1573213"/>
              <a:ext cx="1228725" cy="0"/>
            </a:xfrm>
            <a:prstGeom prst="line">
              <a:avLst/>
            </a:prstGeom>
            <a:noFill/>
            <a:ln w="19050">
              <a:solidFill>
                <a:srgbClr val="000000"/>
              </a:solidFill>
              <a:round/>
              <a:headEnd type="triangle" w="lg" len="lg"/>
              <a:tailEnd type="none" w="sm" len="med"/>
            </a:ln>
            <a:extLst>
              <a:ext uri="{909E8E84-426E-40DD-AFC4-6F175D3DCCD1}">
                <a14:hiddenFill xmlns:a14="http://schemas.microsoft.com/office/drawing/2010/main">
                  <a:noFill/>
                </a14:hiddenFill>
              </a:ext>
            </a:extLst>
          </p:spPr>
          <p:txBody>
            <a:bodyPr/>
            <a:lstStyle/>
            <a:p>
              <a:endParaRPr lang="en-US"/>
            </a:p>
          </p:txBody>
        </p:sp>
        <p:sp>
          <p:nvSpPr>
            <p:cNvPr id="28725" name="Line 55">
              <a:extLst>
                <a:ext uri="{FF2B5EF4-FFF2-40B4-BE49-F238E27FC236}">
                  <a16:creationId xmlns:a16="http://schemas.microsoft.com/office/drawing/2014/main" id="{E365827B-A4A0-6D2E-2213-49C126D05A11}"/>
                </a:ext>
              </a:extLst>
            </p:cNvPr>
            <p:cNvSpPr>
              <a:spLocks noChangeShapeType="1"/>
            </p:cNvSpPr>
            <p:nvPr/>
          </p:nvSpPr>
          <p:spPr bwMode="auto">
            <a:xfrm>
              <a:off x="4735513" y="1573213"/>
              <a:ext cx="1168400" cy="0"/>
            </a:xfrm>
            <a:prstGeom prst="line">
              <a:avLst/>
            </a:prstGeom>
            <a:noFill/>
            <a:ln w="19050">
              <a:solidFill>
                <a:srgbClr val="000000"/>
              </a:solidFill>
              <a:round/>
              <a:headEnd type="none" w="sm" len="me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8726" name="Text Box 56">
              <a:extLst>
                <a:ext uri="{FF2B5EF4-FFF2-40B4-BE49-F238E27FC236}">
                  <a16:creationId xmlns:a16="http://schemas.microsoft.com/office/drawing/2014/main" id="{7E8265F7-C35F-6F32-56DA-1E85C38A44A0}"/>
                </a:ext>
              </a:extLst>
            </p:cNvPr>
            <p:cNvSpPr txBox="1">
              <a:spLocks noChangeArrowheads="1"/>
            </p:cNvSpPr>
            <p:nvPr/>
          </p:nvSpPr>
          <p:spPr bwMode="auto">
            <a:xfrm>
              <a:off x="4122738" y="1341438"/>
              <a:ext cx="1012825"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WC</a:t>
              </a:r>
              <a:endParaRPr lang="ru-RU" altLang="en-US" sz="1600"/>
            </a:p>
          </p:txBody>
        </p:sp>
        <p:sp>
          <p:nvSpPr>
            <p:cNvPr id="28727" name="Line 57">
              <a:extLst>
                <a:ext uri="{FF2B5EF4-FFF2-40B4-BE49-F238E27FC236}">
                  <a16:creationId xmlns:a16="http://schemas.microsoft.com/office/drawing/2014/main" id="{DBC4BB88-7344-4436-ACFB-F1EE94DA7E2C}"/>
                </a:ext>
              </a:extLst>
            </p:cNvPr>
            <p:cNvSpPr>
              <a:spLocks noChangeShapeType="1"/>
            </p:cNvSpPr>
            <p:nvPr/>
          </p:nvSpPr>
          <p:spPr bwMode="auto">
            <a:xfrm>
              <a:off x="6122988" y="4692650"/>
              <a:ext cx="0" cy="8207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8" name="Line 58">
              <a:extLst>
                <a:ext uri="{FF2B5EF4-FFF2-40B4-BE49-F238E27FC236}">
                  <a16:creationId xmlns:a16="http://schemas.microsoft.com/office/drawing/2014/main" id="{32EBB6C2-8BE5-AF41-46CD-2464ACE56336}"/>
                </a:ext>
              </a:extLst>
            </p:cNvPr>
            <p:cNvSpPr>
              <a:spLocks noChangeShapeType="1"/>
            </p:cNvSpPr>
            <p:nvPr/>
          </p:nvSpPr>
          <p:spPr bwMode="auto">
            <a:xfrm flipH="1">
              <a:off x="1735138" y="3059113"/>
              <a:ext cx="1847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9" name="Line 59">
              <a:extLst>
                <a:ext uri="{FF2B5EF4-FFF2-40B4-BE49-F238E27FC236}">
                  <a16:creationId xmlns:a16="http://schemas.microsoft.com/office/drawing/2014/main" id="{C3735687-3416-DBEE-CD63-A51EA08EB83F}"/>
                </a:ext>
              </a:extLst>
            </p:cNvPr>
            <p:cNvSpPr>
              <a:spLocks noChangeShapeType="1"/>
            </p:cNvSpPr>
            <p:nvPr/>
          </p:nvSpPr>
          <p:spPr bwMode="auto">
            <a:xfrm>
              <a:off x="3668713" y="3576638"/>
              <a:ext cx="134937" cy="3317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0" name="Line 60">
              <a:extLst>
                <a:ext uri="{FF2B5EF4-FFF2-40B4-BE49-F238E27FC236}">
                  <a16:creationId xmlns:a16="http://schemas.microsoft.com/office/drawing/2014/main" id="{2518B306-EB5A-4250-A01D-FAAD49C221E3}"/>
                </a:ext>
              </a:extLst>
            </p:cNvPr>
            <p:cNvSpPr>
              <a:spLocks noChangeShapeType="1"/>
            </p:cNvSpPr>
            <p:nvPr/>
          </p:nvSpPr>
          <p:spPr bwMode="auto">
            <a:xfrm>
              <a:off x="3870325" y="2843213"/>
              <a:ext cx="0" cy="12446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1" name="Line 61">
              <a:extLst>
                <a:ext uri="{FF2B5EF4-FFF2-40B4-BE49-F238E27FC236}">
                  <a16:creationId xmlns:a16="http://schemas.microsoft.com/office/drawing/2014/main" id="{6F2CEC62-23D5-0E3C-D995-C8239778F217}"/>
                </a:ext>
              </a:extLst>
            </p:cNvPr>
            <p:cNvSpPr>
              <a:spLocks noChangeShapeType="1"/>
            </p:cNvSpPr>
            <p:nvPr/>
          </p:nvSpPr>
          <p:spPr bwMode="auto">
            <a:xfrm>
              <a:off x="3652838" y="3908425"/>
              <a:ext cx="16938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2" name="Line 62">
              <a:extLst>
                <a:ext uri="{FF2B5EF4-FFF2-40B4-BE49-F238E27FC236}">
                  <a16:creationId xmlns:a16="http://schemas.microsoft.com/office/drawing/2014/main" id="{BAD01B8A-3AC5-8AFB-0305-D0E379C7D1A9}"/>
                </a:ext>
              </a:extLst>
            </p:cNvPr>
            <p:cNvSpPr>
              <a:spLocks noChangeShapeType="1"/>
            </p:cNvSpPr>
            <p:nvPr/>
          </p:nvSpPr>
          <p:spPr bwMode="auto">
            <a:xfrm>
              <a:off x="3508375" y="3573463"/>
              <a:ext cx="134938" cy="3317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3" name="Line 63">
              <a:extLst>
                <a:ext uri="{FF2B5EF4-FFF2-40B4-BE49-F238E27FC236}">
                  <a16:creationId xmlns:a16="http://schemas.microsoft.com/office/drawing/2014/main" id="{0EB9F137-BF52-26C0-B07D-FBF689474A38}"/>
                </a:ext>
              </a:extLst>
            </p:cNvPr>
            <p:cNvSpPr>
              <a:spLocks noChangeShapeType="1"/>
            </p:cNvSpPr>
            <p:nvPr/>
          </p:nvSpPr>
          <p:spPr bwMode="auto">
            <a:xfrm flipV="1">
              <a:off x="5321300" y="3573463"/>
              <a:ext cx="136525" cy="3317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4" name="Line 64">
              <a:extLst>
                <a:ext uri="{FF2B5EF4-FFF2-40B4-BE49-F238E27FC236}">
                  <a16:creationId xmlns:a16="http://schemas.microsoft.com/office/drawing/2014/main" id="{B1244C4B-8B45-6D94-48E6-44FE99A6EA88}"/>
                </a:ext>
              </a:extLst>
            </p:cNvPr>
            <p:cNvSpPr>
              <a:spLocks noChangeShapeType="1"/>
            </p:cNvSpPr>
            <p:nvPr/>
          </p:nvSpPr>
          <p:spPr bwMode="auto">
            <a:xfrm>
              <a:off x="5448300" y="3560763"/>
              <a:ext cx="22653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5" name="Line 65">
              <a:extLst>
                <a:ext uri="{FF2B5EF4-FFF2-40B4-BE49-F238E27FC236}">
                  <a16:creationId xmlns:a16="http://schemas.microsoft.com/office/drawing/2014/main" id="{F5842F6A-CD46-1F9A-9363-59041C456A43}"/>
                </a:ext>
              </a:extLst>
            </p:cNvPr>
            <p:cNvSpPr>
              <a:spLocks noChangeShapeType="1"/>
            </p:cNvSpPr>
            <p:nvPr/>
          </p:nvSpPr>
          <p:spPr bwMode="auto">
            <a:xfrm>
              <a:off x="3563938" y="3109913"/>
              <a:ext cx="0" cy="91916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6" name="Line 66">
              <a:extLst>
                <a:ext uri="{FF2B5EF4-FFF2-40B4-BE49-F238E27FC236}">
                  <a16:creationId xmlns:a16="http://schemas.microsoft.com/office/drawing/2014/main" id="{BB57C73D-6440-B629-58B4-16D9036D8CE3}"/>
                </a:ext>
              </a:extLst>
            </p:cNvPr>
            <p:cNvSpPr>
              <a:spLocks noChangeShapeType="1"/>
            </p:cNvSpPr>
            <p:nvPr/>
          </p:nvSpPr>
          <p:spPr bwMode="auto">
            <a:xfrm>
              <a:off x="3806825" y="3560763"/>
              <a:ext cx="136525" cy="330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7" name="Line 67">
              <a:extLst>
                <a:ext uri="{FF2B5EF4-FFF2-40B4-BE49-F238E27FC236}">
                  <a16:creationId xmlns:a16="http://schemas.microsoft.com/office/drawing/2014/main" id="{D2450F89-2501-768C-E558-242B2EB0AA3D}"/>
                </a:ext>
              </a:extLst>
            </p:cNvPr>
            <p:cNvSpPr>
              <a:spLocks noChangeShapeType="1"/>
            </p:cNvSpPr>
            <p:nvPr/>
          </p:nvSpPr>
          <p:spPr bwMode="auto">
            <a:xfrm>
              <a:off x="3911600" y="3394075"/>
              <a:ext cx="454025" cy="0"/>
            </a:xfrm>
            <a:prstGeom prst="line">
              <a:avLst/>
            </a:prstGeom>
            <a:noFill/>
            <a:ln w="19050">
              <a:solidFill>
                <a:srgbClr val="000000"/>
              </a:solidFill>
              <a:round/>
              <a:headEnd type="triangle" w="lg" len="lg"/>
              <a:tailEnd type="none" w="sm" len="med"/>
            </a:ln>
            <a:extLst>
              <a:ext uri="{909E8E84-426E-40DD-AFC4-6F175D3DCCD1}">
                <a14:hiddenFill xmlns:a14="http://schemas.microsoft.com/office/drawing/2010/main">
                  <a:noFill/>
                </a14:hiddenFill>
              </a:ext>
            </a:extLst>
          </p:spPr>
          <p:txBody>
            <a:bodyPr/>
            <a:lstStyle/>
            <a:p>
              <a:endParaRPr lang="en-US"/>
            </a:p>
          </p:txBody>
        </p:sp>
        <p:sp>
          <p:nvSpPr>
            <p:cNvPr id="28738" name="Line 68">
              <a:extLst>
                <a:ext uri="{FF2B5EF4-FFF2-40B4-BE49-F238E27FC236}">
                  <a16:creationId xmlns:a16="http://schemas.microsoft.com/office/drawing/2014/main" id="{15AB2251-5C01-8956-A527-B3FA6A216A03}"/>
                </a:ext>
              </a:extLst>
            </p:cNvPr>
            <p:cNvSpPr>
              <a:spLocks noChangeShapeType="1"/>
            </p:cNvSpPr>
            <p:nvPr/>
          </p:nvSpPr>
          <p:spPr bwMode="auto">
            <a:xfrm>
              <a:off x="4953000" y="3394075"/>
              <a:ext cx="452438" cy="0"/>
            </a:xfrm>
            <a:prstGeom prst="line">
              <a:avLst/>
            </a:prstGeom>
            <a:noFill/>
            <a:ln w="19050">
              <a:solidFill>
                <a:srgbClr val="000000"/>
              </a:solidFill>
              <a:round/>
              <a:headEnd type="none" w="sm" len="me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8739" name="Text Box 69">
              <a:extLst>
                <a:ext uri="{FF2B5EF4-FFF2-40B4-BE49-F238E27FC236}">
                  <a16:creationId xmlns:a16="http://schemas.microsoft.com/office/drawing/2014/main" id="{7583EAC1-FA62-E060-E8EB-10AFD2F7C2C1}"/>
                </a:ext>
              </a:extLst>
            </p:cNvPr>
            <p:cNvSpPr txBox="1">
              <a:spLocks noChangeArrowheads="1"/>
            </p:cNvSpPr>
            <p:nvPr/>
          </p:nvSpPr>
          <p:spPr bwMode="auto">
            <a:xfrm>
              <a:off x="4327525" y="3162300"/>
              <a:ext cx="757238"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WP</a:t>
              </a:r>
              <a:endParaRPr lang="ru-RU" altLang="en-US" sz="1600"/>
            </a:p>
          </p:txBody>
        </p:sp>
        <p:sp>
          <p:nvSpPr>
            <p:cNvPr id="28740" name="Text Box 70">
              <a:extLst>
                <a:ext uri="{FF2B5EF4-FFF2-40B4-BE49-F238E27FC236}">
                  <a16:creationId xmlns:a16="http://schemas.microsoft.com/office/drawing/2014/main" id="{E65555BC-61BD-7BAA-7409-E81E31D90BA1}"/>
                </a:ext>
              </a:extLst>
            </p:cNvPr>
            <p:cNvSpPr txBox="1">
              <a:spLocks noChangeArrowheads="1"/>
            </p:cNvSpPr>
            <p:nvPr/>
          </p:nvSpPr>
          <p:spPr bwMode="auto">
            <a:xfrm>
              <a:off x="603620" y="4397375"/>
              <a:ext cx="1444625"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Data out</a:t>
              </a:r>
              <a:endParaRPr lang="ru-RU" altLang="en-US" sz="1600"/>
            </a:p>
          </p:txBody>
        </p:sp>
        <p:sp>
          <p:nvSpPr>
            <p:cNvPr id="28741" name="Line 71">
              <a:extLst>
                <a:ext uri="{FF2B5EF4-FFF2-40B4-BE49-F238E27FC236}">
                  <a16:creationId xmlns:a16="http://schemas.microsoft.com/office/drawing/2014/main" id="{7223F6DA-ABA3-49A5-3B62-2CDD53B9B2A6}"/>
                </a:ext>
              </a:extLst>
            </p:cNvPr>
            <p:cNvSpPr>
              <a:spLocks noChangeShapeType="1"/>
            </p:cNvSpPr>
            <p:nvPr/>
          </p:nvSpPr>
          <p:spPr bwMode="auto">
            <a:xfrm>
              <a:off x="1757363" y="4664075"/>
              <a:ext cx="6045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2" name="Line 72">
              <a:extLst>
                <a:ext uri="{FF2B5EF4-FFF2-40B4-BE49-F238E27FC236}">
                  <a16:creationId xmlns:a16="http://schemas.microsoft.com/office/drawing/2014/main" id="{385346FA-8DCB-55F1-B45B-9E86DD2AB9C6}"/>
                </a:ext>
              </a:extLst>
            </p:cNvPr>
            <p:cNvSpPr>
              <a:spLocks noChangeShapeType="1"/>
            </p:cNvSpPr>
            <p:nvPr/>
          </p:nvSpPr>
          <p:spPr bwMode="auto">
            <a:xfrm flipV="1">
              <a:off x="3965575" y="4654550"/>
              <a:ext cx="80963" cy="157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3" name="Line 73">
              <a:extLst>
                <a:ext uri="{FF2B5EF4-FFF2-40B4-BE49-F238E27FC236}">
                  <a16:creationId xmlns:a16="http://schemas.microsoft.com/office/drawing/2014/main" id="{AA2F19D2-A9A2-1F55-A81B-417C15EEEAEA}"/>
                </a:ext>
              </a:extLst>
            </p:cNvPr>
            <p:cNvSpPr>
              <a:spLocks noChangeShapeType="1"/>
            </p:cNvSpPr>
            <p:nvPr/>
          </p:nvSpPr>
          <p:spPr bwMode="auto">
            <a:xfrm>
              <a:off x="3917950" y="4486275"/>
              <a:ext cx="125413" cy="1651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4" name="Line 74">
              <a:extLst>
                <a:ext uri="{FF2B5EF4-FFF2-40B4-BE49-F238E27FC236}">
                  <a16:creationId xmlns:a16="http://schemas.microsoft.com/office/drawing/2014/main" id="{CCA7B830-EDE9-9915-937D-ABE55C4A4105}"/>
                </a:ext>
              </a:extLst>
            </p:cNvPr>
            <p:cNvSpPr>
              <a:spLocks noChangeShapeType="1"/>
            </p:cNvSpPr>
            <p:nvPr/>
          </p:nvSpPr>
          <p:spPr bwMode="auto">
            <a:xfrm>
              <a:off x="3527425" y="4491038"/>
              <a:ext cx="125413" cy="1635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5" name="Line 75">
              <a:extLst>
                <a:ext uri="{FF2B5EF4-FFF2-40B4-BE49-F238E27FC236}">
                  <a16:creationId xmlns:a16="http://schemas.microsoft.com/office/drawing/2014/main" id="{B7A0A3D2-4084-1D57-F526-427D2A2D4ABB}"/>
                </a:ext>
              </a:extLst>
            </p:cNvPr>
            <p:cNvSpPr>
              <a:spLocks noChangeShapeType="1"/>
            </p:cNvSpPr>
            <p:nvPr/>
          </p:nvSpPr>
          <p:spPr bwMode="auto">
            <a:xfrm flipV="1">
              <a:off x="3579813" y="4654550"/>
              <a:ext cx="82550" cy="157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6" name="Line 76">
              <a:extLst>
                <a:ext uri="{FF2B5EF4-FFF2-40B4-BE49-F238E27FC236}">
                  <a16:creationId xmlns:a16="http://schemas.microsoft.com/office/drawing/2014/main" id="{BC106DCE-DB16-B0B1-5486-A223C226666A}"/>
                </a:ext>
              </a:extLst>
            </p:cNvPr>
            <p:cNvSpPr>
              <a:spLocks noChangeShapeType="1"/>
            </p:cNvSpPr>
            <p:nvPr/>
          </p:nvSpPr>
          <p:spPr bwMode="auto">
            <a:xfrm flipV="1">
              <a:off x="3770313" y="4667250"/>
              <a:ext cx="80962" cy="157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7" name="Line 77">
              <a:extLst>
                <a:ext uri="{FF2B5EF4-FFF2-40B4-BE49-F238E27FC236}">
                  <a16:creationId xmlns:a16="http://schemas.microsoft.com/office/drawing/2014/main" id="{16A33FF8-87C4-D560-E701-99C3B5AAE8D7}"/>
                </a:ext>
              </a:extLst>
            </p:cNvPr>
            <p:cNvSpPr>
              <a:spLocks noChangeShapeType="1"/>
            </p:cNvSpPr>
            <p:nvPr/>
          </p:nvSpPr>
          <p:spPr bwMode="auto">
            <a:xfrm>
              <a:off x="3722688" y="4498975"/>
              <a:ext cx="125412" cy="1651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8" name="Line 78">
              <a:extLst>
                <a:ext uri="{FF2B5EF4-FFF2-40B4-BE49-F238E27FC236}">
                  <a16:creationId xmlns:a16="http://schemas.microsoft.com/office/drawing/2014/main" id="{50A412A8-39F8-B079-4160-967E228BBCE7}"/>
                </a:ext>
              </a:extLst>
            </p:cNvPr>
            <p:cNvSpPr>
              <a:spLocks noChangeShapeType="1"/>
            </p:cNvSpPr>
            <p:nvPr/>
          </p:nvSpPr>
          <p:spPr bwMode="auto">
            <a:xfrm>
              <a:off x="3141663" y="4516438"/>
              <a:ext cx="127000" cy="1635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9" name="Line 79">
              <a:extLst>
                <a:ext uri="{FF2B5EF4-FFF2-40B4-BE49-F238E27FC236}">
                  <a16:creationId xmlns:a16="http://schemas.microsoft.com/office/drawing/2014/main" id="{3B346C75-C85F-02C3-663C-4C0768473025}"/>
                </a:ext>
              </a:extLst>
            </p:cNvPr>
            <p:cNvSpPr>
              <a:spLocks noChangeShapeType="1"/>
            </p:cNvSpPr>
            <p:nvPr/>
          </p:nvSpPr>
          <p:spPr bwMode="auto">
            <a:xfrm flipV="1">
              <a:off x="3179763" y="4667250"/>
              <a:ext cx="82550" cy="157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0" name="Line 80">
              <a:extLst>
                <a:ext uri="{FF2B5EF4-FFF2-40B4-BE49-F238E27FC236}">
                  <a16:creationId xmlns:a16="http://schemas.microsoft.com/office/drawing/2014/main" id="{A7EC1955-9DBB-103A-F39B-EEF3CEE86CBA}"/>
                </a:ext>
              </a:extLst>
            </p:cNvPr>
            <p:cNvSpPr>
              <a:spLocks noChangeShapeType="1"/>
            </p:cNvSpPr>
            <p:nvPr/>
          </p:nvSpPr>
          <p:spPr bwMode="auto">
            <a:xfrm flipV="1">
              <a:off x="3368675" y="4667250"/>
              <a:ext cx="82550" cy="157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1" name="Line 81">
              <a:extLst>
                <a:ext uri="{FF2B5EF4-FFF2-40B4-BE49-F238E27FC236}">
                  <a16:creationId xmlns:a16="http://schemas.microsoft.com/office/drawing/2014/main" id="{22EA5131-C717-7E76-AF46-4D5CA18CA79C}"/>
                </a:ext>
              </a:extLst>
            </p:cNvPr>
            <p:cNvSpPr>
              <a:spLocks noChangeShapeType="1"/>
            </p:cNvSpPr>
            <p:nvPr/>
          </p:nvSpPr>
          <p:spPr bwMode="auto">
            <a:xfrm>
              <a:off x="3321050" y="4498975"/>
              <a:ext cx="127000" cy="1651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2" name="Line 82">
              <a:extLst>
                <a:ext uri="{FF2B5EF4-FFF2-40B4-BE49-F238E27FC236}">
                  <a16:creationId xmlns:a16="http://schemas.microsoft.com/office/drawing/2014/main" id="{E2F23F4E-CC19-E627-14E8-BC640AFCC209}"/>
                </a:ext>
              </a:extLst>
            </p:cNvPr>
            <p:cNvSpPr>
              <a:spLocks noChangeShapeType="1"/>
            </p:cNvSpPr>
            <p:nvPr/>
          </p:nvSpPr>
          <p:spPr bwMode="auto">
            <a:xfrm>
              <a:off x="1751013" y="4498975"/>
              <a:ext cx="23717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3" name="Line 83">
              <a:extLst>
                <a:ext uri="{FF2B5EF4-FFF2-40B4-BE49-F238E27FC236}">
                  <a16:creationId xmlns:a16="http://schemas.microsoft.com/office/drawing/2014/main" id="{F1498CA2-DB4F-4A30-D899-D99F82AC3510}"/>
                </a:ext>
              </a:extLst>
            </p:cNvPr>
            <p:cNvSpPr>
              <a:spLocks noChangeShapeType="1"/>
            </p:cNvSpPr>
            <p:nvPr/>
          </p:nvSpPr>
          <p:spPr bwMode="auto">
            <a:xfrm>
              <a:off x="1744663" y="4818063"/>
              <a:ext cx="23844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4" name="Line 84">
              <a:extLst>
                <a:ext uri="{FF2B5EF4-FFF2-40B4-BE49-F238E27FC236}">
                  <a16:creationId xmlns:a16="http://schemas.microsoft.com/office/drawing/2014/main" id="{F27AF963-BAC5-31A5-2444-4B049C84F38E}"/>
                </a:ext>
              </a:extLst>
            </p:cNvPr>
            <p:cNvSpPr>
              <a:spLocks noChangeShapeType="1"/>
            </p:cNvSpPr>
            <p:nvPr/>
          </p:nvSpPr>
          <p:spPr bwMode="auto">
            <a:xfrm>
              <a:off x="3352800" y="3367088"/>
              <a:ext cx="214313" cy="0"/>
            </a:xfrm>
            <a:prstGeom prst="line">
              <a:avLst/>
            </a:prstGeom>
            <a:noFill/>
            <a:ln w="25400">
              <a:solidFill>
                <a:srgbClr val="000000"/>
              </a:solidFill>
              <a:round/>
              <a:headEnd type="none" w="sm" len="me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8755" name="Line 85">
              <a:extLst>
                <a:ext uri="{FF2B5EF4-FFF2-40B4-BE49-F238E27FC236}">
                  <a16:creationId xmlns:a16="http://schemas.microsoft.com/office/drawing/2014/main" id="{723EDCF0-EE91-45EB-D93B-6DC560A57475}"/>
                </a:ext>
              </a:extLst>
            </p:cNvPr>
            <p:cNvSpPr>
              <a:spLocks noChangeShapeType="1"/>
            </p:cNvSpPr>
            <p:nvPr/>
          </p:nvSpPr>
          <p:spPr bwMode="auto">
            <a:xfrm>
              <a:off x="4075113" y="4486275"/>
              <a:ext cx="127000" cy="1651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6" name="Line 86">
              <a:extLst>
                <a:ext uri="{FF2B5EF4-FFF2-40B4-BE49-F238E27FC236}">
                  <a16:creationId xmlns:a16="http://schemas.microsoft.com/office/drawing/2014/main" id="{611D7C0A-DF30-EE20-07A5-CC0FEBF3A9D7}"/>
                </a:ext>
              </a:extLst>
            </p:cNvPr>
            <p:cNvSpPr>
              <a:spLocks noChangeShapeType="1"/>
            </p:cNvSpPr>
            <p:nvPr/>
          </p:nvSpPr>
          <p:spPr bwMode="auto">
            <a:xfrm flipV="1">
              <a:off x="4106863" y="4667250"/>
              <a:ext cx="82550" cy="157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7" name="Line 87">
              <a:extLst>
                <a:ext uri="{FF2B5EF4-FFF2-40B4-BE49-F238E27FC236}">
                  <a16:creationId xmlns:a16="http://schemas.microsoft.com/office/drawing/2014/main" id="{06D9CF35-54EA-787A-4233-1BDA64602264}"/>
                </a:ext>
              </a:extLst>
            </p:cNvPr>
            <p:cNvSpPr>
              <a:spLocks noChangeShapeType="1"/>
            </p:cNvSpPr>
            <p:nvPr/>
          </p:nvSpPr>
          <p:spPr bwMode="auto">
            <a:xfrm>
              <a:off x="4754563" y="4775200"/>
              <a:ext cx="0" cy="7731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8" name="Line 88">
              <a:extLst>
                <a:ext uri="{FF2B5EF4-FFF2-40B4-BE49-F238E27FC236}">
                  <a16:creationId xmlns:a16="http://schemas.microsoft.com/office/drawing/2014/main" id="{DB509A5F-F7BD-2935-D5F8-1DFC1D0C953D}"/>
                </a:ext>
              </a:extLst>
            </p:cNvPr>
            <p:cNvSpPr>
              <a:spLocks noChangeShapeType="1"/>
            </p:cNvSpPr>
            <p:nvPr/>
          </p:nvSpPr>
          <p:spPr bwMode="auto">
            <a:xfrm>
              <a:off x="4786313" y="4829175"/>
              <a:ext cx="631825" cy="0"/>
            </a:xfrm>
            <a:prstGeom prst="line">
              <a:avLst/>
            </a:prstGeom>
            <a:noFill/>
            <a:ln w="19050">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8759" name="Text Box 89">
              <a:extLst>
                <a:ext uri="{FF2B5EF4-FFF2-40B4-BE49-F238E27FC236}">
                  <a16:creationId xmlns:a16="http://schemas.microsoft.com/office/drawing/2014/main" id="{14E8234B-51F0-4862-3049-252F826833D6}"/>
                </a:ext>
              </a:extLst>
            </p:cNvPr>
            <p:cNvSpPr txBox="1">
              <a:spLocks noChangeArrowheads="1"/>
            </p:cNvSpPr>
            <p:nvPr/>
          </p:nvSpPr>
          <p:spPr bwMode="auto">
            <a:xfrm>
              <a:off x="4800600" y="4775200"/>
              <a:ext cx="75723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DW</a:t>
              </a:r>
              <a:endParaRPr lang="ru-RU" altLang="en-US" sz="1600"/>
            </a:p>
          </p:txBody>
        </p:sp>
        <p:sp>
          <p:nvSpPr>
            <p:cNvPr id="28760" name="Line 90">
              <a:extLst>
                <a:ext uri="{FF2B5EF4-FFF2-40B4-BE49-F238E27FC236}">
                  <a16:creationId xmlns:a16="http://schemas.microsoft.com/office/drawing/2014/main" id="{8A4AEC59-EDBB-85AC-5C4B-121A7BCF2897}"/>
                </a:ext>
              </a:extLst>
            </p:cNvPr>
            <p:cNvSpPr>
              <a:spLocks noChangeShapeType="1"/>
            </p:cNvSpPr>
            <p:nvPr/>
          </p:nvSpPr>
          <p:spPr bwMode="auto">
            <a:xfrm>
              <a:off x="5475288" y="4829175"/>
              <a:ext cx="631825" cy="0"/>
            </a:xfrm>
            <a:prstGeom prst="line">
              <a:avLst/>
            </a:prstGeom>
            <a:noFill/>
            <a:ln w="19050">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8761" name="Text Box 91">
              <a:extLst>
                <a:ext uri="{FF2B5EF4-FFF2-40B4-BE49-F238E27FC236}">
                  <a16:creationId xmlns:a16="http://schemas.microsoft.com/office/drawing/2014/main" id="{6BBD2CDC-247D-CE59-1E4F-B0A8B6645DF9}"/>
                </a:ext>
              </a:extLst>
            </p:cNvPr>
            <p:cNvSpPr txBox="1">
              <a:spLocks noChangeArrowheads="1"/>
            </p:cNvSpPr>
            <p:nvPr/>
          </p:nvSpPr>
          <p:spPr bwMode="auto">
            <a:xfrm>
              <a:off x="5464175" y="4775200"/>
              <a:ext cx="75723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DH</a:t>
              </a:r>
              <a:endParaRPr lang="ru-RU" altLang="en-US" sz="1600"/>
            </a:p>
          </p:txBody>
        </p:sp>
        <p:sp>
          <p:nvSpPr>
            <p:cNvPr id="28762" name="Text Box 92">
              <a:extLst>
                <a:ext uri="{FF2B5EF4-FFF2-40B4-BE49-F238E27FC236}">
                  <a16:creationId xmlns:a16="http://schemas.microsoft.com/office/drawing/2014/main" id="{63ED5429-D20F-08E9-987A-AB3A9F0625AB}"/>
                </a:ext>
              </a:extLst>
            </p:cNvPr>
            <p:cNvSpPr txBox="1">
              <a:spLocks noChangeArrowheads="1"/>
            </p:cNvSpPr>
            <p:nvPr/>
          </p:nvSpPr>
          <p:spPr bwMode="auto">
            <a:xfrm>
              <a:off x="5353050" y="1997075"/>
              <a:ext cx="1012825"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WR</a:t>
              </a:r>
              <a:endParaRPr lang="ru-RU" altLang="en-US" sz="1600"/>
            </a:p>
          </p:txBody>
        </p:sp>
        <p:sp>
          <p:nvSpPr>
            <p:cNvPr id="28763" name="Line 93">
              <a:extLst>
                <a:ext uri="{FF2B5EF4-FFF2-40B4-BE49-F238E27FC236}">
                  <a16:creationId xmlns:a16="http://schemas.microsoft.com/office/drawing/2014/main" id="{F2357EF2-2234-8CCA-7502-3BAD4C8A39B4}"/>
                </a:ext>
              </a:extLst>
            </p:cNvPr>
            <p:cNvSpPr>
              <a:spLocks noChangeShapeType="1"/>
            </p:cNvSpPr>
            <p:nvPr/>
          </p:nvSpPr>
          <p:spPr bwMode="auto">
            <a:xfrm>
              <a:off x="6646863" y="5165725"/>
              <a:ext cx="255587" cy="3206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4" name="Line 94">
              <a:extLst>
                <a:ext uri="{FF2B5EF4-FFF2-40B4-BE49-F238E27FC236}">
                  <a16:creationId xmlns:a16="http://schemas.microsoft.com/office/drawing/2014/main" id="{8EC2276F-A177-C11A-9B63-C425DF456C4A}"/>
                </a:ext>
              </a:extLst>
            </p:cNvPr>
            <p:cNvSpPr>
              <a:spLocks noChangeShapeType="1"/>
            </p:cNvSpPr>
            <p:nvPr/>
          </p:nvSpPr>
          <p:spPr bwMode="auto">
            <a:xfrm flipV="1">
              <a:off x="6659563" y="5148263"/>
              <a:ext cx="201612" cy="3254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5" name="Line 95">
              <a:extLst>
                <a:ext uri="{FF2B5EF4-FFF2-40B4-BE49-F238E27FC236}">
                  <a16:creationId xmlns:a16="http://schemas.microsoft.com/office/drawing/2014/main" id="{5AD2B7C2-05A9-8DCB-8C30-7F87D1A7BA93}"/>
                </a:ext>
              </a:extLst>
            </p:cNvPr>
            <p:cNvSpPr>
              <a:spLocks noChangeShapeType="1"/>
            </p:cNvSpPr>
            <p:nvPr/>
          </p:nvSpPr>
          <p:spPr bwMode="auto">
            <a:xfrm>
              <a:off x="6889750" y="5148263"/>
              <a:ext cx="2682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6" name="Line 96">
              <a:extLst>
                <a:ext uri="{FF2B5EF4-FFF2-40B4-BE49-F238E27FC236}">
                  <a16:creationId xmlns:a16="http://schemas.microsoft.com/office/drawing/2014/main" id="{50B1AA32-3030-BADD-56D2-0B2ACC40A507}"/>
                </a:ext>
              </a:extLst>
            </p:cNvPr>
            <p:cNvSpPr>
              <a:spLocks noChangeShapeType="1"/>
            </p:cNvSpPr>
            <p:nvPr/>
          </p:nvSpPr>
          <p:spPr bwMode="auto">
            <a:xfrm>
              <a:off x="6911975" y="5483225"/>
              <a:ext cx="2381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7" name="Line 97">
              <a:extLst>
                <a:ext uri="{FF2B5EF4-FFF2-40B4-BE49-F238E27FC236}">
                  <a16:creationId xmlns:a16="http://schemas.microsoft.com/office/drawing/2014/main" id="{4FDDC912-8DAE-87C1-1EB1-2714A73FC1B6}"/>
                </a:ext>
              </a:extLst>
            </p:cNvPr>
            <p:cNvSpPr>
              <a:spLocks noChangeShapeType="1"/>
            </p:cNvSpPr>
            <p:nvPr/>
          </p:nvSpPr>
          <p:spPr bwMode="auto">
            <a:xfrm>
              <a:off x="6905625" y="5165725"/>
              <a:ext cx="255588" cy="3206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8" name="Line 98">
              <a:extLst>
                <a:ext uri="{FF2B5EF4-FFF2-40B4-BE49-F238E27FC236}">
                  <a16:creationId xmlns:a16="http://schemas.microsoft.com/office/drawing/2014/main" id="{2B90EE88-F53C-229E-B5DB-541E447F2E38}"/>
                </a:ext>
              </a:extLst>
            </p:cNvPr>
            <p:cNvSpPr>
              <a:spLocks noChangeShapeType="1"/>
            </p:cNvSpPr>
            <p:nvPr/>
          </p:nvSpPr>
          <p:spPr bwMode="auto">
            <a:xfrm flipV="1">
              <a:off x="6934200" y="5148263"/>
              <a:ext cx="201613" cy="3254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9" name="Line 99">
              <a:extLst>
                <a:ext uri="{FF2B5EF4-FFF2-40B4-BE49-F238E27FC236}">
                  <a16:creationId xmlns:a16="http://schemas.microsoft.com/office/drawing/2014/main" id="{13C1E32D-6C73-F60B-9DDA-16536910337F}"/>
                </a:ext>
              </a:extLst>
            </p:cNvPr>
            <p:cNvSpPr>
              <a:spLocks noChangeShapeType="1"/>
            </p:cNvSpPr>
            <p:nvPr/>
          </p:nvSpPr>
          <p:spPr bwMode="auto">
            <a:xfrm>
              <a:off x="7138988" y="5165725"/>
              <a:ext cx="127000" cy="163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0" name="Line 100">
              <a:extLst>
                <a:ext uri="{FF2B5EF4-FFF2-40B4-BE49-F238E27FC236}">
                  <a16:creationId xmlns:a16="http://schemas.microsoft.com/office/drawing/2014/main" id="{6AE875C6-D9F7-F15B-7B11-63FFF1D9E762}"/>
                </a:ext>
              </a:extLst>
            </p:cNvPr>
            <p:cNvSpPr>
              <a:spLocks noChangeShapeType="1"/>
            </p:cNvSpPr>
            <p:nvPr/>
          </p:nvSpPr>
          <p:spPr bwMode="auto">
            <a:xfrm flipV="1">
              <a:off x="7186613" y="5316538"/>
              <a:ext cx="82550" cy="1571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1" name="Line 101">
              <a:extLst>
                <a:ext uri="{FF2B5EF4-FFF2-40B4-BE49-F238E27FC236}">
                  <a16:creationId xmlns:a16="http://schemas.microsoft.com/office/drawing/2014/main" id="{F11BF54F-CEF2-B1EC-F02A-7D3B6B52AD0D}"/>
                </a:ext>
              </a:extLst>
            </p:cNvPr>
            <p:cNvSpPr>
              <a:spLocks noChangeShapeType="1"/>
            </p:cNvSpPr>
            <p:nvPr/>
          </p:nvSpPr>
          <p:spPr bwMode="auto">
            <a:xfrm>
              <a:off x="6240463" y="5165725"/>
              <a:ext cx="125412" cy="163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2" name="Line 102">
              <a:extLst>
                <a:ext uri="{FF2B5EF4-FFF2-40B4-BE49-F238E27FC236}">
                  <a16:creationId xmlns:a16="http://schemas.microsoft.com/office/drawing/2014/main" id="{41890343-7956-0749-9771-603090F1F15C}"/>
                </a:ext>
              </a:extLst>
            </p:cNvPr>
            <p:cNvSpPr>
              <a:spLocks noChangeShapeType="1"/>
            </p:cNvSpPr>
            <p:nvPr/>
          </p:nvSpPr>
          <p:spPr bwMode="auto">
            <a:xfrm flipV="1">
              <a:off x="6278563" y="5316538"/>
              <a:ext cx="80962" cy="1571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3" name="Line 103">
              <a:extLst>
                <a:ext uri="{FF2B5EF4-FFF2-40B4-BE49-F238E27FC236}">
                  <a16:creationId xmlns:a16="http://schemas.microsoft.com/office/drawing/2014/main" id="{E2066695-B47B-D4B4-8124-3FF686C89481}"/>
                </a:ext>
              </a:extLst>
            </p:cNvPr>
            <p:cNvSpPr>
              <a:spLocks noChangeShapeType="1"/>
            </p:cNvSpPr>
            <p:nvPr/>
          </p:nvSpPr>
          <p:spPr bwMode="auto">
            <a:xfrm flipV="1">
              <a:off x="6467475" y="5316538"/>
              <a:ext cx="80963" cy="1571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4" name="Line 104">
              <a:extLst>
                <a:ext uri="{FF2B5EF4-FFF2-40B4-BE49-F238E27FC236}">
                  <a16:creationId xmlns:a16="http://schemas.microsoft.com/office/drawing/2014/main" id="{52BE1BEF-EB00-31F4-C595-C4BD7EC7C621}"/>
                </a:ext>
              </a:extLst>
            </p:cNvPr>
            <p:cNvSpPr>
              <a:spLocks noChangeShapeType="1"/>
            </p:cNvSpPr>
            <p:nvPr/>
          </p:nvSpPr>
          <p:spPr bwMode="auto">
            <a:xfrm>
              <a:off x="6419850" y="5148263"/>
              <a:ext cx="125413" cy="1651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5" name="Line 105">
              <a:extLst>
                <a:ext uri="{FF2B5EF4-FFF2-40B4-BE49-F238E27FC236}">
                  <a16:creationId xmlns:a16="http://schemas.microsoft.com/office/drawing/2014/main" id="{D92819AE-1209-3A14-D227-2BCF10D031D2}"/>
                </a:ext>
              </a:extLst>
            </p:cNvPr>
            <p:cNvSpPr>
              <a:spLocks noChangeShapeType="1"/>
            </p:cNvSpPr>
            <p:nvPr/>
          </p:nvSpPr>
          <p:spPr bwMode="auto">
            <a:xfrm flipV="1">
              <a:off x="6435725" y="4476750"/>
              <a:ext cx="82550" cy="157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6" name="Line 106">
              <a:extLst>
                <a:ext uri="{FF2B5EF4-FFF2-40B4-BE49-F238E27FC236}">
                  <a16:creationId xmlns:a16="http://schemas.microsoft.com/office/drawing/2014/main" id="{E43105F1-2E35-4B4B-1A2A-CF0BD29E12E9}"/>
                </a:ext>
              </a:extLst>
            </p:cNvPr>
            <p:cNvSpPr>
              <a:spLocks noChangeShapeType="1"/>
            </p:cNvSpPr>
            <p:nvPr/>
          </p:nvSpPr>
          <p:spPr bwMode="auto">
            <a:xfrm>
              <a:off x="6413500" y="4633913"/>
              <a:ext cx="125413" cy="1635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7" name="Line 107">
              <a:extLst>
                <a:ext uri="{FF2B5EF4-FFF2-40B4-BE49-F238E27FC236}">
                  <a16:creationId xmlns:a16="http://schemas.microsoft.com/office/drawing/2014/main" id="{1F9A1DA0-A8F7-7B68-F814-E655747AAED8}"/>
                </a:ext>
              </a:extLst>
            </p:cNvPr>
            <p:cNvSpPr>
              <a:spLocks noChangeShapeType="1"/>
            </p:cNvSpPr>
            <p:nvPr/>
          </p:nvSpPr>
          <p:spPr bwMode="auto">
            <a:xfrm>
              <a:off x="6527800" y="4476750"/>
              <a:ext cx="4762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8" name="Line 108">
              <a:extLst>
                <a:ext uri="{FF2B5EF4-FFF2-40B4-BE49-F238E27FC236}">
                  <a16:creationId xmlns:a16="http://schemas.microsoft.com/office/drawing/2014/main" id="{65278899-B6C2-4F67-878B-089A8495DF1F}"/>
                </a:ext>
              </a:extLst>
            </p:cNvPr>
            <p:cNvSpPr>
              <a:spLocks noChangeShapeType="1"/>
            </p:cNvSpPr>
            <p:nvPr/>
          </p:nvSpPr>
          <p:spPr bwMode="auto">
            <a:xfrm>
              <a:off x="6532563" y="4797425"/>
              <a:ext cx="4778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9" name="Line 109">
              <a:extLst>
                <a:ext uri="{FF2B5EF4-FFF2-40B4-BE49-F238E27FC236}">
                  <a16:creationId xmlns:a16="http://schemas.microsoft.com/office/drawing/2014/main" id="{F4CD0193-8066-A74C-3837-8844C8F782D5}"/>
                </a:ext>
              </a:extLst>
            </p:cNvPr>
            <p:cNvSpPr>
              <a:spLocks noChangeShapeType="1"/>
            </p:cNvSpPr>
            <p:nvPr/>
          </p:nvSpPr>
          <p:spPr bwMode="auto">
            <a:xfrm>
              <a:off x="6994525" y="4479925"/>
              <a:ext cx="255588" cy="3222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0" name="Line 110">
              <a:extLst>
                <a:ext uri="{FF2B5EF4-FFF2-40B4-BE49-F238E27FC236}">
                  <a16:creationId xmlns:a16="http://schemas.microsoft.com/office/drawing/2014/main" id="{2B719A1E-C291-D4E4-3DF3-B393ACAEA359}"/>
                </a:ext>
              </a:extLst>
            </p:cNvPr>
            <p:cNvSpPr>
              <a:spLocks noChangeShapeType="1"/>
            </p:cNvSpPr>
            <p:nvPr/>
          </p:nvSpPr>
          <p:spPr bwMode="auto">
            <a:xfrm flipV="1">
              <a:off x="6994525" y="4467225"/>
              <a:ext cx="201613" cy="3254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1" name="Line 111">
              <a:extLst>
                <a:ext uri="{FF2B5EF4-FFF2-40B4-BE49-F238E27FC236}">
                  <a16:creationId xmlns:a16="http://schemas.microsoft.com/office/drawing/2014/main" id="{EA54B7CF-045A-CA0C-E1C5-B0583526214C}"/>
                </a:ext>
              </a:extLst>
            </p:cNvPr>
            <p:cNvSpPr>
              <a:spLocks noChangeShapeType="1"/>
            </p:cNvSpPr>
            <p:nvPr/>
          </p:nvSpPr>
          <p:spPr bwMode="auto">
            <a:xfrm>
              <a:off x="7218363" y="4467225"/>
              <a:ext cx="4762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2" name="Line 112">
              <a:extLst>
                <a:ext uri="{FF2B5EF4-FFF2-40B4-BE49-F238E27FC236}">
                  <a16:creationId xmlns:a16="http://schemas.microsoft.com/office/drawing/2014/main" id="{89D430DF-64AC-4D3A-8D2D-817945588793}"/>
                </a:ext>
              </a:extLst>
            </p:cNvPr>
            <p:cNvSpPr>
              <a:spLocks noChangeShapeType="1"/>
            </p:cNvSpPr>
            <p:nvPr/>
          </p:nvSpPr>
          <p:spPr bwMode="auto">
            <a:xfrm>
              <a:off x="7224713" y="4787900"/>
              <a:ext cx="4762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3" name="Line 113">
              <a:extLst>
                <a:ext uri="{FF2B5EF4-FFF2-40B4-BE49-F238E27FC236}">
                  <a16:creationId xmlns:a16="http://schemas.microsoft.com/office/drawing/2014/main" id="{B01F55D2-C63A-7BF5-50DF-61EB37C8984A}"/>
                </a:ext>
              </a:extLst>
            </p:cNvPr>
            <p:cNvSpPr>
              <a:spLocks noChangeShapeType="1"/>
            </p:cNvSpPr>
            <p:nvPr/>
          </p:nvSpPr>
          <p:spPr bwMode="auto">
            <a:xfrm>
              <a:off x="7218363" y="4470400"/>
              <a:ext cx="255587" cy="3222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4" name="Line 114">
              <a:extLst>
                <a:ext uri="{FF2B5EF4-FFF2-40B4-BE49-F238E27FC236}">
                  <a16:creationId xmlns:a16="http://schemas.microsoft.com/office/drawing/2014/main" id="{A893521D-8D65-9098-A2D0-6F38156885D5}"/>
                </a:ext>
              </a:extLst>
            </p:cNvPr>
            <p:cNvSpPr>
              <a:spLocks noChangeShapeType="1"/>
            </p:cNvSpPr>
            <p:nvPr/>
          </p:nvSpPr>
          <p:spPr bwMode="auto">
            <a:xfrm flipV="1">
              <a:off x="7246938" y="4454525"/>
              <a:ext cx="201612" cy="3254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5" name="Line 115">
              <a:extLst>
                <a:ext uri="{FF2B5EF4-FFF2-40B4-BE49-F238E27FC236}">
                  <a16:creationId xmlns:a16="http://schemas.microsoft.com/office/drawing/2014/main" id="{78ADD662-6ECB-B012-EAEC-9E923F8A92F2}"/>
                </a:ext>
              </a:extLst>
            </p:cNvPr>
            <p:cNvSpPr>
              <a:spLocks noChangeShapeType="1"/>
            </p:cNvSpPr>
            <p:nvPr/>
          </p:nvSpPr>
          <p:spPr bwMode="auto">
            <a:xfrm>
              <a:off x="7470775" y="4483100"/>
              <a:ext cx="255588" cy="3222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6" name="Line 116">
              <a:extLst>
                <a:ext uri="{FF2B5EF4-FFF2-40B4-BE49-F238E27FC236}">
                  <a16:creationId xmlns:a16="http://schemas.microsoft.com/office/drawing/2014/main" id="{DB6453F8-48EA-A8D0-2083-CEB9238C7A6D}"/>
                </a:ext>
              </a:extLst>
            </p:cNvPr>
            <p:cNvSpPr>
              <a:spLocks noChangeShapeType="1"/>
            </p:cNvSpPr>
            <p:nvPr/>
          </p:nvSpPr>
          <p:spPr bwMode="auto">
            <a:xfrm flipV="1">
              <a:off x="7499350" y="4467225"/>
              <a:ext cx="201613" cy="3254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7" name="Line 117">
              <a:extLst>
                <a:ext uri="{FF2B5EF4-FFF2-40B4-BE49-F238E27FC236}">
                  <a16:creationId xmlns:a16="http://schemas.microsoft.com/office/drawing/2014/main" id="{27F7CBD0-CFA0-5002-A696-8EE9A60D3E46}"/>
                </a:ext>
              </a:extLst>
            </p:cNvPr>
            <p:cNvSpPr>
              <a:spLocks noChangeShapeType="1"/>
            </p:cNvSpPr>
            <p:nvPr/>
          </p:nvSpPr>
          <p:spPr bwMode="auto">
            <a:xfrm>
              <a:off x="2813050" y="4157663"/>
              <a:ext cx="871538" cy="0"/>
            </a:xfrm>
            <a:prstGeom prst="line">
              <a:avLst/>
            </a:prstGeom>
            <a:noFill/>
            <a:ln w="19050">
              <a:solidFill>
                <a:srgbClr val="000000"/>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28788" name="Line 118">
              <a:extLst>
                <a:ext uri="{FF2B5EF4-FFF2-40B4-BE49-F238E27FC236}">
                  <a16:creationId xmlns:a16="http://schemas.microsoft.com/office/drawing/2014/main" id="{EC54F82F-84B2-385D-4A88-967D2CDAC7B8}"/>
                </a:ext>
              </a:extLst>
            </p:cNvPr>
            <p:cNvSpPr>
              <a:spLocks noChangeShapeType="1"/>
            </p:cNvSpPr>
            <p:nvPr/>
          </p:nvSpPr>
          <p:spPr bwMode="auto">
            <a:xfrm>
              <a:off x="4518025" y="4157663"/>
              <a:ext cx="869950" cy="0"/>
            </a:xfrm>
            <a:prstGeom prst="line">
              <a:avLst/>
            </a:prstGeom>
            <a:noFill/>
            <a:ln w="19050">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8789" name="Text Box 119">
              <a:extLst>
                <a:ext uri="{FF2B5EF4-FFF2-40B4-BE49-F238E27FC236}">
                  <a16:creationId xmlns:a16="http://schemas.microsoft.com/office/drawing/2014/main" id="{AB949DCC-72A5-C153-8966-FD738F318481}"/>
                </a:ext>
              </a:extLst>
            </p:cNvPr>
            <p:cNvSpPr txBox="1">
              <a:spLocks noChangeArrowheads="1"/>
            </p:cNvSpPr>
            <p:nvPr/>
          </p:nvSpPr>
          <p:spPr bwMode="auto">
            <a:xfrm>
              <a:off x="3902075" y="3965575"/>
              <a:ext cx="101282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a:t>
              </a:r>
              <a:r>
                <a:rPr lang="ru-RU" altLang="en-US" sz="1600" baseline="-25000"/>
                <a:t>AW</a:t>
              </a:r>
              <a:endParaRPr lang="ru-RU" altLang="en-US" sz="1600"/>
            </a:p>
          </p:txBody>
        </p:sp>
        <p:sp>
          <p:nvSpPr>
            <p:cNvPr id="28790" name="Line 120">
              <a:extLst>
                <a:ext uri="{FF2B5EF4-FFF2-40B4-BE49-F238E27FC236}">
                  <a16:creationId xmlns:a16="http://schemas.microsoft.com/office/drawing/2014/main" id="{DCB01977-0B6A-8DF7-2679-A75C5DA413C6}"/>
                </a:ext>
              </a:extLst>
            </p:cNvPr>
            <p:cNvSpPr>
              <a:spLocks noChangeShapeType="1"/>
            </p:cNvSpPr>
            <p:nvPr/>
          </p:nvSpPr>
          <p:spPr bwMode="auto">
            <a:xfrm>
              <a:off x="5416550" y="2382838"/>
              <a:ext cx="512763" cy="0"/>
            </a:xfrm>
            <a:prstGeom prst="line">
              <a:avLst/>
            </a:prstGeom>
            <a:noFill/>
            <a:ln w="25400">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8791" name="Text Box 121">
              <a:extLst>
                <a:ext uri="{FF2B5EF4-FFF2-40B4-BE49-F238E27FC236}">
                  <a16:creationId xmlns:a16="http://schemas.microsoft.com/office/drawing/2014/main" id="{88955F02-3181-B67D-A0C0-2B56DFA50981}"/>
                </a:ext>
              </a:extLst>
            </p:cNvPr>
            <p:cNvSpPr txBox="1">
              <a:spLocks noChangeArrowheads="1"/>
            </p:cNvSpPr>
            <p:nvPr/>
          </p:nvSpPr>
          <p:spPr bwMode="auto">
            <a:xfrm>
              <a:off x="858689" y="5734049"/>
              <a:ext cx="1366838" cy="379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OE=0</a:t>
              </a:r>
              <a:endParaRPr lang="ru-RU" altLang="en-US" sz="1600"/>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a:extLst>
              <a:ext uri="{FF2B5EF4-FFF2-40B4-BE49-F238E27FC236}">
                <a16:creationId xmlns:a16="http://schemas.microsoft.com/office/drawing/2014/main" id="{5E473338-29A0-64AD-9612-71DF4E4BD442}"/>
              </a:ext>
            </a:extLst>
          </p:cNvPr>
          <p:cNvSpPr>
            <a:spLocks noGrp="1" noChangeArrowheads="1"/>
          </p:cNvSpPr>
          <p:nvPr>
            <p:ph type="title"/>
          </p:nvPr>
        </p:nvSpPr>
        <p:spPr/>
        <p:txBody>
          <a:bodyPr/>
          <a:lstStyle/>
          <a:p>
            <a:pPr eaLnBrk="1" hangingPunct="1"/>
            <a:r>
              <a:rPr lang="en-US" altLang="en-US"/>
              <a:t>Asynchronous RAM in Verilog </a:t>
            </a:r>
            <a:endParaRPr lang="ru-RU" altLang="en-US"/>
          </a:p>
        </p:txBody>
      </p:sp>
      <p:sp>
        <p:nvSpPr>
          <p:cNvPr id="23555" name="Content Placeholder 4">
            <a:extLst>
              <a:ext uri="{FF2B5EF4-FFF2-40B4-BE49-F238E27FC236}">
                <a16:creationId xmlns:a16="http://schemas.microsoft.com/office/drawing/2014/main" id="{90A6D452-0BCB-4B3B-98F4-7C9C017F75BD}"/>
              </a:ext>
            </a:extLst>
          </p:cNvPr>
          <p:cNvSpPr>
            <a:spLocks noGrp="1"/>
          </p:cNvSpPr>
          <p:nvPr>
            <p:ph type="body" sz="quarter" idx="10"/>
          </p:nvPr>
        </p:nvSpPr>
        <p:spPr/>
        <p:txBody>
          <a:bodyPr/>
          <a:lstStyle/>
          <a:p>
            <a:pPr>
              <a:defRPr/>
            </a:pPr>
            <a:r>
              <a:rPr lang="en-US" sz="1800" dirty="0">
                <a:solidFill>
                  <a:srgbClr val="0000FF"/>
                </a:solidFill>
              </a:rPr>
              <a:t>RAM with CS, WE</a:t>
            </a:r>
          </a:p>
          <a:p>
            <a:pPr>
              <a:buFont typeface="Wingdings" panose="05000000000000000000" pitchFamily="2" charset="2"/>
              <a:buNone/>
              <a:defRPr/>
            </a:pPr>
            <a:r>
              <a:rPr lang="en-US" sz="1600" dirty="0">
                <a:solidFill>
                  <a:srgbClr val="0000FF"/>
                </a:solidFill>
              </a:rPr>
              <a:t>module</a:t>
            </a:r>
            <a:r>
              <a:rPr lang="en-US" sz="1600" dirty="0"/>
              <a:t> memory (</a:t>
            </a:r>
            <a:r>
              <a:rPr lang="en-US" sz="1600" dirty="0" err="1"/>
              <a:t>cs</a:t>
            </a:r>
            <a:r>
              <a:rPr lang="en-US" sz="1600" dirty="0"/>
              <a:t>, address, </a:t>
            </a:r>
            <a:r>
              <a:rPr lang="en-US" sz="1600" dirty="0" err="1"/>
              <a:t>data_in</a:t>
            </a:r>
            <a:r>
              <a:rPr lang="en-US" sz="1600" dirty="0"/>
              <a:t>, </a:t>
            </a:r>
          </a:p>
          <a:p>
            <a:pPr>
              <a:buFont typeface="Wingdings" panose="05000000000000000000" pitchFamily="2" charset="2"/>
              <a:buNone/>
              <a:defRPr/>
            </a:pPr>
            <a:r>
              <a:rPr lang="en-US" sz="1600" dirty="0" err="1"/>
              <a:t>data_out</a:t>
            </a:r>
            <a:r>
              <a:rPr lang="en-US" sz="1600" dirty="0"/>
              <a:t>, we);</a:t>
            </a:r>
          </a:p>
          <a:p>
            <a:pPr>
              <a:buFont typeface="Wingdings" panose="05000000000000000000" pitchFamily="2" charset="2"/>
              <a:buNone/>
              <a:defRPr/>
            </a:pPr>
            <a:r>
              <a:rPr lang="en-US" sz="1600" dirty="0">
                <a:solidFill>
                  <a:srgbClr val="0000FF"/>
                </a:solidFill>
              </a:rPr>
              <a:t>input</a:t>
            </a:r>
            <a:r>
              <a:rPr lang="en-US" sz="1600" dirty="0"/>
              <a:t>      </a:t>
            </a:r>
            <a:r>
              <a:rPr lang="en-US" sz="1600" dirty="0" err="1"/>
              <a:t>cs</a:t>
            </a:r>
            <a:r>
              <a:rPr lang="en-US" sz="1600" dirty="0"/>
              <a:t>, we;</a:t>
            </a:r>
          </a:p>
          <a:p>
            <a:pPr marL="0" indent="0">
              <a:buNone/>
              <a:defRPr/>
            </a:pPr>
            <a:r>
              <a:rPr lang="en-US" sz="1600" dirty="0">
                <a:solidFill>
                  <a:srgbClr val="0000FF"/>
                </a:solidFill>
              </a:rPr>
              <a:t>input</a:t>
            </a:r>
            <a:r>
              <a:rPr lang="en-US" sz="1600" dirty="0"/>
              <a:t> [7:0 ] </a:t>
            </a:r>
            <a:r>
              <a:rPr lang="en-US" sz="1600" dirty="0" err="1"/>
              <a:t>data_in</a:t>
            </a:r>
            <a:r>
              <a:rPr lang="en-US" sz="1600" dirty="0"/>
              <a:t>;</a:t>
            </a:r>
            <a:br>
              <a:rPr lang="ru-RU" sz="1600" dirty="0"/>
            </a:br>
            <a:r>
              <a:rPr lang="en-US" sz="1600" dirty="0">
                <a:solidFill>
                  <a:srgbClr val="0000FF"/>
                </a:solidFill>
              </a:rPr>
              <a:t>input</a:t>
            </a:r>
            <a:r>
              <a:rPr lang="en-US" sz="1600" dirty="0"/>
              <a:t> [5:0] address;</a:t>
            </a:r>
          </a:p>
          <a:p>
            <a:pPr>
              <a:buFont typeface="Wingdings" panose="05000000000000000000" pitchFamily="2" charset="2"/>
              <a:buNone/>
              <a:defRPr/>
            </a:pPr>
            <a:r>
              <a:rPr lang="en-US" sz="1600" dirty="0">
                <a:solidFill>
                  <a:srgbClr val="0000FF"/>
                </a:solidFill>
              </a:rPr>
              <a:t>output</a:t>
            </a:r>
            <a:r>
              <a:rPr lang="en-US" sz="1600" dirty="0"/>
              <a:t> </a:t>
            </a:r>
            <a:r>
              <a:rPr lang="en-US" sz="1600" dirty="0" err="1"/>
              <a:t>reg</a:t>
            </a:r>
            <a:r>
              <a:rPr lang="en-US" sz="1600" dirty="0"/>
              <a:t> [7:0] </a:t>
            </a:r>
            <a:r>
              <a:rPr lang="en-US" sz="1600" dirty="0" err="1"/>
              <a:t>data_out</a:t>
            </a:r>
            <a:r>
              <a:rPr lang="en-US" sz="1600" dirty="0"/>
              <a:t>;</a:t>
            </a:r>
          </a:p>
          <a:p>
            <a:pPr>
              <a:buFont typeface="Wingdings" panose="05000000000000000000" pitchFamily="2" charset="2"/>
              <a:buNone/>
              <a:defRPr/>
            </a:pPr>
            <a:r>
              <a:rPr lang="en-US" sz="1600" dirty="0" err="1">
                <a:solidFill>
                  <a:srgbClr val="0000FF"/>
                </a:solidFill>
              </a:rPr>
              <a:t>reg</a:t>
            </a:r>
            <a:r>
              <a:rPr lang="en-US" sz="1600" dirty="0"/>
              <a:t> [7:0] </a:t>
            </a:r>
            <a:r>
              <a:rPr lang="en-US" sz="1600" dirty="0" err="1"/>
              <a:t>mem</a:t>
            </a:r>
            <a:r>
              <a:rPr lang="en-US" sz="1600" dirty="0"/>
              <a:t>[0:63];  // 64</a:t>
            </a:r>
            <a:r>
              <a:rPr lang="en-US" sz="1600" dirty="0">
                <a:sym typeface="Symbol" pitchFamily="18" charset="2"/>
              </a:rPr>
              <a:t></a:t>
            </a:r>
            <a:r>
              <a:rPr lang="en-US" sz="1600" dirty="0"/>
              <a:t>8 memory</a:t>
            </a:r>
          </a:p>
          <a:p>
            <a:pPr>
              <a:buFont typeface="Wingdings" panose="05000000000000000000" pitchFamily="2" charset="2"/>
              <a:buNone/>
              <a:defRPr/>
            </a:pPr>
            <a:r>
              <a:rPr lang="en-US" sz="1600" dirty="0">
                <a:solidFill>
                  <a:srgbClr val="0000FF"/>
                </a:solidFill>
              </a:rPr>
              <a:t>always</a:t>
            </a:r>
            <a:r>
              <a:rPr lang="en-US" sz="1600" dirty="0"/>
              <a:t> @(</a:t>
            </a:r>
            <a:r>
              <a:rPr lang="en-US" sz="1600" dirty="0" err="1"/>
              <a:t>data_in</a:t>
            </a:r>
            <a:r>
              <a:rPr lang="en-US" sz="1600" dirty="0"/>
              <a:t> </a:t>
            </a:r>
            <a:r>
              <a:rPr lang="en-US" sz="1600" dirty="0">
                <a:solidFill>
                  <a:srgbClr val="0000FF"/>
                </a:solidFill>
              </a:rPr>
              <a:t>or</a:t>
            </a:r>
            <a:r>
              <a:rPr lang="en-US" sz="1600" dirty="0"/>
              <a:t> </a:t>
            </a:r>
            <a:r>
              <a:rPr lang="en-US" sz="1600" dirty="0" err="1"/>
              <a:t>cs</a:t>
            </a:r>
            <a:r>
              <a:rPr lang="en-US" sz="1600" dirty="0"/>
              <a:t> </a:t>
            </a:r>
            <a:r>
              <a:rPr lang="en-US" sz="1600" dirty="0">
                <a:solidFill>
                  <a:srgbClr val="0000FF"/>
                </a:solidFill>
              </a:rPr>
              <a:t>or</a:t>
            </a:r>
            <a:r>
              <a:rPr lang="en-US" sz="1600" dirty="0"/>
              <a:t> address </a:t>
            </a:r>
            <a:r>
              <a:rPr lang="en-US" sz="1600" dirty="0">
                <a:solidFill>
                  <a:srgbClr val="0000FF"/>
                </a:solidFill>
              </a:rPr>
              <a:t>or</a:t>
            </a:r>
            <a:r>
              <a:rPr lang="en-US" sz="1600" dirty="0"/>
              <a:t> we)</a:t>
            </a:r>
          </a:p>
          <a:p>
            <a:pPr>
              <a:buFont typeface="Wingdings" panose="05000000000000000000" pitchFamily="2" charset="2"/>
              <a:buNone/>
              <a:defRPr/>
            </a:pPr>
            <a:r>
              <a:rPr lang="en-US" sz="1600" dirty="0">
                <a:solidFill>
                  <a:srgbClr val="0000FF"/>
                </a:solidFill>
              </a:rPr>
              <a:t>if</a:t>
            </a:r>
            <a:r>
              <a:rPr lang="en-US" sz="1600" dirty="0"/>
              <a:t> (</a:t>
            </a:r>
            <a:r>
              <a:rPr lang="en-US" sz="1600" dirty="0" err="1"/>
              <a:t>cs</a:t>
            </a:r>
            <a:r>
              <a:rPr lang="en-US" sz="1600" dirty="0"/>
              <a:t>)</a:t>
            </a:r>
          </a:p>
          <a:p>
            <a:pPr>
              <a:buFont typeface="Wingdings" panose="05000000000000000000" pitchFamily="2" charset="2"/>
              <a:buNone/>
              <a:defRPr/>
            </a:pPr>
            <a:r>
              <a:rPr lang="en-US" sz="1600" dirty="0">
                <a:solidFill>
                  <a:srgbClr val="0000FF"/>
                </a:solidFill>
              </a:rPr>
              <a:t>if</a:t>
            </a:r>
            <a:r>
              <a:rPr lang="en-US" sz="1600" dirty="0"/>
              <a:t> (!we) </a:t>
            </a:r>
            <a:r>
              <a:rPr lang="en-US" sz="1600" dirty="0" err="1"/>
              <a:t>mem</a:t>
            </a:r>
            <a:r>
              <a:rPr lang="en-US" sz="1600" dirty="0"/>
              <a:t>[address] = </a:t>
            </a:r>
            <a:r>
              <a:rPr lang="en-US" sz="1600" dirty="0" err="1"/>
              <a:t>data_in</a:t>
            </a:r>
            <a:r>
              <a:rPr lang="en-US" sz="1600" dirty="0"/>
              <a:t>; // write</a:t>
            </a:r>
          </a:p>
          <a:p>
            <a:pPr>
              <a:buFont typeface="Wingdings" panose="05000000000000000000" pitchFamily="2" charset="2"/>
              <a:buNone/>
              <a:defRPr/>
            </a:pPr>
            <a:r>
              <a:rPr lang="en-US" sz="1600" dirty="0">
                <a:solidFill>
                  <a:srgbClr val="0000FF"/>
                </a:solidFill>
              </a:rPr>
              <a:t>else</a:t>
            </a:r>
            <a:r>
              <a:rPr lang="en-US" sz="1600" dirty="0"/>
              <a:t> </a:t>
            </a:r>
            <a:r>
              <a:rPr lang="en-US" sz="1600" dirty="0" err="1"/>
              <a:t>data_out</a:t>
            </a:r>
            <a:r>
              <a:rPr lang="en-US" sz="1600" dirty="0"/>
              <a:t> = </a:t>
            </a:r>
            <a:r>
              <a:rPr lang="en-US" sz="1600" dirty="0" err="1"/>
              <a:t>mem</a:t>
            </a:r>
            <a:r>
              <a:rPr lang="en-US" sz="1600" dirty="0"/>
              <a:t>[address];  // read</a:t>
            </a:r>
          </a:p>
          <a:p>
            <a:pPr>
              <a:buFont typeface="Wingdings" panose="05000000000000000000" pitchFamily="2" charset="2"/>
              <a:buNone/>
              <a:defRPr/>
            </a:pPr>
            <a:r>
              <a:rPr lang="en-US" sz="1600" dirty="0"/>
              <a:t>  else </a:t>
            </a:r>
            <a:r>
              <a:rPr lang="en-US" sz="1600" dirty="0" err="1"/>
              <a:t>data_out</a:t>
            </a:r>
            <a:r>
              <a:rPr lang="en-US" sz="1600" dirty="0"/>
              <a:t>=8’bz;</a:t>
            </a:r>
          </a:p>
          <a:p>
            <a:pPr>
              <a:buFont typeface="Wingdings" panose="05000000000000000000" pitchFamily="2" charset="2"/>
              <a:buNone/>
              <a:defRPr/>
            </a:pPr>
            <a:r>
              <a:rPr lang="en-US" sz="1600" dirty="0" err="1">
                <a:solidFill>
                  <a:srgbClr val="0000FF"/>
                </a:solidFill>
              </a:rPr>
              <a:t>endmodule</a:t>
            </a:r>
            <a:endParaRPr lang="en-US" sz="1600" dirty="0">
              <a:solidFill>
                <a:srgbClr val="0000FF"/>
              </a:solidFill>
            </a:endParaRPr>
          </a:p>
          <a:p>
            <a:pPr>
              <a:buFont typeface="Wingdings" panose="05000000000000000000" pitchFamily="2" charset="2"/>
              <a:buNone/>
              <a:defRPr/>
            </a:pPr>
            <a:r>
              <a:rPr lang="en-US" sz="1600" dirty="0"/>
              <a:t>	</a:t>
            </a:r>
            <a:endParaRPr lang="ru-RU" sz="1600" dirty="0"/>
          </a:p>
          <a:p>
            <a:pPr>
              <a:buFont typeface="Wingdings" panose="05000000000000000000" pitchFamily="2" charset="2"/>
              <a:buNone/>
              <a:defRPr/>
            </a:pPr>
            <a:endParaRPr lang="en-US" sz="1800" dirty="0"/>
          </a:p>
        </p:txBody>
      </p:sp>
      <p:grpSp>
        <p:nvGrpSpPr>
          <p:cNvPr id="29700" name="Group 63">
            <a:extLst>
              <a:ext uri="{FF2B5EF4-FFF2-40B4-BE49-F238E27FC236}">
                <a16:creationId xmlns:a16="http://schemas.microsoft.com/office/drawing/2014/main" id="{FBE93B06-3257-E32D-7F7A-7C56843261BC}"/>
              </a:ext>
            </a:extLst>
          </p:cNvPr>
          <p:cNvGrpSpPr>
            <a:grpSpLocks/>
          </p:cNvGrpSpPr>
          <p:nvPr/>
        </p:nvGrpSpPr>
        <p:grpSpPr bwMode="auto">
          <a:xfrm>
            <a:off x="6262688" y="1441450"/>
            <a:ext cx="4297362" cy="4046538"/>
            <a:chOff x="4738477" y="1441351"/>
            <a:chExt cx="4298019" cy="4046523"/>
          </a:xfrm>
        </p:grpSpPr>
        <p:sp>
          <p:nvSpPr>
            <p:cNvPr id="29701" name="Text Box 48">
              <a:extLst>
                <a:ext uri="{FF2B5EF4-FFF2-40B4-BE49-F238E27FC236}">
                  <a16:creationId xmlns:a16="http://schemas.microsoft.com/office/drawing/2014/main" id="{01F03C1A-B2AE-622A-602F-539743E71F33}"/>
                </a:ext>
              </a:extLst>
            </p:cNvPr>
            <p:cNvSpPr txBox="1">
              <a:spLocks noChangeArrowheads="1"/>
            </p:cNvSpPr>
            <p:nvPr/>
          </p:nvSpPr>
          <p:spPr bwMode="auto">
            <a:xfrm>
              <a:off x="6283350" y="1495326"/>
              <a:ext cx="1462312" cy="3840149"/>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solidFill>
                    <a:schemeClr val="bg1"/>
                  </a:solidFill>
                </a:rPr>
                <a:t>     </a:t>
              </a:r>
            </a:p>
          </p:txBody>
        </p:sp>
        <p:sp>
          <p:nvSpPr>
            <p:cNvPr id="29702" name="Line 49">
              <a:extLst>
                <a:ext uri="{FF2B5EF4-FFF2-40B4-BE49-F238E27FC236}">
                  <a16:creationId xmlns:a16="http://schemas.microsoft.com/office/drawing/2014/main" id="{388B0466-A9B2-2966-DE9E-7CF3CCA8A659}"/>
                </a:ext>
              </a:extLst>
            </p:cNvPr>
            <p:cNvSpPr>
              <a:spLocks noChangeShapeType="1"/>
            </p:cNvSpPr>
            <p:nvPr/>
          </p:nvSpPr>
          <p:spPr bwMode="auto">
            <a:xfrm>
              <a:off x="7767823" y="1908678"/>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3" name="Line 50">
              <a:extLst>
                <a:ext uri="{FF2B5EF4-FFF2-40B4-BE49-F238E27FC236}">
                  <a16:creationId xmlns:a16="http://schemas.microsoft.com/office/drawing/2014/main" id="{75E74DDC-F0CB-E583-0B3D-D16BBA388B4D}"/>
                </a:ext>
              </a:extLst>
            </p:cNvPr>
            <p:cNvSpPr>
              <a:spLocks noChangeShapeType="1"/>
            </p:cNvSpPr>
            <p:nvPr/>
          </p:nvSpPr>
          <p:spPr bwMode="auto">
            <a:xfrm>
              <a:off x="7761473" y="2136119"/>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4" name="Line 51">
              <a:extLst>
                <a:ext uri="{FF2B5EF4-FFF2-40B4-BE49-F238E27FC236}">
                  <a16:creationId xmlns:a16="http://schemas.microsoft.com/office/drawing/2014/main" id="{1FC9A448-F1C3-7553-A724-337314AA70E1}"/>
                </a:ext>
              </a:extLst>
            </p:cNvPr>
            <p:cNvSpPr>
              <a:spLocks noChangeShapeType="1"/>
            </p:cNvSpPr>
            <p:nvPr/>
          </p:nvSpPr>
          <p:spPr bwMode="auto">
            <a:xfrm>
              <a:off x="7761473" y="2372226"/>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5" name="Line 52">
              <a:extLst>
                <a:ext uri="{FF2B5EF4-FFF2-40B4-BE49-F238E27FC236}">
                  <a16:creationId xmlns:a16="http://schemas.microsoft.com/office/drawing/2014/main" id="{2C00F35C-66E2-AB3F-F1E5-B6983F0FE066}"/>
                </a:ext>
              </a:extLst>
            </p:cNvPr>
            <p:cNvSpPr>
              <a:spLocks noChangeShapeType="1"/>
            </p:cNvSpPr>
            <p:nvPr/>
          </p:nvSpPr>
          <p:spPr bwMode="auto">
            <a:xfrm>
              <a:off x="7755123" y="2612241"/>
              <a:ext cx="3651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6" name="Line 53">
              <a:extLst>
                <a:ext uri="{FF2B5EF4-FFF2-40B4-BE49-F238E27FC236}">
                  <a16:creationId xmlns:a16="http://schemas.microsoft.com/office/drawing/2014/main" id="{9A371D98-C434-BD70-30D5-4578508F7D02}"/>
                </a:ext>
              </a:extLst>
            </p:cNvPr>
            <p:cNvSpPr>
              <a:spLocks noChangeShapeType="1"/>
            </p:cNvSpPr>
            <p:nvPr/>
          </p:nvSpPr>
          <p:spPr bwMode="auto">
            <a:xfrm>
              <a:off x="7761473" y="2837203"/>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7" name="Line 54">
              <a:extLst>
                <a:ext uri="{FF2B5EF4-FFF2-40B4-BE49-F238E27FC236}">
                  <a16:creationId xmlns:a16="http://schemas.microsoft.com/office/drawing/2014/main" id="{A63D7514-3427-ACDE-738C-92E8295FA09D}"/>
                </a:ext>
              </a:extLst>
            </p:cNvPr>
            <p:cNvSpPr>
              <a:spLocks noChangeShapeType="1"/>
            </p:cNvSpPr>
            <p:nvPr/>
          </p:nvSpPr>
          <p:spPr bwMode="auto">
            <a:xfrm>
              <a:off x="7767823" y="3299052"/>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8" name="Line 55">
              <a:extLst>
                <a:ext uri="{FF2B5EF4-FFF2-40B4-BE49-F238E27FC236}">
                  <a16:creationId xmlns:a16="http://schemas.microsoft.com/office/drawing/2014/main" id="{81B8EA13-AE0E-C0E7-600A-3C7622F43D4B}"/>
                </a:ext>
              </a:extLst>
            </p:cNvPr>
            <p:cNvSpPr>
              <a:spLocks noChangeShapeType="1"/>
            </p:cNvSpPr>
            <p:nvPr/>
          </p:nvSpPr>
          <p:spPr bwMode="auto">
            <a:xfrm>
              <a:off x="7774173" y="3545543"/>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9" name="Line 56">
              <a:extLst>
                <a:ext uri="{FF2B5EF4-FFF2-40B4-BE49-F238E27FC236}">
                  <a16:creationId xmlns:a16="http://schemas.microsoft.com/office/drawing/2014/main" id="{05B35F10-DD1B-7DC4-E04F-02BF34002B80}"/>
                </a:ext>
              </a:extLst>
            </p:cNvPr>
            <p:cNvSpPr>
              <a:spLocks noChangeShapeType="1"/>
            </p:cNvSpPr>
            <p:nvPr/>
          </p:nvSpPr>
          <p:spPr bwMode="auto">
            <a:xfrm>
              <a:off x="7774173" y="3075097"/>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0" name="Line 57">
              <a:extLst>
                <a:ext uri="{FF2B5EF4-FFF2-40B4-BE49-F238E27FC236}">
                  <a16:creationId xmlns:a16="http://schemas.microsoft.com/office/drawing/2014/main" id="{EA303233-3E8F-2EB5-0962-6D0AF8CA4714}"/>
                </a:ext>
              </a:extLst>
            </p:cNvPr>
            <p:cNvSpPr>
              <a:spLocks noChangeShapeType="1"/>
            </p:cNvSpPr>
            <p:nvPr/>
          </p:nvSpPr>
          <p:spPr bwMode="auto">
            <a:xfrm flipH="1">
              <a:off x="5816253" y="1600687"/>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1" name="Line 58">
              <a:extLst>
                <a:ext uri="{FF2B5EF4-FFF2-40B4-BE49-F238E27FC236}">
                  <a16:creationId xmlns:a16="http://schemas.microsoft.com/office/drawing/2014/main" id="{018FE7D6-9CA2-8982-69FB-CF4ACD6434C0}"/>
                </a:ext>
              </a:extLst>
            </p:cNvPr>
            <p:cNvSpPr>
              <a:spLocks noChangeShapeType="1"/>
            </p:cNvSpPr>
            <p:nvPr/>
          </p:nvSpPr>
          <p:spPr bwMode="auto">
            <a:xfrm flipH="1">
              <a:off x="5816253" y="1817464"/>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2" name="Line 59">
              <a:extLst>
                <a:ext uri="{FF2B5EF4-FFF2-40B4-BE49-F238E27FC236}">
                  <a16:creationId xmlns:a16="http://schemas.microsoft.com/office/drawing/2014/main" id="{E17FD224-3E37-2777-2A94-CB0A5651E797}"/>
                </a:ext>
              </a:extLst>
            </p:cNvPr>
            <p:cNvSpPr>
              <a:spLocks noChangeShapeType="1"/>
            </p:cNvSpPr>
            <p:nvPr/>
          </p:nvSpPr>
          <p:spPr bwMode="auto">
            <a:xfrm flipH="1">
              <a:off x="5826572" y="2044905"/>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3" name="Line 61">
              <a:extLst>
                <a:ext uri="{FF2B5EF4-FFF2-40B4-BE49-F238E27FC236}">
                  <a16:creationId xmlns:a16="http://schemas.microsoft.com/office/drawing/2014/main" id="{8E41809A-8DEB-D239-D78C-31F5A9829A77}"/>
                </a:ext>
              </a:extLst>
            </p:cNvPr>
            <p:cNvSpPr>
              <a:spLocks noChangeShapeType="1"/>
            </p:cNvSpPr>
            <p:nvPr/>
          </p:nvSpPr>
          <p:spPr bwMode="auto">
            <a:xfrm flipH="1" flipV="1">
              <a:off x="5825779" y="2276872"/>
              <a:ext cx="457200" cy="485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4" name="Line 62">
              <a:extLst>
                <a:ext uri="{FF2B5EF4-FFF2-40B4-BE49-F238E27FC236}">
                  <a16:creationId xmlns:a16="http://schemas.microsoft.com/office/drawing/2014/main" id="{5606A9A1-3C35-04EF-B22B-5383BB5A9D8A}"/>
                </a:ext>
              </a:extLst>
            </p:cNvPr>
            <p:cNvSpPr>
              <a:spLocks noChangeShapeType="1"/>
            </p:cNvSpPr>
            <p:nvPr/>
          </p:nvSpPr>
          <p:spPr bwMode="auto">
            <a:xfrm flipH="1">
              <a:off x="5742594" y="4810869"/>
              <a:ext cx="3657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5" name="Line 57">
              <a:extLst>
                <a:ext uri="{FF2B5EF4-FFF2-40B4-BE49-F238E27FC236}">
                  <a16:creationId xmlns:a16="http://schemas.microsoft.com/office/drawing/2014/main" id="{373EE050-1BA2-EA16-8393-D64842B19C8E}"/>
                </a:ext>
              </a:extLst>
            </p:cNvPr>
            <p:cNvSpPr>
              <a:spLocks noChangeShapeType="1"/>
            </p:cNvSpPr>
            <p:nvPr/>
          </p:nvSpPr>
          <p:spPr bwMode="auto">
            <a:xfrm flipH="1">
              <a:off x="5837209" y="2492040"/>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6" name="Line 58">
              <a:extLst>
                <a:ext uri="{FF2B5EF4-FFF2-40B4-BE49-F238E27FC236}">
                  <a16:creationId xmlns:a16="http://schemas.microsoft.com/office/drawing/2014/main" id="{6645B960-7E2A-D89C-207B-CB5D3C04BC8D}"/>
                </a:ext>
              </a:extLst>
            </p:cNvPr>
            <p:cNvSpPr>
              <a:spLocks noChangeShapeType="1"/>
            </p:cNvSpPr>
            <p:nvPr/>
          </p:nvSpPr>
          <p:spPr bwMode="auto">
            <a:xfrm flipH="1">
              <a:off x="5837209" y="2708817"/>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7" name="Line 59">
              <a:extLst>
                <a:ext uri="{FF2B5EF4-FFF2-40B4-BE49-F238E27FC236}">
                  <a16:creationId xmlns:a16="http://schemas.microsoft.com/office/drawing/2014/main" id="{ADCA9131-460B-D2F5-C118-87896DE5970A}"/>
                </a:ext>
              </a:extLst>
            </p:cNvPr>
            <p:cNvSpPr>
              <a:spLocks noChangeShapeType="1"/>
            </p:cNvSpPr>
            <p:nvPr/>
          </p:nvSpPr>
          <p:spPr bwMode="auto">
            <a:xfrm flipH="1">
              <a:off x="5847528" y="2936258"/>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8" name="Line 61">
              <a:extLst>
                <a:ext uri="{FF2B5EF4-FFF2-40B4-BE49-F238E27FC236}">
                  <a16:creationId xmlns:a16="http://schemas.microsoft.com/office/drawing/2014/main" id="{08C08E5D-CD2D-4C41-C250-5A5A498428BB}"/>
                </a:ext>
              </a:extLst>
            </p:cNvPr>
            <p:cNvSpPr>
              <a:spLocks noChangeShapeType="1"/>
            </p:cNvSpPr>
            <p:nvPr/>
          </p:nvSpPr>
          <p:spPr bwMode="auto">
            <a:xfrm flipH="1" flipV="1">
              <a:off x="5846735" y="3139650"/>
              <a:ext cx="457200" cy="485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9" name="Oval 67">
              <a:extLst>
                <a:ext uri="{FF2B5EF4-FFF2-40B4-BE49-F238E27FC236}">
                  <a16:creationId xmlns:a16="http://schemas.microsoft.com/office/drawing/2014/main" id="{74292D5C-8D56-7BC7-A6F6-A83D4149E540}"/>
                </a:ext>
              </a:extLst>
            </p:cNvPr>
            <p:cNvSpPr>
              <a:spLocks noChangeArrowheads="1"/>
            </p:cNvSpPr>
            <p:nvPr/>
          </p:nvSpPr>
          <p:spPr bwMode="auto">
            <a:xfrm>
              <a:off x="6138452" y="4982889"/>
              <a:ext cx="155448" cy="155448"/>
            </a:xfrm>
            <a:prstGeom prst="ellipse">
              <a:avLst/>
            </a:prstGeom>
            <a:solidFill>
              <a:schemeClr val="accent1"/>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20" name="TextBox 23">
              <a:extLst>
                <a:ext uri="{FF2B5EF4-FFF2-40B4-BE49-F238E27FC236}">
                  <a16:creationId xmlns:a16="http://schemas.microsoft.com/office/drawing/2014/main" id="{FD234C7D-CFD6-CA56-4B21-535DE2C2B42E}"/>
                </a:ext>
              </a:extLst>
            </p:cNvPr>
            <p:cNvSpPr txBox="1">
              <a:spLocks noChangeArrowheads="1"/>
            </p:cNvSpPr>
            <p:nvPr/>
          </p:nvSpPr>
          <p:spPr bwMode="auto">
            <a:xfrm>
              <a:off x="6330235" y="1441351"/>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A0</a:t>
              </a:r>
            </a:p>
          </p:txBody>
        </p:sp>
        <p:sp>
          <p:nvSpPr>
            <p:cNvPr id="29721" name="TextBox 24">
              <a:extLst>
                <a:ext uri="{FF2B5EF4-FFF2-40B4-BE49-F238E27FC236}">
                  <a16:creationId xmlns:a16="http://schemas.microsoft.com/office/drawing/2014/main" id="{A54773B1-3C69-1C71-2FD3-897F2A667483}"/>
                </a:ext>
              </a:extLst>
            </p:cNvPr>
            <p:cNvSpPr txBox="1">
              <a:spLocks noChangeArrowheads="1"/>
            </p:cNvSpPr>
            <p:nvPr/>
          </p:nvSpPr>
          <p:spPr bwMode="auto">
            <a:xfrm>
              <a:off x="6333316" y="1639676"/>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A1</a:t>
              </a:r>
            </a:p>
          </p:txBody>
        </p:sp>
        <p:sp>
          <p:nvSpPr>
            <p:cNvPr id="29722" name="TextBox 25">
              <a:extLst>
                <a:ext uri="{FF2B5EF4-FFF2-40B4-BE49-F238E27FC236}">
                  <a16:creationId xmlns:a16="http://schemas.microsoft.com/office/drawing/2014/main" id="{8B22ACF5-79A5-801C-31F3-3ADB24326F32}"/>
                </a:ext>
              </a:extLst>
            </p:cNvPr>
            <p:cNvSpPr txBox="1">
              <a:spLocks noChangeArrowheads="1"/>
            </p:cNvSpPr>
            <p:nvPr/>
          </p:nvSpPr>
          <p:spPr bwMode="auto">
            <a:xfrm>
              <a:off x="6333316" y="1875628"/>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A2</a:t>
              </a:r>
            </a:p>
          </p:txBody>
        </p:sp>
        <p:sp>
          <p:nvSpPr>
            <p:cNvPr id="29723" name="TextBox 26">
              <a:extLst>
                <a:ext uri="{FF2B5EF4-FFF2-40B4-BE49-F238E27FC236}">
                  <a16:creationId xmlns:a16="http://schemas.microsoft.com/office/drawing/2014/main" id="{B5BBF4F0-BD63-61F2-EEEC-0D406B28228E}"/>
                </a:ext>
              </a:extLst>
            </p:cNvPr>
            <p:cNvSpPr txBox="1">
              <a:spLocks noChangeArrowheads="1"/>
            </p:cNvSpPr>
            <p:nvPr/>
          </p:nvSpPr>
          <p:spPr bwMode="auto">
            <a:xfrm>
              <a:off x="6331254" y="2102210"/>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A3</a:t>
              </a:r>
            </a:p>
          </p:txBody>
        </p:sp>
        <p:sp>
          <p:nvSpPr>
            <p:cNvPr id="29724" name="TextBox 27">
              <a:extLst>
                <a:ext uri="{FF2B5EF4-FFF2-40B4-BE49-F238E27FC236}">
                  <a16:creationId xmlns:a16="http://schemas.microsoft.com/office/drawing/2014/main" id="{AE765A42-F8AF-3A97-5B8A-77B2AD24A301}"/>
                </a:ext>
              </a:extLst>
            </p:cNvPr>
            <p:cNvSpPr txBox="1">
              <a:spLocks noChangeArrowheads="1"/>
            </p:cNvSpPr>
            <p:nvPr/>
          </p:nvSpPr>
          <p:spPr bwMode="auto">
            <a:xfrm>
              <a:off x="6321505" y="2285075"/>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A4</a:t>
              </a:r>
            </a:p>
          </p:txBody>
        </p:sp>
        <p:sp>
          <p:nvSpPr>
            <p:cNvPr id="29725" name="TextBox 28">
              <a:extLst>
                <a:ext uri="{FF2B5EF4-FFF2-40B4-BE49-F238E27FC236}">
                  <a16:creationId xmlns:a16="http://schemas.microsoft.com/office/drawing/2014/main" id="{3CEEAC2E-C492-E761-4B66-856A3D949BA8}"/>
                </a:ext>
              </a:extLst>
            </p:cNvPr>
            <p:cNvSpPr txBox="1">
              <a:spLocks noChangeArrowheads="1"/>
            </p:cNvSpPr>
            <p:nvPr/>
          </p:nvSpPr>
          <p:spPr bwMode="auto">
            <a:xfrm>
              <a:off x="6321505" y="2510037"/>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A5</a:t>
              </a:r>
            </a:p>
          </p:txBody>
        </p:sp>
        <p:sp>
          <p:nvSpPr>
            <p:cNvPr id="29726" name="TextBox 29">
              <a:extLst>
                <a:ext uri="{FF2B5EF4-FFF2-40B4-BE49-F238E27FC236}">
                  <a16:creationId xmlns:a16="http://schemas.microsoft.com/office/drawing/2014/main" id="{9C0B6650-2F41-BE46-0B29-2F4E413CCD42}"/>
                </a:ext>
              </a:extLst>
            </p:cNvPr>
            <p:cNvSpPr txBox="1">
              <a:spLocks noChangeArrowheads="1"/>
            </p:cNvSpPr>
            <p:nvPr/>
          </p:nvSpPr>
          <p:spPr bwMode="auto">
            <a:xfrm>
              <a:off x="6331253" y="2736098"/>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A6</a:t>
              </a:r>
            </a:p>
          </p:txBody>
        </p:sp>
        <p:sp>
          <p:nvSpPr>
            <p:cNvPr id="29727" name="TextBox 31">
              <a:extLst>
                <a:ext uri="{FF2B5EF4-FFF2-40B4-BE49-F238E27FC236}">
                  <a16:creationId xmlns:a16="http://schemas.microsoft.com/office/drawing/2014/main" id="{1CC71A61-4D2C-6259-D43F-E214465E3EA7}"/>
                </a:ext>
              </a:extLst>
            </p:cNvPr>
            <p:cNvSpPr txBox="1">
              <a:spLocks noChangeArrowheads="1"/>
            </p:cNvSpPr>
            <p:nvPr/>
          </p:nvSpPr>
          <p:spPr bwMode="auto">
            <a:xfrm>
              <a:off x="7318508" y="1728869"/>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0</a:t>
              </a:r>
            </a:p>
          </p:txBody>
        </p:sp>
        <p:sp>
          <p:nvSpPr>
            <p:cNvPr id="29728" name="TextBox 32">
              <a:extLst>
                <a:ext uri="{FF2B5EF4-FFF2-40B4-BE49-F238E27FC236}">
                  <a16:creationId xmlns:a16="http://schemas.microsoft.com/office/drawing/2014/main" id="{0B412140-9EDE-9E45-A255-06C78D94C0BC}"/>
                </a:ext>
              </a:extLst>
            </p:cNvPr>
            <p:cNvSpPr txBox="1">
              <a:spLocks noChangeArrowheads="1"/>
            </p:cNvSpPr>
            <p:nvPr/>
          </p:nvSpPr>
          <p:spPr bwMode="auto">
            <a:xfrm>
              <a:off x="7248564" y="1993177"/>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 1</a:t>
              </a:r>
            </a:p>
          </p:txBody>
        </p:sp>
        <p:sp>
          <p:nvSpPr>
            <p:cNvPr id="29729" name="TextBox 33">
              <a:extLst>
                <a:ext uri="{FF2B5EF4-FFF2-40B4-BE49-F238E27FC236}">
                  <a16:creationId xmlns:a16="http://schemas.microsoft.com/office/drawing/2014/main" id="{4BE28685-4682-F522-CB5B-785589331D09}"/>
                </a:ext>
              </a:extLst>
            </p:cNvPr>
            <p:cNvSpPr txBox="1">
              <a:spLocks noChangeArrowheads="1"/>
            </p:cNvSpPr>
            <p:nvPr/>
          </p:nvSpPr>
          <p:spPr bwMode="auto">
            <a:xfrm>
              <a:off x="7265346" y="2243248"/>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 2</a:t>
              </a:r>
            </a:p>
          </p:txBody>
        </p:sp>
        <p:sp>
          <p:nvSpPr>
            <p:cNvPr id="29730" name="TextBox 34">
              <a:extLst>
                <a:ext uri="{FF2B5EF4-FFF2-40B4-BE49-F238E27FC236}">
                  <a16:creationId xmlns:a16="http://schemas.microsoft.com/office/drawing/2014/main" id="{DD140A48-64F9-C9CC-3461-B81ACA25AAC1}"/>
                </a:ext>
              </a:extLst>
            </p:cNvPr>
            <p:cNvSpPr txBox="1">
              <a:spLocks noChangeArrowheads="1"/>
            </p:cNvSpPr>
            <p:nvPr/>
          </p:nvSpPr>
          <p:spPr bwMode="auto">
            <a:xfrm>
              <a:off x="7265346" y="2493669"/>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 3</a:t>
              </a:r>
            </a:p>
          </p:txBody>
        </p:sp>
        <p:sp>
          <p:nvSpPr>
            <p:cNvPr id="29731" name="TextBox 35">
              <a:extLst>
                <a:ext uri="{FF2B5EF4-FFF2-40B4-BE49-F238E27FC236}">
                  <a16:creationId xmlns:a16="http://schemas.microsoft.com/office/drawing/2014/main" id="{8580C53F-1677-583F-C7BD-7B7D1EA2520A}"/>
                </a:ext>
              </a:extLst>
            </p:cNvPr>
            <p:cNvSpPr txBox="1">
              <a:spLocks noChangeArrowheads="1"/>
            </p:cNvSpPr>
            <p:nvPr/>
          </p:nvSpPr>
          <p:spPr bwMode="auto">
            <a:xfrm>
              <a:off x="7251852" y="2675641"/>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 4</a:t>
              </a:r>
            </a:p>
          </p:txBody>
        </p:sp>
        <p:sp>
          <p:nvSpPr>
            <p:cNvPr id="29732" name="TextBox 36">
              <a:extLst>
                <a:ext uri="{FF2B5EF4-FFF2-40B4-BE49-F238E27FC236}">
                  <a16:creationId xmlns:a16="http://schemas.microsoft.com/office/drawing/2014/main" id="{77CD80CE-AACA-C972-E87B-B896F3CA3DFA}"/>
                </a:ext>
              </a:extLst>
            </p:cNvPr>
            <p:cNvSpPr txBox="1">
              <a:spLocks noChangeArrowheads="1"/>
            </p:cNvSpPr>
            <p:nvPr/>
          </p:nvSpPr>
          <p:spPr bwMode="auto">
            <a:xfrm>
              <a:off x="7251852" y="2905820"/>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 5</a:t>
              </a:r>
            </a:p>
          </p:txBody>
        </p:sp>
        <p:sp>
          <p:nvSpPr>
            <p:cNvPr id="29733" name="TextBox 37">
              <a:extLst>
                <a:ext uri="{FF2B5EF4-FFF2-40B4-BE49-F238E27FC236}">
                  <a16:creationId xmlns:a16="http://schemas.microsoft.com/office/drawing/2014/main" id="{DC6BBC02-EEFF-CC03-A037-E052EE00049F}"/>
                </a:ext>
              </a:extLst>
            </p:cNvPr>
            <p:cNvSpPr txBox="1">
              <a:spLocks noChangeArrowheads="1"/>
            </p:cNvSpPr>
            <p:nvPr/>
          </p:nvSpPr>
          <p:spPr bwMode="auto">
            <a:xfrm>
              <a:off x="7261377" y="3143631"/>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 6</a:t>
              </a:r>
            </a:p>
          </p:txBody>
        </p:sp>
        <p:sp>
          <p:nvSpPr>
            <p:cNvPr id="29734" name="TextBox 38">
              <a:extLst>
                <a:ext uri="{FF2B5EF4-FFF2-40B4-BE49-F238E27FC236}">
                  <a16:creationId xmlns:a16="http://schemas.microsoft.com/office/drawing/2014/main" id="{0A2CF520-5B15-3114-B362-C0A9AD58C41C}"/>
                </a:ext>
              </a:extLst>
            </p:cNvPr>
            <p:cNvSpPr txBox="1">
              <a:spLocks noChangeArrowheads="1"/>
            </p:cNvSpPr>
            <p:nvPr/>
          </p:nvSpPr>
          <p:spPr bwMode="auto">
            <a:xfrm>
              <a:off x="7251852" y="3385258"/>
              <a:ext cx="5082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 7</a:t>
              </a:r>
            </a:p>
          </p:txBody>
        </p:sp>
        <p:sp>
          <p:nvSpPr>
            <p:cNvPr id="29735" name="Left Brace 39">
              <a:extLst>
                <a:ext uri="{FF2B5EF4-FFF2-40B4-BE49-F238E27FC236}">
                  <a16:creationId xmlns:a16="http://schemas.microsoft.com/office/drawing/2014/main" id="{2321F746-7F84-7041-7386-C470F4A2FDB3}"/>
                </a:ext>
              </a:extLst>
            </p:cNvPr>
            <p:cNvSpPr>
              <a:spLocks/>
            </p:cNvSpPr>
            <p:nvPr/>
          </p:nvSpPr>
          <p:spPr bwMode="auto">
            <a:xfrm>
              <a:off x="5473055" y="1570980"/>
              <a:ext cx="216024" cy="1371600"/>
            </a:xfrm>
            <a:prstGeom prst="leftBrace">
              <a:avLst>
                <a:gd name="adj1" fmla="val 8319"/>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36" name="TextBox 40">
              <a:extLst>
                <a:ext uri="{FF2B5EF4-FFF2-40B4-BE49-F238E27FC236}">
                  <a16:creationId xmlns:a16="http://schemas.microsoft.com/office/drawing/2014/main" id="{DE29EC3C-E33E-DF0C-B870-1BFFCBC2C7A1}"/>
                </a:ext>
              </a:extLst>
            </p:cNvPr>
            <p:cNvSpPr txBox="1">
              <a:spLocks noChangeArrowheads="1"/>
            </p:cNvSpPr>
            <p:nvPr/>
          </p:nvSpPr>
          <p:spPr bwMode="auto">
            <a:xfrm>
              <a:off x="4738477" y="1888469"/>
              <a:ext cx="93705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Address</a:t>
              </a:r>
            </a:p>
            <a:p>
              <a:pPr algn="ctr" eaLnBrk="1" hangingPunct="1"/>
              <a:r>
                <a:rPr lang="en-US" altLang="en-US" sz="1600"/>
                <a:t>inputs</a:t>
              </a:r>
            </a:p>
          </p:txBody>
        </p:sp>
        <p:sp>
          <p:nvSpPr>
            <p:cNvPr id="29737" name="TextBox 41">
              <a:extLst>
                <a:ext uri="{FF2B5EF4-FFF2-40B4-BE49-F238E27FC236}">
                  <a16:creationId xmlns:a16="http://schemas.microsoft.com/office/drawing/2014/main" id="{00C5CD9D-2772-44E4-2734-CA41F322EBD3}"/>
                </a:ext>
              </a:extLst>
            </p:cNvPr>
            <p:cNvSpPr txBox="1">
              <a:spLocks noChangeArrowheads="1"/>
            </p:cNvSpPr>
            <p:nvPr/>
          </p:nvSpPr>
          <p:spPr bwMode="auto">
            <a:xfrm>
              <a:off x="5140412" y="4903099"/>
              <a:ext cx="93705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Chip</a:t>
              </a:r>
              <a:br>
                <a:rPr lang="en-US" altLang="en-US" sz="1600"/>
              </a:br>
              <a:r>
                <a:rPr lang="en-US" altLang="en-US" sz="1600"/>
                <a:t>select</a:t>
              </a:r>
            </a:p>
          </p:txBody>
        </p:sp>
        <p:sp>
          <p:nvSpPr>
            <p:cNvPr id="29738" name="Line 59">
              <a:extLst>
                <a:ext uri="{FF2B5EF4-FFF2-40B4-BE49-F238E27FC236}">
                  <a16:creationId xmlns:a16="http://schemas.microsoft.com/office/drawing/2014/main" id="{93749614-D7BC-BCDD-F1DA-172414252B2C}"/>
                </a:ext>
              </a:extLst>
            </p:cNvPr>
            <p:cNvSpPr>
              <a:spLocks noChangeShapeType="1"/>
            </p:cNvSpPr>
            <p:nvPr/>
          </p:nvSpPr>
          <p:spPr bwMode="auto">
            <a:xfrm flipH="1">
              <a:off x="5847528" y="3333982"/>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9" name="TextBox 43">
              <a:extLst>
                <a:ext uri="{FF2B5EF4-FFF2-40B4-BE49-F238E27FC236}">
                  <a16:creationId xmlns:a16="http://schemas.microsoft.com/office/drawing/2014/main" id="{37518B78-3CC9-AA50-BEB5-CC4FFBD216FB}"/>
                </a:ext>
              </a:extLst>
            </p:cNvPr>
            <p:cNvSpPr txBox="1">
              <a:spLocks noChangeArrowheads="1"/>
            </p:cNvSpPr>
            <p:nvPr/>
          </p:nvSpPr>
          <p:spPr bwMode="auto">
            <a:xfrm>
              <a:off x="6375428" y="2984755"/>
              <a:ext cx="3929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0</a:t>
              </a:r>
            </a:p>
          </p:txBody>
        </p:sp>
        <p:sp>
          <p:nvSpPr>
            <p:cNvPr id="29740" name="TextBox 44">
              <a:extLst>
                <a:ext uri="{FF2B5EF4-FFF2-40B4-BE49-F238E27FC236}">
                  <a16:creationId xmlns:a16="http://schemas.microsoft.com/office/drawing/2014/main" id="{2DF9D050-875F-F607-E193-155B46EC9DBF}"/>
                </a:ext>
              </a:extLst>
            </p:cNvPr>
            <p:cNvSpPr txBox="1">
              <a:spLocks noChangeArrowheads="1"/>
            </p:cNvSpPr>
            <p:nvPr/>
          </p:nvSpPr>
          <p:spPr bwMode="auto">
            <a:xfrm>
              <a:off x="6375427" y="3183755"/>
              <a:ext cx="3929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1</a:t>
              </a:r>
            </a:p>
          </p:txBody>
        </p:sp>
        <p:sp>
          <p:nvSpPr>
            <p:cNvPr id="29741" name="TextBox 45">
              <a:extLst>
                <a:ext uri="{FF2B5EF4-FFF2-40B4-BE49-F238E27FC236}">
                  <a16:creationId xmlns:a16="http://schemas.microsoft.com/office/drawing/2014/main" id="{8BF0EE97-B613-3BA3-FAF5-2E2C5DA2C002}"/>
                </a:ext>
              </a:extLst>
            </p:cNvPr>
            <p:cNvSpPr txBox="1">
              <a:spLocks noChangeArrowheads="1"/>
            </p:cNvSpPr>
            <p:nvPr/>
          </p:nvSpPr>
          <p:spPr bwMode="auto">
            <a:xfrm>
              <a:off x="6387762" y="3371387"/>
              <a:ext cx="3929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2</a:t>
              </a:r>
            </a:p>
          </p:txBody>
        </p:sp>
        <p:sp>
          <p:nvSpPr>
            <p:cNvPr id="29742" name="TextBox 46">
              <a:extLst>
                <a:ext uri="{FF2B5EF4-FFF2-40B4-BE49-F238E27FC236}">
                  <a16:creationId xmlns:a16="http://schemas.microsoft.com/office/drawing/2014/main" id="{E7C28E06-33E0-0515-94F9-BE4940EFC343}"/>
                </a:ext>
              </a:extLst>
            </p:cNvPr>
            <p:cNvSpPr txBox="1">
              <a:spLocks noChangeArrowheads="1"/>
            </p:cNvSpPr>
            <p:nvPr/>
          </p:nvSpPr>
          <p:spPr bwMode="auto">
            <a:xfrm>
              <a:off x="6390949" y="3583480"/>
              <a:ext cx="3929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3</a:t>
              </a:r>
            </a:p>
          </p:txBody>
        </p:sp>
        <p:sp>
          <p:nvSpPr>
            <p:cNvPr id="29743" name="TextBox 47">
              <a:extLst>
                <a:ext uri="{FF2B5EF4-FFF2-40B4-BE49-F238E27FC236}">
                  <a16:creationId xmlns:a16="http://schemas.microsoft.com/office/drawing/2014/main" id="{61E7974D-7C65-9B58-279A-6933F58FBDBC}"/>
                </a:ext>
              </a:extLst>
            </p:cNvPr>
            <p:cNvSpPr txBox="1">
              <a:spLocks noChangeArrowheads="1"/>
            </p:cNvSpPr>
            <p:nvPr/>
          </p:nvSpPr>
          <p:spPr bwMode="auto">
            <a:xfrm>
              <a:off x="6404108" y="4154349"/>
              <a:ext cx="3929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6</a:t>
              </a:r>
            </a:p>
          </p:txBody>
        </p:sp>
        <p:sp>
          <p:nvSpPr>
            <p:cNvPr id="29744" name="TextBox 48">
              <a:extLst>
                <a:ext uri="{FF2B5EF4-FFF2-40B4-BE49-F238E27FC236}">
                  <a16:creationId xmlns:a16="http://schemas.microsoft.com/office/drawing/2014/main" id="{F7A86434-E36A-C254-030E-66271A1F946C}"/>
                </a:ext>
              </a:extLst>
            </p:cNvPr>
            <p:cNvSpPr txBox="1">
              <a:spLocks noChangeArrowheads="1"/>
            </p:cNvSpPr>
            <p:nvPr/>
          </p:nvSpPr>
          <p:spPr bwMode="auto">
            <a:xfrm>
              <a:off x="6394476" y="3775429"/>
              <a:ext cx="3929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4</a:t>
              </a:r>
            </a:p>
          </p:txBody>
        </p:sp>
        <p:sp>
          <p:nvSpPr>
            <p:cNvPr id="29745" name="TextBox 49">
              <a:extLst>
                <a:ext uri="{FF2B5EF4-FFF2-40B4-BE49-F238E27FC236}">
                  <a16:creationId xmlns:a16="http://schemas.microsoft.com/office/drawing/2014/main" id="{0E5DAA17-CE3C-1118-275C-C0B97C96F23E}"/>
                </a:ext>
              </a:extLst>
            </p:cNvPr>
            <p:cNvSpPr txBox="1">
              <a:spLocks noChangeArrowheads="1"/>
            </p:cNvSpPr>
            <p:nvPr/>
          </p:nvSpPr>
          <p:spPr bwMode="auto">
            <a:xfrm>
              <a:off x="6394476" y="3963756"/>
              <a:ext cx="3929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5</a:t>
              </a:r>
            </a:p>
          </p:txBody>
        </p:sp>
        <p:sp>
          <p:nvSpPr>
            <p:cNvPr id="29746" name="TextBox 50">
              <a:extLst>
                <a:ext uri="{FF2B5EF4-FFF2-40B4-BE49-F238E27FC236}">
                  <a16:creationId xmlns:a16="http://schemas.microsoft.com/office/drawing/2014/main" id="{F5806D16-09EA-B159-83F5-6D831D314BF6}"/>
                </a:ext>
              </a:extLst>
            </p:cNvPr>
            <p:cNvSpPr txBox="1">
              <a:spLocks noChangeArrowheads="1"/>
            </p:cNvSpPr>
            <p:nvPr/>
          </p:nvSpPr>
          <p:spPr bwMode="auto">
            <a:xfrm>
              <a:off x="6404108" y="4370527"/>
              <a:ext cx="3929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7</a:t>
              </a:r>
            </a:p>
          </p:txBody>
        </p:sp>
        <p:sp>
          <p:nvSpPr>
            <p:cNvPr id="29747" name="Line 62">
              <a:extLst>
                <a:ext uri="{FF2B5EF4-FFF2-40B4-BE49-F238E27FC236}">
                  <a16:creationId xmlns:a16="http://schemas.microsoft.com/office/drawing/2014/main" id="{0539138A-B371-93C4-D4C0-6B4895B0B3C2}"/>
                </a:ext>
              </a:extLst>
            </p:cNvPr>
            <p:cNvSpPr>
              <a:spLocks noChangeShapeType="1"/>
            </p:cNvSpPr>
            <p:nvPr/>
          </p:nvSpPr>
          <p:spPr bwMode="auto">
            <a:xfrm flipH="1">
              <a:off x="5763468" y="5071070"/>
              <a:ext cx="3657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8" name="Line 59">
              <a:extLst>
                <a:ext uri="{FF2B5EF4-FFF2-40B4-BE49-F238E27FC236}">
                  <a16:creationId xmlns:a16="http://schemas.microsoft.com/office/drawing/2014/main" id="{7F43EFB7-8C0B-C490-4EF1-BCD6F0A9CAC5}"/>
                </a:ext>
              </a:extLst>
            </p:cNvPr>
            <p:cNvSpPr>
              <a:spLocks noChangeShapeType="1"/>
            </p:cNvSpPr>
            <p:nvPr/>
          </p:nvSpPr>
          <p:spPr bwMode="auto">
            <a:xfrm flipH="1">
              <a:off x="5832048" y="3535717"/>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9" name="Line 59">
              <a:extLst>
                <a:ext uri="{FF2B5EF4-FFF2-40B4-BE49-F238E27FC236}">
                  <a16:creationId xmlns:a16="http://schemas.microsoft.com/office/drawing/2014/main" id="{20765119-992B-E70C-6E42-DFCE588F934B}"/>
                </a:ext>
              </a:extLst>
            </p:cNvPr>
            <p:cNvSpPr>
              <a:spLocks noChangeShapeType="1"/>
            </p:cNvSpPr>
            <p:nvPr/>
          </p:nvSpPr>
          <p:spPr bwMode="auto">
            <a:xfrm flipH="1">
              <a:off x="5841259" y="3725863"/>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0" name="Line 59">
              <a:extLst>
                <a:ext uri="{FF2B5EF4-FFF2-40B4-BE49-F238E27FC236}">
                  <a16:creationId xmlns:a16="http://schemas.microsoft.com/office/drawing/2014/main" id="{786E4597-ED5E-6088-ADEF-DE675D38FD6F}"/>
                </a:ext>
              </a:extLst>
            </p:cNvPr>
            <p:cNvSpPr>
              <a:spLocks noChangeShapeType="1"/>
            </p:cNvSpPr>
            <p:nvPr/>
          </p:nvSpPr>
          <p:spPr bwMode="auto">
            <a:xfrm flipH="1">
              <a:off x="5825779" y="3927598"/>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1" name="Line 59">
              <a:extLst>
                <a:ext uri="{FF2B5EF4-FFF2-40B4-BE49-F238E27FC236}">
                  <a16:creationId xmlns:a16="http://schemas.microsoft.com/office/drawing/2014/main" id="{4A078C0D-D1F3-5FB7-8151-3672F25C8B7A}"/>
                </a:ext>
              </a:extLst>
            </p:cNvPr>
            <p:cNvSpPr>
              <a:spLocks noChangeShapeType="1"/>
            </p:cNvSpPr>
            <p:nvPr/>
          </p:nvSpPr>
          <p:spPr bwMode="auto">
            <a:xfrm flipH="1">
              <a:off x="5843799" y="4121891"/>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2" name="Line 59">
              <a:extLst>
                <a:ext uri="{FF2B5EF4-FFF2-40B4-BE49-F238E27FC236}">
                  <a16:creationId xmlns:a16="http://schemas.microsoft.com/office/drawing/2014/main" id="{BC8F5792-657E-F147-BF16-114D021E6428}"/>
                </a:ext>
              </a:extLst>
            </p:cNvPr>
            <p:cNvSpPr>
              <a:spLocks noChangeShapeType="1"/>
            </p:cNvSpPr>
            <p:nvPr/>
          </p:nvSpPr>
          <p:spPr bwMode="auto">
            <a:xfrm flipH="1">
              <a:off x="5828319" y="4323626"/>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3" name="Oval 67">
              <a:extLst>
                <a:ext uri="{FF2B5EF4-FFF2-40B4-BE49-F238E27FC236}">
                  <a16:creationId xmlns:a16="http://schemas.microsoft.com/office/drawing/2014/main" id="{157A5960-3484-99A5-8954-6B3377A12CCC}"/>
                </a:ext>
              </a:extLst>
            </p:cNvPr>
            <p:cNvSpPr>
              <a:spLocks noChangeArrowheads="1"/>
            </p:cNvSpPr>
            <p:nvPr/>
          </p:nvSpPr>
          <p:spPr bwMode="auto">
            <a:xfrm>
              <a:off x="6119018" y="4727525"/>
              <a:ext cx="155448" cy="155448"/>
            </a:xfrm>
            <a:prstGeom prst="ellipse">
              <a:avLst/>
            </a:prstGeom>
            <a:solidFill>
              <a:schemeClr val="accent1"/>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54" name="TextBox 58">
              <a:extLst>
                <a:ext uri="{FF2B5EF4-FFF2-40B4-BE49-F238E27FC236}">
                  <a16:creationId xmlns:a16="http://schemas.microsoft.com/office/drawing/2014/main" id="{E88F52CB-6664-A96E-83CA-2107EB78D354}"/>
                </a:ext>
              </a:extLst>
            </p:cNvPr>
            <p:cNvSpPr txBox="1">
              <a:spLocks noChangeArrowheads="1"/>
            </p:cNvSpPr>
            <p:nvPr/>
          </p:nvSpPr>
          <p:spPr bwMode="auto">
            <a:xfrm>
              <a:off x="5061825" y="4426498"/>
              <a:ext cx="9093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Write </a:t>
              </a:r>
              <a:br>
                <a:rPr lang="en-US" altLang="en-US" sz="1600"/>
              </a:br>
              <a:r>
                <a:rPr lang="en-US" altLang="en-US" sz="1600"/>
                <a:t>enable</a:t>
              </a:r>
            </a:p>
          </p:txBody>
        </p:sp>
        <p:sp>
          <p:nvSpPr>
            <p:cNvPr id="29755" name="TextBox 59">
              <a:extLst>
                <a:ext uri="{FF2B5EF4-FFF2-40B4-BE49-F238E27FC236}">
                  <a16:creationId xmlns:a16="http://schemas.microsoft.com/office/drawing/2014/main" id="{57D725D2-D4ED-7F91-B3B1-3D35C452FDA9}"/>
                </a:ext>
              </a:extLst>
            </p:cNvPr>
            <p:cNvSpPr txBox="1">
              <a:spLocks noChangeArrowheads="1"/>
            </p:cNvSpPr>
            <p:nvPr/>
          </p:nvSpPr>
          <p:spPr bwMode="auto">
            <a:xfrm>
              <a:off x="6410929" y="4599396"/>
              <a:ext cx="6033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WE</a:t>
              </a:r>
            </a:p>
          </p:txBody>
        </p:sp>
        <p:sp>
          <p:nvSpPr>
            <p:cNvPr id="29756" name="TextBox 60">
              <a:extLst>
                <a:ext uri="{FF2B5EF4-FFF2-40B4-BE49-F238E27FC236}">
                  <a16:creationId xmlns:a16="http://schemas.microsoft.com/office/drawing/2014/main" id="{608D03C5-DC0F-188D-0D49-1D94AB87A7B9}"/>
                </a:ext>
              </a:extLst>
            </p:cNvPr>
            <p:cNvSpPr txBox="1">
              <a:spLocks noChangeArrowheads="1"/>
            </p:cNvSpPr>
            <p:nvPr/>
          </p:nvSpPr>
          <p:spPr bwMode="auto">
            <a:xfrm>
              <a:off x="6409999" y="4861237"/>
              <a:ext cx="6033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CS</a:t>
              </a:r>
            </a:p>
          </p:txBody>
        </p:sp>
        <p:sp>
          <p:nvSpPr>
            <p:cNvPr id="29757" name="Left Brace 61">
              <a:extLst>
                <a:ext uri="{FF2B5EF4-FFF2-40B4-BE49-F238E27FC236}">
                  <a16:creationId xmlns:a16="http://schemas.microsoft.com/office/drawing/2014/main" id="{963FCE16-D6C9-5F21-6C1D-1025DDCA7C58}"/>
                </a:ext>
              </a:extLst>
            </p:cNvPr>
            <p:cNvSpPr>
              <a:spLocks/>
            </p:cNvSpPr>
            <p:nvPr/>
          </p:nvSpPr>
          <p:spPr bwMode="auto">
            <a:xfrm>
              <a:off x="5580366" y="3089629"/>
              <a:ext cx="216024" cy="1463040"/>
            </a:xfrm>
            <a:prstGeom prst="leftBrace">
              <a:avLst>
                <a:gd name="adj1" fmla="val 8340"/>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58" name="Line 59">
              <a:extLst>
                <a:ext uri="{FF2B5EF4-FFF2-40B4-BE49-F238E27FC236}">
                  <a16:creationId xmlns:a16="http://schemas.microsoft.com/office/drawing/2014/main" id="{22ED24AF-154B-C85F-1448-4F61BC890CD5}"/>
                </a:ext>
              </a:extLst>
            </p:cNvPr>
            <p:cNvSpPr>
              <a:spLocks noChangeShapeType="1"/>
            </p:cNvSpPr>
            <p:nvPr/>
          </p:nvSpPr>
          <p:spPr bwMode="auto">
            <a:xfrm flipH="1">
              <a:off x="5828319" y="4511229"/>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9" name="TextBox 64">
              <a:extLst>
                <a:ext uri="{FF2B5EF4-FFF2-40B4-BE49-F238E27FC236}">
                  <a16:creationId xmlns:a16="http://schemas.microsoft.com/office/drawing/2014/main" id="{220318DA-E140-6743-CBB3-094E8337AED3}"/>
                </a:ext>
              </a:extLst>
            </p:cNvPr>
            <p:cNvSpPr txBox="1">
              <a:spLocks noChangeArrowheads="1"/>
            </p:cNvSpPr>
            <p:nvPr/>
          </p:nvSpPr>
          <p:spPr bwMode="auto">
            <a:xfrm>
              <a:off x="4910708" y="3483041"/>
              <a:ext cx="9370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Data in</a:t>
              </a:r>
            </a:p>
          </p:txBody>
        </p:sp>
        <p:sp>
          <p:nvSpPr>
            <p:cNvPr id="29760" name="TextBox 65">
              <a:extLst>
                <a:ext uri="{FF2B5EF4-FFF2-40B4-BE49-F238E27FC236}">
                  <a16:creationId xmlns:a16="http://schemas.microsoft.com/office/drawing/2014/main" id="{E12D36D9-4A3A-49D3-1427-4F71761B91E3}"/>
                </a:ext>
              </a:extLst>
            </p:cNvPr>
            <p:cNvSpPr txBox="1">
              <a:spLocks noChangeArrowheads="1"/>
            </p:cNvSpPr>
            <p:nvPr/>
          </p:nvSpPr>
          <p:spPr bwMode="auto">
            <a:xfrm>
              <a:off x="8274111" y="2204864"/>
              <a:ext cx="7623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Data</a:t>
              </a:r>
              <a:br>
                <a:rPr lang="en-US" altLang="en-US" sz="1600"/>
              </a:br>
              <a:r>
                <a:rPr lang="en-US" altLang="en-US" sz="1600"/>
                <a:t>out</a:t>
              </a:r>
            </a:p>
          </p:txBody>
        </p:sp>
        <p:sp>
          <p:nvSpPr>
            <p:cNvPr id="29761" name="Left Brace 66">
              <a:extLst>
                <a:ext uri="{FF2B5EF4-FFF2-40B4-BE49-F238E27FC236}">
                  <a16:creationId xmlns:a16="http://schemas.microsoft.com/office/drawing/2014/main" id="{78B72883-6B62-1819-1123-C94823C51B69}"/>
                </a:ext>
              </a:extLst>
            </p:cNvPr>
            <p:cNvSpPr>
              <a:spLocks/>
            </p:cNvSpPr>
            <p:nvPr/>
          </p:nvSpPr>
          <p:spPr bwMode="auto">
            <a:xfrm rot="10800000">
              <a:off x="8178173" y="1902437"/>
              <a:ext cx="216024" cy="1645920"/>
            </a:xfrm>
            <a:prstGeom prst="leftBrace">
              <a:avLst>
                <a:gd name="adj1" fmla="val 8325"/>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62" name="TextBox 2">
              <a:extLst>
                <a:ext uri="{FF2B5EF4-FFF2-40B4-BE49-F238E27FC236}">
                  <a16:creationId xmlns:a16="http://schemas.microsoft.com/office/drawing/2014/main" id="{C82FE2C7-D60F-D97B-6DB1-6FA5744BBDB9}"/>
                </a:ext>
              </a:extLst>
            </p:cNvPr>
            <p:cNvSpPr txBox="1">
              <a:spLocks noChangeArrowheads="1"/>
            </p:cNvSpPr>
            <p:nvPr/>
          </p:nvSpPr>
          <p:spPr bwMode="auto">
            <a:xfrm>
              <a:off x="6628438" y="1561155"/>
              <a:ext cx="9085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SRAM</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a:extLst>
              <a:ext uri="{FF2B5EF4-FFF2-40B4-BE49-F238E27FC236}">
                <a16:creationId xmlns:a16="http://schemas.microsoft.com/office/drawing/2014/main" id="{565727F8-AFC9-0940-834F-D6D6EAE71B05}"/>
              </a:ext>
            </a:extLst>
          </p:cNvPr>
          <p:cNvSpPr>
            <a:spLocks noGrp="1" noChangeArrowheads="1"/>
          </p:cNvSpPr>
          <p:nvPr>
            <p:ph type="title"/>
          </p:nvPr>
        </p:nvSpPr>
        <p:spPr/>
        <p:txBody>
          <a:bodyPr/>
          <a:lstStyle/>
          <a:p>
            <a:pPr eaLnBrk="1" hangingPunct="1"/>
            <a:r>
              <a:rPr lang="en-US" altLang="en-US"/>
              <a:t>Asynchronous RAM in Verilog (2)</a:t>
            </a:r>
            <a:endParaRPr lang="ru-RU" altLang="en-US"/>
          </a:p>
        </p:txBody>
      </p:sp>
      <p:sp>
        <p:nvSpPr>
          <p:cNvPr id="30723" name="Content Placeholder 4">
            <a:extLst>
              <a:ext uri="{FF2B5EF4-FFF2-40B4-BE49-F238E27FC236}">
                <a16:creationId xmlns:a16="http://schemas.microsoft.com/office/drawing/2014/main" id="{0D9DF774-952F-08E2-C0AD-DFA43AAA3B11}"/>
              </a:ext>
            </a:extLst>
          </p:cNvPr>
          <p:cNvSpPr>
            <a:spLocks noGrp="1" noChangeArrowheads="1"/>
          </p:cNvSpPr>
          <p:nvPr>
            <p:ph type="body" sz="quarter" idx="10"/>
          </p:nvPr>
        </p:nvSpPr>
        <p:spPr/>
        <p:txBody>
          <a:bodyPr/>
          <a:lstStyle/>
          <a:p>
            <a:pPr>
              <a:spcBef>
                <a:spcPct val="0"/>
              </a:spcBef>
              <a:spcAft>
                <a:spcPts val="600"/>
              </a:spcAft>
            </a:pPr>
            <a:r>
              <a:rPr lang="en-US" altLang="en-US" sz="1800">
                <a:solidFill>
                  <a:srgbClr val="0000FF"/>
                </a:solidFill>
              </a:rPr>
              <a:t>RAM with CS, WE, OE</a:t>
            </a:r>
            <a:endParaRPr lang="ru-RU" altLang="en-US" sz="1800">
              <a:solidFill>
                <a:srgbClr val="0000FF"/>
              </a:solidFill>
            </a:endParaRPr>
          </a:p>
          <a:p>
            <a:pPr>
              <a:spcBef>
                <a:spcPct val="0"/>
              </a:spcBef>
              <a:buFont typeface="Wingdings" panose="05000000000000000000" pitchFamily="2" charset="2"/>
              <a:buNone/>
            </a:pPr>
            <a:r>
              <a:rPr lang="en-US" altLang="en-US" sz="1800" b="1"/>
              <a:t>module</a:t>
            </a:r>
            <a:r>
              <a:rPr lang="en-US" altLang="en-US" sz="1800"/>
              <a:t> ram_asyn(address, data, cs, we, oe);</a:t>
            </a:r>
          </a:p>
          <a:p>
            <a:pPr>
              <a:spcBef>
                <a:spcPct val="0"/>
              </a:spcBef>
              <a:buFont typeface="Wingdings" panose="05000000000000000000" pitchFamily="2" charset="2"/>
              <a:buNone/>
            </a:pPr>
            <a:r>
              <a:rPr lang="pt-BR" altLang="en-US" sz="1800" b="1"/>
              <a:t>parameter</a:t>
            </a:r>
            <a:r>
              <a:rPr lang="pt-BR" altLang="en-US" sz="1800"/>
              <a:t> N=10, M=8;</a:t>
            </a:r>
          </a:p>
          <a:p>
            <a:pPr>
              <a:spcBef>
                <a:spcPct val="0"/>
              </a:spcBef>
              <a:buFont typeface="Wingdings" panose="05000000000000000000" pitchFamily="2" charset="2"/>
              <a:buNone/>
            </a:pPr>
            <a:r>
              <a:rPr lang="pt-BR" altLang="en-US" sz="1800" b="1"/>
              <a:t>parameter</a:t>
            </a:r>
            <a:r>
              <a:rPr lang="pt-BR" altLang="en-US" sz="1800"/>
              <a:t> RAM_size = 1&lt;&lt;N;</a:t>
            </a:r>
          </a:p>
          <a:p>
            <a:pPr>
              <a:spcBef>
                <a:spcPct val="0"/>
              </a:spcBef>
              <a:buFont typeface="Wingdings" panose="05000000000000000000" pitchFamily="2" charset="2"/>
              <a:buNone/>
            </a:pPr>
            <a:r>
              <a:rPr lang="pt-BR" altLang="en-US" sz="1800" b="1"/>
              <a:t>input</a:t>
            </a:r>
            <a:r>
              <a:rPr lang="pt-BR" altLang="en-US" sz="1800"/>
              <a:t> [N-1:0] address;</a:t>
            </a:r>
          </a:p>
          <a:p>
            <a:pPr>
              <a:spcBef>
                <a:spcPct val="0"/>
              </a:spcBef>
              <a:buFont typeface="Wingdings" panose="05000000000000000000" pitchFamily="2" charset="2"/>
              <a:buNone/>
            </a:pPr>
            <a:r>
              <a:rPr lang="en-US" altLang="en-US" sz="1800" b="1"/>
              <a:t>input</a:t>
            </a:r>
            <a:r>
              <a:rPr lang="en-US" altLang="en-US" sz="1800"/>
              <a:t> cs, we, oe;          </a:t>
            </a:r>
          </a:p>
          <a:p>
            <a:pPr>
              <a:spcBef>
                <a:spcPct val="0"/>
              </a:spcBef>
              <a:buFont typeface="Wingdings" panose="05000000000000000000" pitchFamily="2" charset="2"/>
              <a:buNone/>
            </a:pPr>
            <a:r>
              <a:rPr lang="en-US" altLang="en-US" sz="1800" b="1"/>
              <a:t>inout</a:t>
            </a:r>
            <a:r>
              <a:rPr lang="en-US" altLang="en-US" sz="1800"/>
              <a:t> [M-1:0] data; // bidirectional data </a:t>
            </a:r>
          </a:p>
          <a:p>
            <a:pPr>
              <a:spcBef>
                <a:spcPct val="0"/>
              </a:spcBef>
              <a:buFont typeface="Wingdings" panose="05000000000000000000" pitchFamily="2" charset="2"/>
              <a:buNone/>
            </a:pPr>
            <a:r>
              <a:rPr lang="fr-FR" altLang="en-US" sz="1800"/>
              <a:t>// internal variables</a:t>
            </a:r>
          </a:p>
          <a:p>
            <a:pPr>
              <a:spcBef>
                <a:spcPct val="0"/>
              </a:spcBef>
              <a:buFont typeface="Wingdings" panose="05000000000000000000" pitchFamily="2" charset="2"/>
              <a:buNone/>
            </a:pPr>
            <a:r>
              <a:rPr lang="fr-FR" altLang="en-US" sz="1800" b="1"/>
              <a:t>reg</a:t>
            </a:r>
            <a:r>
              <a:rPr lang="fr-FR" altLang="en-US" sz="1800"/>
              <a:t> [M-1:0] data_out ;</a:t>
            </a:r>
          </a:p>
          <a:p>
            <a:pPr>
              <a:spcBef>
                <a:spcPct val="0"/>
              </a:spcBef>
              <a:buFont typeface="Wingdings" panose="05000000000000000000" pitchFamily="2" charset="2"/>
              <a:buNone/>
            </a:pPr>
            <a:r>
              <a:rPr lang="pt-BR" altLang="en-US" sz="1800" b="1"/>
              <a:t>reg</a:t>
            </a:r>
            <a:r>
              <a:rPr lang="pt-BR" altLang="en-US" sz="1800"/>
              <a:t> [M-1:0] mem[0:RAM_size-1];</a:t>
            </a:r>
          </a:p>
          <a:p>
            <a:pPr>
              <a:spcBef>
                <a:spcPct val="0"/>
              </a:spcBef>
              <a:buFont typeface="Wingdings" panose="05000000000000000000" pitchFamily="2" charset="2"/>
              <a:buNone/>
            </a:pPr>
            <a:r>
              <a:rPr lang="en-US" altLang="en-US" sz="1800"/>
              <a:t>// Tri-State Buffer control</a:t>
            </a:r>
          </a:p>
          <a:p>
            <a:pPr>
              <a:spcBef>
                <a:spcPct val="0"/>
              </a:spcBef>
              <a:buFont typeface="Wingdings" panose="05000000000000000000" pitchFamily="2" charset="2"/>
              <a:buNone/>
            </a:pPr>
            <a:r>
              <a:rPr lang="en-US" altLang="en-US" sz="1800"/>
              <a:t> // output : When we = 1, oe = 0, cs = 0</a:t>
            </a:r>
          </a:p>
          <a:p>
            <a:pPr>
              <a:spcBef>
                <a:spcPct val="0"/>
              </a:spcBef>
              <a:buFont typeface="Wingdings" panose="05000000000000000000" pitchFamily="2" charset="2"/>
              <a:buNone/>
            </a:pPr>
            <a:r>
              <a:rPr lang="en-US" altLang="en-US" sz="1800" b="1"/>
              <a:t>assign</a:t>
            </a:r>
            <a:r>
              <a:rPr lang="en-US" altLang="en-US" sz="1800"/>
              <a:t> data =(!cs &amp;&amp; !oe &amp;&amp; we)?data_out:8'bz; </a:t>
            </a:r>
          </a:p>
          <a:p>
            <a:pPr>
              <a:spcBef>
                <a:spcPct val="0"/>
              </a:spcBef>
              <a:buFont typeface="Wingdings" panose="05000000000000000000" pitchFamily="2" charset="2"/>
              <a:buNone/>
            </a:pPr>
            <a:r>
              <a:rPr lang="en-US" altLang="en-US" sz="1800"/>
              <a:t>	</a:t>
            </a:r>
            <a:endParaRPr lang="ru-RU" altLang="en-US" sz="1800"/>
          </a:p>
          <a:p>
            <a:pPr>
              <a:spcBef>
                <a:spcPct val="0"/>
              </a:spcBef>
              <a:buFont typeface="Wingdings" panose="05000000000000000000" pitchFamily="2" charset="2"/>
              <a:buNone/>
            </a:pPr>
            <a:endParaRPr lang="en-US" altLang="en-US" sz="1800"/>
          </a:p>
        </p:txBody>
      </p:sp>
      <p:sp>
        <p:nvSpPr>
          <p:cNvPr id="30724" name="Text Box 48">
            <a:extLst>
              <a:ext uri="{FF2B5EF4-FFF2-40B4-BE49-F238E27FC236}">
                <a16:creationId xmlns:a16="http://schemas.microsoft.com/office/drawing/2014/main" id="{3D6FB722-FDB4-833A-F830-2A85A81DDF22}"/>
              </a:ext>
            </a:extLst>
          </p:cNvPr>
          <p:cNvSpPr txBox="1">
            <a:spLocks noChangeArrowheads="1"/>
          </p:cNvSpPr>
          <p:nvPr/>
        </p:nvSpPr>
        <p:spPr bwMode="auto">
          <a:xfrm>
            <a:off x="8550275" y="1577975"/>
            <a:ext cx="1371600" cy="3016250"/>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     </a:t>
            </a:r>
          </a:p>
        </p:txBody>
      </p:sp>
      <p:sp>
        <p:nvSpPr>
          <p:cNvPr id="30725" name="Line 49">
            <a:extLst>
              <a:ext uri="{FF2B5EF4-FFF2-40B4-BE49-F238E27FC236}">
                <a16:creationId xmlns:a16="http://schemas.microsoft.com/office/drawing/2014/main" id="{2D4F91F5-FD6E-20B1-7843-C4835DF0F8AE}"/>
              </a:ext>
            </a:extLst>
          </p:cNvPr>
          <p:cNvSpPr>
            <a:spLocks noChangeShapeType="1"/>
          </p:cNvSpPr>
          <p:nvPr/>
        </p:nvSpPr>
        <p:spPr bwMode="auto">
          <a:xfrm>
            <a:off x="9925050" y="2003425"/>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6" name="Line 50">
            <a:extLst>
              <a:ext uri="{FF2B5EF4-FFF2-40B4-BE49-F238E27FC236}">
                <a16:creationId xmlns:a16="http://schemas.microsoft.com/office/drawing/2014/main" id="{0EA20D4A-4682-51BE-C6D2-1CEBDAFD7207}"/>
              </a:ext>
            </a:extLst>
          </p:cNvPr>
          <p:cNvSpPr>
            <a:spLocks noChangeShapeType="1"/>
          </p:cNvSpPr>
          <p:nvPr/>
        </p:nvSpPr>
        <p:spPr bwMode="auto">
          <a:xfrm>
            <a:off x="9918700" y="2236788"/>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7" name="Line 51">
            <a:extLst>
              <a:ext uri="{FF2B5EF4-FFF2-40B4-BE49-F238E27FC236}">
                <a16:creationId xmlns:a16="http://schemas.microsoft.com/office/drawing/2014/main" id="{12F19D10-C63F-B9B5-77E1-5FEA7963F242}"/>
              </a:ext>
            </a:extLst>
          </p:cNvPr>
          <p:cNvSpPr>
            <a:spLocks noChangeShapeType="1"/>
          </p:cNvSpPr>
          <p:nvPr/>
        </p:nvSpPr>
        <p:spPr bwMode="auto">
          <a:xfrm>
            <a:off x="9918700" y="2479675"/>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8" name="Line 52">
            <a:extLst>
              <a:ext uri="{FF2B5EF4-FFF2-40B4-BE49-F238E27FC236}">
                <a16:creationId xmlns:a16="http://schemas.microsoft.com/office/drawing/2014/main" id="{FEBCFDC6-ED77-7D10-13AD-60DF7BB9C2B4}"/>
              </a:ext>
            </a:extLst>
          </p:cNvPr>
          <p:cNvSpPr>
            <a:spLocks noChangeShapeType="1"/>
          </p:cNvSpPr>
          <p:nvPr/>
        </p:nvSpPr>
        <p:spPr bwMode="auto">
          <a:xfrm>
            <a:off x="9912351" y="2725738"/>
            <a:ext cx="3651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9" name="Line 53">
            <a:extLst>
              <a:ext uri="{FF2B5EF4-FFF2-40B4-BE49-F238E27FC236}">
                <a16:creationId xmlns:a16="http://schemas.microsoft.com/office/drawing/2014/main" id="{A927B26B-4C38-2C98-005E-B747DE5F2501}"/>
              </a:ext>
            </a:extLst>
          </p:cNvPr>
          <p:cNvSpPr>
            <a:spLocks noChangeShapeType="1"/>
          </p:cNvSpPr>
          <p:nvPr/>
        </p:nvSpPr>
        <p:spPr bwMode="auto">
          <a:xfrm>
            <a:off x="9918700" y="2957513"/>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0" name="Line 54">
            <a:extLst>
              <a:ext uri="{FF2B5EF4-FFF2-40B4-BE49-F238E27FC236}">
                <a16:creationId xmlns:a16="http://schemas.microsoft.com/office/drawing/2014/main" id="{9F5ADA80-591D-B5A4-0946-5AE915A4CF73}"/>
              </a:ext>
            </a:extLst>
          </p:cNvPr>
          <p:cNvSpPr>
            <a:spLocks noChangeShapeType="1"/>
          </p:cNvSpPr>
          <p:nvPr/>
        </p:nvSpPr>
        <p:spPr bwMode="auto">
          <a:xfrm>
            <a:off x="9925050" y="3432175"/>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1" name="Line 55">
            <a:extLst>
              <a:ext uri="{FF2B5EF4-FFF2-40B4-BE49-F238E27FC236}">
                <a16:creationId xmlns:a16="http://schemas.microsoft.com/office/drawing/2014/main" id="{40A0515A-C36B-A396-2568-FC82C3578064}"/>
              </a:ext>
            </a:extLst>
          </p:cNvPr>
          <p:cNvSpPr>
            <a:spLocks noChangeShapeType="1"/>
          </p:cNvSpPr>
          <p:nvPr/>
        </p:nvSpPr>
        <p:spPr bwMode="auto">
          <a:xfrm>
            <a:off x="9931400" y="3684588"/>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2" name="Line 56">
            <a:extLst>
              <a:ext uri="{FF2B5EF4-FFF2-40B4-BE49-F238E27FC236}">
                <a16:creationId xmlns:a16="http://schemas.microsoft.com/office/drawing/2014/main" id="{8501B049-DF00-287A-8D3B-93DC2AF52EE6}"/>
              </a:ext>
            </a:extLst>
          </p:cNvPr>
          <p:cNvSpPr>
            <a:spLocks noChangeShapeType="1"/>
          </p:cNvSpPr>
          <p:nvPr/>
        </p:nvSpPr>
        <p:spPr bwMode="auto">
          <a:xfrm>
            <a:off x="9931400" y="3201988"/>
            <a:ext cx="363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3" name="Line 57">
            <a:extLst>
              <a:ext uri="{FF2B5EF4-FFF2-40B4-BE49-F238E27FC236}">
                <a16:creationId xmlns:a16="http://schemas.microsoft.com/office/drawing/2014/main" id="{615CF67C-F809-886F-E5B0-B1AB25FD7D76}"/>
              </a:ext>
            </a:extLst>
          </p:cNvPr>
          <p:cNvSpPr>
            <a:spLocks noChangeShapeType="1"/>
          </p:cNvSpPr>
          <p:nvPr/>
        </p:nvSpPr>
        <p:spPr bwMode="auto">
          <a:xfrm flipH="1">
            <a:off x="8097838" y="1847850"/>
            <a:ext cx="412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4" name="Line 58">
            <a:extLst>
              <a:ext uri="{FF2B5EF4-FFF2-40B4-BE49-F238E27FC236}">
                <a16:creationId xmlns:a16="http://schemas.microsoft.com/office/drawing/2014/main" id="{76BA73EA-DEE7-72F9-17FA-8D5979C40ECC}"/>
              </a:ext>
            </a:extLst>
          </p:cNvPr>
          <p:cNvSpPr>
            <a:spLocks noChangeShapeType="1"/>
          </p:cNvSpPr>
          <p:nvPr/>
        </p:nvSpPr>
        <p:spPr bwMode="auto">
          <a:xfrm flipH="1">
            <a:off x="8097838" y="2071688"/>
            <a:ext cx="412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5" name="Line 59">
            <a:extLst>
              <a:ext uri="{FF2B5EF4-FFF2-40B4-BE49-F238E27FC236}">
                <a16:creationId xmlns:a16="http://schemas.microsoft.com/office/drawing/2014/main" id="{634C10B9-B8C3-3922-8477-28C2F2C5FEBC}"/>
              </a:ext>
            </a:extLst>
          </p:cNvPr>
          <p:cNvSpPr>
            <a:spLocks noChangeShapeType="1"/>
          </p:cNvSpPr>
          <p:nvPr/>
        </p:nvSpPr>
        <p:spPr bwMode="auto">
          <a:xfrm flipH="1">
            <a:off x="8108951" y="2305050"/>
            <a:ext cx="4111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6" name="Line 61">
            <a:extLst>
              <a:ext uri="{FF2B5EF4-FFF2-40B4-BE49-F238E27FC236}">
                <a16:creationId xmlns:a16="http://schemas.microsoft.com/office/drawing/2014/main" id="{63B2E38C-95C0-891B-7EF3-E34A389BBB19}"/>
              </a:ext>
            </a:extLst>
          </p:cNvPr>
          <p:cNvSpPr>
            <a:spLocks noChangeShapeType="1"/>
          </p:cNvSpPr>
          <p:nvPr/>
        </p:nvSpPr>
        <p:spPr bwMode="auto">
          <a:xfrm flipH="1" flipV="1">
            <a:off x="8107363" y="2543176"/>
            <a:ext cx="412750" cy="47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7" name="Line 62">
            <a:extLst>
              <a:ext uri="{FF2B5EF4-FFF2-40B4-BE49-F238E27FC236}">
                <a16:creationId xmlns:a16="http://schemas.microsoft.com/office/drawing/2014/main" id="{4FD3C4EF-C15A-E385-9638-7FEBAD6366B0}"/>
              </a:ext>
            </a:extLst>
          </p:cNvPr>
          <p:cNvSpPr>
            <a:spLocks noChangeShapeType="1"/>
          </p:cNvSpPr>
          <p:nvPr/>
        </p:nvSpPr>
        <p:spPr bwMode="auto">
          <a:xfrm flipH="1">
            <a:off x="8101014" y="4148138"/>
            <a:ext cx="274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8" name="Line 57">
            <a:extLst>
              <a:ext uri="{FF2B5EF4-FFF2-40B4-BE49-F238E27FC236}">
                <a16:creationId xmlns:a16="http://schemas.microsoft.com/office/drawing/2014/main" id="{F02BE5A2-0758-5723-A62E-D200C8D7EA40}"/>
              </a:ext>
            </a:extLst>
          </p:cNvPr>
          <p:cNvSpPr>
            <a:spLocks noChangeShapeType="1"/>
          </p:cNvSpPr>
          <p:nvPr/>
        </p:nvSpPr>
        <p:spPr bwMode="auto">
          <a:xfrm flipH="1">
            <a:off x="8120063" y="2763838"/>
            <a:ext cx="4111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9" name="Line 58">
            <a:extLst>
              <a:ext uri="{FF2B5EF4-FFF2-40B4-BE49-F238E27FC236}">
                <a16:creationId xmlns:a16="http://schemas.microsoft.com/office/drawing/2014/main" id="{56D9F7A2-39AA-4422-8604-7F4A2219A894}"/>
              </a:ext>
            </a:extLst>
          </p:cNvPr>
          <p:cNvSpPr>
            <a:spLocks noChangeShapeType="1"/>
          </p:cNvSpPr>
          <p:nvPr/>
        </p:nvSpPr>
        <p:spPr bwMode="auto">
          <a:xfrm flipH="1">
            <a:off x="8120063" y="2987675"/>
            <a:ext cx="4111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0" name="Line 59">
            <a:extLst>
              <a:ext uri="{FF2B5EF4-FFF2-40B4-BE49-F238E27FC236}">
                <a16:creationId xmlns:a16="http://schemas.microsoft.com/office/drawing/2014/main" id="{016F21DA-C59B-F8E8-9EDA-C507D21AA663}"/>
              </a:ext>
            </a:extLst>
          </p:cNvPr>
          <p:cNvSpPr>
            <a:spLocks noChangeShapeType="1"/>
          </p:cNvSpPr>
          <p:nvPr/>
        </p:nvSpPr>
        <p:spPr bwMode="auto">
          <a:xfrm flipH="1">
            <a:off x="8129588" y="3221038"/>
            <a:ext cx="4111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1" name="Line 61">
            <a:extLst>
              <a:ext uri="{FF2B5EF4-FFF2-40B4-BE49-F238E27FC236}">
                <a16:creationId xmlns:a16="http://schemas.microsoft.com/office/drawing/2014/main" id="{FA789143-CEE8-EC93-CD95-87C0AF504083}"/>
              </a:ext>
            </a:extLst>
          </p:cNvPr>
          <p:cNvSpPr>
            <a:spLocks noChangeShapeType="1"/>
          </p:cNvSpPr>
          <p:nvPr/>
        </p:nvSpPr>
        <p:spPr bwMode="auto">
          <a:xfrm flipH="1" flipV="1">
            <a:off x="8129588" y="3459163"/>
            <a:ext cx="411162" cy="47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2" name="Oval 67">
            <a:extLst>
              <a:ext uri="{FF2B5EF4-FFF2-40B4-BE49-F238E27FC236}">
                <a16:creationId xmlns:a16="http://schemas.microsoft.com/office/drawing/2014/main" id="{687D224B-F276-A618-86A7-6FB4496FBFD0}"/>
              </a:ext>
            </a:extLst>
          </p:cNvPr>
          <p:cNvSpPr>
            <a:spLocks noChangeArrowheads="1"/>
          </p:cNvSpPr>
          <p:nvPr/>
        </p:nvSpPr>
        <p:spPr bwMode="auto">
          <a:xfrm>
            <a:off x="8388350" y="4070351"/>
            <a:ext cx="153988" cy="155575"/>
          </a:xfrm>
          <a:prstGeom prst="ellipse">
            <a:avLst/>
          </a:prstGeom>
          <a:solidFill>
            <a:schemeClr val="accent1"/>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43" name="TextBox 23">
            <a:extLst>
              <a:ext uri="{FF2B5EF4-FFF2-40B4-BE49-F238E27FC236}">
                <a16:creationId xmlns:a16="http://schemas.microsoft.com/office/drawing/2014/main" id="{C00759F8-A2AE-2167-8832-BC2F44722F85}"/>
              </a:ext>
            </a:extLst>
          </p:cNvPr>
          <p:cNvSpPr txBox="1">
            <a:spLocks noChangeArrowheads="1"/>
          </p:cNvSpPr>
          <p:nvPr/>
        </p:nvSpPr>
        <p:spPr bwMode="auto">
          <a:xfrm>
            <a:off x="8540750" y="1655763"/>
            <a:ext cx="508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A0</a:t>
            </a:r>
          </a:p>
        </p:txBody>
      </p:sp>
      <p:sp>
        <p:nvSpPr>
          <p:cNvPr id="30744" name="TextBox 24">
            <a:extLst>
              <a:ext uri="{FF2B5EF4-FFF2-40B4-BE49-F238E27FC236}">
                <a16:creationId xmlns:a16="http://schemas.microsoft.com/office/drawing/2014/main" id="{7F5AA6D2-3AAB-650A-F73B-E8CBF638B0D7}"/>
              </a:ext>
            </a:extLst>
          </p:cNvPr>
          <p:cNvSpPr txBox="1">
            <a:spLocks noChangeArrowheads="1"/>
          </p:cNvSpPr>
          <p:nvPr/>
        </p:nvSpPr>
        <p:spPr bwMode="auto">
          <a:xfrm>
            <a:off x="8543925" y="1889126"/>
            <a:ext cx="5080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A1</a:t>
            </a:r>
          </a:p>
        </p:txBody>
      </p:sp>
      <p:sp>
        <p:nvSpPr>
          <p:cNvPr id="30745" name="TextBox 25">
            <a:extLst>
              <a:ext uri="{FF2B5EF4-FFF2-40B4-BE49-F238E27FC236}">
                <a16:creationId xmlns:a16="http://schemas.microsoft.com/office/drawing/2014/main" id="{ABB0E75B-E193-4E4E-D77A-2E23DB6DB136}"/>
              </a:ext>
            </a:extLst>
          </p:cNvPr>
          <p:cNvSpPr txBox="1">
            <a:spLocks noChangeArrowheads="1"/>
          </p:cNvSpPr>
          <p:nvPr/>
        </p:nvSpPr>
        <p:spPr bwMode="auto">
          <a:xfrm>
            <a:off x="8543925" y="2130425"/>
            <a:ext cx="508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A2</a:t>
            </a:r>
          </a:p>
        </p:txBody>
      </p:sp>
      <p:sp>
        <p:nvSpPr>
          <p:cNvPr id="30746" name="TextBox 26">
            <a:extLst>
              <a:ext uri="{FF2B5EF4-FFF2-40B4-BE49-F238E27FC236}">
                <a16:creationId xmlns:a16="http://schemas.microsoft.com/office/drawing/2014/main" id="{D7619C77-F8F9-F35C-9ACE-DFB07FE5ECB2}"/>
              </a:ext>
            </a:extLst>
          </p:cNvPr>
          <p:cNvSpPr txBox="1">
            <a:spLocks noChangeArrowheads="1"/>
          </p:cNvSpPr>
          <p:nvPr/>
        </p:nvSpPr>
        <p:spPr bwMode="auto">
          <a:xfrm>
            <a:off x="8540750" y="2363788"/>
            <a:ext cx="508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A3</a:t>
            </a:r>
          </a:p>
        </p:txBody>
      </p:sp>
      <p:sp>
        <p:nvSpPr>
          <p:cNvPr id="30747" name="TextBox 27">
            <a:extLst>
              <a:ext uri="{FF2B5EF4-FFF2-40B4-BE49-F238E27FC236}">
                <a16:creationId xmlns:a16="http://schemas.microsoft.com/office/drawing/2014/main" id="{1D7BADF9-2F7A-C558-5AB9-893D9C28056F}"/>
              </a:ext>
            </a:extLst>
          </p:cNvPr>
          <p:cNvSpPr txBox="1">
            <a:spLocks noChangeArrowheads="1"/>
          </p:cNvSpPr>
          <p:nvPr/>
        </p:nvSpPr>
        <p:spPr bwMode="auto">
          <a:xfrm>
            <a:off x="8531225" y="2551113"/>
            <a:ext cx="508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A4</a:t>
            </a:r>
          </a:p>
        </p:txBody>
      </p:sp>
      <p:sp>
        <p:nvSpPr>
          <p:cNvPr id="30748" name="TextBox 28">
            <a:extLst>
              <a:ext uri="{FF2B5EF4-FFF2-40B4-BE49-F238E27FC236}">
                <a16:creationId xmlns:a16="http://schemas.microsoft.com/office/drawing/2014/main" id="{72AD7AF7-7C94-709D-743E-AFBA6295DB9B}"/>
              </a:ext>
            </a:extLst>
          </p:cNvPr>
          <p:cNvSpPr txBox="1">
            <a:spLocks noChangeArrowheads="1"/>
          </p:cNvSpPr>
          <p:nvPr/>
        </p:nvSpPr>
        <p:spPr bwMode="auto">
          <a:xfrm>
            <a:off x="8531225" y="2782888"/>
            <a:ext cx="508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A5</a:t>
            </a:r>
          </a:p>
        </p:txBody>
      </p:sp>
      <p:sp>
        <p:nvSpPr>
          <p:cNvPr id="30749" name="TextBox 29">
            <a:extLst>
              <a:ext uri="{FF2B5EF4-FFF2-40B4-BE49-F238E27FC236}">
                <a16:creationId xmlns:a16="http://schemas.microsoft.com/office/drawing/2014/main" id="{40948223-CBD5-4807-3B6F-0C5304C453CB}"/>
              </a:ext>
            </a:extLst>
          </p:cNvPr>
          <p:cNvSpPr txBox="1">
            <a:spLocks noChangeArrowheads="1"/>
          </p:cNvSpPr>
          <p:nvPr/>
        </p:nvSpPr>
        <p:spPr bwMode="auto">
          <a:xfrm>
            <a:off x="8540750" y="3014663"/>
            <a:ext cx="508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A6</a:t>
            </a:r>
          </a:p>
        </p:txBody>
      </p:sp>
      <p:sp>
        <p:nvSpPr>
          <p:cNvPr id="30750" name="TextBox 30">
            <a:extLst>
              <a:ext uri="{FF2B5EF4-FFF2-40B4-BE49-F238E27FC236}">
                <a16:creationId xmlns:a16="http://schemas.microsoft.com/office/drawing/2014/main" id="{9227A8BC-8089-B62F-687F-84F8E8FCD623}"/>
              </a:ext>
            </a:extLst>
          </p:cNvPr>
          <p:cNvSpPr txBox="1">
            <a:spLocks noChangeArrowheads="1"/>
          </p:cNvSpPr>
          <p:nvPr/>
        </p:nvSpPr>
        <p:spPr bwMode="auto">
          <a:xfrm>
            <a:off x="8558213" y="3265488"/>
            <a:ext cx="508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A7</a:t>
            </a:r>
          </a:p>
        </p:txBody>
      </p:sp>
      <p:sp>
        <p:nvSpPr>
          <p:cNvPr id="30751" name="TextBox 31">
            <a:extLst>
              <a:ext uri="{FF2B5EF4-FFF2-40B4-BE49-F238E27FC236}">
                <a16:creationId xmlns:a16="http://schemas.microsoft.com/office/drawing/2014/main" id="{26B2D0ED-9BAC-E3D3-B0ED-8284449B26CE}"/>
              </a:ext>
            </a:extLst>
          </p:cNvPr>
          <p:cNvSpPr txBox="1">
            <a:spLocks noChangeArrowheads="1"/>
          </p:cNvSpPr>
          <p:nvPr/>
        </p:nvSpPr>
        <p:spPr bwMode="auto">
          <a:xfrm>
            <a:off x="9636125" y="1817688"/>
            <a:ext cx="508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0</a:t>
            </a:r>
          </a:p>
        </p:txBody>
      </p:sp>
      <p:sp>
        <p:nvSpPr>
          <p:cNvPr id="30752" name="TextBox 32">
            <a:extLst>
              <a:ext uri="{FF2B5EF4-FFF2-40B4-BE49-F238E27FC236}">
                <a16:creationId xmlns:a16="http://schemas.microsoft.com/office/drawing/2014/main" id="{B4AD0D3E-4E0E-0C06-492F-B8406F7D5850}"/>
              </a:ext>
            </a:extLst>
          </p:cNvPr>
          <p:cNvSpPr txBox="1">
            <a:spLocks noChangeArrowheads="1"/>
          </p:cNvSpPr>
          <p:nvPr/>
        </p:nvSpPr>
        <p:spPr bwMode="auto">
          <a:xfrm>
            <a:off x="9582150" y="2041526"/>
            <a:ext cx="5080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 1</a:t>
            </a:r>
          </a:p>
        </p:txBody>
      </p:sp>
      <p:sp>
        <p:nvSpPr>
          <p:cNvPr id="30753" name="TextBox 33">
            <a:extLst>
              <a:ext uri="{FF2B5EF4-FFF2-40B4-BE49-F238E27FC236}">
                <a16:creationId xmlns:a16="http://schemas.microsoft.com/office/drawing/2014/main" id="{EB2D359D-153B-EA04-86FB-82564E6CD1E4}"/>
              </a:ext>
            </a:extLst>
          </p:cNvPr>
          <p:cNvSpPr txBox="1">
            <a:spLocks noChangeArrowheads="1"/>
          </p:cNvSpPr>
          <p:nvPr/>
        </p:nvSpPr>
        <p:spPr bwMode="auto">
          <a:xfrm>
            <a:off x="9582150" y="2290763"/>
            <a:ext cx="508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 2</a:t>
            </a:r>
          </a:p>
        </p:txBody>
      </p:sp>
      <p:sp>
        <p:nvSpPr>
          <p:cNvPr id="30754" name="TextBox 34">
            <a:extLst>
              <a:ext uri="{FF2B5EF4-FFF2-40B4-BE49-F238E27FC236}">
                <a16:creationId xmlns:a16="http://schemas.microsoft.com/office/drawing/2014/main" id="{D4D166D4-7221-9E45-BC6A-80CE4B1FE583}"/>
              </a:ext>
            </a:extLst>
          </p:cNvPr>
          <p:cNvSpPr txBox="1">
            <a:spLocks noChangeArrowheads="1"/>
          </p:cNvSpPr>
          <p:nvPr/>
        </p:nvSpPr>
        <p:spPr bwMode="auto">
          <a:xfrm>
            <a:off x="9582150" y="2547938"/>
            <a:ext cx="508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 3</a:t>
            </a:r>
          </a:p>
        </p:txBody>
      </p:sp>
      <p:sp>
        <p:nvSpPr>
          <p:cNvPr id="30755" name="TextBox 35">
            <a:extLst>
              <a:ext uri="{FF2B5EF4-FFF2-40B4-BE49-F238E27FC236}">
                <a16:creationId xmlns:a16="http://schemas.microsoft.com/office/drawing/2014/main" id="{1320DF32-383A-8870-04E9-6B442541A16E}"/>
              </a:ext>
            </a:extLst>
          </p:cNvPr>
          <p:cNvSpPr txBox="1">
            <a:spLocks noChangeArrowheads="1"/>
          </p:cNvSpPr>
          <p:nvPr/>
        </p:nvSpPr>
        <p:spPr bwMode="auto">
          <a:xfrm>
            <a:off x="9569450" y="2790826"/>
            <a:ext cx="5080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 4</a:t>
            </a:r>
          </a:p>
        </p:txBody>
      </p:sp>
      <p:sp>
        <p:nvSpPr>
          <p:cNvPr id="30756" name="TextBox 36">
            <a:extLst>
              <a:ext uri="{FF2B5EF4-FFF2-40B4-BE49-F238E27FC236}">
                <a16:creationId xmlns:a16="http://schemas.microsoft.com/office/drawing/2014/main" id="{28535F9B-745C-7ADB-DB26-A517B7A2E73A}"/>
              </a:ext>
            </a:extLst>
          </p:cNvPr>
          <p:cNvSpPr txBox="1">
            <a:spLocks noChangeArrowheads="1"/>
          </p:cNvSpPr>
          <p:nvPr/>
        </p:nvSpPr>
        <p:spPr bwMode="auto">
          <a:xfrm>
            <a:off x="9569450" y="3027363"/>
            <a:ext cx="508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 5</a:t>
            </a:r>
          </a:p>
        </p:txBody>
      </p:sp>
      <p:sp>
        <p:nvSpPr>
          <p:cNvPr id="30757" name="TextBox 37">
            <a:extLst>
              <a:ext uri="{FF2B5EF4-FFF2-40B4-BE49-F238E27FC236}">
                <a16:creationId xmlns:a16="http://schemas.microsoft.com/office/drawing/2014/main" id="{49783331-A66E-AEC9-DE31-A48E935BF425}"/>
              </a:ext>
            </a:extLst>
          </p:cNvPr>
          <p:cNvSpPr txBox="1">
            <a:spLocks noChangeArrowheads="1"/>
          </p:cNvSpPr>
          <p:nvPr/>
        </p:nvSpPr>
        <p:spPr bwMode="auto">
          <a:xfrm>
            <a:off x="9578975" y="3271838"/>
            <a:ext cx="508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 6</a:t>
            </a:r>
          </a:p>
        </p:txBody>
      </p:sp>
      <p:sp>
        <p:nvSpPr>
          <p:cNvPr id="30758" name="TextBox 38">
            <a:extLst>
              <a:ext uri="{FF2B5EF4-FFF2-40B4-BE49-F238E27FC236}">
                <a16:creationId xmlns:a16="http://schemas.microsoft.com/office/drawing/2014/main" id="{36355F54-E545-C66E-05C4-324416A2DD00}"/>
              </a:ext>
            </a:extLst>
          </p:cNvPr>
          <p:cNvSpPr txBox="1">
            <a:spLocks noChangeArrowheads="1"/>
          </p:cNvSpPr>
          <p:nvPr/>
        </p:nvSpPr>
        <p:spPr bwMode="auto">
          <a:xfrm>
            <a:off x="9569450" y="3519488"/>
            <a:ext cx="508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 7</a:t>
            </a:r>
          </a:p>
        </p:txBody>
      </p:sp>
      <p:sp>
        <p:nvSpPr>
          <p:cNvPr id="30759" name="Left Brace 39">
            <a:extLst>
              <a:ext uri="{FF2B5EF4-FFF2-40B4-BE49-F238E27FC236}">
                <a16:creationId xmlns:a16="http://schemas.microsoft.com/office/drawing/2014/main" id="{8C4E76E3-9091-4931-CB17-4FE0B3224219}"/>
              </a:ext>
            </a:extLst>
          </p:cNvPr>
          <p:cNvSpPr>
            <a:spLocks/>
          </p:cNvSpPr>
          <p:nvPr/>
        </p:nvSpPr>
        <p:spPr bwMode="auto">
          <a:xfrm>
            <a:off x="7859713" y="1817688"/>
            <a:ext cx="215900" cy="2195512"/>
          </a:xfrm>
          <a:prstGeom prst="leftBrace">
            <a:avLst>
              <a:gd name="adj1" fmla="val 8333"/>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60" name="TextBox 40">
            <a:extLst>
              <a:ext uri="{FF2B5EF4-FFF2-40B4-BE49-F238E27FC236}">
                <a16:creationId xmlns:a16="http://schemas.microsoft.com/office/drawing/2014/main" id="{66CD3144-87E2-2962-7858-790607296CCB}"/>
              </a:ext>
            </a:extLst>
          </p:cNvPr>
          <p:cNvSpPr txBox="1">
            <a:spLocks noChangeArrowheads="1"/>
          </p:cNvSpPr>
          <p:nvPr/>
        </p:nvSpPr>
        <p:spPr bwMode="auto">
          <a:xfrm>
            <a:off x="7069139" y="2236789"/>
            <a:ext cx="9366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Address</a:t>
            </a:r>
          </a:p>
          <a:p>
            <a:pPr algn="ctr" eaLnBrk="1" hangingPunct="1"/>
            <a:r>
              <a:rPr lang="en-US" altLang="en-US" sz="1600"/>
              <a:t>inputs</a:t>
            </a:r>
          </a:p>
        </p:txBody>
      </p:sp>
      <p:sp>
        <p:nvSpPr>
          <p:cNvPr id="30761" name="TextBox 41">
            <a:extLst>
              <a:ext uri="{FF2B5EF4-FFF2-40B4-BE49-F238E27FC236}">
                <a16:creationId xmlns:a16="http://schemas.microsoft.com/office/drawing/2014/main" id="{3FADDCFF-B12D-4675-42F9-2893AADEF91F}"/>
              </a:ext>
            </a:extLst>
          </p:cNvPr>
          <p:cNvSpPr txBox="1">
            <a:spLocks noChangeArrowheads="1"/>
          </p:cNvSpPr>
          <p:nvPr/>
        </p:nvSpPr>
        <p:spPr bwMode="auto">
          <a:xfrm>
            <a:off x="7450138" y="4652963"/>
            <a:ext cx="938212"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Write</a:t>
            </a:r>
            <a:br>
              <a:rPr lang="en-US" altLang="en-US" sz="1600"/>
            </a:br>
            <a:r>
              <a:rPr lang="en-US" altLang="en-US" sz="1600"/>
              <a:t>enable</a:t>
            </a:r>
          </a:p>
        </p:txBody>
      </p:sp>
      <p:sp>
        <p:nvSpPr>
          <p:cNvPr id="30762" name="TextBox 42">
            <a:extLst>
              <a:ext uri="{FF2B5EF4-FFF2-40B4-BE49-F238E27FC236}">
                <a16:creationId xmlns:a16="http://schemas.microsoft.com/office/drawing/2014/main" id="{12B72CBB-4084-9F64-5887-4531B1B5998E}"/>
              </a:ext>
            </a:extLst>
          </p:cNvPr>
          <p:cNvSpPr txBox="1">
            <a:spLocks noChangeArrowheads="1"/>
          </p:cNvSpPr>
          <p:nvPr/>
        </p:nvSpPr>
        <p:spPr bwMode="auto">
          <a:xfrm>
            <a:off x="8558213" y="3481388"/>
            <a:ext cx="508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A8</a:t>
            </a:r>
          </a:p>
        </p:txBody>
      </p:sp>
      <p:sp>
        <p:nvSpPr>
          <p:cNvPr id="30763" name="TextBox 43">
            <a:extLst>
              <a:ext uri="{FF2B5EF4-FFF2-40B4-BE49-F238E27FC236}">
                <a16:creationId xmlns:a16="http://schemas.microsoft.com/office/drawing/2014/main" id="{ACCB344F-DB95-2194-68E7-27B0301CBC56}"/>
              </a:ext>
            </a:extLst>
          </p:cNvPr>
          <p:cNvSpPr txBox="1">
            <a:spLocks noChangeArrowheads="1"/>
          </p:cNvSpPr>
          <p:nvPr/>
        </p:nvSpPr>
        <p:spPr bwMode="auto">
          <a:xfrm>
            <a:off x="8558213" y="3700463"/>
            <a:ext cx="508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A9</a:t>
            </a:r>
          </a:p>
        </p:txBody>
      </p:sp>
      <p:sp>
        <p:nvSpPr>
          <p:cNvPr id="30764" name="Line 61">
            <a:extLst>
              <a:ext uri="{FF2B5EF4-FFF2-40B4-BE49-F238E27FC236}">
                <a16:creationId xmlns:a16="http://schemas.microsoft.com/office/drawing/2014/main" id="{58CEA2E5-AA39-1EC5-5042-D12E5F532418}"/>
              </a:ext>
            </a:extLst>
          </p:cNvPr>
          <p:cNvSpPr>
            <a:spLocks noChangeShapeType="1"/>
          </p:cNvSpPr>
          <p:nvPr/>
        </p:nvSpPr>
        <p:spPr bwMode="auto">
          <a:xfrm flipH="1" flipV="1">
            <a:off x="8137525" y="3649663"/>
            <a:ext cx="412750" cy="47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5" name="Line 61">
            <a:extLst>
              <a:ext uri="{FF2B5EF4-FFF2-40B4-BE49-F238E27FC236}">
                <a16:creationId xmlns:a16="http://schemas.microsoft.com/office/drawing/2014/main" id="{FB9FF9A5-6F72-5B98-23CF-6CB1C17553CA}"/>
              </a:ext>
            </a:extLst>
          </p:cNvPr>
          <p:cNvSpPr>
            <a:spLocks noChangeShapeType="1"/>
          </p:cNvSpPr>
          <p:nvPr/>
        </p:nvSpPr>
        <p:spPr bwMode="auto">
          <a:xfrm flipH="1" flipV="1">
            <a:off x="8145463" y="3883026"/>
            <a:ext cx="412750" cy="47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6" name="Oval 67">
            <a:extLst>
              <a:ext uri="{FF2B5EF4-FFF2-40B4-BE49-F238E27FC236}">
                <a16:creationId xmlns:a16="http://schemas.microsoft.com/office/drawing/2014/main" id="{4C4C18B8-96C9-562D-B187-97DC65A7617B}"/>
              </a:ext>
            </a:extLst>
          </p:cNvPr>
          <p:cNvSpPr>
            <a:spLocks noChangeArrowheads="1"/>
          </p:cNvSpPr>
          <p:nvPr/>
        </p:nvSpPr>
        <p:spPr bwMode="auto">
          <a:xfrm>
            <a:off x="8394701" y="4365626"/>
            <a:ext cx="155575" cy="155575"/>
          </a:xfrm>
          <a:prstGeom prst="ellipse">
            <a:avLst/>
          </a:prstGeom>
          <a:solidFill>
            <a:schemeClr val="accent1"/>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67" name="Line 62">
            <a:extLst>
              <a:ext uri="{FF2B5EF4-FFF2-40B4-BE49-F238E27FC236}">
                <a16:creationId xmlns:a16="http://schemas.microsoft.com/office/drawing/2014/main" id="{8BA6ADF7-0371-5ECC-9FC4-4E593ACF1B2E}"/>
              </a:ext>
            </a:extLst>
          </p:cNvPr>
          <p:cNvSpPr>
            <a:spLocks noChangeShapeType="1"/>
          </p:cNvSpPr>
          <p:nvPr/>
        </p:nvSpPr>
        <p:spPr bwMode="auto">
          <a:xfrm flipH="1">
            <a:off x="8108950" y="4443413"/>
            <a:ext cx="274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a:extLst>
              <a:ext uri="{FF2B5EF4-FFF2-40B4-BE49-F238E27FC236}">
                <a16:creationId xmlns:a16="http://schemas.microsoft.com/office/drawing/2014/main" id="{1C60EED1-E1F8-BA94-58C1-16DE2ADD8871}"/>
              </a:ext>
            </a:extLst>
          </p:cNvPr>
          <p:cNvSpPr>
            <a:spLocks noGrp="1" noChangeArrowheads="1"/>
          </p:cNvSpPr>
          <p:nvPr>
            <p:ph type="title"/>
          </p:nvPr>
        </p:nvSpPr>
        <p:spPr/>
        <p:txBody>
          <a:bodyPr/>
          <a:lstStyle/>
          <a:p>
            <a:r>
              <a:rPr lang="en-US" altLang="en-US"/>
              <a:t>Asynchronous RAM in Verilog (3)</a:t>
            </a:r>
          </a:p>
        </p:txBody>
      </p:sp>
      <p:sp>
        <p:nvSpPr>
          <p:cNvPr id="31747" name="Content Placeholder 3">
            <a:extLst>
              <a:ext uri="{FF2B5EF4-FFF2-40B4-BE49-F238E27FC236}">
                <a16:creationId xmlns:a16="http://schemas.microsoft.com/office/drawing/2014/main" id="{25F1C6A7-BFF6-8BD5-D621-E2E2C9DCAB0E}"/>
              </a:ext>
            </a:extLst>
          </p:cNvPr>
          <p:cNvSpPr>
            <a:spLocks noGrp="1" noChangeArrowheads="1"/>
          </p:cNvSpPr>
          <p:nvPr>
            <p:ph type="body" sz="quarter" idx="10"/>
          </p:nvPr>
        </p:nvSpPr>
        <p:spPr/>
        <p:txBody>
          <a:bodyPr/>
          <a:lstStyle/>
          <a:p>
            <a:pPr>
              <a:spcBef>
                <a:spcPct val="0"/>
              </a:spcBef>
              <a:buFont typeface="Wingdings" panose="05000000000000000000" pitchFamily="2" charset="2"/>
              <a:buNone/>
            </a:pPr>
            <a:r>
              <a:rPr lang="en-US" altLang="en-US" sz="1800"/>
              <a:t>// Memory Write Block</a:t>
            </a:r>
          </a:p>
          <a:p>
            <a:pPr>
              <a:spcBef>
                <a:spcPct val="0"/>
              </a:spcBef>
              <a:buFont typeface="Wingdings" panose="05000000000000000000" pitchFamily="2" charset="2"/>
              <a:buNone/>
            </a:pPr>
            <a:r>
              <a:rPr lang="en-US" altLang="en-US" sz="1800"/>
              <a:t> // Write Operation : When we = 0, cs = 0</a:t>
            </a:r>
          </a:p>
          <a:p>
            <a:pPr>
              <a:spcBef>
                <a:spcPct val="0"/>
              </a:spcBef>
              <a:buFont typeface="Wingdings" panose="05000000000000000000" pitchFamily="2" charset="2"/>
              <a:buNone/>
            </a:pPr>
            <a:r>
              <a:rPr lang="en-US" altLang="en-US" sz="1800" b="1"/>
              <a:t>always</a:t>
            </a:r>
            <a:r>
              <a:rPr lang="en-US" altLang="en-US" sz="1800"/>
              <a:t> @ (*)</a:t>
            </a:r>
          </a:p>
          <a:p>
            <a:pPr>
              <a:spcBef>
                <a:spcPct val="0"/>
              </a:spcBef>
              <a:buFont typeface="Wingdings" panose="05000000000000000000" pitchFamily="2" charset="2"/>
              <a:buNone/>
            </a:pPr>
            <a:r>
              <a:rPr lang="en-US" altLang="en-US" sz="1800" b="1"/>
              <a:t>begin</a:t>
            </a:r>
            <a:r>
              <a:rPr lang="en-US" altLang="en-US" sz="1800"/>
              <a:t> </a:t>
            </a:r>
          </a:p>
          <a:p>
            <a:pPr>
              <a:spcBef>
                <a:spcPct val="0"/>
              </a:spcBef>
              <a:buFont typeface="Wingdings" panose="05000000000000000000" pitchFamily="2" charset="2"/>
              <a:buNone/>
            </a:pPr>
            <a:r>
              <a:rPr lang="en-US" altLang="en-US" sz="1800"/>
              <a:t>    if ( !cs &amp;&amp; !we ) </a:t>
            </a:r>
          </a:p>
          <a:p>
            <a:pPr>
              <a:spcBef>
                <a:spcPct val="0"/>
              </a:spcBef>
              <a:buFont typeface="Wingdings" panose="05000000000000000000" pitchFamily="2" charset="2"/>
              <a:buNone/>
            </a:pPr>
            <a:r>
              <a:rPr lang="en-US" altLang="en-US" sz="1800"/>
              <a:t> mem[address] = data;</a:t>
            </a:r>
          </a:p>
          <a:p>
            <a:pPr>
              <a:spcBef>
                <a:spcPct val="0"/>
              </a:spcBef>
              <a:buFont typeface="Wingdings" panose="05000000000000000000" pitchFamily="2" charset="2"/>
              <a:buNone/>
            </a:pPr>
            <a:r>
              <a:rPr lang="en-US" altLang="en-US" sz="1800" b="1"/>
              <a:t>end</a:t>
            </a:r>
          </a:p>
          <a:p>
            <a:pPr>
              <a:spcBef>
                <a:spcPct val="0"/>
              </a:spcBef>
              <a:buFont typeface="Wingdings" panose="05000000000000000000" pitchFamily="2" charset="2"/>
              <a:buNone/>
            </a:pPr>
            <a:r>
              <a:rPr lang="en-US" altLang="en-US" sz="1800"/>
              <a:t>// Memory Read Block </a:t>
            </a:r>
          </a:p>
          <a:p>
            <a:pPr>
              <a:spcBef>
                <a:spcPct val="0"/>
              </a:spcBef>
              <a:buFont typeface="Wingdings" panose="05000000000000000000" pitchFamily="2" charset="2"/>
              <a:buNone/>
            </a:pPr>
            <a:r>
              <a:rPr lang="en-US" altLang="en-US" sz="1800"/>
              <a:t>// Read Operation : When we = 1, oe = 0, cs = 0</a:t>
            </a:r>
          </a:p>
          <a:p>
            <a:pPr>
              <a:spcBef>
                <a:spcPct val="0"/>
              </a:spcBef>
              <a:buFont typeface="Wingdings" panose="05000000000000000000" pitchFamily="2" charset="2"/>
              <a:buNone/>
            </a:pPr>
            <a:r>
              <a:rPr lang="en-US" altLang="en-US" sz="1800" b="1"/>
              <a:t>always</a:t>
            </a:r>
            <a:r>
              <a:rPr lang="en-US" altLang="en-US" sz="1800"/>
              <a:t> @ (*)</a:t>
            </a:r>
          </a:p>
          <a:p>
            <a:pPr>
              <a:spcBef>
                <a:spcPct val="0"/>
              </a:spcBef>
              <a:buFont typeface="Wingdings" panose="05000000000000000000" pitchFamily="2" charset="2"/>
              <a:buNone/>
            </a:pPr>
            <a:r>
              <a:rPr lang="ru-RU" altLang="en-US" sz="1800"/>
              <a:t> </a:t>
            </a:r>
            <a:r>
              <a:rPr lang="en-US" altLang="en-US" sz="1800" b="1"/>
              <a:t>begin</a:t>
            </a:r>
            <a:r>
              <a:rPr lang="en-US" altLang="en-US" sz="1800"/>
              <a:t>    </a:t>
            </a:r>
          </a:p>
          <a:p>
            <a:pPr>
              <a:spcBef>
                <a:spcPct val="0"/>
              </a:spcBef>
              <a:buFont typeface="Wingdings" panose="05000000000000000000" pitchFamily="2" charset="2"/>
              <a:buNone/>
            </a:pPr>
            <a:r>
              <a:rPr lang="en-US" altLang="en-US" sz="1800"/>
              <a:t> </a:t>
            </a:r>
            <a:r>
              <a:rPr lang="en-US" altLang="en-US" sz="1800" b="1"/>
              <a:t>if</a:t>
            </a:r>
            <a:r>
              <a:rPr lang="en-US" altLang="en-US" sz="1800"/>
              <a:t> (!cs &amp;&amp; we &amp;&amp; !oe) </a:t>
            </a:r>
          </a:p>
          <a:p>
            <a:pPr>
              <a:spcBef>
                <a:spcPct val="0"/>
              </a:spcBef>
              <a:buFont typeface="Wingdings" panose="05000000000000000000" pitchFamily="2" charset="2"/>
              <a:buNone/>
            </a:pPr>
            <a:r>
              <a:rPr lang="en-US" altLang="en-US" sz="1800"/>
              <a:t> data_out = mem[address];  </a:t>
            </a:r>
          </a:p>
          <a:p>
            <a:pPr>
              <a:spcBef>
                <a:spcPct val="0"/>
              </a:spcBef>
              <a:buFont typeface="Wingdings" panose="05000000000000000000" pitchFamily="2" charset="2"/>
              <a:buNone/>
            </a:pPr>
            <a:r>
              <a:rPr lang="en-US" altLang="en-US" sz="1800"/>
              <a:t> </a:t>
            </a:r>
            <a:r>
              <a:rPr lang="en-US" altLang="en-US" sz="1800" b="1"/>
              <a:t>end</a:t>
            </a:r>
          </a:p>
          <a:p>
            <a:pPr>
              <a:spcBef>
                <a:spcPct val="0"/>
              </a:spcBef>
              <a:buFont typeface="Wingdings" panose="05000000000000000000" pitchFamily="2" charset="2"/>
              <a:buNone/>
            </a:pPr>
            <a:r>
              <a:rPr lang="en-US" altLang="en-US" sz="1800" b="1"/>
              <a:t>endmodule</a:t>
            </a:r>
            <a:r>
              <a:rPr lang="en-US" altLang="en-US" sz="1800"/>
              <a:t> </a:t>
            </a:r>
            <a:endParaRPr lang="ru-RU" altLang="en-US" sz="1800"/>
          </a:p>
          <a:p>
            <a:pPr>
              <a:spcBef>
                <a:spcPct val="0"/>
              </a:spcBef>
              <a:buFont typeface="Wingdings" panose="05000000000000000000" pitchFamily="2" charset="2"/>
              <a:buNone/>
            </a:pPr>
            <a:endParaRPr lang="en-US" altLang="en-US" sz="18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a:extLst>
              <a:ext uri="{FF2B5EF4-FFF2-40B4-BE49-F238E27FC236}">
                <a16:creationId xmlns:a16="http://schemas.microsoft.com/office/drawing/2014/main" id="{16AE981A-FD10-69AD-AA22-462755F8ABF3}"/>
              </a:ext>
            </a:extLst>
          </p:cNvPr>
          <p:cNvSpPr>
            <a:spLocks noGrp="1" noChangeArrowheads="1"/>
          </p:cNvSpPr>
          <p:nvPr>
            <p:ph type="title"/>
          </p:nvPr>
        </p:nvSpPr>
        <p:spPr/>
        <p:txBody>
          <a:bodyPr/>
          <a:lstStyle/>
          <a:p>
            <a:r>
              <a:rPr lang="en-US" altLang="en-US"/>
              <a:t>Logic Symbols for SRAMs</a:t>
            </a:r>
            <a:endParaRPr lang="ru-RU" altLang="en-US"/>
          </a:p>
        </p:txBody>
      </p:sp>
      <p:grpSp>
        <p:nvGrpSpPr>
          <p:cNvPr id="32771" name="Group 120">
            <a:extLst>
              <a:ext uri="{FF2B5EF4-FFF2-40B4-BE49-F238E27FC236}">
                <a16:creationId xmlns:a16="http://schemas.microsoft.com/office/drawing/2014/main" id="{4A97B05F-F4A5-24AA-656F-6E961B8E422B}"/>
              </a:ext>
            </a:extLst>
          </p:cNvPr>
          <p:cNvGrpSpPr>
            <a:grpSpLocks/>
          </p:cNvGrpSpPr>
          <p:nvPr/>
        </p:nvGrpSpPr>
        <p:grpSpPr bwMode="auto">
          <a:xfrm>
            <a:off x="2279650" y="1287464"/>
            <a:ext cx="2736850" cy="4484687"/>
            <a:chOff x="476" y="811"/>
            <a:chExt cx="1724" cy="2825"/>
          </a:xfrm>
        </p:grpSpPr>
        <p:sp>
          <p:nvSpPr>
            <p:cNvPr id="32807" name="Text Box 107">
              <a:extLst>
                <a:ext uri="{FF2B5EF4-FFF2-40B4-BE49-F238E27FC236}">
                  <a16:creationId xmlns:a16="http://schemas.microsoft.com/office/drawing/2014/main" id="{D2348D36-877D-2C2E-9AAF-3CBED578EF68}"/>
                </a:ext>
              </a:extLst>
            </p:cNvPr>
            <p:cNvSpPr txBox="1">
              <a:spLocks noChangeArrowheads="1"/>
            </p:cNvSpPr>
            <p:nvPr/>
          </p:nvSpPr>
          <p:spPr bwMode="auto">
            <a:xfrm>
              <a:off x="832" y="3386"/>
              <a:ext cx="13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128 Кbyte</a:t>
              </a:r>
              <a:endParaRPr lang="ru-RU" altLang="en-US" sz="2000"/>
            </a:p>
          </p:txBody>
        </p:sp>
        <p:sp>
          <p:nvSpPr>
            <p:cNvPr id="32808" name="Text Box 105">
              <a:extLst>
                <a:ext uri="{FF2B5EF4-FFF2-40B4-BE49-F238E27FC236}">
                  <a16:creationId xmlns:a16="http://schemas.microsoft.com/office/drawing/2014/main" id="{400D9D50-FE02-4198-FC1A-06F067A354C3}"/>
                </a:ext>
              </a:extLst>
            </p:cNvPr>
            <p:cNvSpPr txBox="1">
              <a:spLocks noChangeArrowheads="1"/>
            </p:cNvSpPr>
            <p:nvPr/>
          </p:nvSpPr>
          <p:spPr bwMode="auto">
            <a:xfrm>
              <a:off x="809" y="811"/>
              <a:ext cx="10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HM628 128</a:t>
              </a:r>
              <a:endParaRPr lang="ru-RU" altLang="en-US" sz="2000"/>
            </a:p>
          </p:txBody>
        </p:sp>
        <p:sp>
          <p:nvSpPr>
            <p:cNvPr id="32809" name="Rectangle 5">
              <a:extLst>
                <a:ext uri="{FF2B5EF4-FFF2-40B4-BE49-F238E27FC236}">
                  <a16:creationId xmlns:a16="http://schemas.microsoft.com/office/drawing/2014/main" id="{E1B40E9E-19FA-1D18-832C-8A27A596C8C0}"/>
                </a:ext>
              </a:extLst>
            </p:cNvPr>
            <p:cNvSpPr>
              <a:spLocks noChangeArrowheads="1"/>
            </p:cNvSpPr>
            <p:nvPr/>
          </p:nvSpPr>
          <p:spPr bwMode="auto">
            <a:xfrm>
              <a:off x="869" y="1071"/>
              <a:ext cx="951" cy="2042"/>
            </a:xfrm>
            <a:prstGeom prst="rect">
              <a:avLst/>
            </a:prstGeom>
            <a:solidFill>
              <a:schemeClr val="accent1"/>
            </a:solidFill>
            <a:ln w="25400">
              <a:solidFill>
                <a:schemeClr val="tx1"/>
              </a:solidFill>
              <a:miter lim="800000"/>
              <a:headEnd/>
              <a:tailEnd/>
            </a:ln>
          </p:spPr>
          <p:txBody>
            <a:bodyPr wrap="none"/>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solidFill>
                    <a:schemeClr val="bg1"/>
                  </a:solidFill>
                </a:rPr>
                <a:t>A0</a:t>
              </a:r>
            </a:p>
            <a:p>
              <a:pPr eaLnBrk="1" hangingPunct="1"/>
              <a:r>
                <a:rPr lang="en-US" altLang="en-US" sz="2000" dirty="0">
                  <a:solidFill>
                    <a:schemeClr val="bg1"/>
                  </a:solidFill>
                </a:rPr>
                <a:t>A1</a:t>
              </a:r>
            </a:p>
            <a:p>
              <a:pPr eaLnBrk="1" hangingPunct="1"/>
              <a:r>
                <a:rPr lang="en-US" altLang="en-US" sz="2000" dirty="0">
                  <a:solidFill>
                    <a:schemeClr val="bg1"/>
                  </a:solidFill>
                </a:rPr>
                <a:t>A2</a:t>
              </a:r>
            </a:p>
            <a:p>
              <a:pPr eaLnBrk="1" hangingPunct="1"/>
              <a:endParaRPr lang="en-US" altLang="en-US" sz="2000" dirty="0"/>
            </a:p>
            <a:p>
              <a:pPr eaLnBrk="1" hangingPunct="1"/>
              <a:r>
                <a:rPr lang="en-US" altLang="en-US" sz="2000" dirty="0">
                  <a:solidFill>
                    <a:schemeClr val="bg1"/>
                  </a:solidFill>
                </a:rPr>
                <a:t>A16</a:t>
              </a:r>
            </a:p>
            <a:p>
              <a:pPr eaLnBrk="1" hangingPunct="1"/>
              <a:r>
                <a:rPr lang="en-US" altLang="en-US" sz="2000" dirty="0">
                  <a:solidFill>
                    <a:schemeClr val="bg1"/>
                  </a:solidFill>
                </a:rPr>
                <a:t>WE</a:t>
              </a:r>
              <a:br>
                <a:rPr lang="en-US" altLang="en-US" sz="2000" dirty="0">
                  <a:solidFill>
                    <a:schemeClr val="bg1"/>
                  </a:solidFill>
                </a:rPr>
              </a:br>
              <a:r>
                <a:rPr lang="en-US" altLang="en-US" sz="2000" dirty="0">
                  <a:solidFill>
                    <a:schemeClr val="bg1"/>
                  </a:solidFill>
                </a:rPr>
                <a:t>CS1</a:t>
              </a:r>
            </a:p>
            <a:p>
              <a:pPr eaLnBrk="1" hangingPunct="1"/>
              <a:r>
                <a:rPr lang="en-US" altLang="en-US" sz="2000" dirty="0">
                  <a:solidFill>
                    <a:schemeClr val="bg1"/>
                  </a:solidFill>
                </a:rPr>
                <a:t>CS2</a:t>
              </a:r>
            </a:p>
            <a:p>
              <a:pPr eaLnBrk="1" hangingPunct="1"/>
              <a:br>
                <a:rPr lang="en-US" altLang="en-US" sz="2000" dirty="0"/>
              </a:br>
              <a:r>
                <a:rPr lang="en-US" altLang="en-US" sz="2000" dirty="0">
                  <a:solidFill>
                    <a:schemeClr val="bg1"/>
                  </a:solidFill>
                </a:rPr>
                <a:t>OE</a:t>
              </a:r>
              <a:br>
                <a:rPr lang="en-US" altLang="en-US" sz="2000" dirty="0"/>
              </a:br>
              <a:endParaRPr lang="ru-RU" altLang="en-US" sz="2000" dirty="0"/>
            </a:p>
          </p:txBody>
        </p:sp>
        <p:sp>
          <p:nvSpPr>
            <p:cNvPr id="32810" name="Line 6">
              <a:extLst>
                <a:ext uri="{FF2B5EF4-FFF2-40B4-BE49-F238E27FC236}">
                  <a16:creationId xmlns:a16="http://schemas.microsoft.com/office/drawing/2014/main" id="{BEE84324-A494-643C-7FFF-4555A4DF7C37}"/>
                </a:ext>
              </a:extLst>
            </p:cNvPr>
            <p:cNvSpPr>
              <a:spLocks noChangeShapeType="1"/>
            </p:cNvSpPr>
            <p:nvPr/>
          </p:nvSpPr>
          <p:spPr bwMode="auto">
            <a:xfrm>
              <a:off x="490" y="1232"/>
              <a:ext cx="3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1" name="Line 7">
              <a:extLst>
                <a:ext uri="{FF2B5EF4-FFF2-40B4-BE49-F238E27FC236}">
                  <a16:creationId xmlns:a16="http://schemas.microsoft.com/office/drawing/2014/main" id="{0E1D0394-C07D-A955-2219-544B70C2354A}"/>
                </a:ext>
              </a:extLst>
            </p:cNvPr>
            <p:cNvSpPr>
              <a:spLocks noChangeShapeType="1"/>
            </p:cNvSpPr>
            <p:nvPr/>
          </p:nvSpPr>
          <p:spPr bwMode="auto">
            <a:xfrm>
              <a:off x="490" y="1384"/>
              <a:ext cx="3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2" name="Line 8">
              <a:extLst>
                <a:ext uri="{FF2B5EF4-FFF2-40B4-BE49-F238E27FC236}">
                  <a16:creationId xmlns:a16="http://schemas.microsoft.com/office/drawing/2014/main" id="{CC95D640-33FC-2C28-89C8-5C33CF3548CA}"/>
                </a:ext>
              </a:extLst>
            </p:cNvPr>
            <p:cNvSpPr>
              <a:spLocks noChangeShapeType="1"/>
            </p:cNvSpPr>
            <p:nvPr/>
          </p:nvSpPr>
          <p:spPr bwMode="auto">
            <a:xfrm>
              <a:off x="490" y="1536"/>
              <a:ext cx="3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3" name="Line 9">
              <a:extLst>
                <a:ext uri="{FF2B5EF4-FFF2-40B4-BE49-F238E27FC236}">
                  <a16:creationId xmlns:a16="http://schemas.microsoft.com/office/drawing/2014/main" id="{0C54ED32-006C-4196-8DCD-C4442140CC49}"/>
                </a:ext>
              </a:extLst>
            </p:cNvPr>
            <p:cNvSpPr>
              <a:spLocks noChangeShapeType="1"/>
            </p:cNvSpPr>
            <p:nvPr/>
          </p:nvSpPr>
          <p:spPr bwMode="auto">
            <a:xfrm>
              <a:off x="501" y="2013"/>
              <a:ext cx="3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4" name="Line 11">
              <a:extLst>
                <a:ext uri="{FF2B5EF4-FFF2-40B4-BE49-F238E27FC236}">
                  <a16:creationId xmlns:a16="http://schemas.microsoft.com/office/drawing/2014/main" id="{138EA7A4-56B6-E177-36A4-278A1143117E}"/>
                </a:ext>
              </a:extLst>
            </p:cNvPr>
            <p:cNvSpPr>
              <a:spLocks noChangeShapeType="1"/>
            </p:cNvSpPr>
            <p:nvPr/>
          </p:nvSpPr>
          <p:spPr bwMode="auto">
            <a:xfrm>
              <a:off x="702" y="1651"/>
              <a:ext cx="0" cy="322"/>
            </a:xfrm>
            <a:prstGeom prst="line">
              <a:avLst/>
            </a:prstGeom>
            <a:noFill/>
            <a:ln w="25400">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32815" name="Line 12">
              <a:extLst>
                <a:ext uri="{FF2B5EF4-FFF2-40B4-BE49-F238E27FC236}">
                  <a16:creationId xmlns:a16="http://schemas.microsoft.com/office/drawing/2014/main" id="{A9C2339B-D600-8F63-86EB-AB3946EAE16A}"/>
                </a:ext>
              </a:extLst>
            </p:cNvPr>
            <p:cNvSpPr>
              <a:spLocks noChangeShapeType="1"/>
            </p:cNvSpPr>
            <p:nvPr/>
          </p:nvSpPr>
          <p:spPr bwMode="auto">
            <a:xfrm>
              <a:off x="1820" y="2607"/>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6" name="Line 13">
              <a:extLst>
                <a:ext uri="{FF2B5EF4-FFF2-40B4-BE49-F238E27FC236}">
                  <a16:creationId xmlns:a16="http://schemas.microsoft.com/office/drawing/2014/main" id="{CEFCC2CC-F837-9265-0C75-47A918FF32E0}"/>
                </a:ext>
              </a:extLst>
            </p:cNvPr>
            <p:cNvSpPr>
              <a:spLocks noChangeShapeType="1"/>
            </p:cNvSpPr>
            <p:nvPr/>
          </p:nvSpPr>
          <p:spPr bwMode="auto">
            <a:xfrm>
              <a:off x="1820" y="2789"/>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7" name="Line 14">
              <a:extLst>
                <a:ext uri="{FF2B5EF4-FFF2-40B4-BE49-F238E27FC236}">
                  <a16:creationId xmlns:a16="http://schemas.microsoft.com/office/drawing/2014/main" id="{E2DEC000-CEA6-0A23-BF3C-3DF13ACCB697}"/>
                </a:ext>
              </a:extLst>
            </p:cNvPr>
            <p:cNvSpPr>
              <a:spLocks noChangeShapeType="1"/>
            </p:cNvSpPr>
            <p:nvPr/>
          </p:nvSpPr>
          <p:spPr bwMode="auto">
            <a:xfrm>
              <a:off x="1831" y="1482"/>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8" name="Line 15">
              <a:extLst>
                <a:ext uri="{FF2B5EF4-FFF2-40B4-BE49-F238E27FC236}">
                  <a16:creationId xmlns:a16="http://schemas.microsoft.com/office/drawing/2014/main" id="{E69D6210-F3DE-1989-0A9C-B908A1037055}"/>
                </a:ext>
              </a:extLst>
            </p:cNvPr>
            <p:cNvSpPr>
              <a:spLocks noChangeShapeType="1"/>
            </p:cNvSpPr>
            <p:nvPr/>
          </p:nvSpPr>
          <p:spPr bwMode="auto">
            <a:xfrm>
              <a:off x="1831" y="1666"/>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9" name="Line 16">
              <a:extLst>
                <a:ext uri="{FF2B5EF4-FFF2-40B4-BE49-F238E27FC236}">
                  <a16:creationId xmlns:a16="http://schemas.microsoft.com/office/drawing/2014/main" id="{C8057401-5BF7-26B9-9041-4F839AD537B1}"/>
                </a:ext>
              </a:extLst>
            </p:cNvPr>
            <p:cNvSpPr>
              <a:spLocks noChangeShapeType="1"/>
            </p:cNvSpPr>
            <p:nvPr/>
          </p:nvSpPr>
          <p:spPr bwMode="auto">
            <a:xfrm>
              <a:off x="1831" y="1860"/>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0" name="Line 17">
              <a:extLst>
                <a:ext uri="{FF2B5EF4-FFF2-40B4-BE49-F238E27FC236}">
                  <a16:creationId xmlns:a16="http://schemas.microsoft.com/office/drawing/2014/main" id="{923862C9-162E-F50F-D422-9750937883FF}"/>
                </a:ext>
              </a:extLst>
            </p:cNvPr>
            <p:cNvSpPr>
              <a:spLocks noChangeShapeType="1"/>
            </p:cNvSpPr>
            <p:nvPr/>
          </p:nvSpPr>
          <p:spPr bwMode="auto">
            <a:xfrm>
              <a:off x="1831" y="2044"/>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1" name="Line 18">
              <a:extLst>
                <a:ext uri="{FF2B5EF4-FFF2-40B4-BE49-F238E27FC236}">
                  <a16:creationId xmlns:a16="http://schemas.microsoft.com/office/drawing/2014/main" id="{2949CAFC-715B-C0B3-8FA7-F36883C31B96}"/>
                </a:ext>
              </a:extLst>
            </p:cNvPr>
            <p:cNvSpPr>
              <a:spLocks noChangeShapeType="1"/>
            </p:cNvSpPr>
            <p:nvPr/>
          </p:nvSpPr>
          <p:spPr bwMode="auto">
            <a:xfrm>
              <a:off x="1820" y="2228"/>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2" name="Line 19">
              <a:extLst>
                <a:ext uri="{FF2B5EF4-FFF2-40B4-BE49-F238E27FC236}">
                  <a16:creationId xmlns:a16="http://schemas.microsoft.com/office/drawing/2014/main" id="{2535FC38-EFDB-FE09-19DB-C4CC03940B22}"/>
                </a:ext>
              </a:extLst>
            </p:cNvPr>
            <p:cNvSpPr>
              <a:spLocks noChangeShapeType="1"/>
            </p:cNvSpPr>
            <p:nvPr/>
          </p:nvSpPr>
          <p:spPr bwMode="auto">
            <a:xfrm>
              <a:off x="1820" y="2422"/>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3" name="Oval 21">
              <a:extLst>
                <a:ext uri="{FF2B5EF4-FFF2-40B4-BE49-F238E27FC236}">
                  <a16:creationId xmlns:a16="http://schemas.microsoft.com/office/drawing/2014/main" id="{F70653F1-4D42-43F7-7938-95B3B99F0E9A}"/>
                </a:ext>
              </a:extLst>
            </p:cNvPr>
            <p:cNvSpPr>
              <a:spLocks noChangeArrowheads="1"/>
            </p:cNvSpPr>
            <p:nvPr/>
          </p:nvSpPr>
          <p:spPr bwMode="auto">
            <a:xfrm>
              <a:off x="753" y="2147"/>
              <a:ext cx="107" cy="10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2824" name="Oval 24">
              <a:extLst>
                <a:ext uri="{FF2B5EF4-FFF2-40B4-BE49-F238E27FC236}">
                  <a16:creationId xmlns:a16="http://schemas.microsoft.com/office/drawing/2014/main" id="{8149B7F3-938B-E0EA-5712-C35258306F25}"/>
                </a:ext>
              </a:extLst>
            </p:cNvPr>
            <p:cNvSpPr>
              <a:spLocks noChangeArrowheads="1"/>
            </p:cNvSpPr>
            <p:nvPr/>
          </p:nvSpPr>
          <p:spPr bwMode="auto">
            <a:xfrm>
              <a:off x="757" y="2362"/>
              <a:ext cx="106" cy="10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2825" name="Oval 25">
              <a:extLst>
                <a:ext uri="{FF2B5EF4-FFF2-40B4-BE49-F238E27FC236}">
                  <a16:creationId xmlns:a16="http://schemas.microsoft.com/office/drawing/2014/main" id="{F8B6D9F6-D0AE-3155-0662-545DFB65B1CD}"/>
                </a:ext>
              </a:extLst>
            </p:cNvPr>
            <p:cNvSpPr>
              <a:spLocks noChangeArrowheads="1"/>
            </p:cNvSpPr>
            <p:nvPr/>
          </p:nvSpPr>
          <p:spPr bwMode="auto">
            <a:xfrm>
              <a:off x="757" y="2792"/>
              <a:ext cx="106" cy="10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2826" name="Line 26">
              <a:extLst>
                <a:ext uri="{FF2B5EF4-FFF2-40B4-BE49-F238E27FC236}">
                  <a16:creationId xmlns:a16="http://schemas.microsoft.com/office/drawing/2014/main" id="{8E22F69F-EEC8-F1C5-4EEF-7D25262A3F2B}"/>
                </a:ext>
              </a:extLst>
            </p:cNvPr>
            <p:cNvSpPr>
              <a:spLocks noChangeShapeType="1"/>
            </p:cNvSpPr>
            <p:nvPr/>
          </p:nvSpPr>
          <p:spPr bwMode="auto">
            <a:xfrm>
              <a:off x="487" y="2414"/>
              <a:ext cx="2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7" name="Line 27">
              <a:extLst>
                <a:ext uri="{FF2B5EF4-FFF2-40B4-BE49-F238E27FC236}">
                  <a16:creationId xmlns:a16="http://schemas.microsoft.com/office/drawing/2014/main" id="{6911FCB0-137D-D04B-3636-3F3F171E1AF0}"/>
                </a:ext>
              </a:extLst>
            </p:cNvPr>
            <p:cNvSpPr>
              <a:spLocks noChangeShapeType="1"/>
            </p:cNvSpPr>
            <p:nvPr/>
          </p:nvSpPr>
          <p:spPr bwMode="auto">
            <a:xfrm>
              <a:off x="488" y="2590"/>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8" name="Line 28">
              <a:extLst>
                <a:ext uri="{FF2B5EF4-FFF2-40B4-BE49-F238E27FC236}">
                  <a16:creationId xmlns:a16="http://schemas.microsoft.com/office/drawing/2014/main" id="{ECEA600E-3596-F9DE-A3D3-EC07FBD87DA2}"/>
                </a:ext>
              </a:extLst>
            </p:cNvPr>
            <p:cNvSpPr>
              <a:spLocks noChangeShapeType="1"/>
            </p:cNvSpPr>
            <p:nvPr/>
          </p:nvSpPr>
          <p:spPr bwMode="auto">
            <a:xfrm>
              <a:off x="486" y="2837"/>
              <a:ext cx="2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9" name="Line 30">
              <a:extLst>
                <a:ext uri="{FF2B5EF4-FFF2-40B4-BE49-F238E27FC236}">
                  <a16:creationId xmlns:a16="http://schemas.microsoft.com/office/drawing/2014/main" id="{01DD26E3-DE4D-8D1B-8FBE-CA57E1CA4707}"/>
                </a:ext>
              </a:extLst>
            </p:cNvPr>
            <p:cNvSpPr>
              <a:spLocks noChangeShapeType="1"/>
            </p:cNvSpPr>
            <p:nvPr/>
          </p:nvSpPr>
          <p:spPr bwMode="auto">
            <a:xfrm>
              <a:off x="476" y="2198"/>
              <a:ext cx="2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30" name="Text Box 31">
              <a:extLst>
                <a:ext uri="{FF2B5EF4-FFF2-40B4-BE49-F238E27FC236}">
                  <a16:creationId xmlns:a16="http://schemas.microsoft.com/office/drawing/2014/main" id="{EEE14024-4937-755A-3463-D73143E73DE2}"/>
                </a:ext>
              </a:extLst>
            </p:cNvPr>
            <p:cNvSpPr txBox="1">
              <a:spLocks noChangeArrowheads="1"/>
            </p:cNvSpPr>
            <p:nvPr/>
          </p:nvSpPr>
          <p:spPr bwMode="auto">
            <a:xfrm>
              <a:off x="1440" y="1351"/>
              <a:ext cx="4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IQ0</a:t>
              </a:r>
              <a:endParaRPr lang="ru-RU" altLang="en-US" sz="2000" dirty="0">
                <a:solidFill>
                  <a:schemeClr val="bg1"/>
                </a:solidFill>
              </a:endParaRPr>
            </a:p>
          </p:txBody>
        </p:sp>
        <p:sp>
          <p:nvSpPr>
            <p:cNvPr id="32831" name="Text Box 32">
              <a:extLst>
                <a:ext uri="{FF2B5EF4-FFF2-40B4-BE49-F238E27FC236}">
                  <a16:creationId xmlns:a16="http://schemas.microsoft.com/office/drawing/2014/main" id="{3058220D-26A6-353C-A9B5-52AFEF155804}"/>
                </a:ext>
              </a:extLst>
            </p:cNvPr>
            <p:cNvSpPr txBox="1">
              <a:spLocks noChangeArrowheads="1"/>
            </p:cNvSpPr>
            <p:nvPr/>
          </p:nvSpPr>
          <p:spPr bwMode="auto">
            <a:xfrm>
              <a:off x="1438" y="1545"/>
              <a:ext cx="4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IQ1</a:t>
              </a:r>
              <a:endParaRPr lang="ru-RU" altLang="en-US" sz="2000" dirty="0">
                <a:solidFill>
                  <a:schemeClr val="bg1"/>
                </a:solidFill>
              </a:endParaRPr>
            </a:p>
          </p:txBody>
        </p:sp>
        <p:sp>
          <p:nvSpPr>
            <p:cNvPr id="32832" name="Text Box 33">
              <a:extLst>
                <a:ext uri="{FF2B5EF4-FFF2-40B4-BE49-F238E27FC236}">
                  <a16:creationId xmlns:a16="http://schemas.microsoft.com/office/drawing/2014/main" id="{AC45FA60-9258-39A2-D353-8EC80516FD31}"/>
                </a:ext>
              </a:extLst>
            </p:cNvPr>
            <p:cNvSpPr txBox="1">
              <a:spLocks noChangeArrowheads="1"/>
            </p:cNvSpPr>
            <p:nvPr/>
          </p:nvSpPr>
          <p:spPr bwMode="auto">
            <a:xfrm>
              <a:off x="1429" y="1729"/>
              <a:ext cx="4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IQ2</a:t>
              </a:r>
              <a:endParaRPr lang="ru-RU" altLang="en-US" sz="2000" dirty="0">
                <a:solidFill>
                  <a:schemeClr val="bg1"/>
                </a:solidFill>
              </a:endParaRPr>
            </a:p>
          </p:txBody>
        </p:sp>
        <p:sp>
          <p:nvSpPr>
            <p:cNvPr id="32833" name="Text Box 34">
              <a:extLst>
                <a:ext uri="{FF2B5EF4-FFF2-40B4-BE49-F238E27FC236}">
                  <a16:creationId xmlns:a16="http://schemas.microsoft.com/office/drawing/2014/main" id="{F4F6766F-11A2-F7FE-C08F-4EDA4476ACA3}"/>
                </a:ext>
              </a:extLst>
            </p:cNvPr>
            <p:cNvSpPr txBox="1">
              <a:spLocks noChangeArrowheads="1"/>
            </p:cNvSpPr>
            <p:nvPr/>
          </p:nvSpPr>
          <p:spPr bwMode="auto">
            <a:xfrm>
              <a:off x="1440" y="1923"/>
              <a:ext cx="4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IQ3</a:t>
              </a:r>
              <a:endParaRPr lang="ru-RU" altLang="en-US" sz="2000" dirty="0">
                <a:solidFill>
                  <a:schemeClr val="bg1"/>
                </a:solidFill>
              </a:endParaRPr>
            </a:p>
          </p:txBody>
        </p:sp>
        <p:sp>
          <p:nvSpPr>
            <p:cNvPr id="32834" name="Text Box 35">
              <a:extLst>
                <a:ext uri="{FF2B5EF4-FFF2-40B4-BE49-F238E27FC236}">
                  <a16:creationId xmlns:a16="http://schemas.microsoft.com/office/drawing/2014/main" id="{248DF304-B804-0DE9-6740-3CE221EA0323}"/>
                </a:ext>
              </a:extLst>
            </p:cNvPr>
            <p:cNvSpPr txBox="1">
              <a:spLocks noChangeArrowheads="1"/>
            </p:cNvSpPr>
            <p:nvPr/>
          </p:nvSpPr>
          <p:spPr bwMode="auto">
            <a:xfrm>
              <a:off x="1445" y="2085"/>
              <a:ext cx="44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IQ4</a:t>
              </a:r>
              <a:endParaRPr lang="ru-RU" altLang="en-US" sz="2000" dirty="0">
                <a:solidFill>
                  <a:schemeClr val="bg1"/>
                </a:solidFill>
              </a:endParaRPr>
            </a:p>
          </p:txBody>
        </p:sp>
        <p:sp>
          <p:nvSpPr>
            <p:cNvPr id="32835" name="Text Box 36">
              <a:extLst>
                <a:ext uri="{FF2B5EF4-FFF2-40B4-BE49-F238E27FC236}">
                  <a16:creationId xmlns:a16="http://schemas.microsoft.com/office/drawing/2014/main" id="{61A5A559-4516-0DEA-6889-902DFB045E34}"/>
                </a:ext>
              </a:extLst>
            </p:cNvPr>
            <p:cNvSpPr txBox="1">
              <a:spLocks noChangeArrowheads="1"/>
            </p:cNvSpPr>
            <p:nvPr/>
          </p:nvSpPr>
          <p:spPr bwMode="auto">
            <a:xfrm>
              <a:off x="1440" y="2275"/>
              <a:ext cx="4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IQ5</a:t>
              </a:r>
              <a:endParaRPr lang="ru-RU" altLang="en-US" sz="2000" dirty="0">
                <a:solidFill>
                  <a:schemeClr val="bg1"/>
                </a:solidFill>
              </a:endParaRPr>
            </a:p>
          </p:txBody>
        </p:sp>
        <p:sp>
          <p:nvSpPr>
            <p:cNvPr id="32836" name="Text Box 39">
              <a:extLst>
                <a:ext uri="{FF2B5EF4-FFF2-40B4-BE49-F238E27FC236}">
                  <a16:creationId xmlns:a16="http://schemas.microsoft.com/office/drawing/2014/main" id="{7AB347A8-A967-6A51-9C53-17B7C70C2DB0}"/>
                </a:ext>
              </a:extLst>
            </p:cNvPr>
            <p:cNvSpPr txBox="1">
              <a:spLocks noChangeArrowheads="1"/>
            </p:cNvSpPr>
            <p:nvPr/>
          </p:nvSpPr>
          <p:spPr bwMode="auto">
            <a:xfrm>
              <a:off x="1439" y="2436"/>
              <a:ext cx="4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IQ6</a:t>
              </a:r>
              <a:endParaRPr lang="ru-RU" altLang="en-US" sz="2000" dirty="0">
                <a:solidFill>
                  <a:schemeClr val="bg1"/>
                </a:solidFill>
              </a:endParaRPr>
            </a:p>
          </p:txBody>
        </p:sp>
        <p:sp>
          <p:nvSpPr>
            <p:cNvPr id="32837" name="Text Box 40">
              <a:extLst>
                <a:ext uri="{FF2B5EF4-FFF2-40B4-BE49-F238E27FC236}">
                  <a16:creationId xmlns:a16="http://schemas.microsoft.com/office/drawing/2014/main" id="{7C20867A-7BFC-FC3C-DDD6-C5E1FB1D2759}"/>
                </a:ext>
              </a:extLst>
            </p:cNvPr>
            <p:cNvSpPr txBox="1">
              <a:spLocks noChangeArrowheads="1"/>
            </p:cNvSpPr>
            <p:nvPr/>
          </p:nvSpPr>
          <p:spPr bwMode="auto">
            <a:xfrm>
              <a:off x="1446" y="2629"/>
              <a:ext cx="44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IQ7</a:t>
              </a:r>
              <a:endParaRPr lang="ru-RU" altLang="en-US" sz="2000" dirty="0">
                <a:solidFill>
                  <a:schemeClr val="bg1"/>
                </a:solidFill>
              </a:endParaRPr>
            </a:p>
          </p:txBody>
        </p:sp>
        <p:sp>
          <p:nvSpPr>
            <p:cNvPr id="32838" name="Text Box 111">
              <a:extLst>
                <a:ext uri="{FF2B5EF4-FFF2-40B4-BE49-F238E27FC236}">
                  <a16:creationId xmlns:a16="http://schemas.microsoft.com/office/drawing/2014/main" id="{70745B54-FCEA-0F18-62CD-DF38CABDFE0B}"/>
                </a:ext>
              </a:extLst>
            </p:cNvPr>
            <p:cNvSpPr txBox="1">
              <a:spLocks noChangeArrowheads="1"/>
            </p:cNvSpPr>
            <p:nvPr/>
          </p:nvSpPr>
          <p:spPr bwMode="auto">
            <a:xfrm>
              <a:off x="884" y="1552"/>
              <a:ext cx="15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solidFill>
                    <a:schemeClr val="bg1"/>
                  </a:solidFill>
                </a:rPr>
                <a:t>.</a:t>
              </a:r>
              <a:endParaRPr lang="ru-RU" altLang="en-US" b="1" dirty="0">
                <a:solidFill>
                  <a:schemeClr val="bg1"/>
                </a:solidFill>
              </a:endParaRPr>
            </a:p>
          </p:txBody>
        </p:sp>
        <p:sp>
          <p:nvSpPr>
            <p:cNvPr id="32839" name="Text Box 112">
              <a:extLst>
                <a:ext uri="{FF2B5EF4-FFF2-40B4-BE49-F238E27FC236}">
                  <a16:creationId xmlns:a16="http://schemas.microsoft.com/office/drawing/2014/main" id="{4EFD7C7E-CC48-68C9-688E-F651A09C78CC}"/>
                </a:ext>
              </a:extLst>
            </p:cNvPr>
            <p:cNvSpPr txBox="1">
              <a:spLocks noChangeArrowheads="1"/>
            </p:cNvSpPr>
            <p:nvPr/>
          </p:nvSpPr>
          <p:spPr bwMode="auto">
            <a:xfrm>
              <a:off x="884" y="1616"/>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solidFill>
                    <a:schemeClr val="bg1"/>
                  </a:solidFill>
                </a:rPr>
                <a:t>.</a:t>
              </a:r>
              <a:endParaRPr lang="ru-RU" altLang="en-US" b="1" dirty="0">
                <a:solidFill>
                  <a:schemeClr val="bg1"/>
                </a:solidFill>
              </a:endParaRPr>
            </a:p>
          </p:txBody>
        </p:sp>
        <p:sp>
          <p:nvSpPr>
            <p:cNvPr id="32840" name="Text Box 113">
              <a:extLst>
                <a:ext uri="{FF2B5EF4-FFF2-40B4-BE49-F238E27FC236}">
                  <a16:creationId xmlns:a16="http://schemas.microsoft.com/office/drawing/2014/main" id="{A99A7680-FD50-03BC-A809-3C0318870A64}"/>
                </a:ext>
              </a:extLst>
            </p:cNvPr>
            <p:cNvSpPr txBox="1">
              <a:spLocks noChangeArrowheads="1"/>
            </p:cNvSpPr>
            <p:nvPr/>
          </p:nvSpPr>
          <p:spPr bwMode="auto">
            <a:xfrm>
              <a:off x="884" y="1679"/>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solidFill>
                    <a:schemeClr val="bg1"/>
                  </a:solidFill>
                </a:rPr>
                <a:t>.</a:t>
              </a:r>
              <a:endParaRPr lang="ru-RU" altLang="en-US" b="1" dirty="0">
                <a:solidFill>
                  <a:schemeClr val="bg1"/>
                </a:solidFill>
              </a:endParaRPr>
            </a:p>
          </p:txBody>
        </p:sp>
      </p:grpSp>
      <p:grpSp>
        <p:nvGrpSpPr>
          <p:cNvPr id="32772" name="Group 121">
            <a:extLst>
              <a:ext uri="{FF2B5EF4-FFF2-40B4-BE49-F238E27FC236}">
                <a16:creationId xmlns:a16="http://schemas.microsoft.com/office/drawing/2014/main" id="{98507C9B-1F84-06CD-39C3-EBF50338498E}"/>
              </a:ext>
            </a:extLst>
          </p:cNvPr>
          <p:cNvGrpSpPr>
            <a:grpSpLocks/>
          </p:cNvGrpSpPr>
          <p:nvPr/>
        </p:nvGrpSpPr>
        <p:grpSpPr bwMode="auto">
          <a:xfrm>
            <a:off x="6096000" y="1196975"/>
            <a:ext cx="2840038" cy="4446588"/>
            <a:chOff x="2880" y="754"/>
            <a:chExt cx="1789" cy="2801"/>
          </a:xfrm>
        </p:grpSpPr>
        <p:sp>
          <p:nvSpPr>
            <p:cNvPr id="32774" name="Text Box 108">
              <a:extLst>
                <a:ext uri="{FF2B5EF4-FFF2-40B4-BE49-F238E27FC236}">
                  <a16:creationId xmlns:a16="http://schemas.microsoft.com/office/drawing/2014/main" id="{4F97D723-1F95-AF59-CE32-3862D6566D8E}"/>
                </a:ext>
              </a:extLst>
            </p:cNvPr>
            <p:cNvSpPr txBox="1">
              <a:spLocks noChangeArrowheads="1"/>
            </p:cNvSpPr>
            <p:nvPr/>
          </p:nvSpPr>
          <p:spPr bwMode="auto">
            <a:xfrm>
              <a:off x="3308" y="3305"/>
              <a:ext cx="13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512 Кbyte</a:t>
              </a:r>
              <a:endParaRPr lang="ru-RU" altLang="en-US" sz="2000"/>
            </a:p>
          </p:txBody>
        </p:sp>
        <p:sp>
          <p:nvSpPr>
            <p:cNvPr id="32775" name="Rectangle 44">
              <a:extLst>
                <a:ext uri="{FF2B5EF4-FFF2-40B4-BE49-F238E27FC236}">
                  <a16:creationId xmlns:a16="http://schemas.microsoft.com/office/drawing/2014/main" id="{3B1BC2D9-40C7-5359-342A-16E8F5A526FD}"/>
                </a:ext>
              </a:extLst>
            </p:cNvPr>
            <p:cNvSpPr>
              <a:spLocks noChangeArrowheads="1"/>
            </p:cNvSpPr>
            <p:nvPr/>
          </p:nvSpPr>
          <p:spPr bwMode="auto">
            <a:xfrm>
              <a:off x="3273" y="1068"/>
              <a:ext cx="951" cy="2045"/>
            </a:xfrm>
            <a:prstGeom prst="rect">
              <a:avLst/>
            </a:prstGeom>
            <a:solidFill>
              <a:schemeClr val="accent1"/>
            </a:solidFill>
            <a:ln w="19050">
              <a:solidFill>
                <a:schemeClr val="tx1"/>
              </a:solidFill>
              <a:miter lim="800000"/>
              <a:headEnd/>
              <a:tailEnd/>
            </a:ln>
          </p:spPr>
          <p:txBody>
            <a:bodyPr wrap="none"/>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solidFill>
                    <a:schemeClr val="bg1"/>
                  </a:solidFill>
                </a:rPr>
                <a:t>A0</a:t>
              </a:r>
            </a:p>
            <a:p>
              <a:pPr eaLnBrk="1" hangingPunct="1"/>
              <a:r>
                <a:rPr lang="en-US" altLang="en-US" sz="2000" dirty="0">
                  <a:solidFill>
                    <a:schemeClr val="bg1"/>
                  </a:solidFill>
                </a:rPr>
                <a:t>A1</a:t>
              </a:r>
            </a:p>
            <a:p>
              <a:pPr eaLnBrk="1" hangingPunct="1"/>
              <a:r>
                <a:rPr lang="en-US" altLang="en-US" sz="2000" dirty="0">
                  <a:solidFill>
                    <a:schemeClr val="bg1"/>
                  </a:solidFill>
                </a:rPr>
                <a:t>A2</a:t>
              </a:r>
            </a:p>
            <a:p>
              <a:pPr eaLnBrk="1" hangingPunct="1"/>
              <a:r>
                <a:rPr lang="en-US" altLang="en-US" sz="2000" dirty="0">
                  <a:solidFill>
                    <a:schemeClr val="bg1"/>
                  </a:solidFill>
                </a:rPr>
                <a:t>.</a:t>
              </a:r>
            </a:p>
            <a:p>
              <a:pPr eaLnBrk="1" hangingPunct="1"/>
              <a:r>
                <a:rPr lang="en-US" altLang="en-US" sz="2000" dirty="0">
                  <a:solidFill>
                    <a:schemeClr val="bg1"/>
                  </a:solidFill>
                </a:rPr>
                <a:t>A17</a:t>
              </a:r>
            </a:p>
            <a:p>
              <a:pPr eaLnBrk="1" hangingPunct="1"/>
              <a:r>
                <a:rPr lang="en-US" altLang="en-US" sz="2000" dirty="0">
                  <a:solidFill>
                    <a:schemeClr val="bg1"/>
                  </a:solidFill>
                </a:rPr>
                <a:t>A18</a:t>
              </a:r>
            </a:p>
            <a:p>
              <a:pPr eaLnBrk="1" hangingPunct="1"/>
              <a:r>
                <a:rPr lang="en-US" altLang="en-US" sz="2000" dirty="0">
                  <a:solidFill>
                    <a:schemeClr val="bg1"/>
                  </a:solidFill>
                </a:rPr>
                <a:t>WE</a:t>
              </a:r>
              <a:br>
                <a:rPr lang="en-US" altLang="en-US" sz="2000" dirty="0">
                  <a:solidFill>
                    <a:schemeClr val="bg1"/>
                  </a:solidFill>
                </a:rPr>
              </a:br>
              <a:r>
                <a:rPr lang="en-US" altLang="en-US" sz="2000" dirty="0">
                  <a:solidFill>
                    <a:schemeClr val="bg1"/>
                  </a:solidFill>
                </a:rPr>
                <a:t>CS</a:t>
              </a:r>
            </a:p>
            <a:p>
              <a:pPr eaLnBrk="1" hangingPunct="1"/>
              <a:r>
                <a:rPr lang="en-US" altLang="en-US" sz="2000" dirty="0">
                  <a:solidFill>
                    <a:schemeClr val="bg1"/>
                  </a:solidFill>
                </a:rPr>
                <a:t>OE</a:t>
              </a:r>
              <a:br>
                <a:rPr lang="en-US" altLang="en-US" sz="2000" dirty="0">
                  <a:solidFill>
                    <a:schemeClr val="bg1"/>
                  </a:solidFill>
                </a:rPr>
              </a:br>
              <a:endParaRPr lang="ru-RU" altLang="en-US" sz="2000" dirty="0">
                <a:solidFill>
                  <a:schemeClr val="bg1"/>
                </a:solidFill>
              </a:endParaRPr>
            </a:p>
          </p:txBody>
        </p:sp>
        <p:sp>
          <p:nvSpPr>
            <p:cNvPr id="32776" name="Line 45">
              <a:extLst>
                <a:ext uri="{FF2B5EF4-FFF2-40B4-BE49-F238E27FC236}">
                  <a16:creationId xmlns:a16="http://schemas.microsoft.com/office/drawing/2014/main" id="{3AC60A18-F6AC-72EE-BF28-00ABDDF4873A}"/>
                </a:ext>
              </a:extLst>
            </p:cNvPr>
            <p:cNvSpPr>
              <a:spLocks noChangeShapeType="1"/>
            </p:cNvSpPr>
            <p:nvPr/>
          </p:nvSpPr>
          <p:spPr bwMode="auto">
            <a:xfrm>
              <a:off x="2894" y="1226"/>
              <a:ext cx="3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7" name="Line 46">
              <a:extLst>
                <a:ext uri="{FF2B5EF4-FFF2-40B4-BE49-F238E27FC236}">
                  <a16:creationId xmlns:a16="http://schemas.microsoft.com/office/drawing/2014/main" id="{543DF024-F08C-AADA-BBE4-BE4F48A64629}"/>
                </a:ext>
              </a:extLst>
            </p:cNvPr>
            <p:cNvSpPr>
              <a:spLocks noChangeShapeType="1"/>
            </p:cNvSpPr>
            <p:nvPr/>
          </p:nvSpPr>
          <p:spPr bwMode="auto">
            <a:xfrm>
              <a:off x="2894" y="1374"/>
              <a:ext cx="3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8" name="Line 47">
              <a:extLst>
                <a:ext uri="{FF2B5EF4-FFF2-40B4-BE49-F238E27FC236}">
                  <a16:creationId xmlns:a16="http://schemas.microsoft.com/office/drawing/2014/main" id="{32C39FF9-1EFB-570C-E7FB-649592D2F7CD}"/>
                </a:ext>
              </a:extLst>
            </p:cNvPr>
            <p:cNvSpPr>
              <a:spLocks noChangeShapeType="1"/>
            </p:cNvSpPr>
            <p:nvPr/>
          </p:nvSpPr>
          <p:spPr bwMode="auto">
            <a:xfrm>
              <a:off x="2894" y="1521"/>
              <a:ext cx="3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9" name="Line 48">
              <a:extLst>
                <a:ext uri="{FF2B5EF4-FFF2-40B4-BE49-F238E27FC236}">
                  <a16:creationId xmlns:a16="http://schemas.microsoft.com/office/drawing/2014/main" id="{163116E6-F9EB-5714-9994-D2AB345D9A6E}"/>
                </a:ext>
              </a:extLst>
            </p:cNvPr>
            <p:cNvSpPr>
              <a:spLocks noChangeShapeType="1"/>
            </p:cNvSpPr>
            <p:nvPr/>
          </p:nvSpPr>
          <p:spPr bwMode="auto">
            <a:xfrm>
              <a:off x="2905" y="1987"/>
              <a:ext cx="3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0" name="Line 49">
              <a:extLst>
                <a:ext uri="{FF2B5EF4-FFF2-40B4-BE49-F238E27FC236}">
                  <a16:creationId xmlns:a16="http://schemas.microsoft.com/office/drawing/2014/main" id="{71DFE6A7-C127-DAB9-A9C1-11EFD1F3E142}"/>
                </a:ext>
              </a:extLst>
            </p:cNvPr>
            <p:cNvSpPr>
              <a:spLocks noChangeShapeType="1"/>
            </p:cNvSpPr>
            <p:nvPr/>
          </p:nvSpPr>
          <p:spPr bwMode="auto">
            <a:xfrm>
              <a:off x="3106" y="1634"/>
              <a:ext cx="0" cy="314"/>
            </a:xfrm>
            <a:prstGeom prst="line">
              <a:avLst/>
            </a:prstGeom>
            <a:noFill/>
            <a:ln w="25400">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32781" name="Line 50">
              <a:extLst>
                <a:ext uri="{FF2B5EF4-FFF2-40B4-BE49-F238E27FC236}">
                  <a16:creationId xmlns:a16="http://schemas.microsoft.com/office/drawing/2014/main" id="{3108FAF8-8620-43F1-7FD6-86AA952C1F4B}"/>
                </a:ext>
              </a:extLst>
            </p:cNvPr>
            <p:cNvSpPr>
              <a:spLocks noChangeShapeType="1"/>
            </p:cNvSpPr>
            <p:nvPr/>
          </p:nvSpPr>
          <p:spPr bwMode="auto">
            <a:xfrm>
              <a:off x="4224" y="2566"/>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2" name="Line 51">
              <a:extLst>
                <a:ext uri="{FF2B5EF4-FFF2-40B4-BE49-F238E27FC236}">
                  <a16:creationId xmlns:a16="http://schemas.microsoft.com/office/drawing/2014/main" id="{D8F6BF4D-E375-952C-29B5-480F2E7A7A6E}"/>
                </a:ext>
              </a:extLst>
            </p:cNvPr>
            <p:cNvSpPr>
              <a:spLocks noChangeShapeType="1"/>
            </p:cNvSpPr>
            <p:nvPr/>
          </p:nvSpPr>
          <p:spPr bwMode="auto">
            <a:xfrm>
              <a:off x="4224" y="2744"/>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3" name="Line 52">
              <a:extLst>
                <a:ext uri="{FF2B5EF4-FFF2-40B4-BE49-F238E27FC236}">
                  <a16:creationId xmlns:a16="http://schemas.microsoft.com/office/drawing/2014/main" id="{B2F6C3C8-8B37-756D-C8BF-3B3195049219}"/>
                </a:ext>
              </a:extLst>
            </p:cNvPr>
            <p:cNvSpPr>
              <a:spLocks noChangeShapeType="1"/>
            </p:cNvSpPr>
            <p:nvPr/>
          </p:nvSpPr>
          <p:spPr bwMode="auto">
            <a:xfrm>
              <a:off x="4235" y="1469"/>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4" name="Line 53">
              <a:extLst>
                <a:ext uri="{FF2B5EF4-FFF2-40B4-BE49-F238E27FC236}">
                  <a16:creationId xmlns:a16="http://schemas.microsoft.com/office/drawing/2014/main" id="{F04FBB05-5124-1A44-EDE0-81C35191DFD5}"/>
                </a:ext>
              </a:extLst>
            </p:cNvPr>
            <p:cNvSpPr>
              <a:spLocks noChangeShapeType="1"/>
            </p:cNvSpPr>
            <p:nvPr/>
          </p:nvSpPr>
          <p:spPr bwMode="auto">
            <a:xfrm>
              <a:off x="4235" y="1649"/>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5" name="Line 54">
              <a:extLst>
                <a:ext uri="{FF2B5EF4-FFF2-40B4-BE49-F238E27FC236}">
                  <a16:creationId xmlns:a16="http://schemas.microsoft.com/office/drawing/2014/main" id="{492F6B1C-33BE-B4A2-6492-D63A9031B03D}"/>
                </a:ext>
              </a:extLst>
            </p:cNvPr>
            <p:cNvSpPr>
              <a:spLocks noChangeShapeType="1"/>
            </p:cNvSpPr>
            <p:nvPr/>
          </p:nvSpPr>
          <p:spPr bwMode="auto">
            <a:xfrm>
              <a:off x="4235" y="1838"/>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6" name="Line 55">
              <a:extLst>
                <a:ext uri="{FF2B5EF4-FFF2-40B4-BE49-F238E27FC236}">
                  <a16:creationId xmlns:a16="http://schemas.microsoft.com/office/drawing/2014/main" id="{C4A91601-74D0-3575-BF62-F59A7403A676}"/>
                </a:ext>
              </a:extLst>
            </p:cNvPr>
            <p:cNvSpPr>
              <a:spLocks noChangeShapeType="1"/>
            </p:cNvSpPr>
            <p:nvPr/>
          </p:nvSpPr>
          <p:spPr bwMode="auto">
            <a:xfrm>
              <a:off x="4235" y="2017"/>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7" name="Line 56">
              <a:extLst>
                <a:ext uri="{FF2B5EF4-FFF2-40B4-BE49-F238E27FC236}">
                  <a16:creationId xmlns:a16="http://schemas.microsoft.com/office/drawing/2014/main" id="{DBEA270B-CACE-9038-4833-261F10150B40}"/>
                </a:ext>
              </a:extLst>
            </p:cNvPr>
            <p:cNvSpPr>
              <a:spLocks noChangeShapeType="1"/>
            </p:cNvSpPr>
            <p:nvPr/>
          </p:nvSpPr>
          <p:spPr bwMode="auto">
            <a:xfrm>
              <a:off x="4224" y="2196"/>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8" name="Line 57">
              <a:extLst>
                <a:ext uri="{FF2B5EF4-FFF2-40B4-BE49-F238E27FC236}">
                  <a16:creationId xmlns:a16="http://schemas.microsoft.com/office/drawing/2014/main" id="{DD7F3AC3-65F1-BE77-D726-DF782650C292}"/>
                </a:ext>
              </a:extLst>
            </p:cNvPr>
            <p:cNvSpPr>
              <a:spLocks noChangeShapeType="1"/>
            </p:cNvSpPr>
            <p:nvPr/>
          </p:nvSpPr>
          <p:spPr bwMode="auto">
            <a:xfrm>
              <a:off x="4224" y="2386"/>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9" name="Oval 59">
              <a:extLst>
                <a:ext uri="{FF2B5EF4-FFF2-40B4-BE49-F238E27FC236}">
                  <a16:creationId xmlns:a16="http://schemas.microsoft.com/office/drawing/2014/main" id="{7E61A87E-F5DD-83D2-090A-537F1EBA7131}"/>
                </a:ext>
              </a:extLst>
            </p:cNvPr>
            <p:cNvSpPr>
              <a:spLocks noChangeArrowheads="1"/>
            </p:cNvSpPr>
            <p:nvPr/>
          </p:nvSpPr>
          <p:spPr bwMode="auto">
            <a:xfrm>
              <a:off x="3161" y="2327"/>
              <a:ext cx="106" cy="99"/>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2790" name="Oval 60">
              <a:extLst>
                <a:ext uri="{FF2B5EF4-FFF2-40B4-BE49-F238E27FC236}">
                  <a16:creationId xmlns:a16="http://schemas.microsoft.com/office/drawing/2014/main" id="{0A4D1CBC-E3F3-EB84-DB6C-5EF8D7783140}"/>
                </a:ext>
              </a:extLst>
            </p:cNvPr>
            <p:cNvSpPr>
              <a:spLocks noChangeArrowheads="1"/>
            </p:cNvSpPr>
            <p:nvPr/>
          </p:nvSpPr>
          <p:spPr bwMode="auto">
            <a:xfrm>
              <a:off x="3161" y="2747"/>
              <a:ext cx="106" cy="99"/>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2791" name="Line 61">
              <a:extLst>
                <a:ext uri="{FF2B5EF4-FFF2-40B4-BE49-F238E27FC236}">
                  <a16:creationId xmlns:a16="http://schemas.microsoft.com/office/drawing/2014/main" id="{B98BEBC0-EAE4-5FB2-A174-B82817B2556F}"/>
                </a:ext>
              </a:extLst>
            </p:cNvPr>
            <p:cNvSpPr>
              <a:spLocks noChangeShapeType="1"/>
            </p:cNvSpPr>
            <p:nvPr/>
          </p:nvSpPr>
          <p:spPr bwMode="auto">
            <a:xfrm>
              <a:off x="2891" y="2378"/>
              <a:ext cx="2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2" name="Line 62">
              <a:extLst>
                <a:ext uri="{FF2B5EF4-FFF2-40B4-BE49-F238E27FC236}">
                  <a16:creationId xmlns:a16="http://schemas.microsoft.com/office/drawing/2014/main" id="{2A7B82C6-C602-3ABE-309B-ACC0B5BFD442}"/>
                </a:ext>
              </a:extLst>
            </p:cNvPr>
            <p:cNvSpPr>
              <a:spLocks noChangeShapeType="1"/>
            </p:cNvSpPr>
            <p:nvPr/>
          </p:nvSpPr>
          <p:spPr bwMode="auto">
            <a:xfrm>
              <a:off x="2926" y="2579"/>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3" name="Line 63">
              <a:extLst>
                <a:ext uri="{FF2B5EF4-FFF2-40B4-BE49-F238E27FC236}">
                  <a16:creationId xmlns:a16="http://schemas.microsoft.com/office/drawing/2014/main" id="{F3BF7B4C-3817-0E1A-53E0-57C7AD6D1435}"/>
                </a:ext>
              </a:extLst>
            </p:cNvPr>
            <p:cNvSpPr>
              <a:spLocks noChangeShapeType="1"/>
            </p:cNvSpPr>
            <p:nvPr/>
          </p:nvSpPr>
          <p:spPr bwMode="auto">
            <a:xfrm>
              <a:off x="2890" y="2791"/>
              <a:ext cx="2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4" name="Line 64">
              <a:extLst>
                <a:ext uri="{FF2B5EF4-FFF2-40B4-BE49-F238E27FC236}">
                  <a16:creationId xmlns:a16="http://schemas.microsoft.com/office/drawing/2014/main" id="{38D743B1-CC8B-1E5A-3A9D-BB25F650CEA2}"/>
                </a:ext>
              </a:extLst>
            </p:cNvPr>
            <p:cNvSpPr>
              <a:spLocks noChangeShapeType="1"/>
            </p:cNvSpPr>
            <p:nvPr/>
          </p:nvSpPr>
          <p:spPr bwMode="auto">
            <a:xfrm>
              <a:off x="2880" y="2168"/>
              <a:ext cx="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5" name="Text Box 65">
              <a:extLst>
                <a:ext uri="{FF2B5EF4-FFF2-40B4-BE49-F238E27FC236}">
                  <a16:creationId xmlns:a16="http://schemas.microsoft.com/office/drawing/2014/main" id="{D3F385F0-B963-33CA-192C-5C30DFCC37F1}"/>
                </a:ext>
              </a:extLst>
            </p:cNvPr>
            <p:cNvSpPr txBox="1">
              <a:spLocks noChangeArrowheads="1"/>
            </p:cNvSpPr>
            <p:nvPr/>
          </p:nvSpPr>
          <p:spPr bwMode="auto">
            <a:xfrm>
              <a:off x="3844" y="1341"/>
              <a:ext cx="4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IQ0</a:t>
              </a:r>
              <a:endParaRPr lang="ru-RU" altLang="en-US" sz="2000" dirty="0">
                <a:solidFill>
                  <a:schemeClr val="bg1"/>
                </a:solidFill>
              </a:endParaRPr>
            </a:p>
          </p:txBody>
        </p:sp>
        <p:sp>
          <p:nvSpPr>
            <p:cNvPr id="32796" name="Text Box 66">
              <a:extLst>
                <a:ext uri="{FF2B5EF4-FFF2-40B4-BE49-F238E27FC236}">
                  <a16:creationId xmlns:a16="http://schemas.microsoft.com/office/drawing/2014/main" id="{36ABBDC2-2123-BB74-E061-ABA3DBEDD54F}"/>
                </a:ext>
              </a:extLst>
            </p:cNvPr>
            <p:cNvSpPr txBox="1">
              <a:spLocks noChangeArrowheads="1"/>
            </p:cNvSpPr>
            <p:nvPr/>
          </p:nvSpPr>
          <p:spPr bwMode="auto">
            <a:xfrm>
              <a:off x="3833" y="1531"/>
              <a:ext cx="44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IQ1</a:t>
              </a:r>
              <a:endParaRPr lang="ru-RU" altLang="en-US" sz="2000" dirty="0">
                <a:solidFill>
                  <a:schemeClr val="bg1"/>
                </a:solidFill>
              </a:endParaRPr>
            </a:p>
          </p:txBody>
        </p:sp>
        <p:sp>
          <p:nvSpPr>
            <p:cNvPr id="32797" name="Text Box 67">
              <a:extLst>
                <a:ext uri="{FF2B5EF4-FFF2-40B4-BE49-F238E27FC236}">
                  <a16:creationId xmlns:a16="http://schemas.microsoft.com/office/drawing/2014/main" id="{F3815A9A-2439-7F9E-527A-D02E82CD480E}"/>
                </a:ext>
              </a:extLst>
            </p:cNvPr>
            <p:cNvSpPr txBox="1">
              <a:spLocks noChangeArrowheads="1"/>
            </p:cNvSpPr>
            <p:nvPr/>
          </p:nvSpPr>
          <p:spPr bwMode="auto">
            <a:xfrm>
              <a:off x="3833" y="1710"/>
              <a:ext cx="4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IQ2</a:t>
              </a:r>
              <a:endParaRPr lang="ru-RU" altLang="en-US" sz="2000" dirty="0">
                <a:solidFill>
                  <a:schemeClr val="bg1"/>
                </a:solidFill>
              </a:endParaRPr>
            </a:p>
          </p:txBody>
        </p:sp>
        <p:sp>
          <p:nvSpPr>
            <p:cNvPr id="32798" name="Text Box 68">
              <a:extLst>
                <a:ext uri="{FF2B5EF4-FFF2-40B4-BE49-F238E27FC236}">
                  <a16:creationId xmlns:a16="http://schemas.microsoft.com/office/drawing/2014/main" id="{FE882BED-22BC-7522-0329-A33BC1944EF3}"/>
                </a:ext>
              </a:extLst>
            </p:cNvPr>
            <p:cNvSpPr txBox="1">
              <a:spLocks noChangeArrowheads="1"/>
            </p:cNvSpPr>
            <p:nvPr/>
          </p:nvSpPr>
          <p:spPr bwMode="auto">
            <a:xfrm>
              <a:off x="3844" y="1899"/>
              <a:ext cx="4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IQ3</a:t>
              </a:r>
              <a:endParaRPr lang="ru-RU" altLang="en-US" sz="2000" dirty="0">
                <a:solidFill>
                  <a:schemeClr val="bg1"/>
                </a:solidFill>
              </a:endParaRPr>
            </a:p>
          </p:txBody>
        </p:sp>
        <p:sp>
          <p:nvSpPr>
            <p:cNvPr id="32799" name="Text Box 69">
              <a:extLst>
                <a:ext uri="{FF2B5EF4-FFF2-40B4-BE49-F238E27FC236}">
                  <a16:creationId xmlns:a16="http://schemas.microsoft.com/office/drawing/2014/main" id="{D51F0539-8F03-3B31-6A50-76B4C9654A98}"/>
                </a:ext>
              </a:extLst>
            </p:cNvPr>
            <p:cNvSpPr txBox="1">
              <a:spLocks noChangeArrowheads="1"/>
            </p:cNvSpPr>
            <p:nvPr/>
          </p:nvSpPr>
          <p:spPr bwMode="auto">
            <a:xfrm>
              <a:off x="3858" y="2058"/>
              <a:ext cx="44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IQ4</a:t>
              </a:r>
              <a:endParaRPr lang="ru-RU" altLang="en-US" sz="2000" dirty="0">
                <a:solidFill>
                  <a:schemeClr val="bg1"/>
                </a:solidFill>
              </a:endParaRPr>
            </a:p>
          </p:txBody>
        </p:sp>
        <p:sp>
          <p:nvSpPr>
            <p:cNvPr id="32800" name="Text Box 70">
              <a:extLst>
                <a:ext uri="{FF2B5EF4-FFF2-40B4-BE49-F238E27FC236}">
                  <a16:creationId xmlns:a16="http://schemas.microsoft.com/office/drawing/2014/main" id="{7EC8CB09-4B8C-DF76-8ACE-37E0AD888846}"/>
                </a:ext>
              </a:extLst>
            </p:cNvPr>
            <p:cNvSpPr txBox="1">
              <a:spLocks noChangeArrowheads="1"/>
            </p:cNvSpPr>
            <p:nvPr/>
          </p:nvSpPr>
          <p:spPr bwMode="auto">
            <a:xfrm>
              <a:off x="3844" y="2243"/>
              <a:ext cx="4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IQ5</a:t>
              </a:r>
              <a:endParaRPr lang="ru-RU" altLang="en-US" sz="2000" dirty="0">
                <a:solidFill>
                  <a:schemeClr val="bg1"/>
                </a:solidFill>
              </a:endParaRPr>
            </a:p>
          </p:txBody>
        </p:sp>
        <p:sp>
          <p:nvSpPr>
            <p:cNvPr id="32801" name="Text Box 71">
              <a:extLst>
                <a:ext uri="{FF2B5EF4-FFF2-40B4-BE49-F238E27FC236}">
                  <a16:creationId xmlns:a16="http://schemas.microsoft.com/office/drawing/2014/main" id="{39490139-BA3D-9196-AAF5-023B2FF28DAF}"/>
                </a:ext>
              </a:extLst>
            </p:cNvPr>
            <p:cNvSpPr txBox="1">
              <a:spLocks noChangeArrowheads="1"/>
            </p:cNvSpPr>
            <p:nvPr/>
          </p:nvSpPr>
          <p:spPr bwMode="auto">
            <a:xfrm>
              <a:off x="3843" y="2400"/>
              <a:ext cx="4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IQ6</a:t>
              </a:r>
              <a:endParaRPr lang="ru-RU" altLang="en-US" sz="2000" dirty="0">
                <a:solidFill>
                  <a:schemeClr val="bg1"/>
                </a:solidFill>
              </a:endParaRPr>
            </a:p>
          </p:txBody>
        </p:sp>
        <p:sp>
          <p:nvSpPr>
            <p:cNvPr id="32802" name="Text Box 72">
              <a:extLst>
                <a:ext uri="{FF2B5EF4-FFF2-40B4-BE49-F238E27FC236}">
                  <a16:creationId xmlns:a16="http://schemas.microsoft.com/office/drawing/2014/main" id="{597C9099-4304-E565-B5BD-EA8616800F3B}"/>
                </a:ext>
              </a:extLst>
            </p:cNvPr>
            <p:cNvSpPr txBox="1">
              <a:spLocks noChangeArrowheads="1"/>
            </p:cNvSpPr>
            <p:nvPr/>
          </p:nvSpPr>
          <p:spPr bwMode="auto">
            <a:xfrm>
              <a:off x="3868" y="2588"/>
              <a:ext cx="4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IQ7</a:t>
              </a:r>
              <a:endParaRPr lang="ru-RU" altLang="en-US" sz="2000" dirty="0">
                <a:solidFill>
                  <a:schemeClr val="bg1"/>
                </a:solidFill>
              </a:endParaRPr>
            </a:p>
          </p:txBody>
        </p:sp>
        <p:sp>
          <p:nvSpPr>
            <p:cNvPr id="32803" name="Oval 103">
              <a:extLst>
                <a:ext uri="{FF2B5EF4-FFF2-40B4-BE49-F238E27FC236}">
                  <a16:creationId xmlns:a16="http://schemas.microsoft.com/office/drawing/2014/main" id="{DA6B9D53-9E09-FC94-7F60-0046F6EA4DBD}"/>
                </a:ext>
              </a:extLst>
            </p:cNvPr>
            <p:cNvSpPr>
              <a:spLocks noChangeArrowheads="1"/>
            </p:cNvSpPr>
            <p:nvPr/>
          </p:nvSpPr>
          <p:spPr bwMode="auto">
            <a:xfrm>
              <a:off x="3169" y="2540"/>
              <a:ext cx="106" cy="99"/>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2804" name="Text Box 106">
              <a:extLst>
                <a:ext uri="{FF2B5EF4-FFF2-40B4-BE49-F238E27FC236}">
                  <a16:creationId xmlns:a16="http://schemas.microsoft.com/office/drawing/2014/main" id="{67290326-4759-A601-C2D6-80D6100A5C97}"/>
                </a:ext>
              </a:extLst>
            </p:cNvPr>
            <p:cNvSpPr txBox="1">
              <a:spLocks noChangeArrowheads="1"/>
            </p:cNvSpPr>
            <p:nvPr/>
          </p:nvSpPr>
          <p:spPr bwMode="auto">
            <a:xfrm>
              <a:off x="3215" y="754"/>
              <a:ext cx="13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HM628 512</a:t>
              </a:r>
              <a:endParaRPr lang="ru-RU" altLang="en-US" sz="2000"/>
            </a:p>
          </p:txBody>
        </p:sp>
        <p:sp>
          <p:nvSpPr>
            <p:cNvPr id="32805" name="Text Box 115">
              <a:extLst>
                <a:ext uri="{FF2B5EF4-FFF2-40B4-BE49-F238E27FC236}">
                  <a16:creationId xmlns:a16="http://schemas.microsoft.com/office/drawing/2014/main" id="{0B76C967-88CE-59EE-EBD2-7B6C70E914EF}"/>
                </a:ext>
              </a:extLst>
            </p:cNvPr>
            <p:cNvSpPr txBox="1">
              <a:spLocks noChangeArrowheads="1"/>
            </p:cNvSpPr>
            <p:nvPr/>
          </p:nvSpPr>
          <p:spPr bwMode="auto">
            <a:xfrm>
              <a:off x="3288" y="1589"/>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olidFill>
                    <a:schemeClr val="bg1"/>
                  </a:solidFill>
                </a:rPr>
                <a:t>.</a:t>
              </a:r>
              <a:endParaRPr lang="ru-RU" altLang="en-US" b="1">
                <a:solidFill>
                  <a:schemeClr val="bg1"/>
                </a:solidFill>
              </a:endParaRPr>
            </a:p>
          </p:txBody>
        </p:sp>
        <p:sp>
          <p:nvSpPr>
            <p:cNvPr id="32806" name="Text Box 116">
              <a:extLst>
                <a:ext uri="{FF2B5EF4-FFF2-40B4-BE49-F238E27FC236}">
                  <a16:creationId xmlns:a16="http://schemas.microsoft.com/office/drawing/2014/main" id="{7D42FF71-87E2-0B0A-EF2B-F16AF3BBB87D}"/>
                </a:ext>
              </a:extLst>
            </p:cNvPr>
            <p:cNvSpPr txBox="1">
              <a:spLocks noChangeArrowheads="1"/>
            </p:cNvSpPr>
            <p:nvPr/>
          </p:nvSpPr>
          <p:spPr bwMode="auto">
            <a:xfrm>
              <a:off x="3288" y="1525"/>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solidFill>
                    <a:schemeClr val="bg1"/>
                  </a:solidFill>
                </a:rPr>
                <a:t>.</a:t>
              </a:r>
              <a:endParaRPr lang="ru-RU" altLang="en-US" b="1" dirty="0">
                <a:solidFill>
                  <a:schemeClr val="bg1"/>
                </a:solidFill>
              </a:endParaRPr>
            </a:p>
          </p:txBody>
        </p:sp>
      </p:grpSp>
      <p:sp>
        <p:nvSpPr>
          <p:cNvPr id="32773" name="TextBox 71">
            <a:extLst>
              <a:ext uri="{FF2B5EF4-FFF2-40B4-BE49-F238E27FC236}">
                <a16:creationId xmlns:a16="http://schemas.microsoft.com/office/drawing/2014/main" id="{D5D29869-E621-1796-C8F0-FA10E86102C1}"/>
              </a:ext>
            </a:extLst>
          </p:cNvPr>
          <p:cNvSpPr txBox="1">
            <a:spLocks noChangeArrowheads="1"/>
          </p:cNvSpPr>
          <p:nvPr/>
        </p:nvSpPr>
        <p:spPr bwMode="auto">
          <a:xfrm>
            <a:off x="2095500" y="928689"/>
            <a:ext cx="4000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Examples of IC SRAM</a:t>
            </a:r>
            <a:endParaRPr lang="en-GB"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a:extLst>
              <a:ext uri="{FF2B5EF4-FFF2-40B4-BE49-F238E27FC236}">
                <a16:creationId xmlns:a16="http://schemas.microsoft.com/office/drawing/2014/main" id="{8833491A-C7A1-7CEC-7C47-626ACC92CA44}"/>
              </a:ext>
            </a:extLst>
          </p:cNvPr>
          <p:cNvSpPr>
            <a:spLocks noGrp="1" noChangeArrowheads="1"/>
          </p:cNvSpPr>
          <p:nvPr>
            <p:ph type="title"/>
          </p:nvPr>
        </p:nvSpPr>
        <p:spPr/>
        <p:txBody>
          <a:bodyPr/>
          <a:lstStyle/>
          <a:p>
            <a:r>
              <a:rPr lang="en-US" altLang="en-US"/>
              <a:t>Design of SRAM Module (Example1)</a:t>
            </a:r>
            <a:endParaRPr lang="ru-RU" altLang="en-US"/>
          </a:p>
        </p:txBody>
      </p:sp>
      <p:sp>
        <p:nvSpPr>
          <p:cNvPr id="33795" name="Text Box 175">
            <a:extLst>
              <a:ext uri="{FF2B5EF4-FFF2-40B4-BE49-F238E27FC236}">
                <a16:creationId xmlns:a16="http://schemas.microsoft.com/office/drawing/2014/main" id="{025D8CD0-7987-D779-F557-D1520B83C93B}"/>
              </a:ext>
            </a:extLst>
          </p:cNvPr>
          <p:cNvSpPr txBox="1">
            <a:spLocks noChangeArrowheads="1"/>
          </p:cNvSpPr>
          <p:nvPr/>
        </p:nvSpPr>
        <p:spPr bwMode="auto">
          <a:xfrm>
            <a:off x="1919288" y="1103314"/>
            <a:ext cx="6913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Implement a 1М×8 SRAM module using 512К×8 IC</a:t>
            </a:r>
            <a:endParaRPr lang="ru-RU" altLang="en-US"/>
          </a:p>
        </p:txBody>
      </p:sp>
      <p:grpSp>
        <p:nvGrpSpPr>
          <p:cNvPr id="33796" name="Group 133">
            <a:extLst>
              <a:ext uri="{FF2B5EF4-FFF2-40B4-BE49-F238E27FC236}">
                <a16:creationId xmlns:a16="http://schemas.microsoft.com/office/drawing/2014/main" id="{C8E8F6BA-9D9A-70A6-6E15-AE2EAAFC1880}"/>
              </a:ext>
            </a:extLst>
          </p:cNvPr>
          <p:cNvGrpSpPr>
            <a:grpSpLocks/>
          </p:cNvGrpSpPr>
          <p:nvPr/>
        </p:nvGrpSpPr>
        <p:grpSpPr bwMode="auto">
          <a:xfrm>
            <a:off x="2073276" y="1571625"/>
            <a:ext cx="7724775" cy="4241800"/>
            <a:chOff x="139989" y="1579563"/>
            <a:chExt cx="8824624" cy="5092242"/>
          </a:xfrm>
        </p:grpSpPr>
        <p:sp>
          <p:nvSpPr>
            <p:cNvPr id="33797" name="Text Box 173">
              <a:extLst>
                <a:ext uri="{FF2B5EF4-FFF2-40B4-BE49-F238E27FC236}">
                  <a16:creationId xmlns:a16="http://schemas.microsoft.com/office/drawing/2014/main" id="{15F3D269-A142-2523-7744-42C803D09A79}"/>
                </a:ext>
              </a:extLst>
            </p:cNvPr>
            <p:cNvSpPr txBox="1">
              <a:spLocks noChangeArrowheads="1"/>
            </p:cNvSpPr>
            <p:nvPr/>
          </p:nvSpPr>
          <p:spPr bwMode="auto">
            <a:xfrm>
              <a:off x="7705726" y="3278188"/>
              <a:ext cx="1258887" cy="36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400"/>
                <a:t>Data bus</a:t>
              </a:r>
              <a:endParaRPr lang="ru-RU" altLang="en-US" sz="1400"/>
            </a:p>
          </p:txBody>
        </p:sp>
        <p:sp>
          <p:nvSpPr>
            <p:cNvPr id="33798" name="Text Box 176">
              <a:extLst>
                <a:ext uri="{FF2B5EF4-FFF2-40B4-BE49-F238E27FC236}">
                  <a16:creationId xmlns:a16="http://schemas.microsoft.com/office/drawing/2014/main" id="{4B95BA0F-46BA-86FB-9D38-46FA417D4F1B}"/>
                </a:ext>
              </a:extLst>
            </p:cNvPr>
            <p:cNvSpPr txBox="1">
              <a:spLocks noChangeArrowheads="1"/>
            </p:cNvSpPr>
            <p:nvPr/>
          </p:nvSpPr>
          <p:spPr bwMode="auto">
            <a:xfrm>
              <a:off x="215902" y="6302376"/>
              <a:ext cx="8273600" cy="36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solidFill>
                    <a:srgbClr val="0000FF"/>
                  </a:solidFill>
                </a:rPr>
                <a:t>Signal MEM – memory request . Signal ~WR/RD specifies operation </a:t>
              </a:r>
              <a:endParaRPr lang="ru-RU" altLang="en-US" sz="1400" b="1">
                <a:solidFill>
                  <a:srgbClr val="0000FF"/>
                </a:solidFill>
              </a:endParaRPr>
            </a:p>
          </p:txBody>
        </p:sp>
        <p:sp>
          <p:nvSpPr>
            <p:cNvPr id="33799" name="Rectangle 7">
              <a:extLst>
                <a:ext uri="{FF2B5EF4-FFF2-40B4-BE49-F238E27FC236}">
                  <a16:creationId xmlns:a16="http://schemas.microsoft.com/office/drawing/2014/main" id="{045128E5-0ED0-99A3-DADE-CF61D524F957}"/>
                </a:ext>
              </a:extLst>
            </p:cNvPr>
            <p:cNvSpPr>
              <a:spLocks noChangeArrowheads="1"/>
            </p:cNvSpPr>
            <p:nvPr/>
          </p:nvSpPr>
          <p:spPr bwMode="auto">
            <a:xfrm>
              <a:off x="4628470" y="1913075"/>
              <a:ext cx="1400043" cy="2016314"/>
            </a:xfrm>
            <a:prstGeom prst="rect">
              <a:avLst/>
            </a:prstGeom>
            <a:solidFill>
              <a:schemeClr val="accent1"/>
            </a:solidFill>
            <a:ln w="25400">
              <a:solidFill>
                <a:schemeClr val="tx1"/>
              </a:solidFill>
              <a:miter lim="800000"/>
              <a:headEnd/>
              <a:tailEnd/>
            </a:ln>
          </p:spPr>
          <p:txBody>
            <a:bodyPr wrap="none"/>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dirty="0">
                  <a:solidFill>
                    <a:schemeClr val="bg1"/>
                  </a:solidFill>
                </a:rPr>
                <a:t>A0</a:t>
              </a:r>
            </a:p>
            <a:p>
              <a:pPr eaLnBrk="1" hangingPunct="1"/>
              <a:endParaRPr lang="en-US" altLang="en-US" sz="1400" dirty="0">
                <a:solidFill>
                  <a:schemeClr val="bg1"/>
                </a:solidFill>
              </a:endParaRPr>
            </a:p>
            <a:p>
              <a:pPr eaLnBrk="1" hangingPunct="1"/>
              <a:r>
                <a:rPr lang="en-US" altLang="en-US" sz="1400" dirty="0">
                  <a:solidFill>
                    <a:schemeClr val="bg1"/>
                  </a:solidFill>
                </a:rPr>
                <a:t>A18</a:t>
              </a:r>
            </a:p>
            <a:p>
              <a:pPr eaLnBrk="1" hangingPunct="1"/>
              <a:endParaRPr lang="en-US" altLang="en-US" sz="1400" dirty="0">
                <a:solidFill>
                  <a:schemeClr val="bg1"/>
                </a:solidFill>
              </a:endParaRPr>
            </a:p>
            <a:p>
              <a:pPr eaLnBrk="1" hangingPunct="1"/>
              <a:r>
                <a:rPr lang="en-US" altLang="en-US" sz="1400" dirty="0">
                  <a:solidFill>
                    <a:schemeClr val="bg1"/>
                  </a:solidFill>
                </a:rPr>
                <a:t>WE</a:t>
              </a:r>
              <a:br>
                <a:rPr lang="en-US" altLang="en-US" sz="1400" dirty="0">
                  <a:solidFill>
                    <a:schemeClr val="bg1"/>
                  </a:solidFill>
                </a:rPr>
              </a:br>
              <a:r>
                <a:rPr lang="en-US" altLang="en-US" sz="1400" dirty="0">
                  <a:solidFill>
                    <a:schemeClr val="bg1"/>
                  </a:solidFill>
                </a:rPr>
                <a:t>CS</a:t>
              </a:r>
            </a:p>
            <a:p>
              <a:pPr eaLnBrk="1" hangingPunct="1"/>
              <a:r>
                <a:rPr lang="en-US" altLang="en-US" sz="1400" dirty="0">
                  <a:solidFill>
                    <a:schemeClr val="bg1"/>
                  </a:solidFill>
                </a:rPr>
                <a:t>OE</a:t>
              </a:r>
              <a:br>
                <a:rPr lang="en-US" altLang="en-US" sz="1400" dirty="0"/>
              </a:br>
              <a:endParaRPr lang="ru-RU" altLang="en-US" sz="1400" dirty="0"/>
            </a:p>
          </p:txBody>
        </p:sp>
        <p:sp>
          <p:nvSpPr>
            <p:cNvPr id="33800" name="Line 8">
              <a:extLst>
                <a:ext uri="{FF2B5EF4-FFF2-40B4-BE49-F238E27FC236}">
                  <a16:creationId xmlns:a16="http://schemas.microsoft.com/office/drawing/2014/main" id="{AA9723DE-348E-E646-8487-18064D8DC066}"/>
                </a:ext>
              </a:extLst>
            </p:cNvPr>
            <p:cNvSpPr>
              <a:spLocks noChangeShapeType="1"/>
            </p:cNvSpPr>
            <p:nvPr/>
          </p:nvSpPr>
          <p:spPr bwMode="auto">
            <a:xfrm>
              <a:off x="3594100" y="2141538"/>
              <a:ext cx="1019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1" name="Line 10">
              <a:extLst>
                <a:ext uri="{FF2B5EF4-FFF2-40B4-BE49-F238E27FC236}">
                  <a16:creationId xmlns:a16="http://schemas.microsoft.com/office/drawing/2014/main" id="{D61C5D46-9186-B4AA-9D38-CCD37B93FD51}"/>
                </a:ext>
              </a:extLst>
            </p:cNvPr>
            <p:cNvSpPr>
              <a:spLocks noChangeShapeType="1"/>
            </p:cNvSpPr>
            <p:nvPr/>
          </p:nvSpPr>
          <p:spPr bwMode="auto">
            <a:xfrm flipV="1">
              <a:off x="3601316" y="2717800"/>
              <a:ext cx="10236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2" name="Line 11">
              <a:extLst>
                <a:ext uri="{FF2B5EF4-FFF2-40B4-BE49-F238E27FC236}">
                  <a16:creationId xmlns:a16="http://schemas.microsoft.com/office/drawing/2014/main" id="{07C1161B-7330-1E6B-98B2-6B9F51FC4CEE}"/>
                </a:ext>
              </a:extLst>
            </p:cNvPr>
            <p:cNvSpPr>
              <a:spLocks noChangeShapeType="1"/>
            </p:cNvSpPr>
            <p:nvPr/>
          </p:nvSpPr>
          <p:spPr bwMode="auto">
            <a:xfrm>
              <a:off x="3605213" y="3365500"/>
              <a:ext cx="8683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3" name="Line 15">
              <a:extLst>
                <a:ext uri="{FF2B5EF4-FFF2-40B4-BE49-F238E27FC236}">
                  <a16:creationId xmlns:a16="http://schemas.microsoft.com/office/drawing/2014/main" id="{A5674C37-963A-EEAD-8B20-014042926ADA}"/>
                </a:ext>
              </a:extLst>
            </p:cNvPr>
            <p:cNvSpPr>
              <a:spLocks noChangeShapeType="1"/>
            </p:cNvSpPr>
            <p:nvPr/>
          </p:nvSpPr>
          <p:spPr bwMode="auto">
            <a:xfrm>
              <a:off x="6016625" y="2543175"/>
              <a:ext cx="673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4" name="Line 18">
              <a:extLst>
                <a:ext uri="{FF2B5EF4-FFF2-40B4-BE49-F238E27FC236}">
                  <a16:creationId xmlns:a16="http://schemas.microsoft.com/office/drawing/2014/main" id="{0C9AA974-B8DF-078C-0ED4-4D13353CCB99}"/>
                </a:ext>
              </a:extLst>
            </p:cNvPr>
            <p:cNvSpPr>
              <a:spLocks noChangeShapeType="1"/>
            </p:cNvSpPr>
            <p:nvPr/>
          </p:nvSpPr>
          <p:spPr bwMode="auto">
            <a:xfrm>
              <a:off x="6030913" y="3413125"/>
              <a:ext cx="6619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5" name="Line 26">
              <a:extLst>
                <a:ext uri="{FF2B5EF4-FFF2-40B4-BE49-F238E27FC236}">
                  <a16:creationId xmlns:a16="http://schemas.microsoft.com/office/drawing/2014/main" id="{76585B6A-52BC-3E47-4D23-D8D2E849291A}"/>
                </a:ext>
              </a:extLst>
            </p:cNvPr>
            <p:cNvSpPr>
              <a:spLocks noChangeShapeType="1"/>
            </p:cNvSpPr>
            <p:nvPr/>
          </p:nvSpPr>
          <p:spPr bwMode="auto">
            <a:xfrm>
              <a:off x="3594100" y="3652838"/>
              <a:ext cx="8588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6" name="Text Box 27">
              <a:extLst>
                <a:ext uri="{FF2B5EF4-FFF2-40B4-BE49-F238E27FC236}">
                  <a16:creationId xmlns:a16="http://schemas.microsoft.com/office/drawing/2014/main" id="{022E4644-A6E2-31A5-6687-776E19C65A5C}"/>
                </a:ext>
              </a:extLst>
            </p:cNvPr>
            <p:cNvSpPr txBox="1">
              <a:spLocks noChangeArrowheads="1"/>
            </p:cNvSpPr>
            <p:nvPr/>
          </p:nvSpPr>
          <p:spPr bwMode="auto">
            <a:xfrm>
              <a:off x="5467350" y="2339975"/>
              <a:ext cx="709613" cy="369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dirty="0">
                  <a:solidFill>
                    <a:schemeClr val="bg1"/>
                  </a:solidFill>
                </a:rPr>
                <a:t>IQ0</a:t>
              </a:r>
              <a:endParaRPr lang="ru-RU" altLang="en-US" sz="1400" dirty="0">
                <a:solidFill>
                  <a:schemeClr val="bg1"/>
                </a:solidFill>
              </a:endParaRPr>
            </a:p>
          </p:txBody>
        </p:sp>
        <p:sp>
          <p:nvSpPr>
            <p:cNvPr id="33807" name="Text Box 34">
              <a:extLst>
                <a:ext uri="{FF2B5EF4-FFF2-40B4-BE49-F238E27FC236}">
                  <a16:creationId xmlns:a16="http://schemas.microsoft.com/office/drawing/2014/main" id="{1A59B73D-D7F8-1026-90EF-3C9515B18CC1}"/>
                </a:ext>
              </a:extLst>
            </p:cNvPr>
            <p:cNvSpPr txBox="1">
              <a:spLocks noChangeArrowheads="1"/>
            </p:cNvSpPr>
            <p:nvPr/>
          </p:nvSpPr>
          <p:spPr bwMode="auto">
            <a:xfrm>
              <a:off x="5476875" y="3224213"/>
              <a:ext cx="708025" cy="369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dirty="0">
                  <a:solidFill>
                    <a:schemeClr val="bg1"/>
                  </a:solidFill>
                </a:rPr>
                <a:t>IQ7</a:t>
              </a:r>
              <a:endParaRPr lang="ru-RU" altLang="en-US" sz="1400" dirty="0">
                <a:solidFill>
                  <a:schemeClr val="bg1"/>
                </a:solidFill>
              </a:endParaRPr>
            </a:p>
          </p:txBody>
        </p:sp>
        <p:grpSp>
          <p:nvGrpSpPr>
            <p:cNvPr id="33808" name="Group 45">
              <a:extLst>
                <a:ext uri="{FF2B5EF4-FFF2-40B4-BE49-F238E27FC236}">
                  <a16:creationId xmlns:a16="http://schemas.microsoft.com/office/drawing/2014/main" id="{57773C4C-3381-BCAE-5C6F-3ED39F68A48D}"/>
                </a:ext>
              </a:extLst>
            </p:cNvPr>
            <p:cNvGrpSpPr>
              <a:grpSpLocks/>
            </p:cNvGrpSpPr>
            <p:nvPr/>
          </p:nvGrpSpPr>
          <p:grpSpPr bwMode="auto">
            <a:xfrm>
              <a:off x="4137025" y="2071688"/>
              <a:ext cx="360363" cy="587375"/>
              <a:chOff x="1882" y="1219"/>
              <a:chExt cx="227" cy="370"/>
            </a:xfrm>
          </p:grpSpPr>
          <p:sp>
            <p:nvSpPr>
              <p:cNvPr id="33921" name="Text Box 37">
                <a:extLst>
                  <a:ext uri="{FF2B5EF4-FFF2-40B4-BE49-F238E27FC236}">
                    <a16:creationId xmlns:a16="http://schemas.microsoft.com/office/drawing/2014/main" id="{D15E0872-995E-6A21-2866-965CF8370EBD}"/>
                  </a:ext>
                </a:extLst>
              </p:cNvPr>
              <p:cNvSpPr txBox="1">
                <a:spLocks noChangeArrowheads="1"/>
              </p:cNvSpPr>
              <p:nvPr/>
            </p:nvSpPr>
            <p:spPr bwMode="auto">
              <a:xfrm>
                <a:off x="1882" y="1301"/>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22" name="Text Box 38">
                <a:extLst>
                  <a:ext uri="{FF2B5EF4-FFF2-40B4-BE49-F238E27FC236}">
                    <a16:creationId xmlns:a16="http://schemas.microsoft.com/office/drawing/2014/main" id="{4C4D857F-89BC-0A5D-C449-933FB3D82F8B}"/>
                  </a:ext>
                </a:extLst>
              </p:cNvPr>
              <p:cNvSpPr txBox="1">
                <a:spLocks noChangeArrowheads="1"/>
              </p:cNvSpPr>
              <p:nvPr/>
            </p:nvSpPr>
            <p:spPr bwMode="auto">
              <a:xfrm>
                <a:off x="1882" y="1219"/>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23" name="Text Box 39">
                <a:extLst>
                  <a:ext uri="{FF2B5EF4-FFF2-40B4-BE49-F238E27FC236}">
                    <a16:creationId xmlns:a16="http://schemas.microsoft.com/office/drawing/2014/main" id="{AF179217-66E1-2D33-83CC-EABA4F61E3AE}"/>
                  </a:ext>
                </a:extLst>
              </p:cNvPr>
              <p:cNvSpPr txBox="1">
                <a:spLocks noChangeArrowheads="1"/>
              </p:cNvSpPr>
              <p:nvPr/>
            </p:nvSpPr>
            <p:spPr bwMode="auto">
              <a:xfrm>
                <a:off x="1882" y="1380"/>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grpSp>
        <p:sp>
          <p:nvSpPr>
            <p:cNvPr id="33809" name="Line 41">
              <a:extLst>
                <a:ext uri="{FF2B5EF4-FFF2-40B4-BE49-F238E27FC236}">
                  <a16:creationId xmlns:a16="http://schemas.microsoft.com/office/drawing/2014/main" id="{B8A3F771-3148-2E1F-F632-1C9EE1FDD2AD}"/>
                </a:ext>
              </a:extLst>
            </p:cNvPr>
            <p:cNvSpPr>
              <a:spLocks noChangeShapeType="1"/>
            </p:cNvSpPr>
            <p:nvPr/>
          </p:nvSpPr>
          <p:spPr bwMode="auto">
            <a:xfrm>
              <a:off x="3597275" y="3057525"/>
              <a:ext cx="8778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0" name="Oval 42">
              <a:extLst>
                <a:ext uri="{FF2B5EF4-FFF2-40B4-BE49-F238E27FC236}">
                  <a16:creationId xmlns:a16="http://schemas.microsoft.com/office/drawing/2014/main" id="{A52010C7-48E7-DFDF-CB78-CF4608AD2706}"/>
                </a:ext>
              </a:extLst>
            </p:cNvPr>
            <p:cNvSpPr>
              <a:spLocks noChangeArrowheads="1"/>
            </p:cNvSpPr>
            <p:nvPr/>
          </p:nvSpPr>
          <p:spPr bwMode="auto">
            <a:xfrm>
              <a:off x="4468813" y="3281363"/>
              <a:ext cx="168275" cy="157162"/>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3811" name="Oval 44">
              <a:extLst>
                <a:ext uri="{FF2B5EF4-FFF2-40B4-BE49-F238E27FC236}">
                  <a16:creationId xmlns:a16="http://schemas.microsoft.com/office/drawing/2014/main" id="{D370BC40-163D-FD3C-C64C-F05F381C4750}"/>
                </a:ext>
              </a:extLst>
            </p:cNvPr>
            <p:cNvSpPr>
              <a:spLocks noChangeArrowheads="1"/>
            </p:cNvSpPr>
            <p:nvPr/>
          </p:nvSpPr>
          <p:spPr bwMode="auto">
            <a:xfrm>
              <a:off x="4468813" y="3571875"/>
              <a:ext cx="168275" cy="157163"/>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grpSp>
          <p:nvGrpSpPr>
            <p:cNvPr id="33812" name="Group 46">
              <a:extLst>
                <a:ext uri="{FF2B5EF4-FFF2-40B4-BE49-F238E27FC236}">
                  <a16:creationId xmlns:a16="http://schemas.microsoft.com/office/drawing/2014/main" id="{706A5CE8-7FDE-ABAA-1BEF-1DCAF60FDDBA}"/>
                </a:ext>
              </a:extLst>
            </p:cNvPr>
            <p:cNvGrpSpPr>
              <a:grpSpLocks/>
            </p:cNvGrpSpPr>
            <p:nvPr/>
          </p:nvGrpSpPr>
          <p:grpSpPr bwMode="auto">
            <a:xfrm>
              <a:off x="6080125" y="2674938"/>
              <a:ext cx="360363" cy="587375"/>
              <a:chOff x="1882" y="1219"/>
              <a:chExt cx="227" cy="370"/>
            </a:xfrm>
          </p:grpSpPr>
          <p:sp>
            <p:nvSpPr>
              <p:cNvPr id="33918" name="Text Box 47">
                <a:extLst>
                  <a:ext uri="{FF2B5EF4-FFF2-40B4-BE49-F238E27FC236}">
                    <a16:creationId xmlns:a16="http://schemas.microsoft.com/office/drawing/2014/main" id="{02176060-C420-0FEB-7D41-3B4EDB469AD5}"/>
                  </a:ext>
                </a:extLst>
              </p:cNvPr>
              <p:cNvSpPr txBox="1">
                <a:spLocks noChangeArrowheads="1"/>
              </p:cNvSpPr>
              <p:nvPr/>
            </p:nvSpPr>
            <p:spPr bwMode="auto">
              <a:xfrm>
                <a:off x="1882" y="1301"/>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19" name="Text Box 48">
                <a:extLst>
                  <a:ext uri="{FF2B5EF4-FFF2-40B4-BE49-F238E27FC236}">
                    <a16:creationId xmlns:a16="http://schemas.microsoft.com/office/drawing/2014/main" id="{DC60D982-A2CA-1434-CCE2-B62546F274ED}"/>
                  </a:ext>
                </a:extLst>
              </p:cNvPr>
              <p:cNvSpPr txBox="1">
                <a:spLocks noChangeArrowheads="1"/>
              </p:cNvSpPr>
              <p:nvPr/>
            </p:nvSpPr>
            <p:spPr bwMode="auto">
              <a:xfrm>
                <a:off x="1882" y="1219"/>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20" name="Text Box 49">
                <a:extLst>
                  <a:ext uri="{FF2B5EF4-FFF2-40B4-BE49-F238E27FC236}">
                    <a16:creationId xmlns:a16="http://schemas.microsoft.com/office/drawing/2014/main" id="{F437A8FB-A83C-F79C-F634-3B4269B1E0F4}"/>
                  </a:ext>
                </a:extLst>
              </p:cNvPr>
              <p:cNvSpPr txBox="1">
                <a:spLocks noChangeArrowheads="1"/>
              </p:cNvSpPr>
              <p:nvPr/>
            </p:nvSpPr>
            <p:spPr bwMode="auto">
              <a:xfrm>
                <a:off x="1882" y="1380"/>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grpSp>
        <p:sp>
          <p:nvSpPr>
            <p:cNvPr id="33813" name="Line 52">
              <a:extLst>
                <a:ext uri="{FF2B5EF4-FFF2-40B4-BE49-F238E27FC236}">
                  <a16:creationId xmlns:a16="http://schemas.microsoft.com/office/drawing/2014/main" id="{14464A70-78A5-35BE-0F78-4BF34194D8DE}"/>
                </a:ext>
              </a:extLst>
            </p:cNvPr>
            <p:cNvSpPr>
              <a:spLocks noChangeShapeType="1"/>
            </p:cNvSpPr>
            <p:nvPr/>
          </p:nvSpPr>
          <p:spPr bwMode="auto">
            <a:xfrm>
              <a:off x="6016625" y="2789238"/>
              <a:ext cx="673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4" name="Text Box 53">
              <a:extLst>
                <a:ext uri="{FF2B5EF4-FFF2-40B4-BE49-F238E27FC236}">
                  <a16:creationId xmlns:a16="http://schemas.microsoft.com/office/drawing/2014/main" id="{58692DD6-710E-962B-6C02-513F48FF442F}"/>
                </a:ext>
              </a:extLst>
            </p:cNvPr>
            <p:cNvSpPr txBox="1">
              <a:spLocks noChangeArrowheads="1"/>
            </p:cNvSpPr>
            <p:nvPr/>
          </p:nvSpPr>
          <p:spPr bwMode="auto">
            <a:xfrm>
              <a:off x="5467350" y="2601913"/>
              <a:ext cx="709613" cy="369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dirty="0">
                  <a:solidFill>
                    <a:schemeClr val="bg1"/>
                  </a:solidFill>
                </a:rPr>
                <a:t>IQ1</a:t>
              </a:r>
              <a:endParaRPr lang="ru-RU" altLang="en-US" sz="1400" dirty="0">
                <a:solidFill>
                  <a:schemeClr val="bg1"/>
                </a:solidFill>
              </a:endParaRPr>
            </a:p>
          </p:txBody>
        </p:sp>
        <p:sp>
          <p:nvSpPr>
            <p:cNvPr id="33815" name="Oval 40">
              <a:extLst>
                <a:ext uri="{FF2B5EF4-FFF2-40B4-BE49-F238E27FC236}">
                  <a16:creationId xmlns:a16="http://schemas.microsoft.com/office/drawing/2014/main" id="{7444AEB3-F8C7-BDFF-DF36-0FB05F4EFB66}"/>
                </a:ext>
              </a:extLst>
            </p:cNvPr>
            <p:cNvSpPr>
              <a:spLocks noChangeArrowheads="1"/>
            </p:cNvSpPr>
            <p:nvPr/>
          </p:nvSpPr>
          <p:spPr bwMode="auto">
            <a:xfrm>
              <a:off x="4454525" y="2976563"/>
              <a:ext cx="168275" cy="157162"/>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3816" name="Rectangle 56">
              <a:extLst>
                <a:ext uri="{FF2B5EF4-FFF2-40B4-BE49-F238E27FC236}">
                  <a16:creationId xmlns:a16="http://schemas.microsoft.com/office/drawing/2014/main" id="{C90D67D2-5E02-8316-532C-91379BBD275F}"/>
                </a:ext>
              </a:extLst>
            </p:cNvPr>
            <p:cNvSpPr>
              <a:spLocks noChangeArrowheads="1"/>
            </p:cNvSpPr>
            <p:nvPr/>
          </p:nvSpPr>
          <p:spPr bwMode="auto">
            <a:xfrm>
              <a:off x="4641164" y="4220973"/>
              <a:ext cx="1400043" cy="2016314"/>
            </a:xfrm>
            <a:prstGeom prst="rect">
              <a:avLst/>
            </a:prstGeom>
            <a:solidFill>
              <a:schemeClr val="accent1"/>
            </a:solidFill>
            <a:ln w="25400">
              <a:solidFill>
                <a:schemeClr val="tx1"/>
              </a:solidFill>
              <a:miter lim="800000"/>
              <a:headEnd/>
              <a:tailEnd/>
            </a:ln>
          </p:spPr>
          <p:txBody>
            <a:bodyPr wrap="none"/>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dirty="0">
                  <a:solidFill>
                    <a:schemeClr val="bg1"/>
                  </a:solidFill>
                </a:rPr>
                <a:t>A0</a:t>
              </a:r>
            </a:p>
            <a:p>
              <a:pPr eaLnBrk="1" hangingPunct="1"/>
              <a:endParaRPr lang="en-US" altLang="en-US" sz="1400" dirty="0">
                <a:solidFill>
                  <a:schemeClr val="bg1"/>
                </a:solidFill>
              </a:endParaRPr>
            </a:p>
            <a:p>
              <a:pPr eaLnBrk="1" hangingPunct="1"/>
              <a:r>
                <a:rPr lang="en-US" altLang="en-US" sz="1400" dirty="0">
                  <a:solidFill>
                    <a:schemeClr val="bg1"/>
                  </a:solidFill>
                </a:rPr>
                <a:t>A18</a:t>
              </a:r>
            </a:p>
            <a:p>
              <a:pPr eaLnBrk="1" hangingPunct="1"/>
              <a:endParaRPr lang="en-US" altLang="en-US" sz="1400" dirty="0">
                <a:solidFill>
                  <a:schemeClr val="bg1"/>
                </a:solidFill>
              </a:endParaRPr>
            </a:p>
            <a:p>
              <a:pPr eaLnBrk="1" hangingPunct="1"/>
              <a:r>
                <a:rPr lang="en-US" altLang="en-US" sz="1400" dirty="0">
                  <a:solidFill>
                    <a:schemeClr val="bg1"/>
                  </a:solidFill>
                </a:rPr>
                <a:t>WE</a:t>
              </a:r>
              <a:br>
                <a:rPr lang="en-US" altLang="en-US" sz="1400" dirty="0">
                  <a:solidFill>
                    <a:schemeClr val="bg1"/>
                  </a:solidFill>
                </a:rPr>
              </a:br>
              <a:r>
                <a:rPr lang="en-US" altLang="en-US" sz="1400" dirty="0">
                  <a:solidFill>
                    <a:schemeClr val="bg1"/>
                  </a:solidFill>
                </a:rPr>
                <a:t>CS</a:t>
              </a:r>
            </a:p>
            <a:p>
              <a:pPr eaLnBrk="1" hangingPunct="1"/>
              <a:r>
                <a:rPr lang="en-US" altLang="en-US" sz="1400" dirty="0">
                  <a:solidFill>
                    <a:schemeClr val="bg1"/>
                  </a:solidFill>
                </a:rPr>
                <a:t>OE</a:t>
              </a:r>
              <a:br>
                <a:rPr lang="en-US" altLang="en-US" sz="1400" dirty="0">
                  <a:solidFill>
                    <a:schemeClr val="bg1"/>
                  </a:solidFill>
                </a:rPr>
              </a:br>
              <a:endParaRPr lang="ru-RU" altLang="en-US" sz="1400" dirty="0">
                <a:solidFill>
                  <a:schemeClr val="bg1"/>
                </a:solidFill>
              </a:endParaRPr>
            </a:p>
          </p:txBody>
        </p:sp>
        <p:sp>
          <p:nvSpPr>
            <p:cNvPr id="33817" name="Line 57">
              <a:extLst>
                <a:ext uri="{FF2B5EF4-FFF2-40B4-BE49-F238E27FC236}">
                  <a16:creationId xmlns:a16="http://schemas.microsoft.com/office/drawing/2014/main" id="{7C77C242-B0F6-0055-B21C-8C31F505B401}"/>
                </a:ext>
              </a:extLst>
            </p:cNvPr>
            <p:cNvSpPr>
              <a:spLocks noChangeShapeType="1"/>
            </p:cNvSpPr>
            <p:nvPr/>
          </p:nvSpPr>
          <p:spPr bwMode="auto">
            <a:xfrm>
              <a:off x="3594100" y="4446588"/>
              <a:ext cx="10334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8" name="Line 58">
              <a:extLst>
                <a:ext uri="{FF2B5EF4-FFF2-40B4-BE49-F238E27FC236}">
                  <a16:creationId xmlns:a16="http://schemas.microsoft.com/office/drawing/2014/main" id="{1552637E-6D5E-8C2C-8642-4423E8701FCF}"/>
                </a:ext>
              </a:extLst>
            </p:cNvPr>
            <p:cNvSpPr>
              <a:spLocks noChangeShapeType="1"/>
            </p:cNvSpPr>
            <p:nvPr/>
          </p:nvSpPr>
          <p:spPr bwMode="auto">
            <a:xfrm>
              <a:off x="3600450" y="5048250"/>
              <a:ext cx="1041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9" name="Line 59">
              <a:extLst>
                <a:ext uri="{FF2B5EF4-FFF2-40B4-BE49-F238E27FC236}">
                  <a16:creationId xmlns:a16="http://schemas.microsoft.com/office/drawing/2014/main" id="{0AAD2A98-A3CE-0F46-776E-128EAE0EB1C1}"/>
                </a:ext>
              </a:extLst>
            </p:cNvPr>
            <p:cNvSpPr>
              <a:spLocks noChangeShapeType="1"/>
            </p:cNvSpPr>
            <p:nvPr/>
          </p:nvSpPr>
          <p:spPr bwMode="auto">
            <a:xfrm>
              <a:off x="3617913" y="5673725"/>
              <a:ext cx="8588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0" name="Line 60">
              <a:extLst>
                <a:ext uri="{FF2B5EF4-FFF2-40B4-BE49-F238E27FC236}">
                  <a16:creationId xmlns:a16="http://schemas.microsoft.com/office/drawing/2014/main" id="{F544F124-553C-ACB2-B6F2-0173009AF887}"/>
                </a:ext>
              </a:extLst>
            </p:cNvPr>
            <p:cNvSpPr>
              <a:spLocks noChangeShapeType="1"/>
            </p:cNvSpPr>
            <p:nvPr/>
          </p:nvSpPr>
          <p:spPr bwMode="auto">
            <a:xfrm>
              <a:off x="6043613" y="4851400"/>
              <a:ext cx="6619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1" name="Line 61">
              <a:extLst>
                <a:ext uri="{FF2B5EF4-FFF2-40B4-BE49-F238E27FC236}">
                  <a16:creationId xmlns:a16="http://schemas.microsoft.com/office/drawing/2014/main" id="{63D9EDAB-C5A0-2DE7-F4B5-6572B3E58648}"/>
                </a:ext>
              </a:extLst>
            </p:cNvPr>
            <p:cNvSpPr>
              <a:spLocks noChangeShapeType="1"/>
            </p:cNvSpPr>
            <p:nvPr/>
          </p:nvSpPr>
          <p:spPr bwMode="auto">
            <a:xfrm>
              <a:off x="6029325" y="5721350"/>
              <a:ext cx="6619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2" name="Line 62">
              <a:extLst>
                <a:ext uri="{FF2B5EF4-FFF2-40B4-BE49-F238E27FC236}">
                  <a16:creationId xmlns:a16="http://schemas.microsoft.com/office/drawing/2014/main" id="{F3605063-C47D-4B4F-45D4-38D1B073210F}"/>
                </a:ext>
              </a:extLst>
            </p:cNvPr>
            <p:cNvSpPr>
              <a:spLocks noChangeShapeType="1"/>
            </p:cNvSpPr>
            <p:nvPr/>
          </p:nvSpPr>
          <p:spPr bwMode="auto">
            <a:xfrm>
              <a:off x="3606800" y="5975317"/>
              <a:ext cx="85883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3" name="Text Box 63">
              <a:extLst>
                <a:ext uri="{FF2B5EF4-FFF2-40B4-BE49-F238E27FC236}">
                  <a16:creationId xmlns:a16="http://schemas.microsoft.com/office/drawing/2014/main" id="{0D844B7E-9702-0C91-D99D-9447FC71C4AD}"/>
                </a:ext>
              </a:extLst>
            </p:cNvPr>
            <p:cNvSpPr txBox="1">
              <a:spLocks noChangeArrowheads="1"/>
            </p:cNvSpPr>
            <p:nvPr/>
          </p:nvSpPr>
          <p:spPr bwMode="auto">
            <a:xfrm>
              <a:off x="5437188" y="4648200"/>
              <a:ext cx="709612" cy="369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dirty="0">
                  <a:solidFill>
                    <a:schemeClr val="bg1"/>
                  </a:solidFill>
                </a:rPr>
                <a:t>IQ0</a:t>
              </a:r>
              <a:endParaRPr lang="ru-RU" altLang="en-US" sz="1400" dirty="0">
                <a:solidFill>
                  <a:schemeClr val="bg1"/>
                </a:solidFill>
              </a:endParaRPr>
            </a:p>
          </p:txBody>
        </p:sp>
        <p:sp>
          <p:nvSpPr>
            <p:cNvPr id="33824" name="Text Box 64">
              <a:extLst>
                <a:ext uri="{FF2B5EF4-FFF2-40B4-BE49-F238E27FC236}">
                  <a16:creationId xmlns:a16="http://schemas.microsoft.com/office/drawing/2014/main" id="{BBCB155A-2F79-BECE-FF86-F9430EF81501}"/>
                </a:ext>
              </a:extLst>
            </p:cNvPr>
            <p:cNvSpPr txBox="1">
              <a:spLocks noChangeArrowheads="1"/>
            </p:cNvSpPr>
            <p:nvPr/>
          </p:nvSpPr>
          <p:spPr bwMode="auto">
            <a:xfrm>
              <a:off x="5461001" y="5546725"/>
              <a:ext cx="708025" cy="369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dirty="0">
                  <a:solidFill>
                    <a:schemeClr val="bg1"/>
                  </a:solidFill>
                </a:rPr>
                <a:t>IQ7</a:t>
              </a:r>
              <a:endParaRPr lang="ru-RU" altLang="en-US" sz="1400" dirty="0">
                <a:solidFill>
                  <a:schemeClr val="bg1"/>
                </a:solidFill>
              </a:endParaRPr>
            </a:p>
          </p:txBody>
        </p:sp>
        <p:grpSp>
          <p:nvGrpSpPr>
            <p:cNvPr id="33825" name="Group 66">
              <a:extLst>
                <a:ext uri="{FF2B5EF4-FFF2-40B4-BE49-F238E27FC236}">
                  <a16:creationId xmlns:a16="http://schemas.microsoft.com/office/drawing/2014/main" id="{87461E54-6DE9-8445-863F-3E6D48B9687B}"/>
                </a:ext>
              </a:extLst>
            </p:cNvPr>
            <p:cNvGrpSpPr>
              <a:grpSpLocks/>
            </p:cNvGrpSpPr>
            <p:nvPr/>
          </p:nvGrpSpPr>
          <p:grpSpPr bwMode="auto">
            <a:xfrm>
              <a:off x="4149725" y="4379913"/>
              <a:ext cx="360363" cy="587375"/>
              <a:chOff x="1882" y="1219"/>
              <a:chExt cx="227" cy="370"/>
            </a:xfrm>
          </p:grpSpPr>
          <p:sp>
            <p:nvSpPr>
              <p:cNvPr id="33915" name="Text Box 67">
                <a:extLst>
                  <a:ext uri="{FF2B5EF4-FFF2-40B4-BE49-F238E27FC236}">
                    <a16:creationId xmlns:a16="http://schemas.microsoft.com/office/drawing/2014/main" id="{D372FD23-2D74-05FB-7A17-4EEDB0144E95}"/>
                  </a:ext>
                </a:extLst>
              </p:cNvPr>
              <p:cNvSpPr txBox="1">
                <a:spLocks noChangeArrowheads="1"/>
              </p:cNvSpPr>
              <p:nvPr/>
            </p:nvSpPr>
            <p:spPr bwMode="auto">
              <a:xfrm>
                <a:off x="1882" y="1301"/>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16" name="Text Box 68">
                <a:extLst>
                  <a:ext uri="{FF2B5EF4-FFF2-40B4-BE49-F238E27FC236}">
                    <a16:creationId xmlns:a16="http://schemas.microsoft.com/office/drawing/2014/main" id="{F94D20CB-1005-E903-49A6-2271ABCC22C1}"/>
                  </a:ext>
                </a:extLst>
              </p:cNvPr>
              <p:cNvSpPr txBox="1">
                <a:spLocks noChangeArrowheads="1"/>
              </p:cNvSpPr>
              <p:nvPr/>
            </p:nvSpPr>
            <p:spPr bwMode="auto">
              <a:xfrm>
                <a:off x="1882" y="1219"/>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17" name="Text Box 69">
                <a:extLst>
                  <a:ext uri="{FF2B5EF4-FFF2-40B4-BE49-F238E27FC236}">
                    <a16:creationId xmlns:a16="http://schemas.microsoft.com/office/drawing/2014/main" id="{D6B2AFB3-5331-9856-FE9B-CEAC575053AC}"/>
                  </a:ext>
                </a:extLst>
              </p:cNvPr>
              <p:cNvSpPr txBox="1">
                <a:spLocks noChangeArrowheads="1"/>
              </p:cNvSpPr>
              <p:nvPr/>
            </p:nvSpPr>
            <p:spPr bwMode="auto">
              <a:xfrm>
                <a:off x="1882" y="1380"/>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grpSp>
        <p:sp>
          <p:nvSpPr>
            <p:cNvPr id="33826" name="Line 70">
              <a:extLst>
                <a:ext uri="{FF2B5EF4-FFF2-40B4-BE49-F238E27FC236}">
                  <a16:creationId xmlns:a16="http://schemas.microsoft.com/office/drawing/2014/main" id="{8022099C-9BCB-DCBD-EB5E-F8561C9247C1}"/>
                </a:ext>
              </a:extLst>
            </p:cNvPr>
            <p:cNvSpPr>
              <a:spLocks noChangeShapeType="1"/>
            </p:cNvSpPr>
            <p:nvPr/>
          </p:nvSpPr>
          <p:spPr bwMode="auto">
            <a:xfrm>
              <a:off x="3595688" y="5365750"/>
              <a:ext cx="8778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7" name="Oval 71">
              <a:extLst>
                <a:ext uri="{FF2B5EF4-FFF2-40B4-BE49-F238E27FC236}">
                  <a16:creationId xmlns:a16="http://schemas.microsoft.com/office/drawing/2014/main" id="{045E5BB8-D2CA-CE60-DFB2-7624301C4396}"/>
                </a:ext>
              </a:extLst>
            </p:cNvPr>
            <p:cNvSpPr>
              <a:spLocks noChangeArrowheads="1"/>
            </p:cNvSpPr>
            <p:nvPr/>
          </p:nvSpPr>
          <p:spPr bwMode="auto">
            <a:xfrm>
              <a:off x="4481513" y="5589588"/>
              <a:ext cx="168275" cy="157162"/>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3828" name="Oval 72">
              <a:extLst>
                <a:ext uri="{FF2B5EF4-FFF2-40B4-BE49-F238E27FC236}">
                  <a16:creationId xmlns:a16="http://schemas.microsoft.com/office/drawing/2014/main" id="{F30D828C-309C-FD0F-EB68-7AAFBA9F2FBE}"/>
                </a:ext>
              </a:extLst>
            </p:cNvPr>
            <p:cNvSpPr>
              <a:spLocks noChangeArrowheads="1"/>
            </p:cNvSpPr>
            <p:nvPr/>
          </p:nvSpPr>
          <p:spPr bwMode="auto">
            <a:xfrm>
              <a:off x="4481513" y="5880100"/>
              <a:ext cx="168275" cy="157163"/>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grpSp>
          <p:nvGrpSpPr>
            <p:cNvPr id="33829" name="Group 73">
              <a:extLst>
                <a:ext uri="{FF2B5EF4-FFF2-40B4-BE49-F238E27FC236}">
                  <a16:creationId xmlns:a16="http://schemas.microsoft.com/office/drawing/2014/main" id="{203F4D2F-7D50-B6BA-F3D6-A65D6759A556}"/>
                </a:ext>
              </a:extLst>
            </p:cNvPr>
            <p:cNvGrpSpPr>
              <a:grpSpLocks/>
            </p:cNvGrpSpPr>
            <p:nvPr/>
          </p:nvGrpSpPr>
          <p:grpSpPr bwMode="auto">
            <a:xfrm>
              <a:off x="6096000" y="5040313"/>
              <a:ext cx="360363" cy="587375"/>
              <a:chOff x="1882" y="1219"/>
              <a:chExt cx="227" cy="370"/>
            </a:xfrm>
          </p:grpSpPr>
          <p:sp>
            <p:nvSpPr>
              <p:cNvPr id="33912" name="Text Box 74">
                <a:extLst>
                  <a:ext uri="{FF2B5EF4-FFF2-40B4-BE49-F238E27FC236}">
                    <a16:creationId xmlns:a16="http://schemas.microsoft.com/office/drawing/2014/main" id="{C449112D-650C-CED0-AE94-D01400B3B57E}"/>
                  </a:ext>
                </a:extLst>
              </p:cNvPr>
              <p:cNvSpPr txBox="1">
                <a:spLocks noChangeArrowheads="1"/>
              </p:cNvSpPr>
              <p:nvPr/>
            </p:nvSpPr>
            <p:spPr bwMode="auto">
              <a:xfrm>
                <a:off x="1882" y="1301"/>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13" name="Text Box 75">
                <a:extLst>
                  <a:ext uri="{FF2B5EF4-FFF2-40B4-BE49-F238E27FC236}">
                    <a16:creationId xmlns:a16="http://schemas.microsoft.com/office/drawing/2014/main" id="{5A825AB6-E829-59CC-FDE4-37AC3AB9ED59}"/>
                  </a:ext>
                </a:extLst>
              </p:cNvPr>
              <p:cNvSpPr txBox="1">
                <a:spLocks noChangeArrowheads="1"/>
              </p:cNvSpPr>
              <p:nvPr/>
            </p:nvSpPr>
            <p:spPr bwMode="auto">
              <a:xfrm>
                <a:off x="1882" y="1219"/>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14" name="Text Box 76">
                <a:extLst>
                  <a:ext uri="{FF2B5EF4-FFF2-40B4-BE49-F238E27FC236}">
                    <a16:creationId xmlns:a16="http://schemas.microsoft.com/office/drawing/2014/main" id="{C24A72D3-BF23-DD81-2B71-C55A33AC7086}"/>
                  </a:ext>
                </a:extLst>
              </p:cNvPr>
              <p:cNvSpPr txBox="1">
                <a:spLocks noChangeArrowheads="1"/>
              </p:cNvSpPr>
              <p:nvPr/>
            </p:nvSpPr>
            <p:spPr bwMode="auto">
              <a:xfrm>
                <a:off x="1882" y="1380"/>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grpSp>
        <p:sp>
          <p:nvSpPr>
            <p:cNvPr id="33830" name="Line 77">
              <a:extLst>
                <a:ext uri="{FF2B5EF4-FFF2-40B4-BE49-F238E27FC236}">
                  <a16:creationId xmlns:a16="http://schemas.microsoft.com/office/drawing/2014/main" id="{2CC22DBA-A8A9-16DF-D022-6CFF58ED3542}"/>
                </a:ext>
              </a:extLst>
            </p:cNvPr>
            <p:cNvSpPr>
              <a:spLocks noChangeShapeType="1"/>
            </p:cNvSpPr>
            <p:nvPr/>
          </p:nvSpPr>
          <p:spPr bwMode="auto">
            <a:xfrm>
              <a:off x="6029325" y="5097463"/>
              <a:ext cx="6619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1" name="Text Box 78">
              <a:extLst>
                <a:ext uri="{FF2B5EF4-FFF2-40B4-BE49-F238E27FC236}">
                  <a16:creationId xmlns:a16="http://schemas.microsoft.com/office/drawing/2014/main" id="{6A9ADFCB-2335-FFEC-B8F1-B6C2BA64FF9B}"/>
                </a:ext>
              </a:extLst>
            </p:cNvPr>
            <p:cNvSpPr txBox="1">
              <a:spLocks noChangeArrowheads="1"/>
            </p:cNvSpPr>
            <p:nvPr/>
          </p:nvSpPr>
          <p:spPr bwMode="auto">
            <a:xfrm>
              <a:off x="5465763" y="4910139"/>
              <a:ext cx="709612" cy="369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dirty="0">
                  <a:solidFill>
                    <a:schemeClr val="bg1"/>
                  </a:solidFill>
                </a:rPr>
                <a:t>IQ1</a:t>
              </a:r>
              <a:endParaRPr lang="ru-RU" altLang="en-US" sz="1400" dirty="0">
                <a:solidFill>
                  <a:schemeClr val="bg1"/>
                </a:solidFill>
              </a:endParaRPr>
            </a:p>
          </p:txBody>
        </p:sp>
        <p:sp>
          <p:nvSpPr>
            <p:cNvPr id="33832" name="Oval 79">
              <a:extLst>
                <a:ext uri="{FF2B5EF4-FFF2-40B4-BE49-F238E27FC236}">
                  <a16:creationId xmlns:a16="http://schemas.microsoft.com/office/drawing/2014/main" id="{66261002-3251-5FEC-7C58-4AECA2B0E36E}"/>
                </a:ext>
              </a:extLst>
            </p:cNvPr>
            <p:cNvSpPr>
              <a:spLocks noChangeArrowheads="1"/>
            </p:cNvSpPr>
            <p:nvPr/>
          </p:nvSpPr>
          <p:spPr bwMode="auto">
            <a:xfrm>
              <a:off x="4467225" y="5284788"/>
              <a:ext cx="168275" cy="157162"/>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3833" name="Line 80">
              <a:extLst>
                <a:ext uri="{FF2B5EF4-FFF2-40B4-BE49-F238E27FC236}">
                  <a16:creationId xmlns:a16="http://schemas.microsoft.com/office/drawing/2014/main" id="{4B5B7BEC-0A6B-8F0E-8647-CF81EB9EE87B}"/>
                </a:ext>
              </a:extLst>
            </p:cNvPr>
            <p:cNvSpPr>
              <a:spLocks noChangeShapeType="1"/>
            </p:cNvSpPr>
            <p:nvPr/>
          </p:nvSpPr>
          <p:spPr bwMode="auto">
            <a:xfrm flipV="1">
              <a:off x="3603625" y="1612900"/>
              <a:ext cx="0" cy="4360863"/>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4" name="Line 81">
              <a:extLst>
                <a:ext uri="{FF2B5EF4-FFF2-40B4-BE49-F238E27FC236}">
                  <a16:creationId xmlns:a16="http://schemas.microsoft.com/office/drawing/2014/main" id="{8C48D248-296B-7893-E5C3-0FD05FAE30E1}"/>
                </a:ext>
              </a:extLst>
            </p:cNvPr>
            <p:cNvSpPr>
              <a:spLocks noChangeShapeType="1"/>
            </p:cNvSpPr>
            <p:nvPr/>
          </p:nvSpPr>
          <p:spPr bwMode="auto">
            <a:xfrm flipV="1">
              <a:off x="3590925" y="1593850"/>
              <a:ext cx="311943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5" name="Line 82">
              <a:extLst>
                <a:ext uri="{FF2B5EF4-FFF2-40B4-BE49-F238E27FC236}">
                  <a16:creationId xmlns:a16="http://schemas.microsoft.com/office/drawing/2014/main" id="{511F3E9A-5CF6-1D03-94E4-42F1E388C3D1}"/>
                </a:ext>
              </a:extLst>
            </p:cNvPr>
            <p:cNvSpPr>
              <a:spLocks noChangeShapeType="1"/>
            </p:cNvSpPr>
            <p:nvPr/>
          </p:nvSpPr>
          <p:spPr bwMode="auto">
            <a:xfrm>
              <a:off x="6704013" y="1579563"/>
              <a:ext cx="0" cy="414880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6" name="Text Box 83">
              <a:extLst>
                <a:ext uri="{FF2B5EF4-FFF2-40B4-BE49-F238E27FC236}">
                  <a16:creationId xmlns:a16="http://schemas.microsoft.com/office/drawing/2014/main" id="{636C2824-6C85-3C5E-C81E-75653E5CDB10}"/>
                </a:ext>
              </a:extLst>
            </p:cNvPr>
            <p:cNvSpPr txBox="1">
              <a:spLocks noChangeArrowheads="1"/>
            </p:cNvSpPr>
            <p:nvPr/>
          </p:nvSpPr>
          <p:spPr bwMode="auto">
            <a:xfrm>
              <a:off x="3589337" y="1795463"/>
              <a:ext cx="504825"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A0</a:t>
              </a:r>
              <a:endParaRPr lang="ru-RU" altLang="en-US" sz="1200"/>
            </a:p>
          </p:txBody>
        </p:sp>
        <p:sp>
          <p:nvSpPr>
            <p:cNvPr id="33837" name="Text Box 84">
              <a:extLst>
                <a:ext uri="{FF2B5EF4-FFF2-40B4-BE49-F238E27FC236}">
                  <a16:creationId xmlns:a16="http://schemas.microsoft.com/office/drawing/2014/main" id="{D333767C-9237-2356-0DD9-C55FE695DD70}"/>
                </a:ext>
              </a:extLst>
            </p:cNvPr>
            <p:cNvSpPr txBox="1">
              <a:spLocks noChangeArrowheads="1"/>
            </p:cNvSpPr>
            <p:nvPr/>
          </p:nvSpPr>
          <p:spPr bwMode="auto">
            <a:xfrm>
              <a:off x="3619500" y="2430463"/>
              <a:ext cx="792163"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A18</a:t>
              </a:r>
              <a:endParaRPr lang="ru-RU" altLang="en-US" sz="1200"/>
            </a:p>
          </p:txBody>
        </p:sp>
        <p:sp>
          <p:nvSpPr>
            <p:cNvPr id="33838" name="Text Box 85">
              <a:extLst>
                <a:ext uri="{FF2B5EF4-FFF2-40B4-BE49-F238E27FC236}">
                  <a16:creationId xmlns:a16="http://schemas.microsoft.com/office/drawing/2014/main" id="{D161BD56-FC75-0DFC-CCB2-D42660C0EF31}"/>
                </a:ext>
              </a:extLst>
            </p:cNvPr>
            <p:cNvSpPr txBox="1">
              <a:spLocks noChangeArrowheads="1"/>
            </p:cNvSpPr>
            <p:nvPr/>
          </p:nvSpPr>
          <p:spPr bwMode="auto">
            <a:xfrm>
              <a:off x="3619500" y="4157663"/>
              <a:ext cx="504825"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A0</a:t>
              </a:r>
              <a:endParaRPr lang="ru-RU" altLang="en-US" sz="1200"/>
            </a:p>
          </p:txBody>
        </p:sp>
        <p:sp>
          <p:nvSpPr>
            <p:cNvPr id="33839" name="Text Box 86">
              <a:extLst>
                <a:ext uri="{FF2B5EF4-FFF2-40B4-BE49-F238E27FC236}">
                  <a16:creationId xmlns:a16="http://schemas.microsoft.com/office/drawing/2014/main" id="{E5B32C57-FEB8-4B22-7E79-4AD749FF4EA8}"/>
                </a:ext>
              </a:extLst>
            </p:cNvPr>
            <p:cNvSpPr txBox="1">
              <a:spLocks noChangeArrowheads="1"/>
            </p:cNvSpPr>
            <p:nvPr/>
          </p:nvSpPr>
          <p:spPr bwMode="auto">
            <a:xfrm>
              <a:off x="3619500" y="4733926"/>
              <a:ext cx="792163"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A18</a:t>
              </a:r>
              <a:endParaRPr lang="ru-RU" altLang="en-US" sz="1200"/>
            </a:p>
          </p:txBody>
        </p:sp>
        <p:sp>
          <p:nvSpPr>
            <p:cNvPr id="33840" name="Text Box 87">
              <a:extLst>
                <a:ext uri="{FF2B5EF4-FFF2-40B4-BE49-F238E27FC236}">
                  <a16:creationId xmlns:a16="http://schemas.microsoft.com/office/drawing/2014/main" id="{0A07F01C-ABA7-D84C-83A3-6CF44A04D6C5}"/>
                </a:ext>
              </a:extLst>
            </p:cNvPr>
            <p:cNvSpPr txBox="1">
              <a:spLocks noChangeArrowheads="1"/>
            </p:cNvSpPr>
            <p:nvPr/>
          </p:nvSpPr>
          <p:spPr bwMode="auto">
            <a:xfrm>
              <a:off x="6256339" y="2212976"/>
              <a:ext cx="504825"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D0</a:t>
              </a:r>
              <a:endParaRPr lang="ru-RU" altLang="en-US" sz="1200"/>
            </a:p>
          </p:txBody>
        </p:sp>
        <p:sp>
          <p:nvSpPr>
            <p:cNvPr id="33841" name="Text Box 88">
              <a:extLst>
                <a:ext uri="{FF2B5EF4-FFF2-40B4-BE49-F238E27FC236}">
                  <a16:creationId xmlns:a16="http://schemas.microsoft.com/office/drawing/2014/main" id="{A23A69EA-6DAF-40CA-E4A4-791CFE684089}"/>
                </a:ext>
              </a:extLst>
            </p:cNvPr>
            <p:cNvSpPr txBox="1">
              <a:spLocks noChangeArrowheads="1"/>
            </p:cNvSpPr>
            <p:nvPr/>
          </p:nvSpPr>
          <p:spPr bwMode="auto">
            <a:xfrm>
              <a:off x="6270625" y="2473325"/>
              <a:ext cx="504825"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D1</a:t>
              </a:r>
              <a:endParaRPr lang="ru-RU" altLang="en-US" sz="1200"/>
            </a:p>
          </p:txBody>
        </p:sp>
        <p:sp>
          <p:nvSpPr>
            <p:cNvPr id="33842" name="Text Box 89">
              <a:extLst>
                <a:ext uri="{FF2B5EF4-FFF2-40B4-BE49-F238E27FC236}">
                  <a16:creationId xmlns:a16="http://schemas.microsoft.com/office/drawing/2014/main" id="{9B559BB3-1445-3DAB-E718-C64DE1C73FFD}"/>
                </a:ext>
              </a:extLst>
            </p:cNvPr>
            <p:cNvSpPr txBox="1">
              <a:spLocks noChangeArrowheads="1"/>
            </p:cNvSpPr>
            <p:nvPr/>
          </p:nvSpPr>
          <p:spPr bwMode="auto">
            <a:xfrm>
              <a:off x="6284913" y="3078163"/>
              <a:ext cx="504825"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D7</a:t>
              </a:r>
              <a:endParaRPr lang="ru-RU" altLang="en-US" sz="1200"/>
            </a:p>
          </p:txBody>
        </p:sp>
        <p:sp>
          <p:nvSpPr>
            <p:cNvPr id="33843" name="Text Box 90">
              <a:extLst>
                <a:ext uri="{FF2B5EF4-FFF2-40B4-BE49-F238E27FC236}">
                  <a16:creationId xmlns:a16="http://schemas.microsoft.com/office/drawing/2014/main" id="{8C3FAEA7-0757-7871-474D-4F0921362A97}"/>
                </a:ext>
              </a:extLst>
            </p:cNvPr>
            <p:cNvSpPr txBox="1">
              <a:spLocks noChangeArrowheads="1"/>
            </p:cNvSpPr>
            <p:nvPr/>
          </p:nvSpPr>
          <p:spPr bwMode="auto">
            <a:xfrm>
              <a:off x="6270625" y="5370513"/>
              <a:ext cx="504825"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D7</a:t>
              </a:r>
              <a:endParaRPr lang="ru-RU" altLang="en-US" sz="1200"/>
            </a:p>
          </p:txBody>
        </p:sp>
        <p:sp>
          <p:nvSpPr>
            <p:cNvPr id="33844" name="Text Box 91">
              <a:extLst>
                <a:ext uri="{FF2B5EF4-FFF2-40B4-BE49-F238E27FC236}">
                  <a16:creationId xmlns:a16="http://schemas.microsoft.com/office/drawing/2014/main" id="{592974B8-1269-9F70-27CF-605A7D9B81C1}"/>
                </a:ext>
              </a:extLst>
            </p:cNvPr>
            <p:cNvSpPr txBox="1">
              <a:spLocks noChangeArrowheads="1"/>
            </p:cNvSpPr>
            <p:nvPr/>
          </p:nvSpPr>
          <p:spPr bwMode="auto">
            <a:xfrm>
              <a:off x="6270625" y="4795838"/>
              <a:ext cx="504825"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D1</a:t>
              </a:r>
              <a:endParaRPr lang="ru-RU" altLang="en-US" sz="1200"/>
            </a:p>
          </p:txBody>
        </p:sp>
        <p:sp>
          <p:nvSpPr>
            <p:cNvPr id="33845" name="Text Box 92">
              <a:extLst>
                <a:ext uri="{FF2B5EF4-FFF2-40B4-BE49-F238E27FC236}">
                  <a16:creationId xmlns:a16="http://schemas.microsoft.com/office/drawing/2014/main" id="{2AD938F1-C466-41F3-FF65-B0BB3CDABF00}"/>
                </a:ext>
              </a:extLst>
            </p:cNvPr>
            <p:cNvSpPr txBox="1">
              <a:spLocks noChangeArrowheads="1"/>
            </p:cNvSpPr>
            <p:nvPr/>
          </p:nvSpPr>
          <p:spPr bwMode="auto">
            <a:xfrm>
              <a:off x="6254750" y="4533901"/>
              <a:ext cx="504825"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D0</a:t>
              </a:r>
              <a:endParaRPr lang="ru-RU" altLang="en-US" sz="1200"/>
            </a:p>
          </p:txBody>
        </p:sp>
        <p:sp>
          <p:nvSpPr>
            <p:cNvPr id="33846" name="Line 93">
              <a:extLst>
                <a:ext uri="{FF2B5EF4-FFF2-40B4-BE49-F238E27FC236}">
                  <a16:creationId xmlns:a16="http://schemas.microsoft.com/office/drawing/2014/main" id="{F998B929-0BC8-DA08-940E-DF136564674F}"/>
                </a:ext>
              </a:extLst>
            </p:cNvPr>
            <p:cNvSpPr>
              <a:spLocks noChangeShapeType="1"/>
            </p:cNvSpPr>
            <p:nvPr/>
          </p:nvSpPr>
          <p:spPr bwMode="auto">
            <a:xfrm>
              <a:off x="2841625" y="2198688"/>
              <a:ext cx="7556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47" name="Line 94">
              <a:extLst>
                <a:ext uri="{FF2B5EF4-FFF2-40B4-BE49-F238E27FC236}">
                  <a16:creationId xmlns:a16="http://schemas.microsoft.com/office/drawing/2014/main" id="{6F249991-8008-63CF-8413-1145D3DD3BA3}"/>
                </a:ext>
              </a:extLst>
            </p:cNvPr>
            <p:cNvSpPr>
              <a:spLocks noChangeShapeType="1"/>
            </p:cNvSpPr>
            <p:nvPr/>
          </p:nvSpPr>
          <p:spPr bwMode="auto">
            <a:xfrm>
              <a:off x="2828925" y="2503488"/>
              <a:ext cx="7556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48" name="Line 95">
              <a:extLst>
                <a:ext uri="{FF2B5EF4-FFF2-40B4-BE49-F238E27FC236}">
                  <a16:creationId xmlns:a16="http://schemas.microsoft.com/office/drawing/2014/main" id="{A0F2440B-B446-2DEC-DA07-14167CEB135D}"/>
                </a:ext>
              </a:extLst>
            </p:cNvPr>
            <p:cNvSpPr>
              <a:spLocks noChangeShapeType="1"/>
            </p:cNvSpPr>
            <p:nvPr/>
          </p:nvSpPr>
          <p:spPr bwMode="auto">
            <a:xfrm>
              <a:off x="2828925" y="3362325"/>
              <a:ext cx="7556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49" name="Line 96">
              <a:extLst>
                <a:ext uri="{FF2B5EF4-FFF2-40B4-BE49-F238E27FC236}">
                  <a16:creationId xmlns:a16="http://schemas.microsoft.com/office/drawing/2014/main" id="{E9CAF514-169F-3F7F-373B-7DF37A56AE87}"/>
                </a:ext>
              </a:extLst>
            </p:cNvPr>
            <p:cNvSpPr>
              <a:spLocks noChangeShapeType="1"/>
            </p:cNvSpPr>
            <p:nvPr/>
          </p:nvSpPr>
          <p:spPr bwMode="auto">
            <a:xfrm>
              <a:off x="2843213" y="3652838"/>
              <a:ext cx="7556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0" name="Line 97">
              <a:extLst>
                <a:ext uri="{FF2B5EF4-FFF2-40B4-BE49-F238E27FC236}">
                  <a16:creationId xmlns:a16="http://schemas.microsoft.com/office/drawing/2014/main" id="{2F8B8C22-3DD3-DC4B-AECC-259BD81FF9B4}"/>
                </a:ext>
              </a:extLst>
            </p:cNvPr>
            <p:cNvSpPr>
              <a:spLocks noChangeShapeType="1"/>
            </p:cNvSpPr>
            <p:nvPr/>
          </p:nvSpPr>
          <p:spPr bwMode="auto">
            <a:xfrm>
              <a:off x="6704013" y="2933700"/>
              <a:ext cx="3952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1" name="Line 98">
              <a:extLst>
                <a:ext uri="{FF2B5EF4-FFF2-40B4-BE49-F238E27FC236}">
                  <a16:creationId xmlns:a16="http://schemas.microsoft.com/office/drawing/2014/main" id="{116590FD-B7DB-E52E-92DC-C921372D00D6}"/>
                </a:ext>
              </a:extLst>
            </p:cNvPr>
            <p:cNvSpPr>
              <a:spLocks noChangeShapeType="1"/>
            </p:cNvSpPr>
            <p:nvPr/>
          </p:nvSpPr>
          <p:spPr bwMode="auto">
            <a:xfrm>
              <a:off x="6704013" y="3267075"/>
              <a:ext cx="3952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2" name="Line 99">
              <a:extLst>
                <a:ext uri="{FF2B5EF4-FFF2-40B4-BE49-F238E27FC236}">
                  <a16:creationId xmlns:a16="http://schemas.microsoft.com/office/drawing/2014/main" id="{44B96771-97C4-A976-AE79-2588D3CC89E1}"/>
                </a:ext>
              </a:extLst>
            </p:cNvPr>
            <p:cNvSpPr>
              <a:spLocks noChangeShapeType="1"/>
            </p:cNvSpPr>
            <p:nvPr/>
          </p:nvSpPr>
          <p:spPr bwMode="auto">
            <a:xfrm>
              <a:off x="6718300" y="4065588"/>
              <a:ext cx="3952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3853" name="Group 100">
              <a:extLst>
                <a:ext uri="{FF2B5EF4-FFF2-40B4-BE49-F238E27FC236}">
                  <a16:creationId xmlns:a16="http://schemas.microsoft.com/office/drawing/2014/main" id="{B69FFDDC-3DF6-2A91-99EF-262471A3C682}"/>
                </a:ext>
              </a:extLst>
            </p:cNvPr>
            <p:cNvGrpSpPr>
              <a:grpSpLocks/>
            </p:cNvGrpSpPr>
            <p:nvPr/>
          </p:nvGrpSpPr>
          <p:grpSpPr bwMode="auto">
            <a:xfrm>
              <a:off x="6510338" y="3355975"/>
              <a:ext cx="360362" cy="587375"/>
              <a:chOff x="1882" y="1219"/>
              <a:chExt cx="227" cy="370"/>
            </a:xfrm>
          </p:grpSpPr>
          <p:sp>
            <p:nvSpPr>
              <p:cNvPr id="33909" name="Text Box 101">
                <a:extLst>
                  <a:ext uri="{FF2B5EF4-FFF2-40B4-BE49-F238E27FC236}">
                    <a16:creationId xmlns:a16="http://schemas.microsoft.com/office/drawing/2014/main" id="{F846D6D0-4623-F66C-D2E0-6BD31E7DB800}"/>
                  </a:ext>
                </a:extLst>
              </p:cNvPr>
              <p:cNvSpPr txBox="1">
                <a:spLocks noChangeArrowheads="1"/>
              </p:cNvSpPr>
              <p:nvPr/>
            </p:nvSpPr>
            <p:spPr bwMode="auto">
              <a:xfrm>
                <a:off x="1882" y="1301"/>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10" name="Text Box 102">
                <a:extLst>
                  <a:ext uri="{FF2B5EF4-FFF2-40B4-BE49-F238E27FC236}">
                    <a16:creationId xmlns:a16="http://schemas.microsoft.com/office/drawing/2014/main" id="{2EB748C9-647D-3241-E6B4-316C393B93C9}"/>
                  </a:ext>
                </a:extLst>
              </p:cNvPr>
              <p:cNvSpPr txBox="1">
                <a:spLocks noChangeArrowheads="1"/>
              </p:cNvSpPr>
              <p:nvPr/>
            </p:nvSpPr>
            <p:spPr bwMode="auto">
              <a:xfrm>
                <a:off x="1882" y="1219"/>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11" name="Text Box 103">
                <a:extLst>
                  <a:ext uri="{FF2B5EF4-FFF2-40B4-BE49-F238E27FC236}">
                    <a16:creationId xmlns:a16="http://schemas.microsoft.com/office/drawing/2014/main" id="{756D0703-A37E-134F-7BE0-CBD7B5BADA94}"/>
                  </a:ext>
                </a:extLst>
              </p:cNvPr>
              <p:cNvSpPr txBox="1">
                <a:spLocks noChangeArrowheads="1"/>
              </p:cNvSpPr>
              <p:nvPr/>
            </p:nvSpPr>
            <p:spPr bwMode="auto">
              <a:xfrm>
                <a:off x="1882" y="1380"/>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grpSp>
        <p:sp>
          <p:nvSpPr>
            <p:cNvPr id="33854" name="Text Box 104">
              <a:extLst>
                <a:ext uri="{FF2B5EF4-FFF2-40B4-BE49-F238E27FC236}">
                  <a16:creationId xmlns:a16="http://schemas.microsoft.com/office/drawing/2014/main" id="{A2C27788-634E-A2EF-4FCD-439FD703FFFA}"/>
                </a:ext>
              </a:extLst>
            </p:cNvPr>
            <p:cNvSpPr txBox="1">
              <a:spLocks noChangeArrowheads="1"/>
            </p:cNvSpPr>
            <p:nvPr/>
          </p:nvSpPr>
          <p:spPr bwMode="auto">
            <a:xfrm>
              <a:off x="7024688" y="3078163"/>
              <a:ext cx="504825"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D1</a:t>
              </a:r>
              <a:endParaRPr lang="ru-RU" altLang="en-US" sz="1200"/>
            </a:p>
          </p:txBody>
        </p:sp>
        <p:sp>
          <p:nvSpPr>
            <p:cNvPr id="33855" name="Text Box 105">
              <a:extLst>
                <a:ext uri="{FF2B5EF4-FFF2-40B4-BE49-F238E27FC236}">
                  <a16:creationId xmlns:a16="http://schemas.microsoft.com/office/drawing/2014/main" id="{8A625BBA-C838-DC49-562B-E8FCA6CE4F3A}"/>
                </a:ext>
              </a:extLst>
            </p:cNvPr>
            <p:cNvSpPr txBox="1">
              <a:spLocks noChangeArrowheads="1"/>
            </p:cNvSpPr>
            <p:nvPr/>
          </p:nvSpPr>
          <p:spPr bwMode="auto">
            <a:xfrm>
              <a:off x="7004049" y="2619375"/>
              <a:ext cx="504825"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D0</a:t>
              </a:r>
              <a:endParaRPr lang="ru-RU" altLang="en-US" sz="1200"/>
            </a:p>
          </p:txBody>
        </p:sp>
        <p:sp>
          <p:nvSpPr>
            <p:cNvPr id="33856" name="Text Box 106">
              <a:extLst>
                <a:ext uri="{FF2B5EF4-FFF2-40B4-BE49-F238E27FC236}">
                  <a16:creationId xmlns:a16="http://schemas.microsoft.com/office/drawing/2014/main" id="{B2D2C25A-8F94-9398-4F47-065B286CB480}"/>
                </a:ext>
              </a:extLst>
            </p:cNvPr>
            <p:cNvSpPr txBox="1">
              <a:spLocks noChangeArrowheads="1"/>
            </p:cNvSpPr>
            <p:nvPr/>
          </p:nvSpPr>
          <p:spPr bwMode="auto">
            <a:xfrm>
              <a:off x="7048500" y="3860800"/>
              <a:ext cx="504825"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D7</a:t>
              </a:r>
              <a:endParaRPr lang="ru-RU" altLang="en-US" sz="1200"/>
            </a:p>
          </p:txBody>
        </p:sp>
        <p:sp>
          <p:nvSpPr>
            <p:cNvPr id="33857" name="Text Box 107">
              <a:extLst>
                <a:ext uri="{FF2B5EF4-FFF2-40B4-BE49-F238E27FC236}">
                  <a16:creationId xmlns:a16="http://schemas.microsoft.com/office/drawing/2014/main" id="{12D5B1B3-DA04-E5E5-9044-765D6AFE3875}"/>
                </a:ext>
              </a:extLst>
            </p:cNvPr>
            <p:cNvSpPr txBox="1">
              <a:spLocks noChangeArrowheads="1"/>
            </p:cNvSpPr>
            <p:nvPr/>
          </p:nvSpPr>
          <p:spPr bwMode="auto">
            <a:xfrm>
              <a:off x="2141538" y="1970088"/>
              <a:ext cx="504825"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A0</a:t>
              </a:r>
              <a:endParaRPr lang="ru-RU" altLang="en-US" sz="1200"/>
            </a:p>
          </p:txBody>
        </p:sp>
        <p:sp>
          <p:nvSpPr>
            <p:cNvPr id="33858" name="Text Box 108">
              <a:extLst>
                <a:ext uri="{FF2B5EF4-FFF2-40B4-BE49-F238E27FC236}">
                  <a16:creationId xmlns:a16="http://schemas.microsoft.com/office/drawing/2014/main" id="{3CF95B08-8C15-8553-86C1-EC52C8008859}"/>
                </a:ext>
              </a:extLst>
            </p:cNvPr>
            <p:cNvSpPr txBox="1">
              <a:spLocks noChangeArrowheads="1"/>
            </p:cNvSpPr>
            <p:nvPr/>
          </p:nvSpPr>
          <p:spPr bwMode="auto">
            <a:xfrm>
              <a:off x="2141538" y="2274888"/>
              <a:ext cx="504825"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A1</a:t>
              </a:r>
              <a:endParaRPr lang="ru-RU" altLang="en-US" sz="1200"/>
            </a:p>
          </p:txBody>
        </p:sp>
        <p:sp>
          <p:nvSpPr>
            <p:cNvPr id="33859" name="Text Box 109">
              <a:extLst>
                <a:ext uri="{FF2B5EF4-FFF2-40B4-BE49-F238E27FC236}">
                  <a16:creationId xmlns:a16="http://schemas.microsoft.com/office/drawing/2014/main" id="{53C0820F-D100-27B5-06D0-148BF8A385FB}"/>
                </a:ext>
              </a:extLst>
            </p:cNvPr>
            <p:cNvSpPr txBox="1">
              <a:spLocks noChangeArrowheads="1"/>
            </p:cNvSpPr>
            <p:nvPr/>
          </p:nvSpPr>
          <p:spPr bwMode="auto">
            <a:xfrm>
              <a:off x="2181225" y="3114675"/>
              <a:ext cx="792163"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A18</a:t>
              </a:r>
              <a:endParaRPr lang="ru-RU" altLang="en-US" sz="1200"/>
            </a:p>
          </p:txBody>
        </p:sp>
        <p:sp>
          <p:nvSpPr>
            <p:cNvPr id="33860" name="Text Box 110">
              <a:extLst>
                <a:ext uri="{FF2B5EF4-FFF2-40B4-BE49-F238E27FC236}">
                  <a16:creationId xmlns:a16="http://schemas.microsoft.com/office/drawing/2014/main" id="{A638763A-7B98-96F7-6567-F258FA327A73}"/>
                </a:ext>
              </a:extLst>
            </p:cNvPr>
            <p:cNvSpPr txBox="1">
              <a:spLocks noChangeArrowheads="1"/>
            </p:cNvSpPr>
            <p:nvPr/>
          </p:nvSpPr>
          <p:spPr bwMode="auto">
            <a:xfrm>
              <a:off x="2152650" y="3376614"/>
              <a:ext cx="792163"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A19</a:t>
              </a:r>
              <a:endParaRPr lang="ru-RU" altLang="en-US" sz="1200"/>
            </a:p>
          </p:txBody>
        </p:sp>
        <p:sp>
          <p:nvSpPr>
            <p:cNvPr id="33861" name="Line 111">
              <a:extLst>
                <a:ext uri="{FF2B5EF4-FFF2-40B4-BE49-F238E27FC236}">
                  <a16:creationId xmlns:a16="http://schemas.microsoft.com/office/drawing/2014/main" id="{5E207354-3845-F722-76CF-CE64A3048F63}"/>
                </a:ext>
              </a:extLst>
            </p:cNvPr>
            <p:cNvSpPr>
              <a:spLocks noChangeShapeType="1"/>
            </p:cNvSpPr>
            <p:nvPr/>
          </p:nvSpPr>
          <p:spPr bwMode="auto">
            <a:xfrm>
              <a:off x="1862138" y="4576763"/>
              <a:ext cx="1727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62" name="Text Box 113">
              <a:extLst>
                <a:ext uri="{FF2B5EF4-FFF2-40B4-BE49-F238E27FC236}">
                  <a16:creationId xmlns:a16="http://schemas.microsoft.com/office/drawing/2014/main" id="{987A97F1-1630-82F3-84AC-1C0D63A86AB4}"/>
                </a:ext>
              </a:extLst>
            </p:cNvPr>
            <p:cNvSpPr txBox="1">
              <a:spLocks noChangeArrowheads="1"/>
            </p:cNvSpPr>
            <p:nvPr/>
          </p:nvSpPr>
          <p:spPr bwMode="auto">
            <a:xfrm>
              <a:off x="1196975" y="4371975"/>
              <a:ext cx="792163"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MEM</a:t>
              </a:r>
              <a:endParaRPr lang="ru-RU" altLang="en-US" sz="1200"/>
            </a:p>
          </p:txBody>
        </p:sp>
        <p:sp>
          <p:nvSpPr>
            <p:cNvPr id="33863" name="Text Box 115">
              <a:extLst>
                <a:ext uri="{FF2B5EF4-FFF2-40B4-BE49-F238E27FC236}">
                  <a16:creationId xmlns:a16="http://schemas.microsoft.com/office/drawing/2014/main" id="{27EEFD87-543A-4240-2185-60DC78B00FDE}"/>
                </a:ext>
              </a:extLst>
            </p:cNvPr>
            <p:cNvSpPr txBox="1">
              <a:spLocks noChangeArrowheads="1"/>
            </p:cNvSpPr>
            <p:nvPr/>
          </p:nvSpPr>
          <p:spPr bwMode="auto">
            <a:xfrm>
              <a:off x="3586163" y="2703513"/>
              <a:ext cx="792162"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~WR</a:t>
              </a:r>
              <a:endParaRPr lang="ru-RU" altLang="en-US" sz="1200"/>
            </a:p>
          </p:txBody>
        </p:sp>
        <p:sp>
          <p:nvSpPr>
            <p:cNvPr id="33864" name="Text Box 116">
              <a:extLst>
                <a:ext uri="{FF2B5EF4-FFF2-40B4-BE49-F238E27FC236}">
                  <a16:creationId xmlns:a16="http://schemas.microsoft.com/office/drawing/2014/main" id="{B5C56928-2D83-B333-1C22-5A57F77A2A91}"/>
                </a:ext>
              </a:extLst>
            </p:cNvPr>
            <p:cNvSpPr txBox="1">
              <a:spLocks noChangeArrowheads="1"/>
            </p:cNvSpPr>
            <p:nvPr/>
          </p:nvSpPr>
          <p:spPr bwMode="auto">
            <a:xfrm>
              <a:off x="3557588" y="3081338"/>
              <a:ext cx="792162"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~CS0</a:t>
              </a:r>
              <a:endParaRPr lang="ru-RU" altLang="en-US" sz="1200"/>
            </a:p>
          </p:txBody>
        </p:sp>
        <p:sp>
          <p:nvSpPr>
            <p:cNvPr id="33865" name="Text Box 117">
              <a:extLst>
                <a:ext uri="{FF2B5EF4-FFF2-40B4-BE49-F238E27FC236}">
                  <a16:creationId xmlns:a16="http://schemas.microsoft.com/office/drawing/2014/main" id="{502BAFA6-C230-723B-7C3C-98337EF1B908}"/>
                </a:ext>
              </a:extLst>
            </p:cNvPr>
            <p:cNvSpPr txBox="1">
              <a:spLocks noChangeArrowheads="1"/>
            </p:cNvSpPr>
            <p:nvPr/>
          </p:nvSpPr>
          <p:spPr bwMode="auto">
            <a:xfrm>
              <a:off x="3614738" y="5040313"/>
              <a:ext cx="792162"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~WR</a:t>
              </a:r>
              <a:endParaRPr lang="ru-RU" altLang="en-US" sz="1200"/>
            </a:p>
          </p:txBody>
        </p:sp>
        <p:sp>
          <p:nvSpPr>
            <p:cNvPr id="33866" name="Text Box 118">
              <a:extLst>
                <a:ext uri="{FF2B5EF4-FFF2-40B4-BE49-F238E27FC236}">
                  <a16:creationId xmlns:a16="http://schemas.microsoft.com/office/drawing/2014/main" id="{C7D0875A-B968-A7A2-6777-8B2A9E769ABE}"/>
                </a:ext>
              </a:extLst>
            </p:cNvPr>
            <p:cNvSpPr txBox="1">
              <a:spLocks noChangeArrowheads="1"/>
            </p:cNvSpPr>
            <p:nvPr/>
          </p:nvSpPr>
          <p:spPr bwMode="auto">
            <a:xfrm>
              <a:off x="3559175" y="5351463"/>
              <a:ext cx="792163"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~CS1</a:t>
              </a:r>
              <a:endParaRPr lang="ru-RU" altLang="en-US" sz="1200"/>
            </a:p>
          </p:txBody>
        </p:sp>
        <p:sp>
          <p:nvSpPr>
            <p:cNvPr id="33867" name="Text Box 119">
              <a:extLst>
                <a:ext uri="{FF2B5EF4-FFF2-40B4-BE49-F238E27FC236}">
                  <a16:creationId xmlns:a16="http://schemas.microsoft.com/office/drawing/2014/main" id="{5A1E027E-764B-4A03-CCC8-8FC51383057B}"/>
                </a:ext>
              </a:extLst>
            </p:cNvPr>
            <p:cNvSpPr txBox="1">
              <a:spLocks noChangeArrowheads="1"/>
            </p:cNvSpPr>
            <p:nvPr/>
          </p:nvSpPr>
          <p:spPr bwMode="auto">
            <a:xfrm>
              <a:off x="2905125" y="4832350"/>
              <a:ext cx="792163"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~CS0</a:t>
              </a:r>
              <a:endParaRPr lang="ru-RU" altLang="en-US" sz="1200"/>
            </a:p>
          </p:txBody>
        </p:sp>
        <p:sp>
          <p:nvSpPr>
            <p:cNvPr id="33868" name="AutoShape 121">
              <a:extLst>
                <a:ext uri="{FF2B5EF4-FFF2-40B4-BE49-F238E27FC236}">
                  <a16:creationId xmlns:a16="http://schemas.microsoft.com/office/drawing/2014/main" id="{D2FAD136-442A-5A40-7392-A5122B9C3889}"/>
                </a:ext>
              </a:extLst>
            </p:cNvPr>
            <p:cNvSpPr>
              <a:spLocks noChangeArrowheads="1"/>
            </p:cNvSpPr>
            <p:nvPr/>
          </p:nvSpPr>
          <p:spPr bwMode="auto">
            <a:xfrm>
              <a:off x="2513013" y="4953000"/>
              <a:ext cx="342899" cy="342900"/>
            </a:xfrm>
            <a:prstGeom prst="flowChartDelay">
              <a:avLst/>
            </a:prstGeom>
            <a:solidFill>
              <a:srgbClr val="FFFFFF"/>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3869" name="Text Box 124">
              <a:extLst>
                <a:ext uri="{FF2B5EF4-FFF2-40B4-BE49-F238E27FC236}">
                  <a16:creationId xmlns:a16="http://schemas.microsoft.com/office/drawing/2014/main" id="{20C6436A-F9F6-6B43-D40D-A1EBBB9F272A}"/>
                </a:ext>
              </a:extLst>
            </p:cNvPr>
            <p:cNvSpPr txBox="1">
              <a:spLocks noChangeArrowheads="1"/>
            </p:cNvSpPr>
            <p:nvPr/>
          </p:nvSpPr>
          <p:spPr bwMode="auto">
            <a:xfrm>
              <a:off x="1098550" y="3770314"/>
              <a:ext cx="1263650"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~WR/RD</a:t>
              </a:r>
              <a:endParaRPr lang="ru-RU" altLang="en-US" sz="1200"/>
            </a:p>
          </p:txBody>
        </p:sp>
        <p:sp>
          <p:nvSpPr>
            <p:cNvPr id="33870" name="Line 126">
              <a:extLst>
                <a:ext uri="{FF2B5EF4-FFF2-40B4-BE49-F238E27FC236}">
                  <a16:creationId xmlns:a16="http://schemas.microsoft.com/office/drawing/2014/main" id="{D7297BF6-314F-2211-F2A3-51DB7B25D313}"/>
                </a:ext>
              </a:extLst>
            </p:cNvPr>
            <p:cNvSpPr>
              <a:spLocks noChangeShapeType="1"/>
            </p:cNvSpPr>
            <p:nvPr/>
          </p:nvSpPr>
          <p:spPr bwMode="auto">
            <a:xfrm>
              <a:off x="2992691" y="3954325"/>
              <a:ext cx="6111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71" name="Line 127">
              <a:extLst>
                <a:ext uri="{FF2B5EF4-FFF2-40B4-BE49-F238E27FC236}">
                  <a16:creationId xmlns:a16="http://schemas.microsoft.com/office/drawing/2014/main" id="{F5DE0B58-3730-48E4-DECB-303021F93929}"/>
                </a:ext>
              </a:extLst>
            </p:cNvPr>
            <p:cNvSpPr>
              <a:spLocks noChangeShapeType="1"/>
            </p:cNvSpPr>
            <p:nvPr/>
          </p:nvSpPr>
          <p:spPr bwMode="auto">
            <a:xfrm>
              <a:off x="3141663" y="3654425"/>
              <a:ext cx="0" cy="113665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3872" name="Line 128">
              <a:extLst>
                <a:ext uri="{FF2B5EF4-FFF2-40B4-BE49-F238E27FC236}">
                  <a16:creationId xmlns:a16="http://schemas.microsoft.com/office/drawing/2014/main" id="{B7ECA3A3-B83F-60AE-4643-397BD4A30C58}"/>
                </a:ext>
              </a:extLst>
            </p:cNvPr>
            <p:cNvSpPr>
              <a:spLocks noChangeShapeType="1"/>
            </p:cNvSpPr>
            <p:nvPr/>
          </p:nvSpPr>
          <p:spPr bwMode="auto">
            <a:xfrm>
              <a:off x="2206625" y="4789488"/>
              <a:ext cx="9350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73" name="Line 129">
              <a:extLst>
                <a:ext uri="{FF2B5EF4-FFF2-40B4-BE49-F238E27FC236}">
                  <a16:creationId xmlns:a16="http://schemas.microsoft.com/office/drawing/2014/main" id="{AA25468E-A87F-EC94-C92D-C67F2223FECA}"/>
                </a:ext>
              </a:extLst>
            </p:cNvPr>
            <p:cNvSpPr>
              <a:spLocks noChangeShapeType="1"/>
            </p:cNvSpPr>
            <p:nvPr/>
          </p:nvSpPr>
          <p:spPr bwMode="auto">
            <a:xfrm>
              <a:off x="2205038" y="4775200"/>
              <a:ext cx="0" cy="79216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74" name="Line 130">
              <a:extLst>
                <a:ext uri="{FF2B5EF4-FFF2-40B4-BE49-F238E27FC236}">
                  <a16:creationId xmlns:a16="http://schemas.microsoft.com/office/drawing/2014/main" id="{8DFFF292-33FB-1AC0-41B9-A9C8BCC4B68B}"/>
                </a:ext>
              </a:extLst>
            </p:cNvPr>
            <p:cNvSpPr>
              <a:spLocks noChangeShapeType="1"/>
            </p:cNvSpPr>
            <p:nvPr/>
          </p:nvSpPr>
          <p:spPr bwMode="auto">
            <a:xfrm>
              <a:off x="2205038" y="5048250"/>
              <a:ext cx="201612"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3875" name="Line 131">
              <a:extLst>
                <a:ext uri="{FF2B5EF4-FFF2-40B4-BE49-F238E27FC236}">
                  <a16:creationId xmlns:a16="http://schemas.microsoft.com/office/drawing/2014/main" id="{6602BA16-E2FF-2DE7-7EDD-10D29318568D}"/>
                </a:ext>
              </a:extLst>
            </p:cNvPr>
            <p:cNvSpPr>
              <a:spLocks noChangeShapeType="1"/>
            </p:cNvSpPr>
            <p:nvPr/>
          </p:nvSpPr>
          <p:spPr bwMode="auto">
            <a:xfrm>
              <a:off x="2062019" y="4573588"/>
              <a:ext cx="1588" cy="118745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3876" name="Oval 132">
              <a:extLst>
                <a:ext uri="{FF2B5EF4-FFF2-40B4-BE49-F238E27FC236}">
                  <a16:creationId xmlns:a16="http://schemas.microsoft.com/office/drawing/2014/main" id="{D36632D5-5BCA-D929-DAAA-676CA76FCF09}"/>
                </a:ext>
              </a:extLst>
            </p:cNvPr>
            <p:cNvSpPr>
              <a:spLocks noChangeArrowheads="1"/>
            </p:cNvSpPr>
            <p:nvPr/>
          </p:nvSpPr>
          <p:spPr bwMode="auto">
            <a:xfrm>
              <a:off x="2376488" y="4991100"/>
              <a:ext cx="122237" cy="122238"/>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3877" name="Line 133">
              <a:extLst>
                <a:ext uri="{FF2B5EF4-FFF2-40B4-BE49-F238E27FC236}">
                  <a16:creationId xmlns:a16="http://schemas.microsoft.com/office/drawing/2014/main" id="{1C66DAAF-917E-3585-BC59-01D136847B23}"/>
                </a:ext>
              </a:extLst>
            </p:cNvPr>
            <p:cNvSpPr>
              <a:spLocks noChangeShapeType="1"/>
            </p:cNvSpPr>
            <p:nvPr/>
          </p:nvSpPr>
          <p:spPr bwMode="auto">
            <a:xfrm>
              <a:off x="2062018" y="5235575"/>
              <a:ext cx="459613"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3878" name="AutoShape 135">
              <a:extLst>
                <a:ext uri="{FF2B5EF4-FFF2-40B4-BE49-F238E27FC236}">
                  <a16:creationId xmlns:a16="http://schemas.microsoft.com/office/drawing/2014/main" id="{B183A882-041E-FDB9-A006-DD62C7B14C44}"/>
                </a:ext>
              </a:extLst>
            </p:cNvPr>
            <p:cNvSpPr>
              <a:spLocks noChangeArrowheads="1"/>
            </p:cNvSpPr>
            <p:nvPr/>
          </p:nvSpPr>
          <p:spPr bwMode="auto">
            <a:xfrm>
              <a:off x="2535238" y="5495925"/>
              <a:ext cx="342899" cy="342900"/>
            </a:xfrm>
            <a:prstGeom prst="flowChartDelay">
              <a:avLst/>
            </a:prstGeom>
            <a:solidFill>
              <a:srgbClr val="FFFFFF"/>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3879" name="Line 137">
              <a:extLst>
                <a:ext uri="{FF2B5EF4-FFF2-40B4-BE49-F238E27FC236}">
                  <a16:creationId xmlns:a16="http://schemas.microsoft.com/office/drawing/2014/main" id="{28CD46BF-CC9A-F5DF-3379-4AEE20B635E5}"/>
                </a:ext>
              </a:extLst>
            </p:cNvPr>
            <p:cNvSpPr>
              <a:spLocks noChangeShapeType="1"/>
            </p:cNvSpPr>
            <p:nvPr/>
          </p:nvSpPr>
          <p:spPr bwMode="auto">
            <a:xfrm>
              <a:off x="2185844" y="5576888"/>
              <a:ext cx="36560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80" name="Line 139">
              <a:extLst>
                <a:ext uri="{FF2B5EF4-FFF2-40B4-BE49-F238E27FC236}">
                  <a16:creationId xmlns:a16="http://schemas.microsoft.com/office/drawing/2014/main" id="{B17EFE52-B078-F8AE-3EDE-1DA7C4EC266C}"/>
                </a:ext>
              </a:extLst>
            </p:cNvPr>
            <p:cNvSpPr>
              <a:spLocks noChangeShapeType="1"/>
            </p:cNvSpPr>
            <p:nvPr/>
          </p:nvSpPr>
          <p:spPr bwMode="auto">
            <a:xfrm>
              <a:off x="2069957" y="5749924"/>
              <a:ext cx="4492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81" name="Line 140">
              <a:extLst>
                <a:ext uri="{FF2B5EF4-FFF2-40B4-BE49-F238E27FC236}">
                  <a16:creationId xmlns:a16="http://schemas.microsoft.com/office/drawing/2014/main" id="{DBE08570-7AD6-1189-A666-AF24BAFEE1B0}"/>
                </a:ext>
              </a:extLst>
            </p:cNvPr>
            <p:cNvSpPr>
              <a:spLocks noChangeShapeType="1"/>
            </p:cNvSpPr>
            <p:nvPr/>
          </p:nvSpPr>
          <p:spPr bwMode="auto">
            <a:xfrm>
              <a:off x="2978849" y="5668963"/>
              <a:ext cx="62674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82" name="Text Box 141">
              <a:extLst>
                <a:ext uri="{FF2B5EF4-FFF2-40B4-BE49-F238E27FC236}">
                  <a16:creationId xmlns:a16="http://schemas.microsoft.com/office/drawing/2014/main" id="{7BB6E9E8-4446-3731-31CE-32D7DD0C394A}"/>
                </a:ext>
              </a:extLst>
            </p:cNvPr>
            <p:cNvSpPr txBox="1">
              <a:spLocks noChangeArrowheads="1"/>
            </p:cNvSpPr>
            <p:nvPr/>
          </p:nvSpPr>
          <p:spPr bwMode="auto">
            <a:xfrm>
              <a:off x="2890838" y="5327650"/>
              <a:ext cx="792162" cy="3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~CS1</a:t>
              </a:r>
              <a:endParaRPr lang="ru-RU" altLang="en-US" sz="1200"/>
            </a:p>
          </p:txBody>
        </p:sp>
        <p:grpSp>
          <p:nvGrpSpPr>
            <p:cNvPr id="33883" name="Group 143">
              <a:extLst>
                <a:ext uri="{FF2B5EF4-FFF2-40B4-BE49-F238E27FC236}">
                  <a16:creationId xmlns:a16="http://schemas.microsoft.com/office/drawing/2014/main" id="{8DF73EFF-F125-6324-C3DC-D9CDF34CD8BC}"/>
                </a:ext>
              </a:extLst>
            </p:cNvPr>
            <p:cNvGrpSpPr>
              <a:grpSpLocks/>
            </p:cNvGrpSpPr>
            <p:nvPr/>
          </p:nvGrpSpPr>
          <p:grpSpPr bwMode="auto">
            <a:xfrm>
              <a:off x="2997200" y="2501900"/>
              <a:ext cx="360363" cy="587375"/>
              <a:chOff x="1882" y="1219"/>
              <a:chExt cx="227" cy="370"/>
            </a:xfrm>
          </p:grpSpPr>
          <p:sp>
            <p:nvSpPr>
              <p:cNvPr id="33906" name="Text Box 144">
                <a:extLst>
                  <a:ext uri="{FF2B5EF4-FFF2-40B4-BE49-F238E27FC236}">
                    <a16:creationId xmlns:a16="http://schemas.microsoft.com/office/drawing/2014/main" id="{C761B10F-087E-BCB4-6A0E-7A4BD39694D7}"/>
                  </a:ext>
                </a:extLst>
              </p:cNvPr>
              <p:cNvSpPr txBox="1">
                <a:spLocks noChangeArrowheads="1"/>
              </p:cNvSpPr>
              <p:nvPr/>
            </p:nvSpPr>
            <p:spPr bwMode="auto">
              <a:xfrm>
                <a:off x="1882" y="1301"/>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07" name="Text Box 145">
                <a:extLst>
                  <a:ext uri="{FF2B5EF4-FFF2-40B4-BE49-F238E27FC236}">
                    <a16:creationId xmlns:a16="http://schemas.microsoft.com/office/drawing/2014/main" id="{D2F372E6-99E1-CF08-A292-3091076F35F7}"/>
                  </a:ext>
                </a:extLst>
              </p:cNvPr>
              <p:cNvSpPr txBox="1">
                <a:spLocks noChangeArrowheads="1"/>
              </p:cNvSpPr>
              <p:nvPr/>
            </p:nvSpPr>
            <p:spPr bwMode="auto">
              <a:xfrm>
                <a:off x="1882" y="1219"/>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08" name="Text Box 146">
                <a:extLst>
                  <a:ext uri="{FF2B5EF4-FFF2-40B4-BE49-F238E27FC236}">
                    <a16:creationId xmlns:a16="http://schemas.microsoft.com/office/drawing/2014/main" id="{E94E6804-1ED2-BBBE-8651-7DD79A583190}"/>
                  </a:ext>
                </a:extLst>
              </p:cNvPr>
              <p:cNvSpPr txBox="1">
                <a:spLocks noChangeArrowheads="1"/>
              </p:cNvSpPr>
              <p:nvPr/>
            </p:nvSpPr>
            <p:spPr bwMode="auto">
              <a:xfrm>
                <a:off x="1882" y="1380"/>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grpSp>
        <p:grpSp>
          <p:nvGrpSpPr>
            <p:cNvPr id="33884" name="Group 147">
              <a:extLst>
                <a:ext uri="{FF2B5EF4-FFF2-40B4-BE49-F238E27FC236}">
                  <a16:creationId xmlns:a16="http://schemas.microsoft.com/office/drawing/2014/main" id="{20C21989-2A2A-0891-F39D-5CB67675DBE0}"/>
                </a:ext>
              </a:extLst>
            </p:cNvPr>
            <p:cNvGrpSpPr>
              <a:grpSpLocks/>
            </p:cNvGrpSpPr>
            <p:nvPr/>
          </p:nvGrpSpPr>
          <p:grpSpPr bwMode="auto">
            <a:xfrm>
              <a:off x="2214563" y="2459038"/>
              <a:ext cx="360362" cy="587375"/>
              <a:chOff x="1882" y="1219"/>
              <a:chExt cx="227" cy="370"/>
            </a:xfrm>
          </p:grpSpPr>
          <p:sp>
            <p:nvSpPr>
              <p:cNvPr id="33903" name="Text Box 148">
                <a:extLst>
                  <a:ext uri="{FF2B5EF4-FFF2-40B4-BE49-F238E27FC236}">
                    <a16:creationId xmlns:a16="http://schemas.microsoft.com/office/drawing/2014/main" id="{BB8B061B-F573-93AE-79CA-155931993D17}"/>
                  </a:ext>
                </a:extLst>
              </p:cNvPr>
              <p:cNvSpPr txBox="1">
                <a:spLocks noChangeArrowheads="1"/>
              </p:cNvSpPr>
              <p:nvPr/>
            </p:nvSpPr>
            <p:spPr bwMode="auto">
              <a:xfrm>
                <a:off x="1882" y="1301"/>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04" name="Text Box 149">
                <a:extLst>
                  <a:ext uri="{FF2B5EF4-FFF2-40B4-BE49-F238E27FC236}">
                    <a16:creationId xmlns:a16="http://schemas.microsoft.com/office/drawing/2014/main" id="{7D23868D-2821-A414-8EF3-0BD6C191902F}"/>
                  </a:ext>
                </a:extLst>
              </p:cNvPr>
              <p:cNvSpPr txBox="1">
                <a:spLocks noChangeArrowheads="1"/>
              </p:cNvSpPr>
              <p:nvPr/>
            </p:nvSpPr>
            <p:spPr bwMode="auto">
              <a:xfrm>
                <a:off x="1882" y="1219"/>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sp>
            <p:nvSpPr>
              <p:cNvPr id="33905" name="Text Box 150">
                <a:extLst>
                  <a:ext uri="{FF2B5EF4-FFF2-40B4-BE49-F238E27FC236}">
                    <a16:creationId xmlns:a16="http://schemas.microsoft.com/office/drawing/2014/main" id="{C6AFBBEB-22B4-752D-8A52-143467777281}"/>
                  </a:ext>
                </a:extLst>
              </p:cNvPr>
              <p:cNvSpPr txBox="1">
                <a:spLocks noChangeArrowheads="1"/>
              </p:cNvSpPr>
              <p:nvPr/>
            </p:nvSpPr>
            <p:spPr bwMode="auto">
              <a:xfrm>
                <a:off x="1882" y="1380"/>
                <a:ext cx="2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ru-RU" altLang="en-US" sz="1200"/>
              </a:p>
            </p:txBody>
          </p:sp>
        </p:grpSp>
        <p:grpSp>
          <p:nvGrpSpPr>
            <p:cNvPr id="33885" name="Group 162">
              <a:extLst>
                <a:ext uri="{FF2B5EF4-FFF2-40B4-BE49-F238E27FC236}">
                  <a16:creationId xmlns:a16="http://schemas.microsoft.com/office/drawing/2014/main" id="{EB987039-D3A4-8568-8D50-25FBD7B90001}"/>
                </a:ext>
              </a:extLst>
            </p:cNvPr>
            <p:cNvGrpSpPr>
              <a:grpSpLocks/>
            </p:cNvGrpSpPr>
            <p:nvPr/>
          </p:nvGrpSpPr>
          <p:grpSpPr bwMode="auto">
            <a:xfrm>
              <a:off x="2609846" y="3771900"/>
              <a:ext cx="399324" cy="1948834"/>
              <a:chOff x="894" y="2432"/>
              <a:chExt cx="346" cy="1763"/>
            </a:xfrm>
          </p:grpSpPr>
          <p:sp>
            <p:nvSpPr>
              <p:cNvPr id="33899" name="AutoShape 163">
                <a:extLst>
                  <a:ext uri="{FF2B5EF4-FFF2-40B4-BE49-F238E27FC236}">
                    <a16:creationId xmlns:a16="http://schemas.microsoft.com/office/drawing/2014/main" id="{383CA931-791D-DD74-9BBC-CD2CA65D95DA}"/>
                  </a:ext>
                </a:extLst>
              </p:cNvPr>
              <p:cNvSpPr>
                <a:spLocks noChangeArrowheads="1"/>
              </p:cNvSpPr>
              <p:nvPr/>
            </p:nvSpPr>
            <p:spPr bwMode="auto">
              <a:xfrm rot="5400000">
                <a:off x="860" y="2466"/>
                <a:ext cx="326" cy="258"/>
              </a:xfrm>
              <a:prstGeom prst="triangle">
                <a:avLst>
                  <a:gd name="adj" fmla="val 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3900" name="Oval 164">
                <a:extLst>
                  <a:ext uri="{FF2B5EF4-FFF2-40B4-BE49-F238E27FC236}">
                    <a16:creationId xmlns:a16="http://schemas.microsoft.com/office/drawing/2014/main" id="{A5B0B276-3E78-C3DE-BD5E-60074B1793DD}"/>
                  </a:ext>
                </a:extLst>
              </p:cNvPr>
              <p:cNvSpPr>
                <a:spLocks noChangeArrowheads="1"/>
              </p:cNvSpPr>
              <p:nvPr/>
            </p:nvSpPr>
            <p:spPr bwMode="auto">
              <a:xfrm>
                <a:off x="1163" y="2558"/>
                <a:ext cx="77" cy="7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3901" name="Oval 164">
                <a:extLst>
                  <a:ext uri="{FF2B5EF4-FFF2-40B4-BE49-F238E27FC236}">
                    <a16:creationId xmlns:a16="http://schemas.microsoft.com/office/drawing/2014/main" id="{023F95D7-50A7-AABD-4C73-133734E42C98}"/>
                  </a:ext>
                </a:extLst>
              </p:cNvPr>
              <p:cNvSpPr>
                <a:spLocks noChangeArrowheads="1"/>
              </p:cNvSpPr>
              <p:nvPr/>
            </p:nvSpPr>
            <p:spPr bwMode="auto">
              <a:xfrm>
                <a:off x="1109" y="3629"/>
                <a:ext cx="77" cy="7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3902" name="Oval 164">
                <a:extLst>
                  <a:ext uri="{FF2B5EF4-FFF2-40B4-BE49-F238E27FC236}">
                    <a16:creationId xmlns:a16="http://schemas.microsoft.com/office/drawing/2014/main" id="{A553F580-4532-0C15-F045-3D84BEC4E40A}"/>
                  </a:ext>
                </a:extLst>
              </p:cNvPr>
              <p:cNvSpPr>
                <a:spLocks noChangeArrowheads="1"/>
              </p:cNvSpPr>
              <p:nvPr/>
            </p:nvSpPr>
            <p:spPr bwMode="auto">
              <a:xfrm>
                <a:off x="1128" y="4118"/>
                <a:ext cx="77" cy="7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grpSp>
        <p:sp>
          <p:nvSpPr>
            <p:cNvPr id="33886" name="Line 165">
              <a:extLst>
                <a:ext uri="{FF2B5EF4-FFF2-40B4-BE49-F238E27FC236}">
                  <a16:creationId xmlns:a16="http://schemas.microsoft.com/office/drawing/2014/main" id="{C02249ED-7F29-531C-FDE3-4D62B905FAB9}"/>
                </a:ext>
              </a:extLst>
            </p:cNvPr>
            <p:cNvSpPr>
              <a:spLocks noChangeShapeType="1"/>
            </p:cNvSpPr>
            <p:nvPr/>
          </p:nvSpPr>
          <p:spPr bwMode="auto">
            <a:xfrm>
              <a:off x="2174875" y="3941763"/>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87" name="Line 166">
              <a:extLst>
                <a:ext uri="{FF2B5EF4-FFF2-40B4-BE49-F238E27FC236}">
                  <a16:creationId xmlns:a16="http://schemas.microsoft.com/office/drawing/2014/main" id="{04810BAF-67F6-7EA0-2B97-B06CC8EF249D}"/>
                </a:ext>
              </a:extLst>
            </p:cNvPr>
            <p:cNvSpPr>
              <a:spLocks noChangeShapeType="1"/>
            </p:cNvSpPr>
            <p:nvPr/>
          </p:nvSpPr>
          <p:spPr bwMode="auto">
            <a:xfrm>
              <a:off x="2420938" y="3941763"/>
              <a:ext cx="0" cy="360362"/>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3888" name="Line 167">
              <a:extLst>
                <a:ext uri="{FF2B5EF4-FFF2-40B4-BE49-F238E27FC236}">
                  <a16:creationId xmlns:a16="http://schemas.microsoft.com/office/drawing/2014/main" id="{D03CB456-23BF-5D9A-5DB0-7A3907325698}"/>
                </a:ext>
              </a:extLst>
            </p:cNvPr>
            <p:cNvSpPr>
              <a:spLocks noChangeShapeType="1"/>
            </p:cNvSpPr>
            <p:nvPr/>
          </p:nvSpPr>
          <p:spPr bwMode="auto">
            <a:xfrm>
              <a:off x="2406650" y="4302125"/>
              <a:ext cx="11699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89" name="AutoShape 171">
              <a:extLst>
                <a:ext uri="{FF2B5EF4-FFF2-40B4-BE49-F238E27FC236}">
                  <a16:creationId xmlns:a16="http://schemas.microsoft.com/office/drawing/2014/main" id="{630B7775-0BD0-EB6F-092A-EDBF0B281DA6}"/>
                </a:ext>
              </a:extLst>
            </p:cNvPr>
            <p:cNvSpPr>
              <a:spLocks/>
            </p:cNvSpPr>
            <p:nvPr/>
          </p:nvSpPr>
          <p:spPr bwMode="auto">
            <a:xfrm>
              <a:off x="1876565" y="2060575"/>
              <a:ext cx="215901" cy="1584325"/>
            </a:xfrm>
            <a:prstGeom prst="leftBrace">
              <a:avLst>
                <a:gd name="adj1" fmla="val 61152"/>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3890" name="Text Box 172">
              <a:extLst>
                <a:ext uri="{FF2B5EF4-FFF2-40B4-BE49-F238E27FC236}">
                  <a16:creationId xmlns:a16="http://schemas.microsoft.com/office/drawing/2014/main" id="{1DE275C7-0058-6D89-9BDA-15472B157402}"/>
                </a:ext>
              </a:extLst>
            </p:cNvPr>
            <p:cNvSpPr txBox="1">
              <a:spLocks noChangeArrowheads="1"/>
            </p:cNvSpPr>
            <p:nvPr/>
          </p:nvSpPr>
          <p:spPr bwMode="auto">
            <a:xfrm>
              <a:off x="756799" y="2628765"/>
              <a:ext cx="1258887" cy="628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400"/>
                <a:t>Address</a:t>
              </a:r>
              <a:br>
                <a:rPr lang="en-US" altLang="en-US" sz="1400"/>
              </a:br>
              <a:r>
                <a:rPr lang="en-US" altLang="en-US" sz="1400"/>
                <a:t>bus</a:t>
              </a:r>
              <a:endParaRPr lang="ru-RU" altLang="en-US" sz="1400"/>
            </a:p>
          </p:txBody>
        </p:sp>
        <p:sp>
          <p:nvSpPr>
            <p:cNvPr id="33891" name="AutoShape 177">
              <a:extLst>
                <a:ext uri="{FF2B5EF4-FFF2-40B4-BE49-F238E27FC236}">
                  <a16:creationId xmlns:a16="http://schemas.microsoft.com/office/drawing/2014/main" id="{6FC113FE-9F94-4B7A-3EBC-DC9073F83175}"/>
                </a:ext>
              </a:extLst>
            </p:cNvPr>
            <p:cNvSpPr>
              <a:spLocks/>
            </p:cNvSpPr>
            <p:nvPr/>
          </p:nvSpPr>
          <p:spPr bwMode="auto">
            <a:xfrm>
              <a:off x="7494588" y="2751138"/>
              <a:ext cx="215900" cy="1331912"/>
            </a:xfrm>
            <a:prstGeom prst="rightBrace">
              <a:avLst>
                <a:gd name="adj1" fmla="val 51409"/>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3892" name="AutoShape 178">
              <a:extLst>
                <a:ext uri="{FF2B5EF4-FFF2-40B4-BE49-F238E27FC236}">
                  <a16:creationId xmlns:a16="http://schemas.microsoft.com/office/drawing/2014/main" id="{9159C607-1632-4C48-E7E1-8AF0D4F21DEA}"/>
                </a:ext>
              </a:extLst>
            </p:cNvPr>
            <p:cNvSpPr>
              <a:spLocks/>
            </p:cNvSpPr>
            <p:nvPr/>
          </p:nvSpPr>
          <p:spPr bwMode="auto">
            <a:xfrm>
              <a:off x="1023938" y="3860800"/>
              <a:ext cx="215900" cy="647700"/>
            </a:xfrm>
            <a:prstGeom prst="leftBrace">
              <a:avLst>
                <a:gd name="adj1" fmla="val 2500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3893" name="Text Box 179">
              <a:extLst>
                <a:ext uri="{FF2B5EF4-FFF2-40B4-BE49-F238E27FC236}">
                  <a16:creationId xmlns:a16="http://schemas.microsoft.com/office/drawing/2014/main" id="{A0119A67-7675-DFDF-D331-FC975932A5E3}"/>
                </a:ext>
              </a:extLst>
            </p:cNvPr>
            <p:cNvSpPr txBox="1">
              <a:spLocks noChangeArrowheads="1"/>
            </p:cNvSpPr>
            <p:nvPr/>
          </p:nvSpPr>
          <p:spPr bwMode="auto">
            <a:xfrm>
              <a:off x="139989" y="3933824"/>
              <a:ext cx="1116012" cy="628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400"/>
                <a:t>Control signals</a:t>
              </a:r>
              <a:endParaRPr lang="ru-RU" altLang="en-US" sz="1400"/>
            </a:p>
          </p:txBody>
        </p:sp>
        <p:sp>
          <p:nvSpPr>
            <p:cNvPr id="33894" name="Text Box 181">
              <a:extLst>
                <a:ext uri="{FF2B5EF4-FFF2-40B4-BE49-F238E27FC236}">
                  <a16:creationId xmlns:a16="http://schemas.microsoft.com/office/drawing/2014/main" id="{4CA8FA5B-2EFE-B13B-24F5-C8D455CCD6FA}"/>
                </a:ext>
              </a:extLst>
            </p:cNvPr>
            <p:cNvSpPr txBox="1">
              <a:spLocks noChangeArrowheads="1"/>
            </p:cNvSpPr>
            <p:nvPr/>
          </p:nvSpPr>
          <p:spPr bwMode="auto">
            <a:xfrm>
              <a:off x="3044825" y="4005263"/>
              <a:ext cx="792163" cy="314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~WR</a:t>
              </a:r>
              <a:endParaRPr lang="ru-RU" altLang="en-US" sz="1100"/>
            </a:p>
          </p:txBody>
        </p:sp>
        <p:sp>
          <p:nvSpPr>
            <p:cNvPr id="33895" name="Text Box 182">
              <a:extLst>
                <a:ext uri="{FF2B5EF4-FFF2-40B4-BE49-F238E27FC236}">
                  <a16:creationId xmlns:a16="http://schemas.microsoft.com/office/drawing/2014/main" id="{CD0DA80A-03AA-1B13-6CA7-04EBB1DE8FBE}"/>
                </a:ext>
              </a:extLst>
            </p:cNvPr>
            <p:cNvSpPr txBox="1">
              <a:spLocks noChangeArrowheads="1"/>
            </p:cNvSpPr>
            <p:nvPr/>
          </p:nvSpPr>
          <p:spPr bwMode="auto">
            <a:xfrm>
              <a:off x="3059113" y="3659188"/>
              <a:ext cx="792162" cy="314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~RD</a:t>
              </a:r>
              <a:endParaRPr lang="ru-RU" altLang="en-US" sz="1100"/>
            </a:p>
          </p:txBody>
        </p:sp>
        <p:sp>
          <p:nvSpPr>
            <p:cNvPr id="33896" name="Text Box 183">
              <a:extLst>
                <a:ext uri="{FF2B5EF4-FFF2-40B4-BE49-F238E27FC236}">
                  <a16:creationId xmlns:a16="http://schemas.microsoft.com/office/drawing/2014/main" id="{6C030EA9-97CE-D89D-B828-FC3159881608}"/>
                </a:ext>
              </a:extLst>
            </p:cNvPr>
            <p:cNvSpPr txBox="1">
              <a:spLocks noChangeArrowheads="1"/>
            </p:cNvSpPr>
            <p:nvPr/>
          </p:nvSpPr>
          <p:spPr bwMode="auto">
            <a:xfrm>
              <a:off x="3635375" y="3357564"/>
              <a:ext cx="792163" cy="314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~RD</a:t>
              </a:r>
              <a:endParaRPr lang="ru-RU" altLang="en-US" sz="1100"/>
            </a:p>
          </p:txBody>
        </p:sp>
        <p:sp>
          <p:nvSpPr>
            <p:cNvPr id="33897" name="Text Box 184">
              <a:extLst>
                <a:ext uri="{FF2B5EF4-FFF2-40B4-BE49-F238E27FC236}">
                  <a16:creationId xmlns:a16="http://schemas.microsoft.com/office/drawing/2014/main" id="{B39EB46E-5F23-C513-CEEC-A1715C35E454}"/>
                </a:ext>
              </a:extLst>
            </p:cNvPr>
            <p:cNvSpPr txBox="1">
              <a:spLocks noChangeArrowheads="1"/>
            </p:cNvSpPr>
            <p:nvPr/>
          </p:nvSpPr>
          <p:spPr bwMode="auto">
            <a:xfrm>
              <a:off x="3578225" y="5675313"/>
              <a:ext cx="667662" cy="314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~RD</a:t>
              </a:r>
              <a:endParaRPr lang="ru-RU" altLang="en-US" sz="1100"/>
            </a:p>
          </p:txBody>
        </p:sp>
        <p:sp>
          <p:nvSpPr>
            <p:cNvPr id="33898" name="Line 140">
              <a:extLst>
                <a:ext uri="{FF2B5EF4-FFF2-40B4-BE49-F238E27FC236}">
                  <a16:creationId xmlns:a16="http://schemas.microsoft.com/office/drawing/2014/main" id="{4A9DBC31-6C4C-119B-35FA-5AC8694FDECB}"/>
                </a:ext>
              </a:extLst>
            </p:cNvPr>
            <p:cNvSpPr>
              <a:spLocks noChangeShapeType="1"/>
            </p:cNvSpPr>
            <p:nvPr/>
          </p:nvSpPr>
          <p:spPr bwMode="auto">
            <a:xfrm>
              <a:off x="2967238" y="5138052"/>
              <a:ext cx="62674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a:extLst>
              <a:ext uri="{FF2B5EF4-FFF2-40B4-BE49-F238E27FC236}">
                <a16:creationId xmlns:a16="http://schemas.microsoft.com/office/drawing/2014/main" id="{C6C06B3F-FE1D-63FE-BF3F-24C78954C0DD}"/>
              </a:ext>
            </a:extLst>
          </p:cNvPr>
          <p:cNvSpPr>
            <a:spLocks noGrp="1" noChangeArrowheads="1"/>
          </p:cNvSpPr>
          <p:nvPr>
            <p:ph type="title"/>
          </p:nvPr>
        </p:nvSpPr>
        <p:spPr/>
        <p:txBody>
          <a:bodyPr/>
          <a:lstStyle/>
          <a:p>
            <a:r>
              <a:rPr lang="en-US" altLang="en-US"/>
              <a:t>Example 2</a:t>
            </a:r>
            <a:endParaRPr lang="ru-RU" altLang="en-US"/>
          </a:p>
        </p:txBody>
      </p:sp>
      <p:sp>
        <p:nvSpPr>
          <p:cNvPr id="34819" name="Text Box 5">
            <a:extLst>
              <a:ext uri="{FF2B5EF4-FFF2-40B4-BE49-F238E27FC236}">
                <a16:creationId xmlns:a16="http://schemas.microsoft.com/office/drawing/2014/main" id="{7D4341B5-8592-365D-0121-689598326A73}"/>
              </a:ext>
            </a:extLst>
          </p:cNvPr>
          <p:cNvSpPr txBox="1">
            <a:spLocks noChangeArrowheads="1"/>
          </p:cNvSpPr>
          <p:nvPr/>
        </p:nvSpPr>
        <p:spPr bwMode="auto">
          <a:xfrm>
            <a:off x="1738314" y="1903414"/>
            <a:ext cx="223202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Implement</a:t>
            </a:r>
          </a:p>
          <a:p>
            <a:pPr algn="ctr" eaLnBrk="1" hangingPunct="1"/>
            <a:r>
              <a:rPr lang="en-US" altLang="en-US" sz="2000"/>
              <a:t> a 512К ×16 </a:t>
            </a:r>
          </a:p>
          <a:p>
            <a:pPr algn="ctr" eaLnBrk="1" hangingPunct="1"/>
            <a:r>
              <a:rPr lang="en-US" altLang="en-US" sz="2000"/>
              <a:t>SRAM module</a:t>
            </a:r>
          </a:p>
          <a:p>
            <a:pPr algn="ctr" eaLnBrk="1" hangingPunct="1"/>
            <a:r>
              <a:rPr lang="en-US" altLang="en-US" sz="2000"/>
              <a:t>using 128 К×8 IC</a:t>
            </a:r>
            <a:endParaRPr lang="ru-RU" altLang="en-US" sz="2000"/>
          </a:p>
        </p:txBody>
      </p:sp>
      <p:grpSp>
        <p:nvGrpSpPr>
          <p:cNvPr id="34820" name="Group 294">
            <a:extLst>
              <a:ext uri="{FF2B5EF4-FFF2-40B4-BE49-F238E27FC236}">
                <a16:creationId xmlns:a16="http://schemas.microsoft.com/office/drawing/2014/main" id="{B484C590-2CDE-00EA-D3D1-0552F8F1D04C}"/>
              </a:ext>
            </a:extLst>
          </p:cNvPr>
          <p:cNvGrpSpPr>
            <a:grpSpLocks/>
          </p:cNvGrpSpPr>
          <p:nvPr/>
        </p:nvGrpSpPr>
        <p:grpSpPr bwMode="auto">
          <a:xfrm>
            <a:off x="3689351" y="765175"/>
            <a:ext cx="6367463" cy="4999038"/>
            <a:chOff x="1276350" y="274638"/>
            <a:chExt cx="7399338" cy="6223185"/>
          </a:xfrm>
        </p:grpSpPr>
        <p:sp>
          <p:nvSpPr>
            <p:cNvPr id="29701" name="Rectangle 6">
              <a:extLst>
                <a:ext uri="{FF2B5EF4-FFF2-40B4-BE49-F238E27FC236}">
                  <a16:creationId xmlns:a16="http://schemas.microsoft.com/office/drawing/2014/main" id="{C904D738-3933-4287-81E4-DCB8C853658F}"/>
                </a:ext>
              </a:extLst>
            </p:cNvPr>
            <p:cNvSpPr>
              <a:spLocks noChangeArrowheads="1"/>
            </p:cNvSpPr>
            <p:nvPr/>
          </p:nvSpPr>
          <p:spPr bwMode="auto">
            <a:xfrm>
              <a:off x="2486513" y="4614464"/>
              <a:ext cx="791403" cy="1296414"/>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eaLnBrk="1" hangingPunct="1">
                <a:defRPr/>
              </a:pPr>
              <a:endParaRPr lang="en-US" sz="1200"/>
            </a:p>
          </p:txBody>
        </p:sp>
        <p:sp>
          <p:nvSpPr>
            <p:cNvPr id="34822" name="Oval 11">
              <a:extLst>
                <a:ext uri="{FF2B5EF4-FFF2-40B4-BE49-F238E27FC236}">
                  <a16:creationId xmlns:a16="http://schemas.microsoft.com/office/drawing/2014/main" id="{54A7B370-E128-DF0B-F10A-E175AD036CB3}"/>
                </a:ext>
              </a:extLst>
            </p:cNvPr>
            <p:cNvSpPr>
              <a:spLocks noChangeArrowheads="1"/>
            </p:cNvSpPr>
            <p:nvPr/>
          </p:nvSpPr>
          <p:spPr bwMode="auto">
            <a:xfrm>
              <a:off x="3294063" y="4830763"/>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23" name="Oval 14">
              <a:extLst>
                <a:ext uri="{FF2B5EF4-FFF2-40B4-BE49-F238E27FC236}">
                  <a16:creationId xmlns:a16="http://schemas.microsoft.com/office/drawing/2014/main" id="{316AAE7C-5003-B62D-59C9-B81310A2C3B6}"/>
                </a:ext>
              </a:extLst>
            </p:cNvPr>
            <p:cNvSpPr>
              <a:spLocks noChangeArrowheads="1"/>
            </p:cNvSpPr>
            <p:nvPr/>
          </p:nvSpPr>
          <p:spPr bwMode="auto">
            <a:xfrm>
              <a:off x="3294063" y="5062538"/>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24" name="Oval 15">
              <a:extLst>
                <a:ext uri="{FF2B5EF4-FFF2-40B4-BE49-F238E27FC236}">
                  <a16:creationId xmlns:a16="http://schemas.microsoft.com/office/drawing/2014/main" id="{41A87A64-35EC-4E11-2313-A07AFBD7113E}"/>
                </a:ext>
              </a:extLst>
            </p:cNvPr>
            <p:cNvSpPr>
              <a:spLocks noChangeArrowheads="1"/>
            </p:cNvSpPr>
            <p:nvPr/>
          </p:nvSpPr>
          <p:spPr bwMode="auto">
            <a:xfrm>
              <a:off x="3294063" y="5294313"/>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25" name="Oval 16">
              <a:extLst>
                <a:ext uri="{FF2B5EF4-FFF2-40B4-BE49-F238E27FC236}">
                  <a16:creationId xmlns:a16="http://schemas.microsoft.com/office/drawing/2014/main" id="{EE038320-CECE-AA19-6B55-A08A1540C415}"/>
                </a:ext>
              </a:extLst>
            </p:cNvPr>
            <p:cNvSpPr>
              <a:spLocks noChangeArrowheads="1"/>
            </p:cNvSpPr>
            <p:nvPr/>
          </p:nvSpPr>
          <p:spPr bwMode="auto">
            <a:xfrm>
              <a:off x="3294063" y="5511800"/>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26" name="Text Box 17">
              <a:extLst>
                <a:ext uri="{FF2B5EF4-FFF2-40B4-BE49-F238E27FC236}">
                  <a16:creationId xmlns:a16="http://schemas.microsoft.com/office/drawing/2014/main" id="{695511D2-B7B6-17BF-DB0E-D3E061EC4011}"/>
                </a:ext>
              </a:extLst>
            </p:cNvPr>
            <p:cNvSpPr txBox="1">
              <a:spLocks noChangeArrowheads="1"/>
            </p:cNvSpPr>
            <p:nvPr/>
          </p:nvSpPr>
          <p:spPr bwMode="auto">
            <a:xfrm>
              <a:off x="2986088" y="4700587"/>
              <a:ext cx="379412" cy="34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0</a:t>
              </a:r>
              <a:endParaRPr lang="ru-RU" altLang="en-US" sz="1200"/>
            </a:p>
          </p:txBody>
        </p:sp>
        <p:sp>
          <p:nvSpPr>
            <p:cNvPr id="34827" name="Text Box 18">
              <a:extLst>
                <a:ext uri="{FF2B5EF4-FFF2-40B4-BE49-F238E27FC236}">
                  <a16:creationId xmlns:a16="http://schemas.microsoft.com/office/drawing/2014/main" id="{9C653DEC-16F7-CB5D-A05E-44CBB2D4ABA5}"/>
                </a:ext>
              </a:extLst>
            </p:cNvPr>
            <p:cNvSpPr txBox="1">
              <a:spLocks noChangeArrowheads="1"/>
            </p:cNvSpPr>
            <p:nvPr/>
          </p:nvSpPr>
          <p:spPr bwMode="auto">
            <a:xfrm>
              <a:off x="2970213" y="4960937"/>
              <a:ext cx="379412" cy="34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1</a:t>
              </a:r>
              <a:endParaRPr lang="ru-RU" altLang="en-US" sz="1200"/>
            </a:p>
          </p:txBody>
        </p:sp>
        <p:sp>
          <p:nvSpPr>
            <p:cNvPr id="34828" name="Text Box 19">
              <a:extLst>
                <a:ext uri="{FF2B5EF4-FFF2-40B4-BE49-F238E27FC236}">
                  <a16:creationId xmlns:a16="http://schemas.microsoft.com/office/drawing/2014/main" id="{C8177FE5-72FF-B229-4828-0ADAD996612C}"/>
                </a:ext>
              </a:extLst>
            </p:cNvPr>
            <p:cNvSpPr txBox="1">
              <a:spLocks noChangeArrowheads="1"/>
            </p:cNvSpPr>
            <p:nvPr/>
          </p:nvSpPr>
          <p:spPr bwMode="auto">
            <a:xfrm>
              <a:off x="2984500" y="5206999"/>
              <a:ext cx="379413" cy="34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2</a:t>
              </a:r>
              <a:endParaRPr lang="ru-RU" altLang="en-US" sz="1200"/>
            </a:p>
          </p:txBody>
        </p:sp>
        <p:sp>
          <p:nvSpPr>
            <p:cNvPr id="34829" name="Text Box 20">
              <a:extLst>
                <a:ext uri="{FF2B5EF4-FFF2-40B4-BE49-F238E27FC236}">
                  <a16:creationId xmlns:a16="http://schemas.microsoft.com/office/drawing/2014/main" id="{532459E2-714F-53ED-86A1-658C510B9CCF}"/>
                </a:ext>
              </a:extLst>
            </p:cNvPr>
            <p:cNvSpPr txBox="1">
              <a:spLocks noChangeArrowheads="1"/>
            </p:cNvSpPr>
            <p:nvPr/>
          </p:nvSpPr>
          <p:spPr bwMode="auto">
            <a:xfrm>
              <a:off x="2976564" y="5421312"/>
              <a:ext cx="379412" cy="34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3</a:t>
              </a:r>
              <a:endParaRPr lang="ru-RU" altLang="en-US" sz="1200"/>
            </a:p>
          </p:txBody>
        </p:sp>
        <p:sp>
          <p:nvSpPr>
            <p:cNvPr id="34830" name="Line 22">
              <a:extLst>
                <a:ext uri="{FF2B5EF4-FFF2-40B4-BE49-F238E27FC236}">
                  <a16:creationId xmlns:a16="http://schemas.microsoft.com/office/drawing/2014/main" id="{A642A8E3-B657-686B-B5E9-20D6D80893F2}"/>
                </a:ext>
              </a:extLst>
            </p:cNvPr>
            <p:cNvSpPr>
              <a:spLocks noChangeShapeType="1"/>
            </p:cNvSpPr>
            <p:nvPr/>
          </p:nvSpPr>
          <p:spPr bwMode="auto">
            <a:xfrm>
              <a:off x="2055813" y="4991100"/>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1" name="Line 23">
              <a:extLst>
                <a:ext uri="{FF2B5EF4-FFF2-40B4-BE49-F238E27FC236}">
                  <a16:creationId xmlns:a16="http://schemas.microsoft.com/office/drawing/2014/main" id="{FDAF714C-7BA9-1459-8E6C-1D07B83E4AFF}"/>
                </a:ext>
              </a:extLst>
            </p:cNvPr>
            <p:cNvSpPr>
              <a:spLocks noChangeShapeType="1"/>
            </p:cNvSpPr>
            <p:nvPr/>
          </p:nvSpPr>
          <p:spPr bwMode="auto">
            <a:xfrm>
              <a:off x="2041525" y="5251450"/>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2" name="Line 24">
              <a:extLst>
                <a:ext uri="{FF2B5EF4-FFF2-40B4-BE49-F238E27FC236}">
                  <a16:creationId xmlns:a16="http://schemas.microsoft.com/office/drawing/2014/main" id="{ABA3EDAA-26C5-CEF9-A2F5-EE8733E7E191}"/>
                </a:ext>
              </a:extLst>
            </p:cNvPr>
            <p:cNvSpPr>
              <a:spLocks noChangeShapeType="1"/>
            </p:cNvSpPr>
            <p:nvPr/>
          </p:nvSpPr>
          <p:spPr bwMode="auto">
            <a:xfrm>
              <a:off x="2039938" y="5622925"/>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3" name="Oval 25">
              <a:extLst>
                <a:ext uri="{FF2B5EF4-FFF2-40B4-BE49-F238E27FC236}">
                  <a16:creationId xmlns:a16="http://schemas.microsoft.com/office/drawing/2014/main" id="{8EA444D2-584D-6112-251D-173662751E03}"/>
                </a:ext>
              </a:extLst>
            </p:cNvPr>
            <p:cNvSpPr>
              <a:spLocks noChangeArrowheads="1"/>
            </p:cNvSpPr>
            <p:nvPr/>
          </p:nvSpPr>
          <p:spPr bwMode="auto">
            <a:xfrm>
              <a:off x="2351088" y="5553075"/>
              <a:ext cx="122237" cy="122238"/>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29714" name="Rectangle 26">
              <a:extLst>
                <a:ext uri="{FF2B5EF4-FFF2-40B4-BE49-F238E27FC236}">
                  <a16:creationId xmlns:a16="http://schemas.microsoft.com/office/drawing/2014/main" id="{FEBF28CD-7986-414C-96D1-A305BDE006E9}"/>
                </a:ext>
              </a:extLst>
            </p:cNvPr>
            <p:cNvSpPr>
              <a:spLocks noChangeArrowheads="1"/>
            </p:cNvSpPr>
            <p:nvPr/>
          </p:nvSpPr>
          <p:spPr bwMode="auto">
            <a:xfrm>
              <a:off x="4340499" y="634314"/>
              <a:ext cx="865192" cy="1258866"/>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sz="1200"/>
            </a:p>
          </p:txBody>
        </p:sp>
        <p:sp>
          <p:nvSpPr>
            <p:cNvPr id="29715" name="Rectangle 27">
              <a:extLst>
                <a:ext uri="{FF2B5EF4-FFF2-40B4-BE49-F238E27FC236}">
                  <a16:creationId xmlns:a16="http://schemas.microsoft.com/office/drawing/2014/main" id="{85E95E5F-B34A-4BBA-AA02-22459023F881}"/>
                </a:ext>
              </a:extLst>
            </p:cNvPr>
            <p:cNvSpPr>
              <a:spLocks noChangeArrowheads="1"/>
            </p:cNvSpPr>
            <p:nvPr/>
          </p:nvSpPr>
          <p:spPr bwMode="auto">
            <a:xfrm>
              <a:off x="6342064" y="620481"/>
              <a:ext cx="865194" cy="1258865"/>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sz="1200"/>
            </a:p>
          </p:txBody>
        </p:sp>
        <p:sp>
          <p:nvSpPr>
            <p:cNvPr id="29716" name="Rectangle 28">
              <a:extLst>
                <a:ext uri="{FF2B5EF4-FFF2-40B4-BE49-F238E27FC236}">
                  <a16:creationId xmlns:a16="http://schemas.microsoft.com/office/drawing/2014/main" id="{98B1AC3A-30F2-4F61-846A-E2D4C43C053B}"/>
                </a:ext>
              </a:extLst>
            </p:cNvPr>
            <p:cNvSpPr>
              <a:spLocks noChangeArrowheads="1"/>
            </p:cNvSpPr>
            <p:nvPr/>
          </p:nvSpPr>
          <p:spPr bwMode="auto">
            <a:xfrm>
              <a:off x="4340499" y="2171830"/>
              <a:ext cx="865192" cy="1258866"/>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sz="1200"/>
            </a:p>
          </p:txBody>
        </p:sp>
        <p:sp>
          <p:nvSpPr>
            <p:cNvPr id="29717" name="Rectangle 29">
              <a:extLst>
                <a:ext uri="{FF2B5EF4-FFF2-40B4-BE49-F238E27FC236}">
                  <a16:creationId xmlns:a16="http://schemas.microsoft.com/office/drawing/2014/main" id="{92912701-1992-4A94-94EC-13E2F84C912C}"/>
                </a:ext>
              </a:extLst>
            </p:cNvPr>
            <p:cNvSpPr>
              <a:spLocks noChangeArrowheads="1"/>
            </p:cNvSpPr>
            <p:nvPr/>
          </p:nvSpPr>
          <p:spPr bwMode="auto">
            <a:xfrm>
              <a:off x="6342064" y="2157997"/>
              <a:ext cx="865194" cy="1258865"/>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sz="1200"/>
            </a:p>
          </p:txBody>
        </p:sp>
        <p:sp>
          <p:nvSpPr>
            <p:cNvPr id="29718" name="Rectangle 30">
              <a:extLst>
                <a:ext uri="{FF2B5EF4-FFF2-40B4-BE49-F238E27FC236}">
                  <a16:creationId xmlns:a16="http://schemas.microsoft.com/office/drawing/2014/main" id="{983F5424-3669-47D5-950D-9E0948EE9FA9}"/>
                </a:ext>
              </a:extLst>
            </p:cNvPr>
            <p:cNvSpPr>
              <a:spLocks noChangeArrowheads="1"/>
            </p:cNvSpPr>
            <p:nvPr/>
          </p:nvSpPr>
          <p:spPr bwMode="auto">
            <a:xfrm>
              <a:off x="4340499" y="3695513"/>
              <a:ext cx="865192" cy="1258865"/>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sz="1200"/>
            </a:p>
          </p:txBody>
        </p:sp>
        <p:sp>
          <p:nvSpPr>
            <p:cNvPr id="29719" name="Rectangle 31">
              <a:extLst>
                <a:ext uri="{FF2B5EF4-FFF2-40B4-BE49-F238E27FC236}">
                  <a16:creationId xmlns:a16="http://schemas.microsoft.com/office/drawing/2014/main" id="{3D1AE618-CF2F-4FE0-9DEF-560501BEB5E4}"/>
                </a:ext>
              </a:extLst>
            </p:cNvPr>
            <p:cNvSpPr>
              <a:spLocks noChangeArrowheads="1"/>
            </p:cNvSpPr>
            <p:nvPr/>
          </p:nvSpPr>
          <p:spPr bwMode="auto">
            <a:xfrm>
              <a:off x="6342064" y="3681678"/>
              <a:ext cx="865194" cy="1258866"/>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sz="1200"/>
            </a:p>
          </p:txBody>
        </p:sp>
        <p:sp>
          <p:nvSpPr>
            <p:cNvPr id="29720" name="Rectangle 32">
              <a:extLst>
                <a:ext uri="{FF2B5EF4-FFF2-40B4-BE49-F238E27FC236}">
                  <a16:creationId xmlns:a16="http://schemas.microsoft.com/office/drawing/2014/main" id="{2FA3FED5-3BDA-4EE9-B661-C9A93AA93636}"/>
                </a:ext>
              </a:extLst>
            </p:cNvPr>
            <p:cNvSpPr>
              <a:spLocks noChangeArrowheads="1"/>
            </p:cNvSpPr>
            <p:nvPr/>
          </p:nvSpPr>
          <p:spPr bwMode="auto">
            <a:xfrm>
              <a:off x="4355257" y="5233028"/>
              <a:ext cx="865192" cy="1258865"/>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sz="1200"/>
            </a:p>
          </p:txBody>
        </p:sp>
        <p:sp>
          <p:nvSpPr>
            <p:cNvPr id="29721" name="Rectangle 33">
              <a:extLst>
                <a:ext uri="{FF2B5EF4-FFF2-40B4-BE49-F238E27FC236}">
                  <a16:creationId xmlns:a16="http://schemas.microsoft.com/office/drawing/2014/main" id="{2522C467-E531-479B-B916-80F16FB1A47C}"/>
                </a:ext>
              </a:extLst>
            </p:cNvPr>
            <p:cNvSpPr>
              <a:spLocks noChangeArrowheads="1"/>
            </p:cNvSpPr>
            <p:nvPr/>
          </p:nvSpPr>
          <p:spPr bwMode="auto">
            <a:xfrm>
              <a:off x="6369736" y="5217219"/>
              <a:ext cx="865192" cy="1258865"/>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sz="1200"/>
            </a:p>
          </p:txBody>
        </p:sp>
        <p:sp>
          <p:nvSpPr>
            <p:cNvPr id="34842" name="Oval 34">
              <a:extLst>
                <a:ext uri="{FF2B5EF4-FFF2-40B4-BE49-F238E27FC236}">
                  <a16:creationId xmlns:a16="http://schemas.microsoft.com/office/drawing/2014/main" id="{C1B3E8F7-2704-A0B0-CD3E-1CC5FFE4106B}"/>
                </a:ext>
              </a:extLst>
            </p:cNvPr>
            <p:cNvSpPr>
              <a:spLocks noChangeArrowheads="1"/>
            </p:cNvSpPr>
            <p:nvPr/>
          </p:nvSpPr>
          <p:spPr bwMode="auto">
            <a:xfrm>
              <a:off x="4202113" y="1754188"/>
              <a:ext cx="107950" cy="107950"/>
            </a:xfrm>
            <a:prstGeom prst="ellipse">
              <a:avLst/>
            </a:prstGeom>
            <a:solidFill>
              <a:schemeClr val="bg1"/>
            </a:solidFill>
            <a:ln w="1905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43" name="Oval 35">
              <a:extLst>
                <a:ext uri="{FF2B5EF4-FFF2-40B4-BE49-F238E27FC236}">
                  <a16:creationId xmlns:a16="http://schemas.microsoft.com/office/drawing/2014/main" id="{3E8F390D-B311-CD4D-0B9A-60F220D91C7E}"/>
                </a:ext>
              </a:extLst>
            </p:cNvPr>
            <p:cNvSpPr>
              <a:spLocks noChangeArrowheads="1"/>
            </p:cNvSpPr>
            <p:nvPr/>
          </p:nvSpPr>
          <p:spPr bwMode="auto">
            <a:xfrm>
              <a:off x="4200525" y="1550988"/>
              <a:ext cx="107950" cy="107950"/>
            </a:xfrm>
            <a:prstGeom prst="ellipse">
              <a:avLst/>
            </a:prstGeom>
            <a:solidFill>
              <a:schemeClr val="bg1"/>
            </a:solidFill>
            <a:ln w="1905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44" name="Oval 37">
              <a:extLst>
                <a:ext uri="{FF2B5EF4-FFF2-40B4-BE49-F238E27FC236}">
                  <a16:creationId xmlns:a16="http://schemas.microsoft.com/office/drawing/2014/main" id="{260DC082-CFBE-26EC-ACDA-8FDC1B23BC0F}"/>
                </a:ext>
              </a:extLst>
            </p:cNvPr>
            <p:cNvSpPr>
              <a:spLocks noChangeArrowheads="1"/>
            </p:cNvSpPr>
            <p:nvPr/>
          </p:nvSpPr>
          <p:spPr bwMode="auto">
            <a:xfrm>
              <a:off x="4200525" y="1333500"/>
              <a:ext cx="107950" cy="107950"/>
            </a:xfrm>
            <a:prstGeom prst="ellipse">
              <a:avLst/>
            </a:prstGeom>
            <a:solidFill>
              <a:schemeClr val="bg1"/>
            </a:solidFill>
            <a:ln w="1905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45" name="Oval 38">
              <a:extLst>
                <a:ext uri="{FF2B5EF4-FFF2-40B4-BE49-F238E27FC236}">
                  <a16:creationId xmlns:a16="http://schemas.microsoft.com/office/drawing/2014/main" id="{3108A6F0-09C1-03CB-25E7-62604B5A6A67}"/>
                </a:ext>
              </a:extLst>
            </p:cNvPr>
            <p:cNvSpPr>
              <a:spLocks noChangeArrowheads="1"/>
            </p:cNvSpPr>
            <p:nvPr/>
          </p:nvSpPr>
          <p:spPr bwMode="auto">
            <a:xfrm>
              <a:off x="6227763" y="1771650"/>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46" name="Oval 39">
              <a:extLst>
                <a:ext uri="{FF2B5EF4-FFF2-40B4-BE49-F238E27FC236}">
                  <a16:creationId xmlns:a16="http://schemas.microsoft.com/office/drawing/2014/main" id="{AB8AC703-24F4-C18E-70FB-7820BCB2F536}"/>
                </a:ext>
              </a:extLst>
            </p:cNvPr>
            <p:cNvSpPr>
              <a:spLocks noChangeArrowheads="1"/>
            </p:cNvSpPr>
            <p:nvPr/>
          </p:nvSpPr>
          <p:spPr bwMode="auto">
            <a:xfrm>
              <a:off x="6213475" y="1570038"/>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47" name="Oval 40">
              <a:extLst>
                <a:ext uri="{FF2B5EF4-FFF2-40B4-BE49-F238E27FC236}">
                  <a16:creationId xmlns:a16="http://schemas.microsoft.com/office/drawing/2014/main" id="{82194B79-D066-F5EB-6C55-228CE5A728DD}"/>
                </a:ext>
              </a:extLst>
            </p:cNvPr>
            <p:cNvSpPr>
              <a:spLocks noChangeArrowheads="1"/>
            </p:cNvSpPr>
            <p:nvPr/>
          </p:nvSpPr>
          <p:spPr bwMode="auto">
            <a:xfrm>
              <a:off x="6213475" y="1352550"/>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48" name="Oval 41">
              <a:extLst>
                <a:ext uri="{FF2B5EF4-FFF2-40B4-BE49-F238E27FC236}">
                  <a16:creationId xmlns:a16="http://schemas.microsoft.com/office/drawing/2014/main" id="{E29BB9A1-74FC-4BE9-D866-0CFA6C7918A8}"/>
                </a:ext>
              </a:extLst>
            </p:cNvPr>
            <p:cNvSpPr>
              <a:spLocks noChangeArrowheads="1"/>
            </p:cNvSpPr>
            <p:nvPr/>
          </p:nvSpPr>
          <p:spPr bwMode="auto">
            <a:xfrm>
              <a:off x="4213225" y="3270250"/>
              <a:ext cx="107950" cy="107950"/>
            </a:xfrm>
            <a:prstGeom prst="ellipse">
              <a:avLst/>
            </a:prstGeom>
            <a:solidFill>
              <a:schemeClr val="bg1"/>
            </a:solidFill>
            <a:ln w="1905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49" name="Oval 42">
              <a:extLst>
                <a:ext uri="{FF2B5EF4-FFF2-40B4-BE49-F238E27FC236}">
                  <a16:creationId xmlns:a16="http://schemas.microsoft.com/office/drawing/2014/main" id="{B845C6CF-4E84-3221-1A16-D505F02BFEB4}"/>
                </a:ext>
              </a:extLst>
            </p:cNvPr>
            <p:cNvSpPr>
              <a:spLocks noChangeArrowheads="1"/>
            </p:cNvSpPr>
            <p:nvPr/>
          </p:nvSpPr>
          <p:spPr bwMode="auto">
            <a:xfrm>
              <a:off x="4211638" y="3067050"/>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50" name="Oval 43">
              <a:extLst>
                <a:ext uri="{FF2B5EF4-FFF2-40B4-BE49-F238E27FC236}">
                  <a16:creationId xmlns:a16="http://schemas.microsoft.com/office/drawing/2014/main" id="{BF7E47A7-D83C-917C-FA40-2E8A5B3402F5}"/>
                </a:ext>
              </a:extLst>
            </p:cNvPr>
            <p:cNvSpPr>
              <a:spLocks noChangeArrowheads="1"/>
            </p:cNvSpPr>
            <p:nvPr/>
          </p:nvSpPr>
          <p:spPr bwMode="auto">
            <a:xfrm>
              <a:off x="4211638" y="2849563"/>
              <a:ext cx="107950" cy="107950"/>
            </a:xfrm>
            <a:prstGeom prst="ellipse">
              <a:avLst/>
            </a:prstGeom>
            <a:solidFill>
              <a:schemeClr val="bg1"/>
            </a:solidFill>
            <a:ln w="1905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51" name="Oval 44">
              <a:extLst>
                <a:ext uri="{FF2B5EF4-FFF2-40B4-BE49-F238E27FC236}">
                  <a16:creationId xmlns:a16="http://schemas.microsoft.com/office/drawing/2014/main" id="{57A7DB86-431B-D765-AF5E-A0AE16EDD948}"/>
                </a:ext>
              </a:extLst>
            </p:cNvPr>
            <p:cNvSpPr>
              <a:spLocks noChangeArrowheads="1"/>
            </p:cNvSpPr>
            <p:nvPr/>
          </p:nvSpPr>
          <p:spPr bwMode="auto">
            <a:xfrm>
              <a:off x="6215063" y="3286125"/>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52" name="Oval 45">
              <a:extLst>
                <a:ext uri="{FF2B5EF4-FFF2-40B4-BE49-F238E27FC236}">
                  <a16:creationId xmlns:a16="http://schemas.microsoft.com/office/drawing/2014/main" id="{3D474866-8D2E-AB9D-B48A-4C89D0E00A55}"/>
                </a:ext>
              </a:extLst>
            </p:cNvPr>
            <p:cNvSpPr>
              <a:spLocks noChangeArrowheads="1"/>
            </p:cNvSpPr>
            <p:nvPr/>
          </p:nvSpPr>
          <p:spPr bwMode="auto">
            <a:xfrm>
              <a:off x="6213475" y="3082925"/>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53" name="Oval 46">
              <a:extLst>
                <a:ext uri="{FF2B5EF4-FFF2-40B4-BE49-F238E27FC236}">
                  <a16:creationId xmlns:a16="http://schemas.microsoft.com/office/drawing/2014/main" id="{FE342CF6-AC8C-1A98-8D98-589CF22E4461}"/>
                </a:ext>
              </a:extLst>
            </p:cNvPr>
            <p:cNvSpPr>
              <a:spLocks noChangeArrowheads="1"/>
            </p:cNvSpPr>
            <p:nvPr/>
          </p:nvSpPr>
          <p:spPr bwMode="auto">
            <a:xfrm>
              <a:off x="6213475" y="2865438"/>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54" name="Oval 47">
              <a:extLst>
                <a:ext uri="{FF2B5EF4-FFF2-40B4-BE49-F238E27FC236}">
                  <a16:creationId xmlns:a16="http://schemas.microsoft.com/office/drawing/2014/main" id="{B2F6AC8D-D61A-6E0F-D74A-F28EB82CBEC5}"/>
                </a:ext>
              </a:extLst>
            </p:cNvPr>
            <p:cNvSpPr>
              <a:spLocks noChangeArrowheads="1"/>
            </p:cNvSpPr>
            <p:nvPr/>
          </p:nvSpPr>
          <p:spPr bwMode="auto">
            <a:xfrm>
              <a:off x="4225925" y="4808538"/>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55" name="Oval 48">
              <a:extLst>
                <a:ext uri="{FF2B5EF4-FFF2-40B4-BE49-F238E27FC236}">
                  <a16:creationId xmlns:a16="http://schemas.microsoft.com/office/drawing/2014/main" id="{AC6BEE27-D9AC-C625-6FE7-1F90E01F187C}"/>
                </a:ext>
              </a:extLst>
            </p:cNvPr>
            <p:cNvSpPr>
              <a:spLocks noChangeArrowheads="1"/>
            </p:cNvSpPr>
            <p:nvPr/>
          </p:nvSpPr>
          <p:spPr bwMode="auto">
            <a:xfrm>
              <a:off x="4224338" y="4605338"/>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56" name="Oval 49">
              <a:extLst>
                <a:ext uri="{FF2B5EF4-FFF2-40B4-BE49-F238E27FC236}">
                  <a16:creationId xmlns:a16="http://schemas.microsoft.com/office/drawing/2014/main" id="{FEDA499A-6197-7406-1F94-98FD9D2510D0}"/>
                </a:ext>
              </a:extLst>
            </p:cNvPr>
            <p:cNvSpPr>
              <a:spLocks noChangeArrowheads="1"/>
            </p:cNvSpPr>
            <p:nvPr/>
          </p:nvSpPr>
          <p:spPr bwMode="auto">
            <a:xfrm>
              <a:off x="4224338" y="4387850"/>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57" name="Oval 50">
              <a:extLst>
                <a:ext uri="{FF2B5EF4-FFF2-40B4-BE49-F238E27FC236}">
                  <a16:creationId xmlns:a16="http://schemas.microsoft.com/office/drawing/2014/main" id="{08E9EF4D-8EAA-FAB7-66D8-463F7AE2DB7B}"/>
                </a:ext>
              </a:extLst>
            </p:cNvPr>
            <p:cNvSpPr>
              <a:spLocks noChangeArrowheads="1"/>
            </p:cNvSpPr>
            <p:nvPr/>
          </p:nvSpPr>
          <p:spPr bwMode="auto">
            <a:xfrm>
              <a:off x="6215063" y="4795838"/>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58" name="Oval 51">
              <a:extLst>
                <a:ext uri="{FF2B5EF4-FFF2-40B4-BE49-F238E27FC236}">
                  <a16:creationId xmlns:a16="http://schemas.microsoft.com/office/drawing/2014/main" id="{A3C9FF48-01F1-3E70-69D8-0394CA7E93FE}"/>
                </a:ext>
              </a:extLst>
            </p:cNvPr>
            <p:cNvSpPr>
              <a:spLocks noChangeArrowheads="1"/>
            </p:cNvSpPr>
            <p:nvPr/>
          </p:nvSpPr>
          <p:spPr bwMode="auto">
            <a:xfrm>
              <a:off x="6213475" y="4592638"/>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59" name="Oval 52">
              <a:extLst>
                <a:ext uri="{FF2B5EF4-FFF2-40B4-BE49-F238E27FC236}">
                  <a16:creationId xmlns:a16="http://schemas.microsoft.com/office/drawing/2014/main" id="{961E1159-626F-0F3C-75D6-83A527C622DD}"/>
                </a:ext>
              </a:extLst>
            </p:cNvPr>
            <p:cNvSpPr>
              <a:spLocks noChangeArrowheads="1"/>
            </p:cNvSpPr>
            <p:nvPr/>
          </p:nvSpPr>
          <p:spPr bwMode="auto">
            <a:xfrm>
              <a:off x="6213475" y="4375150"/>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60" name="Oval 53">
              <a:extLst>
                <a:ext uri="{FF2B5EF4-FFF2-40B4-BE49-F238E27FC236}">
                  <a16:creationId xmlns:a16="http://schemas.microsoft.com/office/drawing/2014/main" id="{C6552E18-BD37-14A2-2441-921FA2D0CF9D}"/>
                </a:ext>
              </a:extLst>
            </p:cNvPr>
            <p:cNvSpPr>
              <a:spLocks noChangeArrowheads="1"/>
            </p:cNvSpPr>
            <p:nvPr/>
          </p:nvSpPr>
          <p:spPr bwMode="auto">
            <a:xfrm>
              <a:off x="4225925" y="6348413"/>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61" name="Oval 54">
              <a:extLst>
                <a:ext uri="{FF2B5EF4-FFF2-40B4-BE49-F238E27FC236}">
                  <a16:creationId xmlns:a16="http://schemas.microsoft.com/office/drawing/2014/main" id="{228C66C4-E673-B588-025E-42AF097DE3DE}"/>
                </a:ext>
              </a:extLst>
            </p:cNvPr>
            <p:cNvSpPr>
              <a:spLocks noChangeArrowheads="1"/>
            </p:cNvSpPr>
            <p:nvPr/>
          </p:nvSpPr>
          <p:spPr bwMode="auto">
            <a:xfrm>
              <a:off x="4224338" y="6145213"/>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62" name="Oval 55">
              <a:extLst>
                <a:ext uri="{FF2B5EF4-FFF2-40B4-BE49-F238E27FC236}">
                  <a16:creationId xmlns:a16="http://schemas.microsoft.com/office/drawing/2014/main" id="{86984C39-ECA0-DD37-7993-9A645CA61E3F}"/>
                </a:ext>
              </a:extLst>
            </p:cNvPr>
            <p:cNvSpPr>
              <a:spLocks noChangeArrowheads="1"/>
            </p:cNvSpPr>
            <p:nvPr/>
          </p:nvSpPr>
          <p:spPr bwMode="auto">
            <a:xfrm>
              <a:off x="4224338" y="5927725"/>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63" name="Oval 56">
              <a:extLst>
                <a:ext uri="{FF2B5EF4-FFF2-40B4-BE49-F238E27FC236}">
                  <a16:creationId xmlns:a16="http://schemas.microsoft.com/office/drawing/2014/main" id="{D6519F45-5605-57F2-4791-F17F0C5C7C6E}"/>
                </a:ext>
              </a:extLst>
            </p:cNvPr>
            <p:cNvSpPr>
              <a:spLocks noChangeArrowheads="1"/>
            </p:cNvSpPr>
            <p:nvPr/>
          </p:nvSpPr>
          <p:spPr bwMode="auto">
            <a:xfrm>
              <a:off x="6257925" y="6351588"/>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64" name="Oval 57">
              <a:extLst>
                <a:ext uri="{FF2B5EF4-FFF2-40B4-BE49-F238E27FC236}">
                  <a16:creationId xmlns:a16="http://schemas.microsoft.com/office/drawing/2014/main" id="{D665B25F-4472-70EE-891F-9C3BB4CE9DD7}"/>
                </a:ext>
              </a:extLst>
            </p:cNvPr>
            <p:cNvSpPr>
              <a:spLocks noChangeArrowheads="1"/>
            </p:cNvSpPr>
            <p:nvPr/>
          </p:nvSpPr>
          <p:spPr bwMode="auto">
            <a:xfrm>
              <a:off x="6256338" y="6148388"/>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65" name="Oval 58">
              <a:extLst>
                <a:ext uri="{FF2B5EF4-FFF2-40B4-BE49-F238E27FC236}">
                  <a16:creationId xmlns:a16="http://schemas.microsoft.com/office/drawing/2014/main" id="{4288B6FB-5094-E34B-F17D-C5D619901375}"/>
                </a:ext>
              </a:extLst>
            </p:cNvPr>
            <p:cNvSpPr>
              <a:spLocks noChangeArrowheads="1"/>
            </p:cNvSpPr>
            <p:nvPr/>
          </p:nvSpPr>
          <p:spPr bwMode="auto">
            <a:xfrm>
              <a:off x="6256338" y="5930900"/>
              <a:ext cx="107950" cy="10795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4866" name="Line 59">
              <a:extLst>
                <a:ext uri="{FF2B5EF4-FFF2-40B4-BE49-F238E27FC236}">
                  <a16:creationId xmlns:a16="http://schemas.microsoft.com/office/drawing/2014/main" id="{C0534331-015B-50D5-BC68-0420BA9C85A5}"/>
                </a:ext>
              </a:extLst>
            </p:cNvPr>
            <p:cNvSpPr>
              <a:spLocks noChangeShapeType="1"/>
            </p:cNvSpPr>
            <p:nvPr/>
          </p:nvSpPr>
          <p:spPr bwMode="auto">
            <a:xfrm flipV="1">
              <a:off x="5580063" y="274638"/>
              <a:ext cx="0" cy="5942012"/>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7" name="Line 60">
              <a:extLst>
                <a:ext uri="{FF2B5EF4-FFF2-40B4-BE49-F238E27FC236}">
                  <a16:creationId xmlns:a16="http://schemas.microsoft.com/office/drawing/2014/main" id="{60EC2918-083D-5B7F-4F1B-62D37B0B1681}"/>
                </a:ext>
              </a:extLst>
            </p:cNvPr>
            <p:cNvSpPr>
              <a:spLocks noChangeShapeType="1"/>
            </p:cNvSpPr>
            <p:nvPr/>
          </p:nvSpPr>
          <p:spPr bwMode="auto">
            <a:xfrm>
              <a:off x="5594350" y="275730"/>
              <a:ext cx="201929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8" name="Line 61">
              <a:extLst>
                <a:ext uri="{FF2B5EF4-FFF2-40B4-BE49-F238E27FC236}">
                  <a16:creationId xmlns:a16="http://schemas.microsoft.com/office/drawing/2014/main" id="{4DC8BFCF-D17B-893E-34E7-8CE63E1B570E}"/>
                </a:ext>
              </a:extLst>
            </p:cNvPr>
            <p:cNvSpPr>
              <a:spLocks noChangeShapeType="1"/>
            </p:cNvSpPr>
            <p:nvPr/>
          </p:nvSpPr>
          <p:spPr bwMode="auto">
            <a:xfrm>
              <a:off x="3822700" y="477838"/>
              <a:ext cx="20510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9" name="Line 62">
              <a:extLst>
                <a:ext uri="{FF2B5EF4-FFF2-40B4-BE49-F238E27FC236}">
                  <a16:creationId xmlns:a16="http://schemas.microsoft.com/office/drawing/2014/main" id="{A9AE250B-0C77-417A-A6DC-FAF50FB834CE}"/>
                </a:ext>
              </a:extLst>
            </p:cNvPr>
            <p:cNvSpPr>
              <a:spLocks noChangeShapeType="1"/>
            </p:cNvSpPr>
            <p:nvPr/>
          </p:nvSpPr>
          <p:spPr bwMode="auto">
            <a:xfrm>
              <a:off x="5853113" y="476250"/>
              <a:ext cx="0" cy="5942013"/>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0" name="Line 63">
              <a:extLst>
                <a:ext uri="{FF2B5EF4-FFF2-40B4-BE49-F238E27FC236}">
                  <a16:creationId xmlns:a16="http://schemas.microsoft.com/office/drawing/2014/main" id="{1ACAEB53-FE94-4440-AD60-DE147BF4227B}"/>
                </a:ext>
              </a:extLst>
            </p:cNvPr>
            <p:cNvSpPr>
              <a:spLocks noChangeShapeType="1"/>
            </p:cNvSpPr>
            <p:nvPr/>
          </p:nvSpPr>
          <p:spPr bwMode="auto">
            <a:xfrm>
              <a:off x="3836988" y="470437"/>
              <a:ext cx="0" cy="5976939"/>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1" name="Line 64">
              <a:extLst>
                <a:ext uri="{FF2B5EF4-FFF2-40B4-BE49-F238E27FC236}">
                  <a16:creationId xmlns:a16="http://schemas.microsoft.com/office/drawing/2014/main" id="{AD775296-2691-4B45-0FA7-921B207C40BF}"/>
                </a:ext>
              </a:extLst>
            </p:cNvPr>
            <p:cNvSpPr>
              <a:spLocks noChangeShapeType="1"/>
            </p:cNvSpPr>
            <p:nvPr/>
          </p:nvSpPr>
          <p:spPr bwMode="auto">
            <a:xfrm>
              <a:off x="7610475" y="288925"/>
              <a:ext cx="0" cy="5905500"/>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2" name="Line 65">
              <a:extLst>
                <a:ext uri="{FF2B5EF4-FFF2-40B4-BE49-F238E27FC236}">
                  <a16:creationId xmlns:a16="http://schemas.microsoft.com/office/drawing/2014/main" id="{7F1389C1-B9FC-0E6A-D850-8E77DE3011BB}"/>
                </a:ext>
              </a:extLst>
            </p:cNvPr>
            <p:cNvSpPr>
              <a:spLocks noChangeShapeType="1"/>
            </p:cNvSpPr>
            <p:nvPr/>
          </p:nvSpPr>
          <p:spPr bwMode="auto">
            <a:xfrm>
              <a:off x="3822700" y="765175"/>
              <a:ext cx="504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3" name="Line 66">
              <a:extLst>
                <a:ext uri="{FF2B5EF4-FFF2-40B4-BE49-F238E27FC236}">
                  <a16:creationId xmlns:a16="http://schemas.microsoft.com/office/drawing/2014/main" id="{FDF0D6E4-F53D-1CC0-596D-3D774F1E2788}"/>
                </a:ext>
              </a:extLst>
            </p:cNvPr>
            <p:cNvSpPr>
              <a:spLocks noChangeShapeType="1"/>
            </p:cNvSpPr>
            <p:nvPr/>
          </p:nvSpPr>
          <p:spPr bwMode="auto">
            <a:xfrm>
              <a:off x="3822700" y="1200150"/>
              <a:ext cx="504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4" name="Line 70">
              <a:extLst>
                <a:ext uri="{FF2B5EF4-FFF2-40B4-BE49-F238E27FC236}">
                  <a16:creationId xmlns:a16="http://schemas.microsoft.com/office/drawing/2014/main" id="{89DF84AD-A4EA-7816-2471-13ECA90187B4}"/>
                </a:ext>
              </a:extLst>
            </p:cNvPr>
            <p:cNvSpPr>
              <a:spLocks noChangeShapeType="1"/>
            </p:cNvSpPr>
            <p:nvPr/>
          </p:nvSpPr>
          <p:spPr bwMode="auto">
            <a:xfrm>
              <a:off x="3836988" y="939800"/>
              <a:ext cx="504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5" name="Line 71">
              <a:extLst>
                <a:ext uri="{FF2B5EF4-FFF2-40B4-BE49-F238E27FC236}">
                  <a16:creationId xmlns:a16="http://schemas.microsoft.com/office/drawing/2014/main" id="{50B63578-5372-45DF-2BB9-8A684123B578}"/>
                </a:ext>
              </a:extLst>
            </p:cNvPr>
            <p:cNvSpPr>
              <a:spLocks noChangeShapeType="1"/>
            </p:cNvSpPr>
            <p:nvPr/>
          </p:nvSpPr>
          <p:spPr bwMode="auto">
            <a:xfrm>
              <a:off x="3836988" y="1384300"/>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6" name="Line 72">
              <a:extLst>
                <a:ext uri="{FF2B5EF4-FFF2-40B4-BE49-F238E27FC236}">
                  <a16:creationId xmlns:a16="http://schemas.microsoft.com/office/drawing/2014/main" id="{9715EE81-B495-6DE7-B752-7BF91BB7F9EA}"/>
                </a:ext>
              </a:extLst>
            </p:cNvPr>
            <p:cNvSpPr>
              <a:spLocks noChangeShapeType="1"/>
            </p:cNvSpPr>
            <p:nvPr/>
          </p:nvSpPr>
          <p:spPr bwMode="auto">
            <a:xfrm>
              <a:off x="3836988" y="1601788"/>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7" name="Line 73">
              <a:extLst>
                <a:ext uri="{FF2B5EF4-FFF2-40B4-BE49-F238E27FC236}">
                  <a16:creationId xmlns:a16="http://schemas.microsoft.com/office/drawing/2014/main" id="{F1F0180E-3A23-05D4-5593-5A0A72C6E9FB}"/>
                </a:ext>
              </a:extLst>
            </p:cNvPr>
            <p:cNvSpPr>
              <a:spLocks noChangeShapeType="1"/>
            </p:cNvSpPr>
            <p:nvPr/>
          </p:nvSpPr>
          <p:spPr bwMode="auto">
            <a:xfrm>
              <a:off x="3851275" y="1790700"/>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8" name="Line 92">
              <a:extLst>
                <a:ext uri="{FF2B5EF4-FFF2-40B4-BE49-F238E27FC236}">
                  <a16:creationId xmlns:a16="http://schemas.microsoft.com/office/drawing/2014/main" id="{3F3BE96C-B6AB-CB59-4E7A-09F4ED92510B}"/>
                </a:ext>
              </a:extLst>
            </p:cNvPr>
            <p:cNvSpPr>
              <a:spLocks noChangeShapeType="1"/>
            </p:cNvSpPr>
            <p:nvPr/>
          </p:nvSpPr>
          <p:spPr bwMode="auto">
            <a:xfrm>
              <a:off x="3824288" y="2273300"/>
              <a:ext cx="504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9" name="Line 93">
              <a:extLst>
                <a:ext uri="{FF2B5EF4-FFF2-40B4-BE49-F238E27FC236}">
                  <a16:creationId xmlns:a16="http://schemas.microsoft.com/office/drawing/2014/main" id="{955A87D0-79B1-459B-158F-FB3B4A9DD96B}"/>
                </a:ext>
              </a:extLst>
            </p:cNvPr>
            <p:cNvSpPr>
              <a:spLocks noChangeShapeType="1"/>
            </p:cNvSpPr>
            <p:nvPr/>
          </p:nvSpPr>
          <p:spPr bwMode="auto">
            <a:xfrm>
              <a:off x="3824288" y="2708275"/>
              <a:ext cx="504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0" name="Line 94">
              <a:extLst>
                <a:ext uri="{FF2B5EF4-FFF2-40B4-BE49-F238E27FC236}">
                  <a16:creationId xmlns:a16="http://schemas.microsoft.com/office/drawing/2014/main" id="{6EEF0188-0410-AA38-13C2-6FEE61EFB49C}"/>
                </a:ext>
              </a:extLst>
            </p:cNvPr>
            <p:cNvSpPr>
              <a:spLocks noChangeShapeType="1"/>
            </p:cNvSpPr>
            <p:nvPr/>
          </p:nvSpPr>
          <p:spPr bwMode="auto">
            <a:xfrm>
              <a:off x="3838575" y="2447925"/>
              <a:ext cx="504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1" name="Line 95">
              <a:extLst>
                <a:ext uri="{FF2B5EF4-FFF2-40B4-BE49-F238E27FC236}">
                  <a16:creationId xmlns:a16="http://schemas.microsoft.com/office/drawing/2014/main" id="{C77598C3-5AEF-DFDD-FB02-A45E586299DC}"/>
                </a:ext>
              </a:extLst>
            </p:cNvPr>
            <p:cNvSpPr>
              <a:spLocks noChangeShapeType="1"/>
            </p:cNvSpPr>
            <p:nvPr/>
          </p:nvSpPr>
          <p:spPr bwMode="auto">
            <a:xfrm>
              <a:off x="3849688" y="2908300"/>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2" name="Line 96">
              <a:extLst>
                <a:ext uri="{FF2B5EF4-FFF2-40B4-BE49-F238E27FC236}">
                  <a16:creationId xmlns:a16="http://schemas.microsoft.com/office/drawing/2014/main" id="{06D2D523-B823-2052-3AF3-48C919A54A7A}"/>
                </a:ext>
              </a:extLst>
            </p:cNvPr>
            <p:cNvSpPr>
              <a:spLocks noChangeShapeType="1"/>
            </p:cNvSpPr>
            <p:nvPr/>
          </p:nvSpPr>
          <p:spPr bwMode="auto">
            <a:xfrm>
              <a:off x="3849688" y="3125788"/>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3" name="Line 97">
              <a:extLst>
                <a:ext uri="{FF2B5EF4-FFF2-40B4-BE49-F238E27FC236}">
                  <a16:creationId xmlns:a16="http://schemas.microsoft.com/office/drawing/2014/main" id="{BC399767-4CD3-783B-A93D-F66BC56A34F4}"/>
                </a:ext>
              </a:extLst>
            </p:cNvPr>
            <p:cNvSpPr>
              <a:spLocks noChangeShapeType="1"/>
            </p:cNvSpPr>
            <p:nvPr/>
          </p:nvSpPr>
          <p:spPr bwMode="auto">
            <a:xfrm>
              <a:off x="3863975" y="3314700"/>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4" name="Line 98">
              <a:extLst>
                <a:ext uri="{FF2B5EF4-FFF2-40B4-BE49-F238E27FC236}">
                  <a16:creationId xmlns:a16="http://schemas.microsoft.com/office/drawing/2014/main" id="{47B0D4BC-E863-D946-C91D-25A4C6C894AF}"/>
                </a:ext>
              </a:extLst>
            </p:cNvPr>
            <p:cNvSpPr>
              <a:spLocks noChangeShapeType="1"/>
            </p:cNvSpPr>
            <p:nvPr/>
          </p:nvSpPr>
          <p:spPr bwMode="auto">
            <a:xfrm>
              <a:off x="3851275" y="4448175"/>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5" name="Line 99">
              <a:extLst>
                <a:ext uri="{FF2B5EF4-FFF2-40B4-BE49-F238E27FC236}">
                  <a16:creationId xmlns:a16="http://schemas.microsoft.com/office/drawing/2014/main" id="{2F7D0B3F-B5CA-C453-81F9-96B3A3FB53A8}"/>
                </a:ext>
              </a:extLst>
            </p:cNvPr>
            <p:cNvSpPr>
              <a:spLocks noChangeShapeType="1"/>
            </p:cNvSpPr>
            <p:nvPr/>
          </p:nvSpPr>
          <p:spPr bwMode="auto">
            <a:xfrm>
              <a:off x="3851275" y="4665663"/>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6" name="Line 100">
              <a:extLst>
                <a:ext uri="{FF2B5EF4-FFF2-40B4-BE49-F238E27FC236}">
                  <a16:creationId xmlns:a16="http://schemas.microsoft.com/office/drawing/2014/main" id="{06140A99-E96B-3B83-24D1-1EF3B74D312A}"/>
                </a:ext>
              </a:extLst>
            </p:cNvPr>
            <p:cNvSpPr>
              <a:spLocks noChangeShapeType="1"/>
            </p:cNvSpPr>
            <p:nvPr/>
          </p:nvSpPr>
          <p:spPr bwMode="auto">
            <a:xfrm>
              <a:off x="3865563" y="4854575"/>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7" name="Line 101">
              <a:extLst>
                <a:ext uri="{FF2B5EF4-FFF2-40B4-BE49-F238E27FC236}">
                  <a16:creationId xmlns:a16="http://schemas.microsoft.com/office/drawing/2014/main" id="{BFF146CA-034A-E7D1-0C37-926A2D2F9301}"/>
                </a:ext>
              </a:extLst>
            </p:cNvPr>
            <p:cNvSpPr>
              <a:spLocks noChangeShapeType="1"/>
            </p:cNvSpPr>
            <p:nvPr/>
          </p:nvSpPr>
          <p:spPr bwMode="auto">
            <a:xfrm>
              <a:off x="3836988" y="6000750"/>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8" name="Line 102">
              <a:extLst>
                <a:ext uri="{FF2B5EF4-FFF2-40B4-BE49-F238E27FC236}">
                  <a16:creationId xmlns:a16="http://schemas.microsoft.com/office/drawing/2014/main" id="{7867D25C-7426-0642-BF08-63E25E5372C1}"/>
                </a:ext>
              </a:extLst>
            </p:cNvPr>
            <p:cNvSpPr>
              <a:spLocks noChangeShapeType="1"/>
            </p:cNvSpPr>
            <p:nvPr/>
          </p:nvSpPr>
          <p:spPr bwMode="auto">
            <a:xfrm>
              <a:off x="3836988" y="6218238"/>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9" name="Line 103">
              <a:extLst>
                <a:ext uri="{FF2B5EF4-FFF2-40B4-BE49-F238E27FC236}">
                  <a16:creationId xmlns:a16="http://schemas.microsoft.com/office/drawing/2014/main" id="{F226988F-E34D-245A-4D90-7C94EF637D33}"/>
                </a:ext>
              </a:extLst>
            </p:cNvPr>
            <p:cNvSpPr>
              <a:spLocks noChangeShapeType="1"/>
            </p:cNvSpPr>
            <p:nvPr/>
          </p:nvSpPr>
          <p:spPr bwMode="auto">
            <a:xfrm>
              <a:off x="3851275" y="6407150"/>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0" name="Line 104">
              <a:extLst>
                <a:ext uri="{FF2B5EF4-FFF2-40B4-BE49-F238E27FC236}">
                  <a16:creationId xmlns:a16="http://schemas.microsoft.com/office/drawing/2014/main" id="{B975E05C-BD4C-1C18-BD2C-00B76DEA3A9D}"/>
                </a:ext>
              </a:extLst>
            </p:cNvPr>
            <p:cNvSpPr>
              <a:spLocks noChangeShapeType="1"/>
            </p:cNvSpPr>
            <p:nvPr/>
          </p:nvSpPr>
          <p:spPr bwMode="auto">
            <a:xfrm>
              <a:off x="5884863" y="5986463"/>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1" name="Line 105">
              <a:extLst>
                <a:ext uri="{FF2B5EF4-FFF2-40B4-BE49-F238E27FC236}">
                  <a16:creationId xmlns:a16="http://schemas.microsoft.com/office/drawing/2014/main" id="{B25EC913-F71D-72F9-B192-402F802E714C}"/>
                </a:ext>
              </a:extLst>
            </p:cNvPr>
            <p:cNvSpPr>
              <a:spLocks noChangeShapeType="1"/>
            </p:cNvSpPr>
            <p:nvPr/>
          </p:nvSpPr>
          <p:spPr bwMode="auto">
            <a:xfrm>
              <a:off x="5884863" y="6189663"/>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2" name="Line 106">
              <a:extLst>
                <a:ext uri="{FF2B5EF4-FFF2-40B4-BE49-F238E27FC236}">
                  <a16:creationId xmlns:a16="http://schemas.microsoft.com/office/drawing/2014/main" id="{4C444310-301B-A20F-ADA2-AB0D68C1CED4}"/>
                </a:ext>
              </a:extLst>
            </p:cNvPr>
            <p:cNvSpPr>
              <a:spLocks noChangeShapeType="1"/>
            </p:cNvSpPr>
            <p:nvPr/>
          </p:nvSpPr>
          <p:spPr bwMode="auto">
            <a:xfrm>
              <a:off x="5870575" y="6407150"/>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3" name="Line 107">
              <a:extLst>
                <a:ext uri="{FF2B5EF4-FFF2-40B4-BE49-F238E27FC236}">
                  <a16:creationId xmlns:a16="http://schemas.microsoft.com/office/drawing/2014/main" id="{1CB988E0-66F5-B788-3483-4C0FDA3A4656}"/>
                </a:ext>
              </a:extLst>
            </p:cNvPr>
            <p:cNvSpPr>
              <a:spLocks noChangeShapeType="1"/>
            </p:cNvSpPr>
            <p:nvPr/>
          </p:nvSpPr>
          <p:spPr bwMode="auto">
            <a:xfrm>
              <a:off x="5853113" y="4437063"/>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4" name="Line 108">
              <a:extLst>
                <a:ext uri="{FF2B5EF4-FFF2-40B4-BE49-F238E27FC236}">
                  <a16:creationId xmlns:a16="http://schemas.microsoft.com/office/drawing/2014/main" id="{34CFBC96-A8A0-8D7E-9EEE-BF9C7CE1343F}"/>
                </a:ext>
              </a:extLst>
            </p:cNvPr>
            <p:cNvSpPr>
              <a:spLocks noChangeShapeType="1"/>
            </p:cNvSpPr>
            <p:nvPr/>
          </p:nvSpPr>
          <p:spPr bwMode="auto">
            <a:xfrm>
              <a:off x="5853113" y="4640263"/>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5" name="Line 109">
              <a:extLst>
                <a:ext uri="{FF2B5EF4-FFF2-40B4-BE49-F238E27FC236}">
                  <a16:creationId xmlns:a16="http://schemas.microsoft.com/office/drawing/2014/main" id="{B2E801A0-F1D8-EA5F-5291-C2B43310D38D}"/>
                </a:ext>
              </a:extLst>
            </p:cNvPr>
            <p:cNvSpPr>
              <a:spLocks noChangeShapeType="1"/>
            </p:cNvSpPr>
            <p:nvPr/>
          </p:nvSpPr>
          <p:spPr bwMode="auto">
            <a:xfrm>
              <a:off x="5867400" y="4843463"/>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6" name="Line 110">
              <a:extLst>
                <a:ext uri="{FF2B5EF4-FFF2-40B4-BE49-F238E27FC236}">
                  <a16:creationId xmlns:a16="http://schemas.microsoft.com/office/drawing/2014/main" id="{6412A930-8B7C-09E5-8E4D-D4428FF92698}"/>
                </a:ext>
              </a:extLst>
            </p:cNvPr>
            <p:cNvSpPr>
              <a:spLocks noChangeShapeType="1"/>
            </p:cNvSpPr>
            <p:nvPr/>
          </p:nvSpPr>
          <p:spPr bwMode="auto">
            <a:xfrm>
              <a:off x="5867400" y="2924175"/>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7" name="Line 111">
              <a:extLst>
                <a:ext uri="{FF2B5EF4-FFF2-40B4-BE49-F238E27FC236}">
                  <a16:creationId xmlns:a16="http://schemas.microsoft.com/office/drawing/2014/main" id="{88751E15-9D97-5332-5BF9-A52B309AD607}"/>
                </a:ext>
              </a:extLst>
            </p:cNvPr>
            <p:cNvSpPr>
              <a:spLocks noChangeShapeType="1"/>
            </p:cNvSpPr>
            <p:nvPr/>
          </p:nvSpPr>
          <p:spPr bwMode="auto">
            <a:xfrm>
              <a:off x="5867400" y="3127375"/>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8" name="Line 112">
              <a:extLst>
                <a:ext uri="{FF2B5EF4-FFF2-40B4-BE49-F238E27FC236}">
                  <a16:creationId xmlns:a16="http://schemas.microsoft.com/office/drawing/2014/main" id="{F11C5106-F1D5-C886-E59C-5FC9259B9838}"/>
                </a:ext>
              </a:extLst>
            </p:cNvPr>
            <p:cNvSpPr>
              <a:spLocks noChangeShapeType="1"/>
            </p:cNvSpPr>
            <p:nvPr/>
          </p:nvSpPr>
          <p:spPr bwMode="auto">
            <a:xfrm>
              <a:off x="5881688" y="3330575"/>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9" name="Line 113">
              <a:extLst>
                <a:ext uri="{FF2B5EF4-FFF2-40B4-BE49-F238E27FC236}">
                  <a16:creationId xmlns:a16="http://schemas.microsoft.com/office/drawing/2014/main" id="{60C85815-34A9-FCFF-8168-7BF8A3D0C930}"/>
                </a:ext>
              </a:extLst>
            </p:cNvPr>
            <p:cNvSpPr>
              <a:spLocks noChangeShapeType="1"/>
            </p:cNvSpPr>
            <p:nvPr/>
          </p:nvSpPr>
          <p:spPr bwMode="auto">
            <a:xfrm>
              <a:off x="5853113" y="1412875"/>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0" name="Line 114">
              <a:extLst>
                <a:ext uri="{FF2B5EF4-FFF2-40B4-BE49-F238E27FC236}">
                  <a16:creationId xmlns:a16="http://schemas.microsoft.com/office/drawing/2014/main" id="{30078C8F-1FB7-1D94-2301-817C93273285}"/>
                </a:ext>
              </a:extLst>
            </p:cNvPr>
            <p:cNvSpPr>
              <a:spLocks noChangeShapeType="1"/>
            </p:cNvSpPr>
            <p:nvPr/>
          </p:nvSpPr>
          <p:spPr bwMode="auto">
            <a:xfrm>
              <a:off x="5853113" y="1616075"/>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1" name="Line 115">
              <a:extLst>
                <a:ext uri="{FF2B5EF4-FFF2-40B4-BE49-F238E27FC236}">
                  <a16:creationId xmlns:a16="http://schemas.microsoft.com/office/drawing/2014/main" id="{497E5CDF-CBDD-40D0-5EE7-F713A2F83034}"/>
                </a:ext>
              </a:extLst>
            </p:cNvPr>
            <p:cNvSpPr>
              <a:spLocks noChangeShapeType="1"/>
            </p:cNvSpPr>
            <p:nvPr/>
          </p:nvSpPr>
          <p:spPr bwMode="auto">
            <a:xfrm>
              <a:off x="5867400" y="1819275"/>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2" name="Line 116">
              <a:extLst>
                <a:ext uri="{FF2B5EF4-FFF2-40B4-BE49-F238E27FC236}">
                  <a16:creationId xmlns:a16="http://schemas.microsoft.com/office/drawing/2014/main" id="{ED939C0D-19E8-DEB6-8011-847B51FE7E0F}"/>
                </a:ext>
              </a:extLst>
            </p:cNvPr>
            <p:cNvSpPr>
              <a:spLocks noChangeShapeType="1"/>
            </p:cNvSpPr>
            <p:nvPr/>
          </p:nvSpPr>
          <p:spPr bwMode="auto">
            <a:xfrm>
              <a:off x="5219700" y="836613"/>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3" name="Line 117">
              <a:extLst>
                <a:ext uri="{FF2B5EF4-FFF2-40B4-BE49-F238E27FC236}">
                  <a16:creationId xmlns:a16="http://schemas.microsoft.com/office/drawing/2014/main" id="{E72B780E-8502-BD33-07A4-EC3A7EDD0661}"/>
                </a:ext>
              </a:extLst>
            </p:cNvPr>
            <p:cNvSpPr>
              <a:spLocks noChangeShapeType="1"/>
            </p:cNvSpPr>
            <p:nvPr/>
          </p:nvSpPr>
          <p:spPr bwMode="auto">
            <a:xfrm>
              <a:off x="5233988" y="1069975"/>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4" name="Line 118">
              <a:extLst>
                <a:ext uri="{FF2B5EF4-FFF2-40B4-BE49-F238E27FC236}">
                  <a16:creationId xmlns:a16="http://schemas.microsoft.com/office/drawing/2014/main" id="{CA29C5FB-3E2F-530B-BF75-E2B5B81476A9}"/>
                </a:ext>
              </a:extLst>
            </p:cNvPr>
            <p:cNvSpPr>
              <a:spLocks noChangeShapeType="1"/>
            </p:cNvSpPr>
            <p:nvPr/>
          </p:nvSpPr>
          <p:spPr bwMode="auto">
            <a:xfrm>
              <a:off x="5203825" y="1622425"/>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5" name="Line 119">
              <a:extLst>
                <a:ext uri="{FF2B5EF4-FFF2-40B4-BE49-F238E27FC236}">
                  <a16:creationId xmlns:a16="http://schemas.microsoft.com/office/drawing/2014/main" id="{E99D9A7A-7FFB-B69E-81BE-4AF21590A44E}"/>
                </a:ext>
              </a:extLst>
            </p:cNvPr>
            <p:cNvSpPr>
              <a:spLocks noChangeShapeType="1"/>
            </p:cNvSpPr>
            <p:nvPr/>
          </p:nvSpPr>
          <p:spPr bwMode="auto">
            <a:xfrm>
              <a:off x="5207000" y="2341563"/>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6" name="Line 120">
              <a:extLst>
                <a:ext uri="{FF2B5EF4-FFF2-40B4-BE49-F238E27FC236}">
                  <a16:creationId xmlns:a16="http://schemas.microsoft.com/office/drawing/2014/main" id="{DCACE6E5-0394-9F56-2417-E48B189EEC66}"/>
                </a:ext>
              </a:extLst>
            </p:cNvPr>
            <p:cNvSpPr>
              <a:spLocks noChangeShapeType="1"/>
            </p:cNvSpPr>
            <p:nvPr/>
          </p:nvSpPr>
          <p:spPr bwMode="auto">
            <a:xfrm>
              <a:off x="5221288" y="2574925"/>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7" name="Line 121">
              <a:extLst>
                <a:ext uri="{FF2B5EF4-FFF2-40B4-BE49-F238E27FC236}">
                  <a16:creationId xmlns:a16="http://schemas.microsoft.com/office/drawing/2014/main" id="{2C9C0816-913E-791F-4408-1DFFB20439C6}"/>
                </a:ext>
              </a:extLst>
            </p:cNvPr>
            <p:cNvSpPr>
              <a:spLocks noChangeShapeType="1"/>
            </p:cNvSpPr>
            <p:nvPr/>
          </p:nvSpPr>
          <p:spPr bwMode="auto">
            <a:xfrm>
              <a:off x="5191125" y="3127375"/>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8" name="Line 122">
              <a:extLst>
                <a:ext uri="{FF2B5EF4-FFF2-40B4-BE49-F238E27FC236}">
                  <a16:creationId xmlns:a16="http://schemas.microsoft.com/office/drawing/2014/main" id="{5B687B1D-C68B-8CF8-AB01-15D4087AFEED}"/>
                </a:ext>
              </a:extLst>
            </p:cNvPr>
            <p:cNvSpPr>
              <a:spLocks noChangeShapeType="1"/>
            </p:cNvSpPr>
            <p:nvPr/>
          </p:nvSpPr>
          <p:spPr bwMode="auto">
            <a:xfrm>
              <a:off x="5207000" y="3881438"/>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9" name="Line 123">
              <a:extLst>
                <a:ext uri="{FF2B5EF4-FFF2-40B4-BE49-F238E27FC236}">
                  <a16:creationId xmlns:a16="http://schemas.microsoft.com/office/drawing/2014/main" id="{BCF0AFC0-2042-835A-17F0-B8A2A95E4268}"/>
                </a:ext>
              </a:extLst>
            </p:cNvPr>
            <p:cNvSpPr>
              <a:spLocks noChangeShapeType="1"/>
            </p:cNvSpPr>
            <p:nvPr/>
          </p:nvSpPr>
          <p:spPr bwMode="auto">
            <a:xfrm>
              <a:off x="5221288" y="4114800"/>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10" name="Line 124">
              <a:extLst>
                <a:ext uri="{FF2B5EF4-FFF2-40B4-BE49-F238E27FC236}">
                  <a16:creationId xmlns:a16="http://schemas.microsoft.com/office/drawing/2014/main" id="{82BDA2DB-E6EB-860E-3A69-10715BB1F359}"/>
                </a:ext>
              </a:extLst>
            </p:cNvPr>
            <p:cNvSpPr>
              <a:spLocks noChangeShapeType="1"/>
            </p:cNvSpPr>
            <p:nvPr/>
          </p:nvSpPr>
          <p:spPr bwMode="auto">
            <a:xfrm>
              <a:off x="5191125" y="4667250"/>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11" name="Line 125">
              <a:extLst>
                <a:ext uri="{FF2B5EF4-FFF2-40B4-BE49-F238E27FC236}">
                  <a16:creationId xmlns:a16="http://schemas.microsoft.com/office/drawing/2014/main" id="{2595DF9D-C549-3670-EDEC-4294E8EFA86D}"/>
                </a:ext>
              </a:extLst>
            </p:cNvPr>
            <p:cNvSpPr>
              <a:spLocks noChangeShapeType="1"/>
            </p:cNvSpPr>
            <p:nvPr/>
          </p:nvSpPr>
          <p:spPr bwMode="auto">
            <a:xfrm>
              <a:off x="5221288" y="5437188"/>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12" name="Line 126">
              <a:extLst>
                <a:ext uri="{FF2B5EF4-FFF2-40B4-BE49-F238E27FC236}">
                  <a16:creationId xmlns:a16="http://schemas.microsoft.com/office/drawing/2014/main" id="{4B354830-B9B1-4894-230A-43068234062A}"/>
                </a:ext>
              </a:extLst>
            </p:cNvPr>
            <p:cNvSpPr>
              <a:spLocks noChangeShapeType="1"/>
            </p:cNvSpPr>
            <p:nvPr/>
          </p:nvSpPr>
          <p:spPr bwMode="auto">
            <a:xfrm>
              <a:off x="5235575" y="5670550"/>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13" name="Line 127">
              <a:extLst>
                <a:ext uri="{FF2B5EF4-FFF2-40B4-BE49-F238E27FC236}">
                  <a16:creationId xmlns:a16="http://schemas.microsoft.com/office/drawing/2014/main" id="{5F528963-855C-BB4D-EE63-BE888185DED3}"/>
                </a:ext>
              </a:extLst>
            </p:cNvPr>
            <p:cNvSpPr>
              <a:spLocks noChangeShapeType="1"/>
            </p:cNvSpPr>
            <p:nvPr/>
          </p:nvSpPr>
          <p:spPr bwMode="auto">
            <a:xfrm>
              <a:off x="5205413" y="6208713"/>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14" name="Line 128">
              <a:extLst>
                <a:ext uri="{FF2B5EF4-FFF2-40B4-BE49-F238E27FC236}">
                  <a16:creationId xmlns:a16="http://schemas.microsoft.com/office/drawing/2014/main" id="{08F7B2B0-322B-03DB-4CFF-D5A843D6D122}"/>
                </a:ext>
              </a:extLst>
            </p:cNvPr>
            <p:cNvSpPr>
              <a:spLocks noChangeShapeType="1"/>
            </p:cNvSpPr>
            <p:nvPr/>
          </p:nvSpPr>
          <p:spPr bwMode="auto">
            <a:xfrm>
              <a:off x="7251700" y="5407025"/>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15" name="Line 129">
              <a:extLst>
                <a:ext uri="{FF2B5EF4-FFF2-40B4-BE49-F238E27FC236}">
                  <a16:creationId xmlns:a16="http://schemas.microsoft.com/office/drawing/2014/main" id="{179C63CE-429B-3E0B-0D99-79731DC73B0B}"/>
                </a:ext>
              </a:extLst>
            </p:cNvPr>
            <p:cNvSpPr>
              <a:spLocks noChangeShapeType="1"/>
            </p:cNvSpPr>
            <p:nvPr/>
          </p:nvSpPr>
          <p:spPr bwMode="auto">
            <a:xfrm>
              <a:off x="7265988" y="5640388"/>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16" name="Line 130">
              <a:extLst>
                <a:ext uri="{FF2B5EF4-FFF2-40B4-BE49-F238E27FC236}">
                  <a16:creationId xmlns:a16="http://schemas.microsoft.com/office/drawing/2014/main" id="{08803017-D3F5-FFE5-1920-111D8C4AEA3D}"/>
                </a:ext>
              </a:extLst>
            </p:cNvPr>
            <p:cNvSpPr>
              <a:spLocks noChangeShapeType="1"/>
            </p:cNvSpPr>
            <p:nvPr/>
          </p:nvSpPr>
          <p:spPr bwMode="auto">
            <a:xfrm>
              <a:off x="7235825" y="6192838"/>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17" name="Line 131">
              <a:extLst>
                <a:ext uri="{FF2B5EF4-FFF2-40B4-BE49-F238E27FC236}">
                  <a16:creationId xmlns:a16="http://schemas.microsoft.com/office/drawing/2014/main" id="{733269F2-5778-4D5A-4183-6686EE1478C0}"/>
                </a:ext>
              </a:extLst>
            </p:cNvPr>
            <p:cNvSpPr>
              <a:spLocks noChangeShapeType="1"/>
            </p:cNvSpPr>
            <p:nvPr/>
          </p:nvSpPr>
          <p:spPr bwMode="auto">
            <a:xfrm>
              <a:off x="7221538" y="3919538"/>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18" name="Line 132">
              <a:extLst>
                <a:ext uri="{FF2B5EF4-FFF2-40B4-BE49-F238E27FC236}">
                  <a16:creationId xmlns:a16="http://schemas.microsoft.com/office/drawing/2014/main" id="{B79E7941-C36B-DEBF-A9FE-FE977AEC90F6}"/>
                </a:ext>
              </a:extLst>
            </p:cNvPr>
            <p:cNvSpPr>
              <a:spLocks noChangeShapeType="1"/>
            </p:cNvSpPr>
            <p:nvPr/>
          </p:nvSpPr>
          <p:spPr bwMode="auto">
            <a:xfrm>
              <a:off x="7235825" y="4152900"/>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19" name="Line 133">
              <a:extLst>
                <a:ext uri="{FF2B5EF4-FFF2-40B4-BE49-F238E27FC236}">
                  <a16:creationId xmlns:a16="http://schemas.microsoft.com/office/drawing/2014/main" id="{C9B4E167-FCE0-1C6A-CA6A-96682AD9FCEE}"/>
                </a:ext>
              </a:extLst>
            </p:cNvPr>
            <p:cNvSpPr>
              <a:spLocks noChangeShapeType="1"/>
            </p:cNvSpPr>
            <p:nvPr/>
          </p:nvSpPr>
          <p:spPr bwMode="auto">
            <a:xfrm>
              <a:off x="7205663" y="4691063"/>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20" name="Line 134">
              <a:extLst>
                <a:ext uri="{FF2B5EF4-FFF2-40B4-BE49-F238E27FC236}">
                  <a16:creationId xmlns:a16="http://schemas.microsoft.com/office/drawing/2014/main" id="{89AF4D3F-D38C-5518-C868-FBC90A82441C}"/>
                </a:ext>
              </a:extLst>
            </p:cNvPr>
            <p:cNvSpPr>
              <a:spLocks noChangeShapeType="1"/>
            </p:cNvSpPr>
            <p:nvPr/>
          </p:nvSpPr>
          <p:spPr bwMode="auto">
            <a:xfrm>
              <a:off x="7221538" y="2335213"/>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21" name="Line 135">
              <a:extLst>
                <a:ext uri="{FF2B5EF4-FFF2-40B4-BE49-F238E27FC236}">
                  <a16:creationId xmlns:a16="http://schemas.microsoft.com/office/drawing/2014/main" id="{937339DE-F1BF-233E-32F9-115433A90921}"/>
                </a:ext>
              </a:extLst>
            </p:cNvPr>
            <p:cNvSpPr>
              <a:spLocks noChangeShapeType="1"/>
            </p:cNvSpPr>
            <p:nvPr/>
          </p:nvSpPr>
          <p:spPr bwMode="auto">
            <a:xfrm>
              <a:off x="7221538" y="2568575"/>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22" name="Line 136">
              <a:extLst>
                <a:ext uri="{FF2B5EF4-FFF2-40B4-BE49-F238E27FC236}">
                  <a16:creationId xmlns:a16="http://schemas.microsoft.com/office/drawing/2014/main" id="{E9E7E305-020F-2B1D-03A2-27EE9FE562EC}"/>
                </a:ext>
              </a:extLst>
            </p:cNvPr>
            <p:cNvSpPr>
              <a:spLocks noChangeShapeType="1"/>
            </p:cNvSpPr>
            <p:nvPr/>
          </p:nvSpPr>
          <p:spPr bwMode="auto">
            <a:xfrm>
              <a:off x="7219950" y="3106738"/>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23" name="Line 137">
              <a:extLst>
                <a:ext uri="{FF2B5EF4-FFF2-40B4-BE49-F238E27FC236}">
                  <a16:creationId xmlns:a16="http://schemas.microsoft.com/office/drawing/2014/main" id="{148CE36C-FFA6-2ED7-9C14-F29470ABDBA3}"/>
                </a:ext>
              </a:extLst>
            </p:cNvPr>
            <p:cNvSpPr>
              <a:spLocks noChangeShapeType="1"/>
            </p:cNvSpPr>
            <p:nvPr/>
          </p:nvSpPr>
          <p:spPr bwMode="auto">
            <a:xfrm>
              <a:off x="7221538" y="849313"/>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24" name="Line 138">
              <a:extLst>
                <a:ext uri="{FF2B5EF4-FFF2-40B4-BE49-F238E27FC236}">
                  <a16:creationId xmlns:a16="http://schemas.microsoft.com/office/drawing/2014/main" id="{AD124BBC-C9DB-3B84-4DCE-198246009E4E}"/>
                </a:ext>
              </a:extLst>
            </p:cNvPr>
            <p:cNvSpPr>
              <a:spLocks noChangeShapeType="1"/>
            </p:cNvSpPr>
            <p:nvPr/>
          </p:nvSpPr>
          <p:spPr bwMode="auto">
            <a:xfrm>
              <a:off x="7235825" y="1082675"/>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25" name="Line 139">
              <a:extLst>
                <a:ext uri="{FF2B5EF4-FFF2-40B4-BE49-F238E27FC236}">
                  <a16:creationId xmlns:a16="http://schemas.microsoft.com/office/drawing/2014/main" id="{40041219-E69F-27A8-CE9A-E9664086B74D}"/>
                </a:ext>
              </a:extLst>
            </p:cNvPr>
            <p:cNvSpPr>
              <a:spLocks noChangeShapeType="1"/>
            </p:cNvSpPr>
            <p:nvPr/>
          </p:nvSpPr>
          <p:spPr bwMode="auto">
            <a:xfrm>
              <a:off x="7219950" y="1620838"/>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26" name="Line 140">
              <a:extLst>
                <a:ext uri="{FF2B5EF4-FFF2-40B4-BE49-F238E27FC236}">
                  <a16:creationId xmlns:a16="http://schemas.microsoft.com/office/drawing/2014/main" id="{110E83FD-E668-E951-5A25-DCB09F87DFBD}"/>
                </a:ext>
              </a:extLst>
            </p:cNvPr>
            <p:cNvSpPr>
              <a:spLocks noChangeShapeType="1"/>
            </p:cNvSpPr>
            <p:nvPr/>
          </p:nvSpPr>
          <p:spPr bwMode="auto">
            <a:xfrm>
              <a:off x="3405188" y="4873625"/>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27" name="Line 141">
              <a:extLst>
                <a:ext uri="{FF2B5EF4-FFF2-40B4-BE49-F238E27FC236}">
                  <a16:creationId xmlns:a16="http://schemas.microsoft.com/office/drawing/2014/main" id="{4BBB946C-DD7B-1B5E-3341-D8CD1AAA7757}"/>
                </a:ext>
              </a:extLst>
            </p:cNvPr>
            <p:cNvSpPr>
              <a:spLocks noChangeShapeType="1"/>
            </p:cNvSpPr>
            <p:nvPr/>
          </p:nvSpPr>
          <p:spPr bwMode="auto">
            <a:xfrm>
              <a:off x="3405188" y="5119688"/>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28" name="Line 142">
              <a:extLst>
                <a:ext uri="{FF2B5EF4-FFF2-40B4-BE49-F238E27FC236}">
                  <a16:creationId xmlns:a16="http://schemas.microsoft.com/office/drawing/2014/main" id="{2F45C87F-409B-B0A1-0A95-209462DCB8F9}"/>
                </a:ext>
              </a:extLst>
            </p:cNvPr>
            <p:cNvSpPr>
              <a:spLocks noChangeShapeType="1"/>
            </p:cNvSpPr>
            <p:nvPr/>
          </p:nvSpPr>
          <p:spPr bwMode="auto">
            <a:xfrm>
              <a:off x="3406775" y="5337175"/>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29" name="Line 143">
              <a:extLst>
                <a:ext uri="{FF2B5EF4-FFF2-40B4-BE49-F238E27FC236}">
                  <a16:creationId xmlns:a16="http://schemas.microsoft.com/office/drawing/2014/main" id="{B314FCF6-FB48-1828-6628-D969B506ABE9}"/>
                </a:ext>
              </a:extLst>
            </p:cNvPr>
            <p:cNvSpPr>
              <a:spLocks noChangeShapeType="1"/>
            </p:cNvSpPr>
            <p:nvPr/>
          </p:nvSpPr>
          <p:spPr bwMode="auto">
            <a:xfrm>
              <a:off x="3392488" y="5554663"/>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30" name="Text Box 144">
              <a:extLst>
                <a:ext uri="{FF2B5EF4-FFF2-40B4-BE49-F238E27FC236}">
                  <a16:creationId xmlns:a16="http://schemas.microsoft.com/office/drawing/2014/main" id="{87535492-A24D-7BA6-2DC1-1B64169EF147}"/>
                </a:ext>
              </a:extLst>
            </p:cNvPr>
            <p:cNvSpPr txBox="1">
              <a:spLocks noChangeArrowheads="1"/>
            </p:cNvSpPr>
            <p:nvPr/>
          </p:nvSpPr>
          <p:spPr bwMode="auto">
            <a:xfrm>
              <a:off x="4356100" y="601663"/>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4931" name="Text Box 145">
              <a:extLst>
                <a:ext uri="{FF2B5EF4-FFF2-40B4-BE49-F238E27FC236}">
                  <a16:creationId xmlns:a16="http://schemas.microsoft.com/office/drawing/2014/main" id="{9C5398C8-E935-0624-376E-82E6D7A6469F}"/>
                </a:ext>
              </a:extLst>
            </p:cNvPr>
            <p:cNvSpPr txBox="1">
              <a:spLocks noChangeArrowheads="1"/>
            </p:cNvSpPr>
            <p:nvPr/>
          </p:nvSpPr>
          <p:spPr bwMode="auto">
            <a:xfrm>
              <a:off x="4354513" y="776288"/>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4932" name="Text Box 146">
              <a:extLst>
                <a:ext uri="{FF2B5EF4-FFF2-40B4-BE49-F238E27FC236}">
                  <a16:creationId xmlns:a16="http://schemas.microsoft.com/office/drawing/2014/main" id="{169BEA02-8A68-2135-EB53-A6B4A0E60485}"/>
                </a:ext>
              </a:extLst>
            </p:cNvPr>
            <p:cNvSpPr txBox="1">
              <a:spLocks noChangeArrowheads="1"/>
            </p:cNvSpPr>
            <p:nvPr/>
          </p:nvSpPr>
          <p:spPr bwMode="auto">
            <a:xfrm>
              <a:off x="4340225" y="1009650"/>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4933" name="Text Box 147">
              <a:extLst>
                <a:ext uri="{FF2B5EF4-FFF2-40B4-BE49-F238E27FC236}">
                  <a16:creationId xmlns:a16="http://schemas.microsoft.com/office/drawing/2014/main" id="{4663D797-32C7-650B-2B48-9B3B33C03393}"/>
                </a:ext>
              </a:extLst>
            </p:cNvPr>
            <p:cNvSpPr txBox="1">
              <a:spLocks noChangeArrowheads="1"/>
            </p:cNvSpPr>
            <p:nvPr/>
          </p:nvSpPr>
          <p:spPr bwMode="auto">
            <a:xfrm>
              <a:off x="4340225" y="1439863"/>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a:t>
              </a:r>
              <a:endParaRPr lang="ru-RU" altLang="en-US" sz="1100"/>
            </a:p>
          </p:txBody>
        </p:sp>
        <p:sp>
          <p:nvSpPr>
            <p:cNvPr id="34934" name="Text Box 148">
              <a:extLst>
                <a:ext uri="{FF2B5EF4-FFF2-40B4-BE49-F238E27FC236}">
                  <a16:creationId xmlns:a16="http://schemas.microsoft.com/office/drawing/2014/main" id="{2ABE5F97-53BE-A5BB-2AA3-3106FE56F135}"/>
                </a:ext>
              </a:extLst>
            </p:cNvPr>
            <p:cNvSpPr txBox="1">
              <a:spLocks noChangeArrowheads="1"/>
            </p:cNvSpPr>
            <p:nvPr/>
          </p:nvSpPr>
          <p:spPr bwMode="auto">
            <a:xfrm>
              <a:off x="4356100" y="2097088"/>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4935" name="Text Box 149">
              <a:extLst>
                <a:ext uri="{FF2B5EF4-FFF2-40B4-BE49-F238E27FC236}">
                  <a16:creationId xmlns:a16="http://schemas.microsoft.com/office/drawing/2014/main" id="{54535354-D246-08CD-A68A-8BA9C78152D6}"/>
                </a:ext>
              </a:extLst>
            </p:cNvPr>
            <p:cNvSpPr txBox="1">
              <a:spLocks noChangeArrowheads="1"/>
            </p:cNvSpPr>
            <p:nvPr/>
          </p:nvSpPr>
          <p:spPr bwMode="auto">
            <a:xfrm>
              <a:off x="4354513" y="2271713"/>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4936" name="Text Box 150">
              <a:extLst>
                <a:ext uri="{FF2B5EF4-FFF2-40B4-BE49-F238E27FC236}">
                  <a16:creationId xmlns:a16="http://schemas.microsoft.com/office/drawing/2014/main" id="{1841D05A-67E5-7B14-BE4A-D3B67A9C6B07}"/>
                </a:ext>
              </a:extLst>
            </p:cNvPr>
            <p:cNvSpPr txBox="1">
              <a:spLocks noChangeArrowheads="1"/>
            </p:cNvSpPr>
            <p:nvPr/>
          </p:nvSpPr>
          <p:spPr bwMode="auto">
            <a:xfrm>
              <a:off x="4340225" y="2505074"/>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4937" name="Text Box 151">
              <a:extLst>
                <a:ext uri="{FF2B5EF4-FFF2-40B4-BE49-F238E27FC236}">
                  <a16:creationId xmlns:a16="http://schemas.microsoft.com/office/drawing/2014/main" id="{4E631C2E-041C-363A-35B2-61C4A5EEC3BD}"/>
                </a:ext>
              </a:extLst>
            </p:cNvPr>
            <p:cNvSpPr txBox="1">
              <a:spLocks noChangeArrowheads="1"/>
            </p:cNvSpPr>
            <p:nvPr/>
          </p:nvSpPr>
          <p:spPr bwMode="auto">
            <a:xfrm>
              <a:off x="4340225" y="2935288"/>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a:t>
              </a:r>
              <a:endParaRPr lang="ru-RU" altLang="en-US" sz="1100"/>
            </a:p>
          </p:txBody>
        </p:sp>
        <p:sp>
          <p:nvSpPr>
            <p:cNvPr id="34938" name="Text Box 162">
              <a:extLst>
                <a:ext uri="{FF2B5EF4-FFF2-40B4-BE49-F238E27FC236}">
                  <a16:creationId xmlns:a16="http://schemas.microsoft.com/office/drawing/2014/main" id="{091F2505-BE3C-2C23-264D-1BD3B45ADC6A}"/>
                </a:ext>
              </a:extLst>
            </p:cNvPr>
            <p:cNvSpPr txBox="1">
              <a:spLocks noChangeArrowheads="1"/>
            </p:cNvSpPr>
            <p:nvPr/>
          </p:nvSpPr>
          <p:spPr bwMode="auto">
            <a:xfrm>
              <a:off x="4384675" y="3621087"/>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4939" name="Text Box 163">
              <a:extLst>
                <a:ext uri="{FF2B5EF4-FFF2-40B4-BE49-F238E27FC236}">
                  <a16:creationId xmlns:a16="http://schemas.microsoft.com/office/drawing/2014/main" id="{540F0DF7-10D7-7A88-A931-343F0D70FFEC}"/>
                </a:ext>
              </a:extLst>
            </p:cNvPr>
            <p:cNvSpPr txBox="1">
              <a:spLocks noChangeArrowheads="1"/>
            </p:cNvSpPr>
            <p:nvPr/>
          </p:nvSpPr>
          <p:spPr bwMode="auto">
            <a:xfrm>
              <a:off x="4383089" y="3795713"/>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4940" name="Text Box 164">
              <a:extLst>
                <a:ext uri="{FF2B5EF4-FFF2-40B4-BE49-F238E27FC236}">
                  <a16:creationId xmlns:a16="http://schemas.microsoft.com/office/drawing/2014/main" id="{B3D5D9D3-7D76-F3B6-7033-811F9A3106F1}"/>
                </a:ext>
              </a:extLst>
            </p:cNvPr>
            <p:cNvSpPr txBox="1">
              <a:spLocks noChangeArrowheads="1"/>
            </p:cNvSpPr>
            <p:nvPr/>
          </p:nvSpPr>
          <p:spPr bwMode="auto">
            <a:xfrm>
              <a:off x="4368800" y="4029075"/>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4941" name="Text Box 165">
              <a:extLst>
                <a:ext uri="{FF2B5EF4-FFF2-40B4-BE49-F238E27FC236}">
                  <a16:creationId xmlns:a16="http://schemas.microsoft.com/office/drawing/2014/main" id="{778A58E3-9B05-8284-46CE-2EC531059E3A}"/>
                </a:ext>
              </a:extLst>
            </p:cNvPr>
            <p:cNvSpPr txBox="1">
              <a:spLocks noChangeArrowheads="1"/>
            </p:cNvSpPr>
            <p:nvPr/>
          </p:nvSpPr>
          <p:spPr bwMode="auto">
            <a:xfrm>
              <a:off x="4368800" y="4459288"/>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a:t>
              </a:r>
              <a:endParaRPr lang="ru-RU" altLang="en-US" sz="1100"/>
            </a:p>
          </p:txBody>
        </p:sp>
        <p:sp>
          <p:nvSpPr>
            <p:cNvPr id="34942" name="Text Box 166">
              <a:extLst>
                <a:ext uri="{FF2B5EF4-FFF2-40B4-BE49-F238E27FC236}">
                  <a16:creationId xmlns:a16="http://schemas.microsoft.com/office/drawing/2014/main" id="{C2CB48CD-809C-0655-CFA6-7A0BE304061C}"/>
                </a:ext>
              </a:extLst>
            </p:cNvPr>
            <p:cNvSpPr txBox="1">
              <a:spLocks noChangeArrowheads="1"/>
            </p:cNvSpPr>
            <p:nvPr/>
          </p:nvSpPr>
          <p:spPr bwMode="auto">
            <a:xfrm>
              <a:off x="4370388" y="5173663"/>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4943" name="Text Box 167">
              <a:extLst>
                <a:ext uri="{FF2B5EF4-FFF2-40B4-BE49-F238E27FC236}">
                  <a16:creationId xmlns:a16="http://schemas.microsoft.com/office/drawing/2014/main" id="{3F4F89D6-9CF1-C934-A093-116AE838CE43}"/>
                </a:ext>
              </a:extLst>
            </p:cNvPr>
            <p:cNvSpPr txBox="1">
              <a:spLocks noChangeArrowheads="1"/>
            </p:cNvSpPr>
            <p:nvPr/>
          </p:nvSpPr>
          <p:spPr bwMode="auto">
            <a:xfrm>
              <a:off x="4368800" y="5348288"/>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4944" name="Text Box 168">
              <a:extLst>
                <a:ext uri="{FF2B5EF4-FFF2-40B4-BE49-F238E27FC236}">
                  <a16:creationId xmlns:a16="http://schemas.microsoft.com/office/drawing/2014/main" id="{D1141599-BB3F-DF90-0F67-90756CD71B67}"/>
                </a:ext>
              </a:extLst>
            </p:cNvPr>
            <p:cNvSpPr txBox="1">
              <a:spLocks noChangeArrowheads="1"/>
            </p:cNvSpPr>
            <p:nvPr/>
          </p:nvSpPr>
          <p:spPr bwMode="auto">
            <a:xfrm>
              <a:off x="4354513" y="5567363"/>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4945" name="Text Box 169">
              <a:extLst>
                <a:ext uri="{FF2B5EF4-FFF2-40B4-BE49-F238E27FC236}">
                  <a16:creationId xmlns:a16="http://schemas.microsoft.com/office/drawing/2014/main" id="{1794BB00-3586-97D0-0115-4E7CBD5C9235}"/>
                </a:ext>
              </a:extLst>
            </p:cNvPr>
            <p:cNvSpPr txBox="1">
              <a:spLocks noChangeArrowheads="1"/>
            </p:cNvSpPr>
            <p:nvPr/>
          </p:nvSpPr>
          <p:spPr bwMode="auto">
            <a:xfrm>
              <a:off x="4354513" y="5997575"/>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a:t>
              </a:r>
              <a:endParaRPr lang="ru-RU" altLang="en-US" sz="1100"/>
            </a:p>
          </p:txBody>
        </p:sp>
        <p:sp>
          <p:nvSpPr>
            <p:cNvPr id="34946" name="Line 170">
              <a:extLst>
                <a:ext uri="{FF2B5EF4-FFF2-40B4-BE49-F238E27FC236}">
                  <a16:creationId xmlns:a16="http://schemas.microsoft.com/office/drawing/2014/main" id="{E270F6D2-C314-5269-A936-D4176FBB5279}"/>
                </a:ext>
              </a:extLst>
            </p:cNvPr>
            <p:cNvSpPr>
              <a:spLocks noChangeShapeType="1"/>
            </p:cNvSpPr>
            <p:nvPr/>
          </p:nvSpPr>
          <p:spPr bwMode="auto">
            <a:xfrm>
              <a:off x="3840163" y="3811588"/>
              <a:ext cx="504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47" name="Line 171">
              <a:extLst>
                <a:ext uri="{FF2B5EF4-FFF2-40B4-BE49-F238E27FC236}">
                  <a16:creationId xmlns:a16="http://schemas.microsoft.com/office/drawing/2014/main" id="{66982F69-D7C3-315C-254C-920E3A59AAED}"/>
                </a:ext>
              </a:extLst>
            </p:cNvPr>
            <p:cNvSpPr>
              <a:spLocks noChangeShapeType="1"/>
            </p:cNvSpPr>
            <p:nvPr/>
          </p:nvSpPr>
          <p:spPr bwMode="auto">
            <a:xfrm>
              <a:off x="3841750" y="3970338"/>
              <a:ext cx="504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48" name="Line 172">
              <a:extLst>
                <a:ext uri="{FF2B5EF4-FFF2-40B4-BE49-F238E27FC236}">
                  <a16:creationId xmlns:a16="http://schemas.microsoft.com/office/drawing/2014/main" id="{1E84CBA2-6C80-25AB-B559-805D6CCD324E}"/>
                </a:ext>
              </a:extLst>
            </p:cNvPr>
            <p:cNvSpPr>
              <a:spLocks noChangeShapeType="1"/>
            </p:cNvSpPr>
            <p:nvPr/>
          </p:nvSpPr>
          <p:spPr bwMode="auto">
            <a:xfrm>
              <a:off x="3829050" y="4216400"/>
              <a:ext cx="504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49" name="Line 173">
              <a:extLst>
                <a:ext uri="{FF2B5EF4-FFF2-40B4-BE49-F238E27FC236}">
                  <a16:creationId xmlns:a16="http://schemas.microsoft.com/office/drawing/2014/main" id="{373B5E88-C7FF-9028-CFE4-9E805C3F93A9}"/>
                </a:ext>
              </a:extLst>
            </p:cNvPr>
            <p:cNvSpPr>
              <a:spLocks noChangeShapeType="1"/>
            </p:cNvSpPr>
            <p:nvPr/>
          </p:nvSpPr>
          <p:spPr bwMode="auto">
            <a:xfrm>
              <a:off x="5883275" y="795338"/>
              <a:ext cx="468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50" name="Text Box 174">
              <a:extLst>
                <a:ext uri="{FF2B5EF4-FFF2-40B4-BE49-F238E27FC236}">
                  <a16:creationId xmlns:a16="http://schemas.microsoft.com/office/drawing/2014/main" id="{079F4391-6CAA-1F96-A056-0E240C31F6C6}"/>
                </a:ext>
              </a:extLst>
            </p:cNvPr>
            <p:cNvSpPr txBox="1">
              <a:spLocks noChangeArrowheads="1"/>
            </p:cNvSpPr>
            <p:nvPr/>
          </p:nvSpPr>
          <p:spPr bwMode="auto">
            <a:xfrm>
              <a:off x="4340225" y="1222375"/>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WE</a:t>
              </a:r>
              <a:endParaRPr lang="ru-RU" altLang="en-US" sz="1100"/>
            </a:p>
          </p:txBody>
        </p:sp>
        <p:sp>
          <p:nvSpPr>
            <p:cNvPr id="34951" name="Text Box 175">
              <a:extLst>
                <a:ext uri="{FF2B5EF4-FFF2-40B4-BE49-F238E27FC236}">
                  <a16:creationId xmlns:a16="http://schemas.microsoft.com/office/drawing/2014/main" id="{1FDBEC1C-0C4F-A06E-5109-21BA914D558C}"/>
                </a:ext>
              </a:extLst>
            </p:cNvPr>
            <p:cNvSpPr txBox="1">
              <a:spLocks noChangeArrowheads="1"/>
            </p:cNvSpPr>
            <p:nvPr/>
          </p:nvSpPr>
          <p:spPr bwMode="auto">
            <a:xfrm>
              <a:off x="4325938" y="2730500"/>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WE</a:t>
              </a:r>
              <a:endParaRPr lang="ru-RU" altLang="en-US" sz="1100"/>
            </a:p>
          </p:txBody>
        </p:sp>
        <p:sp>
          <p:nvSpPr>
            <p:cNvPr id="34952" name="Text Box 176">
              <a:extLst>
                <a:ext uri="{FF2B5EF4-FFF2-40B4-BE49-F238E27FC236}">
                  <a16:creationId xmlns:a16="http://schemas.microsoft.com/office/drawing/2014/main" id="{D1AD6CA7-BD97-5DAC-C0E4-205653E09B46}"/>
                </a:ext>
              </a:extLst>
            </p:cNvPr>
            <p:cNvSpPr txBox="1">
              <a:spLocks noChangeArrowheads="1"/>
            </p:cNvSpPr>
            <p:nvPr/>
          </p:nvSpPr>
          <p:spPr bwMode="auto">
            <a:xfrm>
              <a:off x="4311650" y="3108325"/>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OE</a:t>
              </a:r>
              <a:endParaRPr lang="ru-RU" altLang="en-US" sz="1100"/>
            </a:p>
          </p:txBody>
        </p:sp>
        <p:sp>
          <p:nvSpPr>
            <p:cNvPr id="34953" name="Text Box 177">
              <a:extLst>
                <a:ext uri="{FF2B5EF4-FFF2-40B4-BE49-F238E27FC236}">
                  <a16:creationId xmlns:a16="http://schemas.microsoft.com/office/drawing/2014/main" id="{CEE2F975-48D1-861B-2492-348CA4CCAEB0}"/>
                </a:ext>
              </a:extLst>
            </p:cNvPr>
            <p:cNvSpPr txBox="1">
              <a:spLocks noChangeArrowheads="1"/>
            </p:cNvSpPr>
            <p:nvPr/>
          </p:nvSpPr>
          <p:spPr bwMode="auto">
            <a:xfrm>
              <a:off x="4368800" y="4632325"/>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OE</a:t>
              </a:r>
              <a:endParaRPr lang="ru-RU" altLang="en-US" sz="1100"/>
            </a:p>
          </p:txBody>
        </p:sp>
        <p:sp>
          <p:nvSpPr>
            <p:cNvPr id="34954" name="Text Box 178">
              <a:extLst>
                <a:ext uri="{FF2B5EF4-FFF2-40B4-BE49-F238E27FC236}">
                  <a16:creationId xmlns:a16="http://schemas.microsoft.com/office/drawing/2014/main" id="{AC1D55BE-539E-C58F-2C8B-CE95B3EDB5DA}"/>
                </a:ext>
              </a:extLst>
            </p:cNvPr>
            <p:cNvSpPr txBox="1">
              <a:spLocks noChangeArrowheads="1"/>
            </p:cNvSpPr>
            <p:nvPr/>
          </p:nvSpPr>
          <p:spPr bwMode="auto">
            <a:xfrm>
              <a:off x="4338638" y="4254500"/>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WE</a:t>
              </a:r>
              <a:endParaRPr lang="ru-RU" altLang="en-US" sz="1100"/>
            </a:p>
          </p:txBody>
        </p:sp>
        <p:sp>
          <p:nvSpPr>
            <p:cNvPr id="34955" name="Text Box 179">
              <a:extLst>
                <a:ext uri="{FF2B5EF4-FFF2-40B4-BE49-F238E27FC236}">
                  <a16:creationId xmlns:a16="http://schemas.microsoft.com/office/drawing/2014/main" id="{387E6DCA-1205-A71B-535B-3363086D2AE2}"/>
                </a:ext>
              </a:extLst>
            </p:cNvPr>
            <p:cNvSpPr txBox="1">
              <a:spLocks noChangeArrowheads="1"/>
            </p:cNvSpPr>
            <p:nvPr/>
          </p:nvSpPr>
          <p:spPr bwMode="auto">
            <a:xfrm>
              <a:off x="4338638" y="5778500"/>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WE</a:t>
              </a:r>
              <a:endParaRPr lang="ru-RU" altLang="en-US" sz="1100"/>
            </a:p>
          </p:txBody>
        </p:sp>
        <p:sp>
          <p:nvSpPr>
            <p:cNvPr id="34956" name="Text Box 180">
              <a:extLst>
                <a:ext uri="{FF2B5EF4-FFF2-40B4-BE49-F238E27FC236}">
                  <a16:creationId xmlns:a16="http://schemas.microsoft.com/office/drawing/2014/main" id="{0B6A4D26-1BFD-F851-3B60-A421DDA286E9}"/>
                </a:ext>
              </a:extLst>
            </p:cNvPr>
            <p:cNvSpPr txBox="1">
              <a:spLocks noChangeArrowheads="1"/>
            </p:cNvSpPr>
            <p:nvPr/>
          </p:nvSpPr>
          <p:spPr bwMode="auto">
            <a:xfrm>
              <a:off x="4338638" y="6170613"/>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OE</a:t>
              </a:r>
              <a:endParaRPr lang="ru-RU" altLang="en-US" sz="1100"/>
            </a:p>
          </p:txBody>
        </p:sp>
        <p:sp>
          <p:nvSpPr>
            <p:cNvPr id="34957" name="Text Box 181">
              <a:extLst>
                <a:ext uri="{FF2B5EF4-FFF2-40B4-BE49-F238E27FC236}">
                  <a16:creationId xmlns:a16="http://schemas.microsoft.com/office/drawing/2014/main" id="{27DC874A-9ABF-8020-1B94-19983A4269D0}"/>
                </a:ext>
              </a:extLst>
            </p:cNvPr>
            <p:cNvSpPr txBox="1">
              <a:spLocks noChangeArrowheads="1"/>
            </p:cNvSpPr>
            <p:nvPr/>
          </p:nvSpPr>
          <p:spPr bwMode="auto">
            <a:xfrm>
              <a:off x="6356350" y="6172200"/>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OE</a:t>
              </a:r>
              <a:endParaRPr lang="ru-RU" altLang="en-US" sz="1100"/>
            </a:p>
          </p:txBody>
        </p:sp>
        <p:sp>
          <p:nvSpPr>
            <p:cNvPr id="34958" name="Text Box 182">
              <a:extLst>
                <a:ext uri="{FF2B5EF4-FFF2-40B4-BE49-F238E27FC236}">
                  <a16:creationId xmlns:a16="http://schemas.microsoft.com/office/drawing/2014/main" id="{A84DC473-826A-2F48-0913-303B3F7AE0A4}"/>
                </a:ext>
              </a:extLst>
            </p:cNvPr>
            <p:cNvSpPr txBox="1">
              <a:spLocks noChangeArrowheads="1"/>
            </p:cNvSpPr>
            <p:nvPr/>
          </p:nvSpPr>
          <p:spPr bwMode="auto">
            <a:xfrm>
              <a:off x="4340225" y="1614488"/>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OE</a:t>
              </a:r>
              <a:endParaRPr lang="ru-RU" altLang="en-US" sz="1100"/>
            </a:p>
          </p:txBody>
        </p:sp>
        <p:sp>
          <p:nvSpPr>
            <p:cNvPr id="34959" name="Text Box 183">
              <a:extLst>
                <a:ext uri="{FF2B5EF4-FFF2-40B4-BE49-F238E27FC236}">
                  <a16:creationId xmlns:a16="http://schemas.microsoft.com/office/drawing/2014/main" id="{EE55D4A8-CBC7-4CD9-07AC-C7131BB2CAC3}"/>
                </a:ext>
              </a:extLst>
            </p:cNvPr>
            <p:cNvSpPr txBox="1">
              <a:spLocks noChangeArrowheads="1"/>
            </p:cNvSpPr>
            <p:nvPr/>
          </p:nvSpPr>
          <p:spPr bwMode="auto">
            <a:xfrm>
              <a:off x="6373814" y="588963"/>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4960" name="Text Box 184">
              <a:extLst>
                <a:ext uri="{FF2B5EF4-FFF2-40B4-BE49-F238E27FC236}">
                  <a16:creationId xmlns:a16="http://schemas.microsoft.com/office/drawing/2014/main" id="{5286AD1B-17C2-4D4B-32EA-31A1A7B85392}"/>
                </a:ext>
              </a:extLst>
            </p:cNvPr>
            <p:cNvSpPr txBox="1">
              <a:spLocks noChangeArrowheads="1"/>
            </p:cNvSpPr>
            <p:nvPr/>
          </p:nvSpPr>
          <p:spPr bwMode="auto">
            <a:xfrm>
              <a:off x="6372225" y="763589"/>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4961" name="Text Box 185">
              <a:extLst>
                <a:ext uri="{FF2B5EF4-FFF2-40B4-BE49-F238E27FC236}">
                  <a16:creationId xmlns:a16="http://schemas.microsoft.com/office/drawing/2014/main" id="{365A3F4E-2561-0502-BF6E-099A3DE72AE5}"/>
                </a:ext>
              </a:extLst>
            </p:cNvPr>
            <p:cNvSpPr txBox="1">
              <a:spLocks noChangeArrowheads="1"/>
            </p:cNvSpPr>
            <p:nvPr/>
          </p:nvSpPr>
          <p:spPr bwMode="auto">
            <a:xfrm>
              <a:off x="6357938" y="996950"/>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4962" name="Text Box 186">
              <a:extLst>
                <a:ext uri="{FF2B5EF4-FFF2-40B4-BE49-F238E27FC236}">
                  <a16:creationId xmlns:a16="http://schemas.microsoft.com/office/drawing/2014/main" id="{D5C7052C-521A-0ECE-C5BD-87E059F88FD9}"/>
                </a:ext>
              </a:extLst>
            </p:cNvPr>
            <p:cNvSpPr txBox="1">
              <a:spLocks noChangeArrowheads="1"/>
            </p:cNvSpPr>
            <p:nvPr/>
          </p:nvSpPr>
          <p:spPr bwMode="auto">
            <a:xfrm>
              <a:off x="6357938" y="1455738"/>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a:t>
              </a:r>
              <a:endParaRPr lang="ru-RU" altLang="en-US" sz="1100"/>
            </a:p>
          </p:txBody>
        </p:sp>
        <p:sp>
          <p:nvSpPr>
            <p:cNvPr id="34963" name="Text Box 187">
              <a:extLst>
                <a:ext uri="{FF2B5EF4-FFF2-40B4-BE49-F238E27FC236}">
                  <a16:creationId xmlns:a16="http://schemas.microsoft.com/office/drawing/2014/main" id="{D0651187-D21D-9515-5162-BC0DEF73859E}"/>
                </a:ext>
              </a:extLst>
            </p:cNvPr>
            <p:cNvSpPr txBox="1">
              <a:spLocks noChangeArrowheads="1"/>
            </p:cNvSpPr>
            <p:nvPr/>
          </p:nvSpPr>
          <p:spPr bwMode="auto">
            <a:xfrm>
              <a:off x="6357938" y="1209675"/>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WE</a:t>
              </a:r>
              <a:endParaRPr lang="ru-RU" altLang="en-US" sz="1100"/>
            </a:p>
          </p:txBody>
        </p:sp>
        <p:sp>
          <p:nvSpPr>
            <p:cNvPr id="34964" name="Text Box 188">
              <a:extLst>
                <a:ext uri="{FF2B5EF4-FFF2-40B4-BE49-F238E27FC236}">
                  <a16:creationId xmlns:a16="http://schemas.microsoft.com/office/drawing/2014/main" id="{89619A60-B462-B60C-6AF6-D0B4ABB5D561}"/>
                </a:ext>
              </a:extLst>
            </p:cNvPr>
            <p:cNvSpPr txBox="1">
              <a:spLocks noChangeArrowheads="1"/>
            </p:cNvSpPr>
            <p:nvPr/>
          </p:nvSpPr>
          <p:spPr bwMode="auto">
            <a:xfrm>
              <a:off x="6357938" y="1630363"/>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OE</a:t>
              </a:r>
              <a:endParaRPr lang="ru-RU" altLang="en-US" sz="1100"/>
            </a:p>
          </p:txBody>
        </p:sp>
        <p:sp>
          <p:nvSpPr>
            <p:cNvPr id="34965" name="Text Box 189">
              <a:extLst>
                <a:ext uri="{FF2B5EF4-FFF2-40B4-BE49-F238E27FC236}">
                  <a16:creationId xmlns:a16="http://schemas.microsoft.com/office/drawing/2014/main" id="{DD078BE5-7D02-71B3-C0ED-B0F700161CF8}"/>
                </a:ext>
              </a:extLst>
            </p:cNvPr>
            <p:cNvSpPr txBox="1">
              <a:spLocks noChangeArrowheads="1"/>
            </p:cNvSpPr>
            <p:nvPr/>
          </p:nvSpPr>
          <p:spPr bwMode="auto">
            <a:xfrm>
              <a:off x="6388100" y="2127250"/>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4966" name="Text Box 190">
              <a:extLst>
                <a:ext uri="{FF2B5EF4-FFF2-40B4-BE49-F238E27FC236}">
                  <a16:creationId xmlns:a16="http://schemas.microsoft.com/office/drawing/2014/main" id="{E9AA2D1C-0CDB-BBA9-90FE-6FD2FF636937}"/>
                </a:ext>
              </a:extLst>
            </p:cNvPr>
            <p:cNvSpPr txBox="1">
              <a:spLocks noChangeArrowheads="1"/>
            </p:cNvSpPr>
            <p:nvPr/>
          </p:nvSpPr>
          <p:spPr bwMode="auto">
            <a:xfrm>
              <a:off x="6386514" y="2301876"/>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4967" name="Text Box 191">
              <a:extLst>
                <a:ext uri="{FF2B5EF4-FFF2-40B4-BE49-F238E27FC236}">
                  <a16:creationId xmlns:a16="http://schemas.microsoft.com/office/drawing/2014/main" id="{6F2207DC-7509-6103-3437-17199E26DCDB}"/>
                </a:ext>
              </a:extLst>
            </p:cNvPr>
            <p:cNvSpPr txBox="1">
              <a:spLocks noChangeArrowheads="1"/>
            </p:cNvSpPr>
            <p:nvPr/>
          </p:nvSpPr>
          <p:spPr bwMode="auto">
            <a:xfrm>
              <a:off x="6372225" y="2535238"/>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4968" name="Text Box 192">
              <a:extLst>
                <a:ext uri="{FF2B5EF4-FFF2-40B4-BE49-F238E27FC236}">
                  <a16:creationId xmlns:a16="http://schemas.microsoft.com/office/drawing/2014/main" id="{BF7C6811-D635-CFFD-A187-CA5AF39B027E}"/>
                </a:ext>
              </a:extLst>
            </p:cNvPr>
            <p:cNvSpPr txBox="1">
              <a:spLocks noChangeArrowheads="1"/>
            </p:cNvSpPr>
            <p:nvPr/>
          </p:nvSpPr>
          <p:spPr bwMode="auto">
            <a:xfrm>
              <a:off x="6372225" y="2965450"/>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a:t>
              </a:r>
              <a:endParaRPr lang="ru-RU" altLang="en-US" sz="1100"/>
            </a:p>
          </p:txBody>
        </p:sp>
        <p:sp>
          <p:nvSpPr>
            <p:cNvPr id="34969" name="Text Box 193">
              <a:extLst>
                <a:ext uri="{FF2B5EF4-FFF2-40B4-BE49-F238E27FC236}">
                  <a16:creationId xmlns:a16="http://schemas.microsoft.com/office/drawing/2014/main" id="{2CA74C75-BBAD-3C45-E8F1-6FF37FC81859}"/>
                </a:ext>
              </a:extLst>
            </p:cNvPr>
            <p:cNvSpPr txBox="1">
              <a:spLocks noChangeArrowheads="1"/>
            </p:cNvSpPr>
            <p:nvPr/>
          </p:nvSpPr>
          <p:spPr bwMode="auto">
            <a:xfrm>
              <a:off x="6372225" y="2747963"/>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WE</a:t>
              </a:r>
              <a:endParaRPr lang="ru-RU" altLang="en-US" sz="1100"/>
            </a:p>
          </p:txBody>
        </p:sp>
        <p:sp>
          <p:nvSpPr>
            <p:cNvPr id="34970" name="Text Box 194">
              <a:extLst>
                <a:ext uri="{FF2B5EF4-FFF2-40B4-BE49-F238E27FC236}">
                  <a16:creationId xmlns:a16="http://schemas.microsoft.com/office/drawing/2014/main" id="{F23485F9-285E-CB96-E530-4B9ADA08EC5E}"/>
                </a:ext>
              </a:extLst>
            </p:cNvPr>
            <p:cNvSpPr txBox="1">
              <a:spLocks noChangeArrowheads="1"/>
            </p:cNvSpPr>
            <p:nvPr/>
          </p:nvSpPr>
          <p:spPr bwMode="auto">
            <a:xfrm>
              <a:off x="6372225" y="3140075"/>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OE</a:t>
              </a:r>
              <a:endParaRPr lang="ru-RU" altLang="en-US" sz="1100"/>
            </a:p>
          </p:txBody>
        </p:sp>
        <p:sp>
          <p:nvSpPr>
            <p:cNvPr id="34971" name="Text Box 195">
              <a:extLst>
                <a:ext uri="{FF2B5EF4-FFF2-40B4-BE49-F238E27FC236}">
                  <a16:creationId xmlns:a16="http://schemas.microsoft.com/office/drawing/2014/main" id="{AE65505D-C58D-829A-D08E-DFD4B6CF3D94}"/>
                </a:ext>
              </a:extLst>
            </p:cNvPr>
            <p:cNvSpPr txBox="1">
              <a:spLocks noChangeArrowheads="1"/>
            </p:cNvSpPr>
            <p:nvPr/>
          </p:nvSpPr>
          <p:spPr bwMode="auto">
            <a:xfrm>
              <a:off x="6315075" y="3638550"/>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4972" name="Text Box 196">
              <a:extLst>
                <a:ext uri="{FF2B5EF4-FFF2-40B4-BE49-F238E27FC236}">
                  <a16:creationId xmlns:a16="http://schemas.microsoft.com/office/drawing/2014/main" id="{C9C4E11C-D7F0-18E3-AB5E-F064AAC9B21A}"/>
                </a:ext>
              </a:extLst>
            </p:cNvPr>
            <p:cNvSpPr txBox="1">
              <a:spLocks noChangeArrowheads="1"/>
            </p:cNvSpPr>
            <p:nvPr/>
          </p:nvSpPr>
          <p:spPr bwMode="auto">
            <a:xfrm>
              <a:off x="6313488" y="3813175"/>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4973" name="Text Box 197">
              <a:extLst>
                <a:ext uri="{FF2B5EF4-FFF2-40B4-BE49-F238E27FC236}">
                  <a16:creationId xmlns:a16="http://schemas.microsoft.com/office/drawing/2014/main" id="{71E401AE-1F4D-0976-4CFF-B587FE896EFA}"/>
                </a:ext>
              </a:extLst>
            </p:cNvPr>
            <p:cNvSpPr txBox="1">
              <a:spLocks noChangeArrowheads="1"/>
            </p:cNvSpPr>
            <p:nvPr/>
          </p:nvSpPr>
          <p:spPr bwMode="auto">
            <a:xfrm>
              <a:off x="6299199" y="4046538"/>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4974" name="Text Box 198">
              <a:extLst>
                <a:ext uri="{FF2B5EF4-FFF2-40B4-BE49-F238E27FC236}">
                  <a16:creationId xmlns:a16="http://schemas.microsoft.com/office/drawing/2014/main" id="{844C6382-C0D0-CFB0-02F7-B63B489E4D39}"/>
                </a:ext>
              </a:extLst>
            </p:cNvPr>
            <p:cNvSpPr txBox="1">
              <a:spLocks noChangeArrowheads="1"/>
            </p:cNvSpPr>
            <p:nvPr/>
          </p:nvSpPr>
          <p:spPr bwMode="auto">
            <a:xfrm>
              <a:off x="6299199" y="4476750"/>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a:t>
              </a:r>
              <a:endParaRPr lang="ru-RU" altLang="en-US" sz="1100"/>
            </a:p>
          </p:txBody>
        </p:sp>
        <p:sp>
          <p:nvSpPr>
            <p:cNvPr id="34975" name="Text Box 199">
              <a:extLst>
                <a:ext uri="{FF2B5EF4-FFF2-40B4-BE49-F238E27FC236}">
                  <a16:creationId xmlns:a16="http://schemas.microsoft.com/office/drawing/2014/main" id="{C6D8FBDA-10F6-1D92-691A-DB321960EF17}"/>
                </a:ext>
              </a:extLst>
            </p:cNvPr>
            <p:cNvSpPr txBox="1">
              <a:spLocks noChangeArrowheads="1"/>
            </p:cNvSpPr>
            <p:nvPr/>
          </p:nvSpPr>
          <p:spPr bwMode="auto">
            <a:xfrm>
              <a:off x="6299199" y="4259264"/>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WE</a:t>
              </a:r>
              <a:endParaRPr lang="ru-RU" altLang="en-US" sz="1100"/>
            </a:p>
          </p:txBody>
        </p:sp>
        <p:sp>
          <p:nvSpPr>
            <p:cNvPr id="34976" name="Text Box 200">
              <a:extLst>
                <a:ext uri="{FF2B5EF4-FFF2-40B4-BE49-F238E27FC236}">
                  <a16:creationId xmlns:a16="http://schemas.microsoft.com/office/drawing/2014/main" id="{9FB52750-A823-EAB9-88F1-6A26517C8266}"/>
                </a:ext>
              </a:extLst>
            </p:cNvPr>
            <p:cNvSpPr txBox="1">
              <a:spLocks noChangeArrowheads="1"/>
            </p:cNvSpPr>
            <p:nvPr/>
          </p:nvSpPr>
          <p:spPr bwMode="auto">
            <a:xfrm>
              <a:off x="6300788" y="4635500"/>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OE</a:t>
              </a:r>
              <a:endParaRPr lang="ru-RU" altLang="en-US" sz="1100"/>
            </a:p>
          </p:txBody>
        </p:sp>
        <p:sp>
          <p:nvSpPr>
            <p:cNvPr id="34977" name="Text Box 207">
              <a:extLst>
                <a:ext uri="{FF2B5EF4-FFF2-40B4-BE49-F238E27FC236}">
                  <a16:creationId xmlns:a16="http://schemas.microsoft.com/office/drawing/2014/main" id="{3CBCC9DC-99E5-8724-841B-5EF1D9F3BF61}"/>
                </a:ext>
              </a:extLst>
            </p:cNvPr>
            <p:cNvSpPr txBox="1">
              <a:spLocks noChangeArrowheads="1"/>
            </p:cNvSpPr>
            <p:nvPr/>
          </p:nvSpPr>
          <p:spPr bwMode="auto">
            <a:xfrm>
              <a:off x="6372225" y="5160963"/>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4978" name="Text Box 208">
              <a:extLst>
                <a:ext uri="{FF2B5EF4-FFF2-40B4-BE49-F238E27FC236}">
                  <a16:creationId xmlns:a16="http://schemas.microsoft.com/office/drawing/2014/main" id="{469BAF38-2111-4ACC-9149-4492DFDD39B1}"/>
                </a:ext>
              </a:extLst>
            </p:cNvPr>
            <p:cNvSpPr txBox="1">
              <a:spLocks noChangeArrowheads="1"/>
            </p:cNvSpPr>
            <p:nvPr/>
          </p:nvSpPr>
          <p:spPr bwMode="auto">
            <a:xfrm>
              <a:off x="6370638" y="5335589"/>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4979" name="Text Box 209">
              <a:extLst>
                <a:ext uri="{FF2B5EF4-FFF2-40B4-BE49-F238E27FC236}">
                  <a16:creationId xmlns:a16="http://schemas.microsoft.com/office/drawing/2014/main" id="{BE605185-3CD9-BAD2-D51C-8073896274A1}"/>
                </a:ext>
              </a:extLst>
            </p:cNvPr>
            <p:cNvSpPr txBox="1">
              <a:spLocks noChangeArrowheads="1"/>
            </p:cNvSpPr>
            <p:nvPr/>
          </p:nvSpPr>
          <p:spPr bwMode="auto">
            <a:xfrm>
              <a:off x="6356350" y="5568950"/>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4980" name="Text Box 210">
              <a:extLst>
                <a:ext uri="{FF2B5EF4-FFF2-40B4-BE49-F238E27FC236}">
                  <a16:creationId xmlns:a16="http://schemas.microsoft.com/office/drawing/2014/main" id="{C86CD382-23CC-3CE5-D041-085E2FEDD792}"/>
                </a:ext>
              </a:extLst>
            </p:cNvPr>
            <p:cNvSpPr txBox="1">
              <a:spLocks noChangeArrowheads="1"/>
            </p:cNvSpPr>
            <p:nvPr/>
          </p:nvSpPr>
          <p:spPr bwMode="auto">
            <a:xfrm>
              <a:off x="6370638" y="5772150"/>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WE</a:t>
              </a:r>
              <a:endParaRPr lang="ru-RU" altLang="en-US" sz="1100"/>
            </a:p>
          </p:txBody>
        </p:sp>
        <p:sp>
          <p:nvSpPr>
            <p:cNvPr id="34981" name="Text Box 211">
              <a:extLst>
                <a:ext uri="{FF2B5EF4-FFF2-40B4-BE49-F238E27FC236}">
                  <a16:creationId xmlns:a16="http://schemas.microsoft.com/office/drawing/2014/main" id="{AABAAC0F-D689-8E6F-B308-C0AB141C0370}"/>
                </a:ext>
              </a:extLst>
            </p:cNvPr>
            <p:cNvSpPr txBox="1">
              <a:spLocks noChangeArrowheads="1"/>
            </p:cNvSpPr>
            <p:nvPr/>
          </p:nvSpPr>
          <p:spPr bwMode="auto">
            <a:xfrm>
              <a:off x="6370638" y="5961063"/>
              <a:ext cx="66357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a:t>
              </a:r>
              <a:endParaRPr lang="ru-RU" altLang="en-US" sz="1100"/>
            </a:p>
          </p:txBody>
        </p:sp>
        <p:sp>
          <p:nvSpPr>
            <p:cNvPr id="34982" name="Line 212">
              <a:extLst>
                <a:ext uri="{FF2B5EF4-FFF2-40B4-BE49-F238E27FC236}">
                  <a16:creationId xmlns:a16="http://schemas.microsoft.com/office/drawing/2014/main" id="{EDE49B5B-0B98-5E0C-024D-2B89FF8D99D8}"/>
                </a:ext>
              </a:extLst>
            </p:cNvPr>
            <p:cNvSpPr>
              <a:spLocks noChangeShapeType="1"/>
            </p:cNvSpPr>
            <p:nvPr/>
          </p:nvSpPr>
          <p:spPr bwMode="auto">
            <a:xfrm flipV="1">
              <a:off x="2051050" y="4384675"/>
              <a:ext cx="0" cy="8636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83" name="Line 213">
              <a:extLst>
                <a:ext uri="{FF2B5EF4-FFF2-40B4-BE49-F238E27FC236}">
                  <a16:creationId xmlns:a16="http://schemas.microsoft.com/office/drawing/2014/main" id="{C00A475E-4D7B-2D8B-B7BF-031F1E975F7F}"/>
                </a:ext>
              </a:extLst>
            </p:cNvPr>
            <p:cNvSpPr>
              <a:spLocks noChangeShapeType="1"/>
            </p:cNvSpPr>
            <p:nvPr/>
          </p:nvSpPr>
          <p:spPr bwMode="auto">
            <a:xfrm>
              <a:off x="2051050" y="4398963"/>
              <a:ext cx="180022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84" name="Line 214">
              <a:extLst>
                <a:ext uri="{FF2B5EF4-FFF2-40B4-BE49-F238E27FC236}">
                  <a16:creationId xmlns:a16="http://schemas.microsoft.com/office/drawing/2014/main" id="{EDB28042-6B7A-5F36-84E5-F174AF67B02E}"/>
                </a:ext>
              </a:extLst>
            </p:cNvPr>
            <p:cNvSpPr>
              <a:spLocks noChangeShapeType="1"/>
            </p:cNvSpPr>
            <p:nvPr/>
          </p:nvSpPr>
          <p:spPr bwMode="auto">
            <a:xfrm>
              <a:off x="3406775" y="1192213"/>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85" name="Line 215">
              <a:extLst>
                <a:ext uri="{FF2B5EF4-FFF2-40B4-BE49-F238E27FC236}">
                  <a16:creationId xmlns:a16="http://schemas.microsoft.com/office/drawing/2014/main" id="{5229FA9F-B101-7605-3A3A-7C3C1B4B15F2}"/>
                </a:ext>
              </a:extLst>
            </p:cNvPr>
            <p:cNvSpPr>
              <a:spLocks noChangeShapeType="1"/>
            </p:cNvSpPr>
            <p:nvPr/>
          </p:nvSpPr>
          <p:spPr bwMode="auto">
            <a:xfrm>
              <a:off x="3406775" y="1365250"/>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86" name="Line 216">
              <a:extLst>
                <a:ext uri="{FF2B5EF4-FFF2-40B4-BE49-F238E27FC236}">
                  <a16:creationId xmlns:a16="http://schemas.microsoft.com/office/drawing/2014/main" id="{1854BDE3-8A49-3F93-3A0A-C873F1E85073}"/>
                </a:ext>
              </a:extLst>
            </p:cNvPr>
            <p:cNvSpPr>
              <a:spLocks noChangeShapeType="1"/>
            </p:cNvSpPr>
            <p:nvPr/>
          </p:nvSpPr>
          <p:spPr bwMode="auto">
            <a:xfrm>
              <a:off x="3392488" y="1582738"/>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87" name="Line 217">
              <a:extLst>
                <a:ext uri="{FF2B5EF4-FFF2-40B4-BE49-F238E27FC236}">
                  <a16:creationId xmlns:a16="http://schemas.microsoft.com/office/drawing/2014/main" id="{A75002BF-723A-334E-1C85-01270CB7E09D}"/>
                </a:ext>
              </a:extLst>
            </p:cNvPr>
            <p:cNvSpPr>
              <a:spLocks noChangeShapeType="1"/>
            </p:cNvSpPr>
            <p:nvPr/>
          </p:nvSpPr>
          <p:spPr bwMode="auto">
            <a:xfrm>
              <a:off x="3378200" y="2032000"/>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88" name="Line 218">
              <a:extLst>
                <a:ext uri="{FF2B5EF4-FFF2-40B4-BE49-F238E27FC236}">
                  <a16:creationId xmlns:a16="http://schemas.microsoft.com/office/drawing/2014/main" id="{7DF8F748-4FA4-87A3-C408-9EEA5DD17E15}"/>
                </a:ext>
              </a:extLst>
            </p:cNvPr>
            <p:cNvSpPr>
              <a:spLocks noChangeShapeType="1"/>
            </p:cNvSpPr>
            <p:nvPr/>
          </p:nvSpPr>
          <p:spPr bwMode="auto">
            <a:xfrm>
              <a:off x="3378200" y="2278063"/>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89" name="Line 219">
              <a:extLst>
                <a:ext uri="{FF2B5EF4-FFF2-40B4-BE49-F238E27FC236}">
                  <a16:creationId xmlns:a16="http://schemas.microsoft.com/office/drawing/2014/main" id="{D3E46053-9514-F089-3EF5-83DC117F109F}"/>
                </a:ext>
              </a:extLst>
            </p:cNvPr>
            <p:cNvSpPr>
              <a:spLocks noChangeShapeType="1"/>
            </p:cNvSpPr>
            <p:nvPr/>
          </p:nvSpPr>
          <p:spPr bwMode="auto">
            <a:xfrm>
              <a:off x="3378200" y="2495550"/>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90" name="Text Box 220">
              <a:extLst>
                <a:ext uri="{FF2B5EF4-FFF2-40B4-BE49-F238E27FC236}">
                  <a16:creationId xmlns:a16="http://schemas.microsoft.com/office/drawing/2014/main" id="{9AD2BCA1-0607-F58E-C7CD-1F8DECAFE407}"/>
                </a:ext>
              </a:extLst>
            </p:cNvPr>
            <p:cNvSpPr txBox="1">
              <a:spLocks noChangeArrowheads="1"/>
            </p:cNvSpPr>
            <p:nvPr/>
          </p:nvSpPr>
          <p:spPr bwMode="auto">
            <a:xfrm>
              <a:off x="2992438" y="993775"/>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4991" name="Text Box 221">
              <a:extLst>
                <a:ext uri="{FF2B5EF4-FFF2-40B4-BE49-F238E27FC236}">
                  <a16:creationId xmlns:a16="http://schemas.microsoft.com/office/drawing/2014/main" id="{AC82F70D-CAC0-2C36-7455-B989CD6E15D3}"/>
                </a:ext>
              </a:extLst>
            </p:cNvPr>
            <p:cNvSpPr txBox="1">
              <a:spLocks noChangeArrowheads="1"/>
            </p:cNvSpPr>
            <p:nvPr/>
          </p:nvSpPr>
          <p:spPr bwMode="auto">
            <a:xfrm>
              <a:off x="2992438" y="1211263"/>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4992" name="Text Box 222">
              <a:extLst>
                <a:ext uri="{FF2B5EF4-FFF2-40B4-BE49-F238E27FC236}">
                  <a16:creationId xmlns:a16="http://schemas.microsoft.com/office/drawing/2014/main" id="{73EF4B22-7759-7D50-2941-4461B6AA7C04}"/>
                </a:ext>
              </a:extLst>
            </p:cNvPr>
            <p:cNvSpPr txBox="1">
              <a:spLocks noChangeArrowheads="1"/>
            </p:cNvSpPr>
            <p:nvPr/>
          </p:nvSpPr>
          <p:spPr bwMode="auto">
            <a:xfrm>
              <a:off x="2992438" y="1412875"/>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A2</a:t>
              </a:r>
              <a:endParaRPr lang="ru-RU" altLang="en-US" sz="1100"/>
            </a:p>
          </p:txBody>
        </p:sp>
        <p:sp>
          <p:nvSpPr>
            <p:cNvPr id="34993" name="Text Box 223">
              <a:extLst>
                <a:ext uri="{FF2B5EF4-FFF2-40B4-BE49-F238E27FC236}">
                  <a16:creationId xmlns:a16="http://schemas.microsoft.com/office/drawing/2014/main" id="{6CE6664A-5699-1679-BBD1-3CAAED892879}"/>
                </a:ext>
              </a:extLst>
            </p:cNvPr>
            <p:cNvSpPr txBox="1">
              <a:spLocks noChangeArrowheads="1"/>
            </p:cNvSpPr>
            <p:nvPr/>
          </p:nvSpPr>
          <p:spPr bwMode="auto">
            <a:xfrm>
              <a:off x="2863850" y="1847850"/>
              <a:ext cx="671513"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4994" name="Text Box 224">
              <a:extLst>
                <a:ext uri="{FF2B5EF4-FFF2-40B4-BE49-F238E27FC236}">
                  <a16:creationId xmlns:a16="http://schemas.microsoft.com/office/drawing/2014/main" id="{667F9A09-0893-3FF7-68DF-FDB3E1C4AB35}"/>
                </a:ext>
              </a:extLst>
            </p:cNvPr>
            <p:cNvSpPr txBox="1">
              <a:spLocks noChangeArrowheads="1"/>
            </p:cNvSpPr>
            <p:nvPr/>
          </p:nvSpPr>
          <p:spPr bwMode="auto">
            <a:xfrm>
              <a:off x="2849563" y="2065338"/>
              <a:ext cx="671512"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A17</a:t>
              </a:r>
              <a:endParaRPr lang="ru-RU" altLang="en-US" sz="1100"/>
            </a:p>
          </p:txBody>
        </p:sp>
        <p:sp>
          <p:nvSpPr>
            <p:cNvPr id="34995" name="Text Box 225">
              <a:extLst>
                <a:ext uri="{FF2B5EF4-FFF2-40B4-BE49-F238E27FC236}">
                  <a16:creationId xmlns:a16="http://schemas.microsoft.com/office/drawing/2014/main" id="{20632D59-8170-CA39-72F5-CF82E3A0B788}"/>
                </a:ext>
              </a:extLst>
            </p:cNvPr>
            <p:cNvSpPr txBox="1">
              <a:spLocks noChangeArrowheads="1"/>
            </p:cNvSpPr>
            <p:nvPr/>
          </p:nvSpPr>
          <p:spPr bwMode="auto">
            <a:xfrm>
              <a:off x="2849563" y="2284413"/>
              <a:ext cx="671512"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A18</a:t>
              </a:r>
              <a:endParaRPr lang="ru-RU" altLang="en-US" sz="1100"/>
            </a:p>
          </p:txBody>
        </p:sp>
        <p:sp>
          <p:nvSpPr>
            <p:cNvPr id="34996" name="Text Box 226">
              <a:extLst>
                <a:ext uri="{FF2B5EF4-FFF2-40B4-BE49-F238E27FC236}">
                  <a16:creationId xmlns:a16="http://schemas.microsoft.com/office/drawing/2014/main" id="{8ED8484F-D2C0-95FA-C10F-83A66038DD73}"/>
                </a:ext>
              </a:extLst>
            </p:cNvPr>
            <p:cNvSpPr txBox="1">
              <a:spLocks noChangeArrowheads="1"/>
            </p:cNvSpPr>
            <p:nvPr/>
          </p:nvSpPr>
          <p:spPr bwMode="auto">
            <a:xfrm>
              <a:off x="2008188" y="4665663"/>
              <a:ext cx="671512"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A17</a:t>
              </a:r>
              <a:endParaRPr lang="ru-RU" altLang="en-US" sz="1100"/>
            </a:p>
          </p:txBody>
        </p:sp>
        <p:sp>
          <p:nvSpPr>
            <p:cNvPr id="34997" name="Text Box 227">
              <a:extLst>
                <a:ext uri="{FF2B5EF4-FFF2-40B4-BE49-F238E27FC236}">
                  <a16:creationId xmlns:a16="http://schemas.microsoft.com/office/drawing/2014/main" id="{E1FFA525-9AA4-BBD9-8CA5-2A6D188E1359}"/>
                </a:ext>
              </a:extLst>
            </p:cNvPr>
            <p:cNvSpPr txBox="1">
              <a:spLocks noChangeArrowheads="1"/>
            </p:cNvSpPr>
            <p:nvPr/>
          </p:nvSpPr>
          <p:spPr bwMode="auto">
            <a:xfrm>
              <a:off x="2008188" y="4962525"/>
              <a:ext cx="671512"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A18</a:t>
              </a:r>
              <a:endParaRPr lang="ru-RU" altLang="en-US" sz="1100"/>
            </a:p>
          </p:txBody>
        </p:sp>
        <p:sp>
          <p:nvSpPr>
            <p:cNvPr id="34998" name="Text Box 228">
              <a:extLst>
                <a:ext uri="{FF2B5EF4-FFF2-40B4-BE49-F238E27FC236}">
                  <a16:creationId xmlns:a16="http://schemas.microsoft.com/office/drawing/2014/main" id="{A6BDC947-CD0A-05B4-8E61-BCCA857C9EFB}"/>
                </a:ext>
              </a:extLst>
            </p:cNvPr>
            <p:cNvSpPr txBox="1">
              <a:spLocks noChangeArrowheads="1"/>
            </p:cNvSpPr>
            <p:nvPr/>
          </p:nvSpPr>
          <p:spPr bwMode="auto">
            <a:xfrm>
              <a:off x="2471739" y="4778376"/>
              <a:ext cx="444499"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0</a:t>
              </a:r>
              <a:endParaRPr lang="ru-RU" altLang="en-US" sz="1100"/>
            </a:p>
          </p:txBody>
        </p:sp>
        <p:sp>
          <p:nvSpPr>
            <p:cNvPr id="34999" name="Text Box 229">
              <a:extLst>
                <a:ext uri="{FF2B5EF4-FFF2-40B4-BE49-F238E27FC236}">
                  <a16:creationId xmlns:a16="http://schemas.microsoft.com/office/drawing/2014/main" id="{93C30E68-8B88-166A-1067-AFF0EFEF85EE}"/>
                </a:ext>
              </a:extLst>
            </p:cNvPr>
            <p:cNvSpPr txBox="1">
              <a:spLocks noChangeArrowheads="1"/>
            </p:cNvSpPr>
            <p:nvPr/>
          </p:nvSpPr>
          <p:spPr bwMode="auto">
            <a:xfrm>
              <a:off x="2486025" y="5054600"/>
              <a:ext cx="35718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1</a:t>
              </a:r>
              <a:endParaRPr lang="ru-RU" altLang="en-US" sz="1100"/>
            </a:p>
          </p:txBody>
        </p:sp>
        <p:sp>
          <p:nvSpPr>
            <p:cNvPr id="35000" name="Text Box 230">
              <a:extLst>
                <a:ext uri="{FF2B5EF4-FFF2-40B4-BE49-F238E27FC236}">
                  <a16:creationId xmlns:a16="http://schemas.microsoft.com/office/drawing/2014/main" id="{D555F776-E594-4F65-9471-CF2EBB6B1E5F}"/>
                </a:ext>
              </a:extLst>
            </p:cNvPr>
            <p:cNvSpPr txBox="1">
              <a:spLocks noChangeArrowheads="1"/>
            </p:cNvSpPr>
            <p:nvPr/>
          </p:nvSpPr>
          <p:spPr bwMode="auto">
            <a:xfrm>
              <a:off x="2471739" y="5461000"/>
              <a:ext cx="5159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EN</a:t>
              </a:r>
              <a:endParaRPr lang="ru-RU" altLang="en-US" sz="1100"/>
            </a:p>
          </p:txBody>
        </p:sp>
        <p:sp>
          <p:nvSpPr>
            <p:cNvPr id="35001" name="Line 231">
              <a:extLst>
                <a:ext uri="{FF2B5EF4-FFF2-40B4-BE49-F238E27FC236}">
                  <a16:creationId xmlns:a16="http://schemas.microsoft.com/office/drawing/2014/main" id="{4893B3A1-99B3-C003-2D00-9B45B953E39A}"/>
                </a:ext>
              </a:extLst>
            </p:cNvPr>
            <p:cNvSpPr>
              <a:spLocks noChangeShapeType="1"/>
            </p:cNvSpPr>
            <p:nvPr/>
          </p:nvSpPr>
          <p:spPr bwMode="auto">
            <a:xfrm>
              <a:off x="3517900" y="2895600"/>
              <a:ext cx="2873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02" name="Line 232">
              <a:extLst>
                <a:ext uri="{FF2B5EF4-FFF2-40B4-BE49-F238E27FC236}">
                  <a16:creationId xmlns:a16="http://schemas.microsoft.com/office/drawing/2014/main" id="{EC76E79F-83FF-B412-2DF0-3480767F7E93}"/>
                </a:ext>
              </a:extLst>
            </p:cNvPr>
            <p:cNvSpPr>
              <a:spLocks noChangeShapeType="1"/>
            </p:cNvSpPr>
            <p:nvPr/>
          </p:nvSpPr>
          <p:spPr bwMode="auto">
            <a:xfrm>
              <a:off x="3544888" y="3475038"/>
              <a:ext cx="2873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03" name="Text Box 233">
              <a:extLst>
                <a:ext uri="{FF2B5EF4-FFF2-40B4-BE49-F238E27FC236}">
                  <a16:creationId xmlns:a16="http://schemas.microsoft.com/office/drawing/2014/main" id="{10751574-AB3B-F5C0-666E-2DD3C474E73C}"/>
                </a:ext>
              </a:extLst>
            </p:cNvPr>
            <p:cNvSpPr txBox="1">
              <a:spLocks noChangeArrowheads="1"/>
            </p:cNvSpPr>
            <p:nvPr/>
          </p:nvSpPr>
          <p:spPr bwMode="auto">
            <a:xfrm>
              <a:off x="2195513" y="2735263"/>
              <a:ext cx="788987"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b="1"/>
                <a:t>MEM</a:t>
              </a:r>
              <a:endParaRPr lang="ru-RU" altLang="en-US" sz="1100" b="1"/>
            </a:p>
          </p:txBody>
        </p:sp>
        <p:sp>
          <p:nvSpPr>
            <p:cNvPr id="35004" name="Text Box 235">
              <a:extLst>
                <a:ext uri="{FF2B5EF4-FFF2-40B4-BE49-F238E27FC236}">
                  <a16:creationId xmlns:a16="http://schemas.microsoft.com/office/drawing/2014/main" id="{CEA4A3C9-8A32-6596-99C8-0CDF28609B1C}"/>
                </a:ext>
              </a:extLst>
            </p:cNvPr>
            <p:cNvSpPr txBox="1">
              <a:spLocks noChangeArrowheads="1"/>
            </p:cNvSpPr>
            <p:nvPr/>
          </p:nvSpPr>
          <p:spPr bwMode="auto">
            <a:xfrm>
              <a:off x="2112962" y="3241676"/>
              <a:ext cx="788987" cy="53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~WR/</a:t>
              </a:r>
            </a:p>
            <a:p>
              <a:pPr eaLnBrk="1" hangingPunct="1"/>
              <a:r>
                <a:rPr lang="en-US" altLang="en-US" sz="1100"/>
                <a:t>  RD</a:t>
              </a:r>
              <a:endParaRPr lang="ru-RU" altLang="en-US" sz="1100"/>
            </a:p>
          </p:txBody>
        </p:sp>
        <p:grpSp>
          <p:nvGrpSpPr>
            <p:cNvPr id="35005" name="Group 236">
              <a:extLst>
                <a:ext uri="{FF2B5EF4-FFF2-40B4-BE49-F238E27FC236}">
                  <a16:creationId xmlns:a16="http://schemas.microsoft.com/office/drawing/2014/main" id="{F883BB6D-58FC-E81F-27F0-55B98F905964}"/>
                </a:ext>
              </a:extLst>
            </p:cNvPr>
            <p:cNvGrpSpPr>
              <a:grpSpLocks/>
            </p:cNvGrpSpPr>
            <p:nvPr/>
          </p:nvGrpSpPr>
          <p:grpSpPr bwMode="auto">
            <a:xfrm>
              <a:off x="3217863" y="3298825"/>
              <a:ext cx="315912" cy="360363"/>
              <a:chOff x="894" y="2432"/>
              <a:chExt cx="337" cy="326"/>
            </a:xfrm>
          </p:grpSpPr>
          <p:sp>
            <p:nvSpPr>
              <p:cNvPr id="35108" name="AutoShape 237">
                <a:extLst>
                  <a:ext uri="{FF2B5EF4-FFF2-40B4-BE49-F238E27FC236}">
                    <a16:creationId xmlns:a16="http://schemas.microsoft.com/office/drawing/2014/main" id="{45B3794F-700A-595F-4440-AA5F1E890669}"/>
                  </a:ext>
                </a:extLst>
              </p:cNvPr>
              <p:cNvSpPr>
                <a:spLocks noChangeArrowheads="1"/>
              </p:cNvSpPr>
              <p:nvPr/>
            </p:nvSpPr>
            <p:spPr bwMode="auto">
              <a:xfrm rot="5400000">
                <a:off x="860" y="2466"/>
                <a:ext cx="326" cy="258"/>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5109" name="Oval 238">
                <a:extLst>
                  <a:ext uri="{FF2B5EF4-FFF2-40B4-BE49-F238E27FC236}">
                    <a16:creationId xmlns:a16="http://schemas.microsoft.com/office/drawing/2014/main" id="{2199ACEB-8581-D802-0374-F9B7EC53C8C7}"/>
                  </a:ext>
                </a:extLst>
              </p:cNvPr>
              <p:cNvSpPr>
                <a:spLocks noChangeArrowheads="1"/>
              </p:cNvSpPr>
              <p:nvPr/>
            </p:nvSpPr>
            <p:spPr bwMode="auto">
              <a:xfrm>
                <a:off x="1154" y="2558"/>
                <a:ext cx="77" cy="7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grpSp>
        <p:sp>
          <p:nvSpPr>
            <p:cNvPr id="35006" name="Line 239">
              <a:extLst>
                <a:ext uri="{FF2B5EF4-FFF2-40B4-BE49-F238E27FC236}">
                  <a16:creationId xmlns:a16="http://schemas.microsoft.com/office/drawing/2014/main" id="{01ABC705-D6C9-973B-676F-794129205F5C}"/>
                </a:ext>
              </a:extLst>
            </p:cNvPr>
            <p:cNvSpPr>
              <a:spLocks noChangeShapeType="1"/>
            </p:cNvSpPr>
            <p:nvPr/>
          </p:nvSpPr>
          <p:spPr bwMode="auto">
            <a:xfrm>
              <a:off x="2844800" y="3471863"/>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07" name="Line 240">
              <a:extLst>
                <a:ext uri="{FF2B5EF4-FFF2-40B4-BE49-F238E27FC236}">
                  <a16:creationId xmlns:a16="http://schemas.microsoft.com/office/drawing/2014/main" id="{F3CE70A7-002C-45A8-CF39-A3CAD03500A4}"/>
                </a:ext>
              </a:extLst>
            </p:cNvPr>
            <p:cNvSpPr>
              <a:spLocks noChangeShapeType="1"/>
            </p:cNvSpPr>
            <p:nvPr/>
          </p:nvSpPr>
          <p:spPr bwMode="auto">
            <a:xfrm>
              <a:off x="3059113" y="3471863"/>
              <a:ext cx="0" cy="360362"/>
            </a:xfrm>
            <a:prstGeom prst="line">
              <a:avLst/>
            </a:prstGeom>
            <a:noFill/>
            <a:ln w="95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5008" name="Line 241">
              <a:extLst>
                <a:ext uri="{FF2B5EF4-FFF2-40B4-BE49-F238E27FC236}">
                  <a16:creationId xmlns:a16="http://schemas.microsoft.com/office/drawing/2014/main" id="{7036DA5A-A1E8-F38D-943A-BB153290BC3E}"/>
                </a:ext>
              </a:extLst>
            </p:cNvPr>
            <p:cNvSpPr>
              <a:spLocks noChangeShapeType="1"/>
            </p:cNvSpPr>
            <p:nvPr/>
          </p:nvSpPr>
          <p:spPr bwMode="auto">
            <a:xfrm>
              <a:off x="3059113" y="3846513"/>
              <a:ext cx="7556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5009" name="Group 242">
              <a:extLst>
                <a:ext uri="{FF2B5EF4-FFF2-40B4-BE49-F238E27FC236}">
                  <a16:creationId xmlns:a16="http://schemas.microsoft.com/office/drawing/2014/main" id="{90C1430B-7F07-6950-EE96-C95553D34D45}"/>
                </a:ext>
              </a:extLst>
            </p:cNvPr>
            <p:cNvGrpSpPr>
              <a:grpSpLocks/>
            </p:cNvGrpSpPr>
            <p:nvPr/>
          </p:nvGrpSpPr>
          <p:grpSpPr bwMode="auto">
            <a:xfrm>
              <a:off x="3175000" y="2717800"/>
              <a:ext cx="315913" cy="360363"/>
              <a:chOff x="894" y="2432"/>
              <a:chExt cx="337" cy="326"/>
            </a:xfrm>
          </p:grpSpPr>
          <p:sp>
            <p:nvSpPr>
              <p:cNvPr id="35106" name="AutoShape 243">
                <a:extLst>
                  <a:ext uri="{FF2B5EF4-FFF2-40B4-BE49-F238E27FC236}">
                    <a16:creationId xmlns:a16="http://schemas.microsoft.com/office/drawing/2014/main" id="{E71898C5-FFC2-73A9-0593-7591A934FA08}"/>
                  </a:ext>
                </a:extLst>
              </p:cNvPr>
              <p:cNvSpPr>
                <a:spLocks noChangeArrowheads="1"/>
              </p:cNvSpPr>
              <p:nvPr/>
            </p:nvSpPr>
            <p:spPr bwMode="auto">
              <a:xfrm rot="5400000">
                <a:off x="860" y="2466"/>
                <a:ext cx="326" cy="258"/>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35107" name="Oval 244">
                <a:extLst>
                  <a:ext uri="{FF2B5EF4-FFF2-40B4-BE49-F238E27FC236}">
                    <a16:creationId xmlns:a16="http://schemas.microsoft.com/office/drawing/2014/main" id="{0F84A9D9-0AAE-D261-E8CA-EB9B6EB68BC0}"/>
                  </a:ext>
                </a:extLst>
              </p:cNvPr>
              <p:cNvSpPr>
                <a:spLocks noChangeArrowheads="1"/>
              </p:cNvSpPr>
              <p:nvPr/>
            </p:nvSpPr>
            <p:spPr bwMode="auto">
              <a:xfrm>
                <a:off x="1154" y="2558"/>
                <a:ext cx="77" cy="7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grpSp>
        <p:sp>
          <p:nvSpPr>
            <p:cNvPr id="35010" name="Line 245">
              <a:extLst>
                <a:ext uri="{FF2B5EF4-FFF2-40B4-BE49-F238E27FC236}">
                  <a16:creationId xmlns:a16="http://schemas.microsoft.com/office/drawing/2014/main" id="{D22BF73F-30B1-4F61-6197-C64EF970C4DF}"/>
                </a:ext>
              </a:extLst>
            </p:cNvPr>
            <p:cNvSpPr>
              <a:spLocks noChangeShapeType="1"/>
            </p:cNvSpPr>
            <p:nvPr/>
          </p:nvSpPr>
          <p:spPr bwMode="auto">
            <a:xfrm>
              <a:off x="2886075" y="2895600"/>
              <a:ext cx="2889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11" name="Text Box 248">
              <a:extLst>
                <a:ext uri="{FF2B5EF4-FFF2-40B4-BE49-F238E27FC236}">
                  <a16:creationId xmlns:a16="http://schemas.microsoft.com/office/drawing/2014/main" id="{EDFD57CC-4ED9-D3AB-680B-EF82B1311DAC}"/>
                </a:ext>
              </a:extLst>
            </p:cNvPr>
            <p:cNvSpPr txBox="1">
              <a:spLocks noChangeArrowheads="1"/>
            </p:cNvSpPr>
            <p:nvPr/>
          </p:nvSpPr>
          <p:spPr bwMode="auto">
            <a:xfrm>
              <a:off x="1276350" y="5445125"/>
              <a:ext cx="78898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~MEM</a:t>
              </a:r>
              <a:endParaRPr lang="ru-RU" altLang="en-US" sz="1100"/>
            </a:p>
          </p:txBody>
        </p:sp>
        <p:sp>
          <p:nvSpPr>
            <p:cNvPr id="35012" name="Text Box 249">
              <a:extLst>
                <a:ext uri="{FF2B5EF4-FFF2-40B4-BE49-F238E27FC236}">
                  <a16:creationId xmlns:a16="http://schemas.microsoft.com/office/drawing/2014/main" id="{226C1FA9-8BAA-9002-D74F-1FABD2B3E9FE}"/>
                </a:ext>
              </a:extLst>
            </p:cNvPr>
            <p:cNvSpPr txBox="1">
              <a:spLocks noChangeArrowheads="1"/>
            </p:cNvSpPr>
            <p:nvPr/>
          </p:nvSpPr>
          <p:spPr bwMode="auto">
            <a:xfrm>
              <a:off x="3290888" y="3125788"/>
              <a:ext cx="647700" cy="53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~RD</a:t>
              </a:r>
              <a:endParaRPr lang="ru-RU" altLang="en-US" sz="1100"/>
            </a:p>
            <a:p>
              <a:pPr eaLnBrk="1" hangingPunct="1"/>
              <a:endParaRPr lang="ru-RU" altLang="en-US" sz="1100"/>
            </a:p>
          </p:txBody>
        </p:sp>
        <p:sp>
          <p:nvSpPr>
            <p:cNvPr id="35013" name="Text Box 250">
              <a:extLst>
                <a:ext uri="{FF2B5EF4-FFF2-40B4-BE49-F238E27FC236}">
                  <a16:creationId xmlns:a16="http://schemas.microsoft.com/office/drawing/2014/main" id="{387B5076-D15C-0658-47D9-8D09E50DB109}"/>
                </a:ext>
              </a:extLst>
            </p:cNvPr>
            <p:cNvSpPr txBox="1">
              <a:spLocks noChangeArrowheads="1"/>
            </p:cNvSpPr>
            <p:nvPr/>
          </p:nvSpPr>
          <p:spPr bwMode="auto">
            <a:xfrm>
              <a:off x="3262313" y="3573463"/>
              <a:ext cx="647700"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~WR</a:t>
              </a:r>
              <a:endParaRPr lang="ru-RU" altLang="en-US" sz="1100"/>
            </a:p>
          </p:txBody>
        </p:sp>
        <p:sp>
          <p:nvSpPr>
            <p:cNvPr id="35014" name="Text Box 251">
              <a:extLst>
                <a:ext uri="{FF2B5EF4-FFF2-40B4-BE49-F238E27FC236}">
                  <a16:creationId xmlns:a16="http://schemas.microsoft.com/office/drawing/2014/main" id="{AC1354FD-5B94-9F73-AF8E-4F914C792B41}"/>
                </a:ext>
              </a:extLst>
            </p:cNvPr>
            <p:cNvSpPr txBox="1">
              <a:spLocks noChangeArrowheads="1"/>
            </p:cNvSpPr>
            <p:nvPr/>
          </p:nvSpPr>
          <p:spPr bwMode="auto">
            <a:xfrm>
              <a:off x="3765550" y="476250"/>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5015" name="Text Box 252">
              <a:extLst>
                <a:ext uri="{FF2B5EF4-FFF2-40B4-BE49-F238E27FC236}">
                  <a16:creationId xmlns:a16="http://schemas.microsoft.com/office/drawing/2014/main" id="{804FDCC1-D122-CA46-A3F3-C2C883D690A7}"/>
                </a:ext>
              </a:extLst>
            </p:cNvPr>
            <p:cNvSpPr txBox="1">
              <a:spLocks noChangeArrowheads="1"/>
            </p:cNvSpPr>
            <p:nvPr/>
          </p:nvSpPr>
          <p:spPr bwMode="auto">
            <a:xfrm>
              <a:off x="3779838" y="679450"/>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5016" name="Text Box 253">
              <a:extLst>
                <a:ext uri="{FF2B5EF4-FFF2-40B4-BE49-F238E27FC236}">
                  <a16:creationId xmlns:a16="http://schemas.microsoft.com/office/drawing/2014/main" id="{9207CDB7-4BD6-567C-6216-C68472DCEFC1}"/>
                </a:ext>
              </a:extLst>
            </p:cNvPr>
            <p:cNvSpPr txBox="1">
              <a:spLocks noChangeArrowheads="1"/>
            </p:cNvSpPr>
            <p:nvPr/>
          </p:nvSpPr>
          <p:spPr bwMode="auto">
            <a:xfrm>
              <a:off x="3779838" y="912813"/>
              <a:ext cx="647700"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5017" name="Line 262">
              <a:extLst>
                <a:ext uri="{FF2B5EF4-FFF2-40B4-BE49-F238E27FC236}">
                  <a16:creationId xmlns:a16="http://schemas.microsoft.com/office/drawing/2014/main" id="{3361AA77-F0EA-9B1B-CEDE-964D890598F6}"/>
                </a:ext>
              </a:extLst>
            </p:cNvPr>
            <p:cNvSpPr>
              <a:spLocks noChangeShapeType="1"/>
            </p:cNvSpPr>
            <p:nvPr/>
          </p:nvSpPr>
          <p:spPr bwMode="auto">
            <a:xfrm>
              <a:off x="5840413" y="1257300"/>
              <a:ext cx="504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18" name="Line 263">
              <a:extLst>
                <a:ext uri="{FF2B5EF4-FFF2-40B4-BE49-F238E27FC236}">
                  <a16:creationId xmlns:a16="http://schemas.microsoft.com/office/drawing/2014/main" id="{5BDCB293-AF8B-6BAF-E80A-411D0C05CDDF}"/>
                </a:ext>
              </a:extLst>
            </p:cNvPr>
            <p:cNvSpPr>
              <a:spLocks noChangeShapeType="1"/>
            </p:cNvSpPr>
            <p:nvPr/>
          </p:nvSpPr>
          <p:spPr bwMode="auto">
            <a:xfrm>
              <a:off x="5868988" y="954088"/>
              <a:ext cx="4683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19" name="Text Box 265">
              <a:extLst>
                <a:ext uri="{FF2B5EF4-FFF2-40B4-BE49-F238E27FC236}">
                  <a16:creationId xmlns:a16="http://schemas.microsoft.com/office/drawing/2014/main" id="{236C8BF6-8045-2992-1E95-C6A745A929FB}"/>
                </a:ext>
              </a:extLst>
            </p:cNvPr>
            <p:cNvSpPr txBox="1">
              <a:spLocks noChangeArrowheads="1"/>
            </p:cNvSpPr>
            <p:nvPr/>
          </p:nvSpPr>
          <p:spPr bwMode="auto">
            <a:xfrm>
              <a:off x="5783263" y="693738"/>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5020" name="Text Box 266">
              <a:extLst>
                <a:ext uri="{FF2B5EF4-FFF2-40B4-BE49-F238E27FC236}">
                  <a16:creationId xmlns:a16="http://schemas.microsoft.com/office/drawing/2014/main" id="{A5929565-3524-D308-A55C-A125663B4DEF}"/>
                </a:ext>
              </a:extLst>
            </p:cNvPr>
            <p:cNvSpPr txBox="1">
              <a:spLocks noChangeArrowheads="1"/>
            </p:cNvSpPr>
            <p:nvPr/>
          </p:nvSpPr>
          <p:spPr bwMode="auto">
            <a:xfrm>
              <a:off x="5795963" y="504826"/>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5021" name="Text Box 267">
              <a:extLst>
                <a:ext uri="{FF2B5EF4-FFF2-40B4-BE49-F238E27FC236}">
                  <a16:creationId xmlns:a16="http://schemas.microsoft.com/office/drawing/2014/main" id="{C2D50858-A01F-3BC8-0684-ED1A44DD55D2}"/>
                </a:ext>
              </a:extLst>
            </p:cNvPr>
            <p:cNvSpPr txBox="1">
              <a:spLocks noChangeArrowheads="1"/>
            </p:cNvSpPr>
            <p:nvPr/>
          </p:nvSpPr>
          <p:spPr bwMode="auto">
            <a:xfrm>
              <a:off x="5795963" y="981075"/>
              <a:ext cx="61912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5022" name="Line 268">
              <a:extLst>
                <a:ext uri="{FF2B5EF4-FFF2-40B4-BE49-F238E27FC236}">
                  <a16:creationId xmlns:a16="http://schemas.microsoft.com/office/drawing/2014/main" id="{2A12824D-4528-63DA-CD90-ED4A9FA61FCA}"/>
                </a:ext>
              </a:extLst>
            </p:cNvPr>
            <p:cNvSpPr>
              <a:spLocks noChangeShapeType="1"/>
            </p:cNvSpPr>
            <p:nvPr/>
          </p:nvSpPr>
          <p:spPr bwMode="auto">
            <a:xfrm>
              <a:off x="5868988" y="2290763"/>
              <a:ext cx="4683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23" name="Line 269">
              <a:extLst>
                <a:ext uri="{FF2B5EF4-FFF2-40B4-BE49-F238E27FC236}">
                  <a16:creationId xmlns:a16="http://schemas.microsoft.com/office/drawing/2014/main" id="{7F8640BF-8CFC-A4B7-DCD7-29C59FE14315}"/>
                </a:ext>
              </a:extLst>
            </p:cNvPr>
            <p:cNvSpPr>
              <a:spLocks noChangeShapeType="1"/>
            </p:cNvSpPr>
            <p:nvPr/>
          </p:nvSpPr>
          <p:spPr bwMode="auto">
            <a:xfrm>
              <a:off x="5868988" y="2768600"/>
              <a:ext cx="4683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24" name="Line 270">
              <a:extLst>
                <a:ext uri="{FF2B5EF4-FFF2-40B4-BE49-F238E27FC236}">
                  <a16:creationId xmlns:a16="http://schemas.microsoft.com/office/drawing/2014/main" id="{0ADADB24-7DD8-7055-8E2C-3C06162045E7}"/>
                </a:ext>
              </a:extLst>
            </p:cNvPr>
            <p:cNvSpPr>
              <a:spLocks noChangeShapeType="1"/>
            </p:cNvSpPr>
            <p:nvPr/>
          </p:nvSpPr>
          <p:spPr bwMode="auto">
            <a:xfrm>
              <a:off x="5883275" y="2465388"/>
              <a:ext cx="468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25" name="Text Box 271">
              <a:extLst>
                <a:ext uri="{FF2B5EF4-FFF2-40B4-BE49-F238E27FC236}">
                  <a16:creationId xmlns:a16="http://schemas.microsoft.com/office/drawing/2014/main" id="{9FB552FD-9E76-8064-1F05-C70849E7D681}"/>
                </a:ext>
              </a:extLst>
            </p:cNvPr>
            <p:cNvSpPr txBox="1">
              <a:spLocks noChangeArrowheads="1"/>
            </p:cNvSpPr>
            <p:nvPr/>
          </p:nvSpPr>
          <p:spPr bwMode="auto">
            <a:xfrm>
              <a:off x="5854700" y="1973263"/>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5026" name="Text Box 272">
              <a:extLst>
                <a:ext uri="{FF2B5EF4-FFF2-40B4-BE49-F238E27FC236}">
                  <a16:creationId xmlns:a16="http://schemas.microsoft.com/office/drawing/2014/main" id="{43AF6AA5-417E-4F2F-0892-31A9F3451C18}"/>
                </a:ext>
              </a:extLst>
            </p:cNvPr>
            <p:cNvSpPr txBox="1">
              <a:spLocks noChangeArrowheads="1"/>
            </p:cNvSpPr>
            <p:nvPr/>
          </p:nvSpPr>
          <p:spPr bwMode="auto">
            <a:xfrm>
              <a:off x="5854700" y="2190750"/>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5027" name="Text Box 273">
              <a:extLst>
                <a:ext uri="{FF2B5EF4-FFF2-40B4-BE49-F238E27FC236}">
                  <a16:creationId xmlns:a16="http://schemas.microsoft.com/office/drawing/2014/main" id="{85E8811B-6D8E-49DC-881C-09C9EADD20D5}"/>
                </a:ext>
              </a:extLst>
            </p:cNvPr>
            <p:cNvSpPr txBox="1">
              <a:spLocks noChangeArrowheads="1"/>
            </p:cNvSpPr>
            <p:nvPr/>
          </p:nvSpPr>
          <p:spPr bwMode="auto">
            <a:xfrm>
              <a:off x="5783263" y="2495550"/>
              <a:ext cx="647700"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5028" name="Line 274">
              <a:extLst>
                <a:ext uri="{FF2B5EF4-FFF2-40B4-BE49-F238E27FC236}">
                  <a16:creationId xmlns:a16="http://schemas.microsoft.com/office/drawing/2014/main" id="{C26CB625-79C5-9F7A-E277-44C5D7F77D1E}"/>
                </a:ext>
              </a:extLst>
            </p:cNvPr>
            <p:cNvSpPr>
              <a:spLocks noChangeShapeType="1"/>
            </p:cNvSpPr>
            <p:nvPr/>
          </p:nvSpPr>
          <p:spPr bwMode="auto">
            <a:xfrm>
              <a:off x="5867400" y="3817938"/>
              <a:ext cx="468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29" name="Line 275">
              <a:extLst>
                <a:ext uri="{FF2B5EF4-FFF2-40B4-BE49-F238E27FC236}">
                  <a16:creationId xmlns:a16="http://schemas.microsoft.com/office/drawing/2014/main" id="{5E24937C-F1F5-0BD4-4072-CA4BD43B5232}"/>
                </a:ext>
              </a:extLst>
            </p:cNvPr>
            <p:cNvSpPr>
              <a:spLocks noChangeShapeType="1"/>
            </p:cNvSpPr>
            <p:nvPr/>
          </p:nvSpPr>
          <p:spPr bwMode="auto">
            <a:xfrm>
              <a:off x="5867400" y="3990975"/>
              <a:ext cx="468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30" name="Line 276">
              <a:extLst>
                <a:ext uri="{FF2B5EF4-FFF2-40B4-BE49-F238E27FC236}">
                  <a16:creationId xmlns:a16="http://schemas.microsoft.com/office/drawing/2014/main" id="{4A877CF4-4360-980F-C31E-4BC79B9B483B}"/>
                </a:ext>
              </a:extLst>
            </p:cNvPr>
            <p:cNvSpPr>
              <a:spLocks noChangeShapeType="1"/>
            </p:cNvSpPr>
            <p:nvPr/>
          </p:nvSpPr>
          <p:spPr bwMode="auto">
            <a:xfrm>
              <a:off x="5867400" y="4265613"/>
              <a:ext cx="468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31" name="Line 277">
              <a:extLst>
                <a:ext uri="{FF2B5EF4-FFF2-40B4-BE49-F238E27FC236}">
                  <a16:creationId xmlns:a16="http://schemas.microsoft.com/office/drawing/2014/main" id="{D93F12D6-1F75-5496-62EF-6F1495E4FE44}"/>
                </a:ext>
              </a:extLst>
            </p:cNvPr>
            <p:cNvSpPr>
              <a:spLocks noChangeShapeType="1"/>
            </p:cNvSpPr>
            <p:nvPr/>
          </p:nvSpPr>
          <p:spPr bwMode="auto">
            <a:xfrm>
              <a:off x="5867400" y="5311775"/>
              <a:ext cx="468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32" name="Line 278">
              <a:extLst>
                <a:ext uri="{FF2B5EF4-FFF2-40B4-BE49-F238E27FC236}">
                  <a16:creationId xmlns:a16="http://schemas.microsoft.com/office/drawing/2014/main" id="{2F9162D6-6E1B-CA34-707F-A3D67097B80A}"/>
                </a:ext>
              </a:extLst>
            </p:cNvPr>
            <p:cNvSpPr>
              <a:spLocks noChangeShapeType="1"/>
            </p:cNvSpPr>
            <p:nvPr/>
          </p:nvSpPr>
          <p:spPr bwMode="auto">
            <a:xfrm>
              <a:off x="5883275" y="5486400"/>
              <a:ext cx="468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33" name="Line 279">
              <a:extLst>
                <a:ext uri="{FF2B5EF4-FFF2-40B4-BE49-F238E27FC236}">
                  <a16:creationId xmlns:a16="http://schemas.microsoft.com/office/drawing/2014/main" id="{D9719E22-7683-C2F8-E49E-CB8C72313945}"/>
                </a:ext>
              </a:extLst>
            </p:cNvPr>
            <p:cNvSpPr>
              <a:spLocks noChangeShapeType="1"/>
            </p:cNvSpPr>
            <p:nvPr/>
          </p:nvSpPr>
          <p:spPr bwMode="auto">
            <a:xfrm>
              <a:off x="5883275" y="5762625"/>
              <a:ext cx="468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34" name="Text Box 280">
              <a:extLst>
                <a:ext uri="{FF2B5EF4-FFF2-40B4-BE49-F238E27FC236}">
                  <a16:creationId xmlns:a16="http://schemas.microsoft.com/office/drawing/2014/main" id="{83937735-EE8D-8A85-D13A-3CB10C1C8697}"/>
                </a:ext>
              </a:extLst>
            </p:cNvPr>
            <p:cNvSpPr txBox="1">
              <a:spLocks noChangeArrowheads="1"/>
            </p:cNvSpPr>
            <p:nvPr/>
          </p:nvSpPr>
          <p:spPr bwMode="auto">
            <a:xfrm>
              <a:off x="5867400" y="3530600"/>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5035" name="Text Box 281">
              <a:extLst>
                <a:ext uri="{FF2B5EF4-FFF2-40B4-BE49-F238E27FC236}">
                  <a16:creationId xmlns:a16="http://schemas.microsoft.com/office/drawing/2014/main" id="{CBDFEE17-CD12-9BF2-9BCE-5D1FFC30C29D}"/>
                </a:ext>
              </a:extLst>
            </p:cNvPr>
            <p:cNvSpPr txBox="1">
              <a:spLocks noChangeArrowheads="1"/>
            </p:cNvSpPr>
            <p:nvPr/>
          </p:nvSpPr>
          <p:spPr bwMode="auto">
            <a:xfrm>
              <a:off x="3808413" y="1989138"/>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5036" name="Text Box 282">
              <a:extLst>
                <a:ext uri="{FF2B5EF4-FFF2-40B4-BE49-F238E27FC236}">
                  <a16:creationId xmlns:a16="http://schemas.microsoft.com/office/drawing/2014/main" id="{AE7A43A9-F4C7-E22D-EB32-AB3530B53E80}"/>
                </a:ext>
              </a:extLst>
            </p:cNvPr>
            <p:cNvSpPr txBox="1">
              <a:spLocks noChangeArrowheads="1"/>
            </p:cNvSpPr>
            <p:nvPr/>
          </p:nvSpPr>
          <p:spPr bwMode="auto">
            <a:xfrm>
              <a:off x="5867400" y="3716338"/>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5037" name="Text Box 283">
              <a:extLst>
                <a:ext uri="{FF2B5EF4-FFF2-40B4-BE49-F238E27FC236}">
                  <a16:creationId xmlns:a16="http://schemas.microsoft.com/office/drawing/2014/main" id="{3FD77713-EB21-1A4F-AA6C-A5A02180BA7D}"/>
                </a:ext>
              </a:extLst>
            </p:cNvPr>
            <p:cNvSpPr txBox="1">
              <a:spLocks noChangeArrowheads="1"/>
            </p:cNvSpPr>
            <p:nvPr/>
          </p:nvSpPr>
          <p:spPr bwMode="auto">
            <a:xfrm>
              <a:off x="5867400" y="5229225"/>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5038" name="Text Box 284">
              <a:extLst>
                <a:ext uri="{FF2B5EF4-FFF2-40B4-BE49-F238E27FC236}">
                  <a16:creationId xmlns:a16="http://schemas.microsoft.com/office/drawing/2014/main" id="{A02AEAC7-801D-2C3A-2377-BE5CB236451C}"/>
                </a:ext>
              </a:extLst>
            </p:cNvPr>
            <p:cNvSpPr txBox="1">
              <a:spLocks noChangeArrowheads="1"/>
            </p:cNvSpPr>
            <p:nvPr/>
          </p:nvSpPr>
          <p:spPr bwMode="auto">
            <a:xfrm>
              <a:off x="5867400" y="5027613"/>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5039" name="Text Box 285">
              <a:extLst>
                <a:ext uri="{FF2B5EF4-FFF2-40B4-BE49-F238E27FC236}">
                  <a16:creationId xmlns:a16="http://schemas.microsoft.com/office/drawing/2014/main" id="{50E1AA0B-0FFC-7055-E9FE-83E95AB6A3A7}"/>
                </a:ext>
              </a:extLst>
            </p:cNvPr>
            <p:cNvSpPr txBox="1">
              <a:spLocks noChangeArrowheads="1"/>
            </p:cNvSpPr>
            <p:nvPr/>
          </p:nvSpPr>
          <p:spPr bwMode="auto">
            <a:xfrm>
              <a:off x="3822700" y="3544888"/>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5040" name="Text Box 286">
              <a:extLst>
                <a:ext uri="{FF2B5EF4-FFF2-40B4-BE49-F238E27FC236}">
                  <a16:creationId xmlns:a16="http://schemas.microsoft.com/office/drawing/2014/main" id="{37053BB8-3B6D-B939-8F1E-F8271400713B}"/>
                </a:ext>
              </a:extLst>
            </p:cNvPr>
            <p:cNvSpPr txBox="1">
              <a:spLocks noChangeArrowheads="1"/>
            </p:cNvSpPr>
            <p:nvPr/>
          </p:nvSpPr>
          <p:spPr bwMode="auto">
            <a:xfrm>
              <a:off x="3779838" y="5013325"/>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A0</a:t>
              </a:r>
              <a:endParaRPr lang="ru-RU" altLang="en-US" sz="1100"/>
            </a:p>
          </p:txBody>
        </p:sp>
        <p:sp>
          <p:nvSpPr>
            <p:cNvPr id="35041" name="Line 287">
              <a:extLst>
                <a:ext uri="{FF2B5EF4-FFF2-40B4-BE49-F238E27FC236}">
                  <a16:creationId xmlns:a16="http://schemas.microsoft.com/office/drawing/2014/main" id="{D8476B4A-D438-BEAB-A2F2-307BB19805E0}"/>
                </a:ext>
              </a:extLst>
            </p:cNvPr>
            <p:cNvSpPr>
              <a:spLocks noChangeShapeType="1"/>
            </p:cNvSpPr>
            <p:nvPr/>
          </p:nvSpPr>
          <p:spPr bwMode="auto">
            <a:xfrm>
              <a:off x="3851275" y="5343525"/>
              <a:ext cx="468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42" name="Line 288">
              <a:extLst>
                <a:ext uri="{FF2B5EF4-FFF2-40B4-BE49-F238E27FC236}">
                  <a16:creationId xmlns:a16="http://schemas.microsoft.com/office/drawing/2014/main" id="{E9217216-653A-B417-1BBA-BE7329635281}"/>
                </a:ext>
              </a:extLst>
            </p:cNvPr>
            <p:cNvSpPr>
              <a:spLocks noChangeShapeType="1"/>
            </p:cNvSpPr>
            <p:nvPr/>
          </p:nvSpPr>
          <p:spPr bwMode="auto">
            <a:xfrm>
              <a:off x="3851275" y="5546725"/>
              <a:ext cx="468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43" name="Line 289">
              <a:extLst>
                <a:ext uri="{FF2B5EF4-FFF2-40B4-BE49-F238E27FC236}">
                  <a16:creationId xmlns:a16="http://schemas.microsoft.com/office/drawing/2014/main" id="{5286DFC3-F5BB-12F5-D3AD-C24E5433DCDA}"/>
                </a:ext>
              </a:extLst>
            </p:cNvPr>
            <p:cNvSpPr>
              <a:spLocks noChangeShapeType="1"/>
            </p:cNvSpPr>
            <p:nvPr/>
          </p:nvSpPr>
          <p:spPr bwMode="auto">
            <a:xfrm>
              <a:off x="3851275" y="5764213"/>
              <a:ext cx="468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44" name="Text Box 290">
              <a:extLst>
                <a:ext uri="{FF2B5EF4-FFF2-40B4-BE49-F238E27FC236}">
                  <a16:creationId xmlns:a16="http://schemas.microsoft.com/office/drawing/2014/main" id="{39E7E5AF-D9B7-DC84-B630-E7D5708DFA2F}"/>
                </a:ext>
              </a:extLst>
            </p:cNvPr>
            <p:cNvSpPr txBox="1">
              <a:spLocks noChangeArrowheads="1"/>
            </p:cNvSpPr>
            <p:nvPr/>
          </p:nvSpPr>
          <p:spPr bwMode="auto">
            <a:xfrm>
              <a:off x="3838575" y="5272088"/>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a:t>
              </a:r>
              <a:endParaRPr lang="ru-RU" altLang="en-US" sz="1100"/>
            </a:p>
          </p:txBody>
        </p:sp>
        <p:sp>
          <p:nvSpPr>
            <p:cNvPr id="35045" name="Text Box 291">
              <a:extLst>
                <a:ext uri="{FF2B5EF4-FFF2-40B4-BE49-F238E27FC236}">
                  <a16:creationId xmlns:a16="http://schemas.microsoft.com/office/drawing/2014/main" id="{3D5319F7-D6FD-C886-3296-1215562AB770}"/>
                </a:ext>
              </a:extLst>
            </p:cNvPr>
            <p:cNvSpPr txBox="1">
              <a:spLocks noChangeArrowheads="1"/>
            </p:cNvSpPr>
            <p:nvPr/>
          </p:nvSpPr>
          <p:spPr bwMode="auto">
            <a:xfrm>
              <a:off x="5838825" y="3990975"/>
              <a:ext cx="61912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5046" name="Text Box 292">
              <a:extLst>
                <a:ext uri="{FF2B5EF4-FFF2-40B4-BE49-F238E27FC236}">
                  <a16:creationId xmlns:a16="http://schemas.microsoft.com/office/drawing/2014/main" id="{17EA5119-C23E-D19C-3905-E15ED44BD78A}"/>
                </a:ext>
              </a:extLst>
            </p:cNvPr>
            <p:cNvSpPr txBox="1">
              <a:spLocks noChangeArrowheads="1"/>
            </p:cNvSpPr>
            <p:nvPr/>
          </p:nvSpPr>
          <p:spPr bwMode="auto">
            <a:xfrm>
              <a:off x="5853113" y="5487988"/>
              <a:ext cx="61912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5047" name="Text Box 293">
              <a:extLst>
                <a:ext uri="{FF2B5EF4-FFF2-40B4-BE49-F238E27FC236}">
                  <a16:creationId xmlns:a16="http://schemas.microsoft.com/office/drawing/2014/main" id="{E45487F6-8DCC-85E6-DCF9-FABFCB9775BC}"/>
                </a:ext>
              </a:extLst>
            </p:cNvPr>
            <p:cNvSpPr txBox="1">
              <a:spLocks noChangeArrowheads="1"/>
            </p:cNvSpPr>
            <p:nvPr/>
          </p:nvSpPr>
          <p:spPr bwMode="auto">
            <a:xfrm>
              <a:off x="3779838" y="2435225"/>
              <a:ext cx="647700"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5048" name="Text Box 294">
              <a:extLst>
                <a:ext uri="{FF2B5EF4-FFF2-40B4-BE49-F238E27FC236}">
                  <a16:creationId xmlns:a16="http://schemas.microsoft.com/office/drawing/2014/main" id="{3D09CC2C-C94D-E186-59B7-9FAEDCCB560F}"/>
                </a:ext>
              </a:extLst>
            </p:cNvPr>
            <p:cNvSpPr txBox="1">
              <a:spLocks noChangeArrowheads="1"/>
            </p:cNvSpPr>
            <p:nvPr/>
          </p:nvSpPr>
          <p:spPr bwMode="auto">
            <a:xfrm>
              <a:off x="3792538" y="5513388"/>
              <a:ext cx="619125"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A16</a:t>
              </a:r>
              <a:endParaRPr lang="ru-RU" altLang="en-US" sz="1100"/>
            </a:p>
          </p:txBody>
        </p:sp>
        <p:sp>
          <p:nvSpPr>
            <p:cNvPr id="35049" name="Text Box 295">
              <a:extLst>
                <a:ext uri="{FF2B5EF4-FFF2-40B4-BE49-F238E27FC236}">
                  <a16:creationId xmlns:a16="http://schemas.microsoft.com/office/drawing/2014/main" id="{64976962-B33D-A531-5090-7CDC0A3D2AB4}"/>
                </a:ext>
              </a:extLst>
            </p:cNvPr>
            <p:cNvSpPr txBox="1">
              <a:spLocks noChangeArrowheads="1"/>
            </p:cNvSpPr>
            <p:nvPr/>
          </p:nvSpPr>
          <p:spPr bwMode="auto">
            <a:xfrm>
              <a:off x="3319463" y="4581524"/>
              <a:ext cx="671512"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CS0</a:t>
              </a:r>
              <a:endParaRPr lang="ru-RU" altLang="en-US" sz="1100"/>
            </a:p>
          </p:txBody>
        </p:sp>
        <p:sp>
          <p:nvSpPr>
            <p:cNvPr id="35050" name="Text Box 296">
              <a:extLst>
                <a:ext uri="{FF2B5EF4-FFF2-40B4-BE49-F238E27FC236}">
                  <a16:creationId xmlns:a16="http://schemas.microsoft.com/office/drawing/2014/main" id="{D55EA8A4-5FBE-F366-82B2-B0E7E1D55885}"/>
                </a:ext>
              </a:extLst>
            </p:cNvPr>
            <p:cNvSpPr txBox="1">
              <a:spLocks noChangeArrowheads="1"/>
            </p:cNvSpPr>
            <p:nvPr/>
          </p:nvSpPr>
          <p:spPr bwMode="auto">
            <a:xfrm>
              <a:off x="3736975" y="1355725"/>
              <a:ext cx="671513"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CS0</a:t>
              </a:r>
              <a:endParaRPr lang="ru-RU" altLang="en-US" sz="1100"/>
            </a:p>
          </p:txBody>
        </p:sp>
        <p:sp>
          <p:nvSpPr>
            <p:cNvPr id="35051" name="Text Box 297">
              <a:extLst>
                <a:ext uri="{FF2B5EF4-FFF2-40B4-BE49-F238E27FC236}">
                  <a16:creationId xmlns:a16="http://schemas.microsoft.com/office/drawing/2014/main" id="{52C1845E-56D3-E504-D85C-0416A64980CA}"/>
                </a:ext>
              </a:extLst>
            </p:cNvPr>
            <p:cNvSpPr txBox="1">
              <a:spLocks noChangeArrowheads="1"/>
            </p:cNvSpPr>
            <p:nvPr/>
          </p:nvSpPr>
          <p:spPr bwMode="auto">
            <a:xfrm>
              <a:off x="5753100" y="1341439"/>
              <a:ext cx="671513"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CS0</a:t>
              </a:r>
              <a:endParaRPr lang="ru-RU" altLang="en-US" sz="1100"/>
            </a:p>
          </p:txBody>
        </p:sp>
        <p:sp>
          <p:nvSpPr>
            <p:cNvPr id="35052" name="Text Box 298">
              <a:extLst>
                <a:ext uri="{FF2B5EF4-FFF2-40B4-BE49-F238E27FC236}">
                  <a16:creationId xmlns:a16="http://schemas.microsoft.com/office/drawing/2014/main" id="{9D00C7ED-6826-63E8-8B90-CC242EDC0C11}"/>
                </a:ext>
              </a:extLst>
            </p:cNvPr>
            <p:cNvSpPr txBox="1">
              <a:spLocks noChangeArrowheads="1"/>
            </p:cNvSpPr>
            <p:nvPr/>
          </p:nvSpPr>
          <p:spPr bwMode="auto">
            <a:xfrm>
              <a:off x="3319463" y="4843463"/>
              <a:ext cx="671512"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CS1</a:t>
              </a:r>
              <a:endParaRPr lang="ru-RU" altLang="en-US" sz="1100"/>
            </a:p>
          </p:txBody>
        </p:sp>
        <p:sp>
          <p:nvSpPr>
            <p:cNvPr id="35053" name="Text Box 299">
              <a:extLst>
                <a:ext uri="{FF2B5EF4-FFF2-40B4-BE49-F238E27FC236}">
                  <a16:creationId xmlns:a16="http://schemas.microsoft.com/office/drawing/2014/main" id="{EC446ACB-5FB9-E7BF-586F-4F365426F17A}"/>
                </a:ext>
              </a:extLst>
            </p:cNvPr>
            <p:cNvSpPr txBox="1">
              <a:spLocks noChangeArrowheads="1"/>
            </p:cNvSpPr>
            <p:nvPr/>
          </p:nvSpPr>
          <p:spPr bwMode="auto">
            <a:xfrm>
              <a:off x="3754438" y="2855913"/>
              <a:ext cx="671512"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CS1</a:t>
              </a:r>
              <a:endParaRPr lang="ru-RU" altLang="en-US" sz="1100"/>
            </a:p>
          </p:txBody>
        </p:sp>
        <p:sp>
          <p:nvSpPr>
            <p:cNvPr id="35054" name="Text Box 301">
              <a:extLst>
                <a:ext uri="{FF2B5EF4-FFF2-40B4-BE49-F238E27FC236}">
                  <a16:creationId xmlns:a16="http://schemas.microsoft.com/office/drawing/2014/main" id="{1C7018EA-C9D3-BECE-DF9A-D2A248C7B740}"/>
                </a:ext>
              </a:extLst>
            </p:cNvPr>
            <p:cNvSpPr txBox="1">
              <a:spLocks noChangeArrowheads="1"/>
            </p:cNvSpPr>
            <p:nvPr/>
          </p:nvSpPr>
          <p:spPr bwMode="auto">
            <a:xfrm>
              <a:off x="5800725" y="2871788"/>
              <a:ext cx="671513"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CS1</a:t>
              </a:r>
              <a:endParaRPr lang="ru-RU" altLang="en-US" sz="1100"/>
            </a:p>
          </p:txBody>
        </p:sp>
        <p:sp>
          <p:nvSpPr>
            <p:cNvPr id="35055" name="Text Box 302">
              <a:extLst>
                <a:ext uri="{FF2B5EF4-FFF2-40B4-BE49-F238E27FC236}">
                  <a16:creationId xmlns:a16="http://schemas.microsoft.com/office/drawing/2014/main" id="{E88F544D-8FDF-D268-236C-767700C5E249}"/>
                </a:ext>
              </a:extLst>
            </p:cNvPr>
            <p:cNvSpPr txBox="1">
              <a:spLocks noChangeArrowheads="1"/>
            </p:cNvSpPr>
            <p:nvPr/>
          </p:nvSpPr>
          <p:spPr bwMode="auto">
            <a:xfrm>
              <a:off x="3319463" y="5075238"/>
              <a:ext cx="671512"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CS2</a:t>
              </a:r>
              <a:endParaRPr lang="ru-RU" altLang="en-US" sz="1100"/>
            </a:p>
          </p:txBody>
        </p:sp>
        <p:sp>
          <p:nvSpPr>
            <p:cNvPr id="35056" name="Text Box 303">
              <a:extLst>
                <a:ext uri="{FF2B5EF4-FFF2-40B4-BE49-F238E27FC236}">
                  <a16:creationId xmlns:a16="http://schemas.microsoft.com/office/drawing/2014/main" id="{51CB3B1E-80A9-4082-A7AA-D14B498954F6}"/>
                </a:ext>
              </a:extLst>
            </p:cNvPr>
            <p:cNvSpPr txBox="1">
              <a:spLocks noChangeArrowheads="1"/>
            </p:cNvSpPr>
            <p:nvPr/>
          </p:nvSpPr>
          <p:spPr bwMode="auto">
            <a:xfrm>
              <a:off x="3770313" y="4378326"/>
              <a:ext cx="671512"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CS2</a:t>
              </a:r>
              <a:endParaRPr lang="ru-RU" altLang="en-US" sz="1100"/>
            </a:p>
          </p:txBody>
        </p:sp>
        <p:sp>
          <p:nvSpPr>
            <p:cNvPr id="35057" name="Text Box 304">
              <a:extLst>
                <a:ext uri="{FF2B5EF4-FFF2-40B4-BE49-F238E27FC236}">
                  <a16:creationId xmlns:a16="http://schemas.microsoft.com/office/drawing/2014/main" id="{D33D9547-F17A-F88B-2EFB-2B9B2B5F29D5}"/>
                </a:ext>
              </a:extLst>
            </p:cNvPr>
            <p:cNvSpPr txBox="1">
              <a:spLocks noChangeArrowheads="1"/>
            </p:cNvSpPr>
            <p:nvPr/>
          </p:nvSpPr>
          <p:spPr bwMode="auto">
            <a:xfrm>
              <a:off x="5757863" y="4365625"/>
              <a:ext cx="671512"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CS2</a:t>
              </a:r>
              <a:endParaRPr lang="ru-RU" altLang="en-US" sz="1100"/>
            </a:p>
          </p:txBody>
        </p:sp>
        <p:sp>
          <p:nvSpPr>
            <p:cNvPr id="35058" name="Text Box 305">
              <a:extLst>
                <a:ext uri="{FF2B5EF4-FFF2-40B4-BE49-F238E27FC236}">
                  <a16:creationId xmlns:a16="http://schemas.microsoft.com/office/drawing/2014/main" id="{469597EA-55A7-B3BC-3482-469A12C4771B}"/>
                </a:ext>
              </a:extLst>
            </p:cNvPr>
            <p:cNvSpPr txBox="1">
              <a:spLocks noChangeArrowheads="1"/>
            </p:cNvSpPr>
            <p:nvPr/>
          </p:nvSpPr>
          <p:spPr bwMode="auto">
            <a:xfrm>
              <a:off x="3319463" y="5264150"/>
              <a:ext cx="671512"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CS3</a:t>
              </a:r>
              <a:endParaRPr lang="ru-RU" altLang="en-US" sz="1100"/>
            </a:p>
          </p:txBody>
        </p:sp>
        <p:sp>
          <p:nvSpPr>
            <p:cNvPr id="35059" name="Text Box 306">
              <a:extLst>
                <a:ext uri="{FF2B5EF4-FFF2-40B4-BE49-F238E27FC236}">
                  <a16:creationId xmlns:a16="http://schemas.microsoft.com/office/drawing/2014/main" id="{44F852DA-3ECA-545C-FAF8-7B2E591B0256}"/>
                </a:ext>
              </a:extLst>
            </p:cNvPr>
            <p:cNvSpPr txBox="1">
              <a:spLocks noChangeArrowheads="1"/>
            </p:cNvSpPr>
            <p:nvPr/>
          </p:nvSpPr>
          <p:spPr bwMode="auto">
            <a:xfrm>
              <a:off x="3740150" y="5945188"/>
              <a:ext cx="671513"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CS3</a:t>
              </a:r>
              <a:endParaRPr lang="ru-RU" altLang="en-US" sz="1100"/>
            </a:p>
          </p:txBody>
        </p:sp>
        <p:sp>
          <p:nvSpPr>
            <p:cNvPr id="35060" name="Text Box 307">
              <a:extLst>
                <a:ext uri="{FF2B5EF4-FFF2-40B4-BE49-F238E27FC236}">
                  <a16:creationId xmlns:a16="http://schemas.microsoft.com/office/drawing/2014/main" id="{DC96DE5F-AF42-38FD-719C-423AD10D6692}"/>
                </a:ext>
              </a:extLst>
            </p:cNvPr>
            <p:cNvSpPr txBox="1">
              <a:spLocks noChangeArrowheads="1"/>
            </p:cNvSpPr>
            <p:nvPr/>
          </p:nvSpPr>
          <p:spPr bwMode="auto">
            <a:xfrm>
              <a:off x="5816600" y="5916614"/>
              <a:ext cx="671513"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CS3</a:t>
              </a:r>
              <a:endParaRPr lang="ru-RU" altLang="en-US" sz="1100"/>
            </a:p>
          </p:txBody>
        </p:sp>
        <p:sp>
          <p:nvSpPr>
            <p:cNvPr id="18679" name="Text Box 308">
              <a:extLst>
                <a:ext uri="{FF2B5EF4-FFF2-40B4-BE49-F238E27FC236}">
                  <a16:creationId xmlns:a16="http://schemas.microsoft.com/office/drawing/2014/main" id="{DD1CC831-40F5-4FB3-8D56-537AA3ED0548}"/>
                </a:ext>
              </a:extLst>
            </p:cNvPr>
            <p:cNvSpPr txBox="1">
              <a:spLocks noChangeArrowheads="1"/>
            </p:cNvSpPr>
            <p:nvPr/>
          </p:nvSpPr>
          <p:spPr bwMode="auto">
            <a:xfrm>
              <a:off x="3729882" y="2673795"/>
              <a:ext cx="647512" cy="326080"/>
            </a:xfrm>
            <a:prstGeom prst="rect">
              <a:avLst/>
            </a:prstGeom>
            <a:noFill/>
            <a:ln w="9525">
              <a:noFill/>
              <a:miter lim="800000"/>
              <a:headEnd/>
              <a:tailEnd/>
            </a:ln>
          </p:spPr>
          <p:txBody>
            <a:bodyPr>
              <a:spAutoFit/>
            </a:bodyPr>
            <a:lstStyle/>
            <a:p>
              <a:pPr eaLnBrk="1" hangingPunct="1">
                <a:defRPr/>
              </a:pPr>
              <a:r>
                <a:rPr lang="en-US" sz="1050" dirty="0"/>
                <a:t>~WR</a:t>
              </a:r>
              <a:endParaRPr lang="ru-RU" sz="1050" dirty="0"/>
            </a:p>
          </p:txBody>
        </p:sp>
        <p:sp>
          <p:nvSpPr>
            <p:cNvPr id="18680" name="Text Box 309">
              <a:extLst>
                <a:ext uri="{FF2B5EF4-FFF2-40B4-BE49-F238E27FC236}">
                  <a16:creationId xmlns:a16="http://schemas.microsoft.com/office/drawing/2014/main" id="{5F0FE1B4-E0EE-4B1D-AD02-9DC56E150259}"/>
                </a:ext>
              </a:extLst>
            </p:cNvPr>
            <p:cNvSpPr txBox="1">
              <a:spLocks noChangeArrowheads="1"/>
            </p:cNvSpPr>
            <p:nvPr/>
          </p:nvSpPr>
          <p:spPr bwMode="auto">
            <a:xfrm>
              <a:off x="3772313" y="1150114"/>
              <a:ext cx="647511" cy="324104"/>
            </a:xfrm>
            <a:prstGeom prst="rect">
              <a:avLst/>
            </a:prstGeom>
            <a:noFill/>
            <a:ln w="19050">
              <a:noFill/>
              <a:miter lim="800000"/>
              <a:headEnd/>
              <a:tailEnd/>
            </a:ln>
          </p:spPr>
          <p:txBody>
            <a:bodyPr>
              <a:spAutoFit/>
            </a:bodyPr>
            <a:lstStyle/>
            <a:p>
              <a:pPr eaLnBrk="1" hangingPunct="1">
                <a:defRPr/>
              </a:pPr>
              <a:r>
                <a:rPr lang="en-US" sz="1050" dirty="0"/>
                <a:t>~WR</a:t>
              </a:r>
              <a:endParaRPr lang="ru-RU" sz="1050" dirty="0"/>
            </a:p>
          </p:txBody>
        </p:sp>
        <p:sp>
          <p:nvSpPr>
            <p:cNvPr id="18681" name="Text Box 310">
              <a:extLst>
                <a:ext uri="{FF2B5EF4-FFF2-40B4-BE49-F238E27FC236}">
                  <a16:creationId xmlns:a16="http://schemas.microsoft.com/office/drawing/2014/main" id="{F89EE43D-41A5-484C-9B59-0D48845AB617}"/>
                </a:ext>
              </a:extLst>
            </p:cNvPr>
            <p:cNvSpPr txBox="1">
              <a:spLocks noChangeArrowheads="1"/>
            </p:cNvSpPr>
            <p:nvPr/>
          </p:nvSpPr>
          <p:spPr bwMode="auto">
            <a:xfrm>
              <a:off x="3772313" y="4183644"/>
              <a:ext cx="647511" cy="324104"/>
            </a:xfrm>
            <a:prstGeom prst="rect">
              <a:avLst/>
            </a:prstGeom>
            <a:noFill/>
            <a:ln w="9525">
              <a:noFill/>
              <a:miter lim="800000"/>
              <a:headEnd/>
              <a:tailEnd/>
            </a:ln>
          </p:spPr>
          <p:txBody>
            <a:bodyPr>
              <a:spAutoFit/>
            </a:bodyPr>
            <a:lstStyle/>
            <a:p>
              <a:pPr eaLnBrk="1" hangingPunct="1">
                <a:defRPr/>
              </a:pPr>
              <a:r>
                <a:rPr lang="en-US" sz="1050"/>
                <a:t>~WR</a:t>
              </a:r>
              <a:endParaRPr lang="ru-RU" sz="1050"/>
            </a:p>
          </p:txBody>
        </p:sp>
        <p:sp>
          <p:nvSpPr>
            <p:cNvPr id="18682" name="Text Box 312">
              <a:extLst>
                <a:ext uri="{FF2B5EF4-FFF2-40B4-BE49-F238E27FC236}">
                  <a16:creationId xmlns:a16="http://schemas.microsoft.com/office/drawing/2014/main" id="{5A51E885-E139-40D1-85C6-FA523677F0D9}"/>
                </a:ext>
              </a:extLst>
            </p:cNvPr>
            <p:cNvSpPr txBox="1">
              <a:spLocks noChangeArrowheads="1"/>
            </p:cNvSpPr>
            <p:nvPr/>
          </p:nvSpPr>
          <p:spPr bwMode="auto">
            <a:xfrm>
              <a:off x="5762809" y="4197478"/>
              <a:ext cx="647512" cy="326079"/>
            </a:xfrm>
            <a:prstGeom prst="rect">
              <a:avLst/>
            </a:prstGeom>
            <a:noFill/>
            <a:ln w="9525">
              <a:noFill/>
              <a:miter lim="800000"/>
              <a:headEnd/>
              <a:tailEnd/>
            </a:ln>
          </p:spPr>
          <p:txBody>
            <a:bodyPr>
              <a:spAutoFit/>
            </a:bodyPr>
            <a:lstStyle/>
            <a:p>
              <a:pPr eaLnBrk="1" hangingPunct="1">
                <a:defRPr/>
              </a:pPr>
              <a:r>
                <a:rPr lang="en-US" sz="1050"/>
                <a:t>~WR</a:t>
              </a:r>
              <a:endParaRPr lang="ru-RU" sz="1050"/>
            </a:p>
          </p:txBody>
        </p:sp>
        <p:sp>
          <p:nvSpPr>
            <p:cNvPr id="18683" name="Text Box 313">
              <a:extLst>
                <a:ext uri="{FF2B5EF4-FFF2-40B4-BE49-F238E27FC236}">
                  <a16:creationId xmlns:a16="http://schemas.microsoft.com/office/drawing/2014/main" id="{CBE4BA20-F639-4C86-B80D-ED876D32710F}"/>
                </a:ext>
              </a:extLst>
            </p:cNvPr>
            <p:cNvSpPr txBox="1">
              <a:spLocks noChangeArrowheads="1"/>
            </p:cNvSpPr>
            <p:nvPr/>
          </p:nvSpPr>
          <p:spPr bwMode="auto">
            <a:xfrm>
              <a:off x="5762809" y="5721159"/>
              <a:ext cx="647512" cy="326080"/>
            </a:xfrm>
            <a:prstGeom prst="rect">
              <a:avLst/>
            </a:prstGeom>
            <a:noFill/>
            <a:ln w="9525">
              <a:noFill/>
              <a:miter lim="800000"/>
              <a:headEnd/>
              <a:tailEnd/>
            </a:ln>
          </p:spPr>
          <p:txBody>
            <a:bodyPr>
              <a:spAutoFit/>
            </a:bodyPr>
            <a:lstStyle/>
            <a:p>
              <a:pPr eaLnBrk="1" hangingPunct="1">
                <a:defRPr/>
              </a:pPr>
              <a:r>
                <a:rPr lang="en-US" sz="1050"/>
                <a:t>~WR</a:t>
              </a:r>
              <a:endParaRPr lang="ru-RU" sz="1050"/>
            </a:p>
          </p:txBody>
        </p:sp>
        <p:sp>
          <p:nvSpPr>
            <p:cNvPr id="18684" name="Text Box 314">
              <a:extLst>
                <a:ext uri="{FF2B5EF4-FFF2-40B4-BE49-F238E27FC236}">
                  <a16:creationId xmlns:a16="http://schemas.microsoft.com/office/drawing/2014/main" id="{57CF4706-4CBB-49BA-84AE-3AAE9F157B22}"/>
                </a:ext>
              </a:extLst>
            </p:cNvPr>
            <p:cNvSpPr txBox="1">
              <a:spLocks noChangeArrowheads="1"/>
            </p:cNvSpPr>
            <p:nvPr/>
          </p:nvSpPr>
          <p:spPr bwMode="auto">
            <a:xfrm>
              <a:off x="3737262" y="5703374"/>
              <a:ext cx="647512" cy="326079"/>
            </a:xfrm>
            <a:prstGeom prst="rect">
              <a:avLst/>
            </a:prstGeom>
            <a:noFill/>
            <a:ln w="9525">
              <a:noFill/>
              <a:miter lim="800000"/>
              <a:headEnd/>
              <a:tailEnd/>
            </a:ln>
          </p:spPr>
          <p:txBody>
            <a:bodyPr>
              <a:spAutoFit/>
            </a:bodyPr>
            <a:lstStyle/>
            <a:p>
              <a:pPr eaLnBrk="1" hangingPunct="1">
                <a:defRPr/>
              </a:pPr>
              <a:r>
                <a:rPr lang="en-US" sz="1050"/>
                <a:t>~WR</a:t>
              </a:r>
              <a:endParaRPr lang="ru-RU" sz="1050"/>
            </a:p>
          </p:txBody>
        </p:sp>
        <p:sp>
          <p:nvSpPr>
            <p:cNvPr id="18685" name="Text Box 315">
              <a:extLst>
                <a:ext uri="{FF2B5EF4-FFF2-40B4-BE49-F238E27FC236}">
                  <a16:creationId xmlns:a16="http://schemas.microsoft.com/office/drawing/2014/main" id="{7A8504B0-08AC-46A0-B864-80DB6BAE510F}"/>
                </a:ext>
              </a:extLst>
            </p:cNvPr>
            <p:cNvSpPr txBox="1">
              <a:spLocks noChangeArrowheads="1"/>
            </p:cNvSpPr>
            <p:nvPr/>
          </p:nvSpPr>
          <p:spPr bwMode="auto">
            <a:xfrm>
              <a:off x="5731449" y="1191614"/>
              <a:ext cx="647511" cy="326080"/>
            </a:xfrm>
            <a:prstGeom prst="rect">
              <a:avLst/>
            </a:prstGeom>
            <a:noFill/>
            <a:ln w="9525">
              <a:noFill/>
              <a:miter lim="800000"/>
              <a:headEnd/>
              <a:tailEnd/>
            </a:ln>
          </p:spPr>
          <p:txBody>
            <a:bodyPr>
              <a:spAutoFit/>
            </a:bodyPr>
            <a:lstStyle/>
            <a:p>
              <a:pPr eaLnBrk="1" hangingPunct="1">
                <a:defRPr/>
              </a:pPr>
              <a:r>
                <a:rPr lang="en-US" sz="1050"/>
                <a:t>~WR</a:t>
              </a:r>
              <a:endParaRPr lang="ru-RU" sz="1050"/>
            </a:p>
          </p:txBody>
        </p:sp>
        <p:sp>
          <p:nvSpPr>
            <p:cNvPr id="18686" name="Text Box 316">
              <a:extLst>
                <a:ext uri="{FF2B5EF4-FFF2-40B4-BE49-F238E27FC236}">
                  <a16:creationId xmlns:a16="http://schemas.microsoft.com/office/drawing/2014/main" id="{AEF38AAC-A786-43D8-8B3E-79A28A75EB98}"/>
                </a:ext>
              </a:extLst>
            </p:cNvPr>
            <p:cNvSpPr txBox="1">
              <a:spLocks noChangeArrowheads="1"/>
            </p:cNvSpPr>
            <p:nvPr/>
          </p:nvSpPr>
          <p:spPr bwMode="auto">
            <a:xfrm>
              <a:off x="3737262" y="1555242"/>
              <a:ext cx="647512" cy="537538"/>
            </a:xfrm>
            <a:prstGeom prst="rect">
              <a:avLst/>
            </a:prstGeom>
            <a:noFill/>
            <a:ln w="9525">
              <a:noFill/>
              <a:miter lim="800000"/>
              <a:headEnd/>
              <a:tailEnd/>
            </a:ln>
          </p:spPr>
          <p:txBody>
            <a:bodyPr>
              <a:spAutoFit/>
            </a:bodyPr>
            <a:lstStyle/>
            <a:p>
              <a:pPr eaLnBrk="1" hangingPunct="1">
                <a:defRPr/>
              </a:pPr>
              <a:r>
                <a:rPr lang="en-US" sz="1050"/>
                <a:t>~RD</a:t>
              </a:r>
              <a:endParaRPr lang="ru-RU" sz="1050"/>
            </a:p>
            <a:p>
              <a:pPr eaLnBrk="1" hangingPunct="1">
                <a:defRPr/>
              </a:pPr>
              <a:endParaRPr lang="ru-RU" sz="1050"/>
            </a:p>
          </p:txBody>
        </p:sp>
        <p:sp>
          <p:nvSpPr>
            <p:cNvPr id="18687" name="Text Box 317">
              <a:extLst>
                <a:ext uri="{FF2B5EF4-FFF2-40B4-BE49-F238E27FC236}">
                  <a16:creationId xmlns:a16="http://schemas.microsoft.com/office/drawing/2014/main" id="{D2EAB2BA-129C-445F-8F26-573B171EA1AD}"/>
                </a:ext>
              </a:extLst>
            </p:cNvPr>
            <p:cNvSpPr txBox="1">
              <a:spLocks noChangeArrowheads="1"/>
            </p:cNvSpPr>
            <p:nvPr/>
          </p:nvSpPr>
          <p:spPr bwMode="auto">
            <a:xfrm>
              <a:off x="5766499" y="1571052"/>
              <a:ext cx="649356" cy="326080"/>
            </a:xfrm>
            <a:prstGeom prst="rect">
              <a:avLst/>
            </a:prstGeom>
            <a:noFill/>
            <a:ln w="9525">
              <a:noFill/>
              <a:miter lim="800000"/>
              <a:headEnd/>
              <a:tailEnd/>
            </a:ln>
          </p:spPr>
          <p:txBody>
            <a:bodyPr>
              <a:spAutoFit/>
            </a:bodyPr>
            <a:lstStyle/>
            <a:p>
              <a:pPr eaLnBrk="1" hangingPunct="1">
                <a:defRPr/>
              </a:pPr>
              <a:r>
                <a:rPr lang="en-US" sz="1050"/>
                <a:t>~RD</a:t>
              </a:r>
              <a:endParaRPr lang="ru-RU" sz="1050"/>
            </a:p>
          </p:txBody>
        </p:sp>
        <p:sp>
          <p:nvSpPr>
            <p:cNvPr id="18688" name="Text Box 318">
              <a:extLst>
                <a:ext uri="{FF2B5EF4-FFF2-40B4-BE49-F238E27FC236}">
                  <a16:creationId xmlns:a16="http://schemas.microsoft.com/office/drawing/2014/main" id="{E7154A15-E3B7-4FED-BBCD-A707A4C09BF5}"/>
                </a:ext>
              </a:extLst>
            </p:cNvPr>
            <p:cNvSpPr txBox="1">
              <a:spLocks noChangeArrowheads="1"/>
            </p:cNvSpPr>
            <p:nvPr/>
          </p:nvSpPr>
          <p:spPr bwMode="auto">
            <a:xfrm>
              <a:off x="5781257" y="3082878"/>
              <a:ext cx="647512" cy="326079"/>
            </a:xfrm>
            <a:prstGeom prst="rect">
              <a:avLst/>
            </a:prstGeom>
            <a:noFill/>
            <a:ln w="9525">
              <a:noFill/>
              <a:miter lim="800000"/>
              <a:headEnd/>
              <a:tailEnd/>
            </a:ln>
          </p:spPr>
          <p:txBody>
            <a:bodyPr>
              <a:spAutoFit/>
            </a:bodyPr>
            <a:lstStyle/>
            <a:p>
              <a:pPr eaLnBrk="1" hangingPunct="1">
                <a:defRPr/>
              </a:pPr>
              <a:r>
                <a:rPr lang="en-US" sz="1050"/>
                <a:t>~RD</a:t>
              </a:r>
              <a:endParaRPr lang="ru-RU" sz="1050"/>
            </a:p>
          </p:txBody>
        </p:sp>
        <p:sp>
          <p:nvSpPr>
            <p:cNvPr id="18689" name="Text Box 319">
              <a:extLst>
                <a:ext uri="{FF2B5EF4-FFF2-40B4-BE49-F238E27FC236}">
                  <a16:creationId xmlns:a16="http://schemas.microsoft.com/office/drawing/2014/main" id="{452554D3-AADB-447D-A45F-7DFB341721E8}"/>
                </a:ext>
              </a:extLst>
            </p:cNvPr>
            <p:cNvSpPr txBox="1">
              <a:spLocks noChangeArrowheads="1"/>
            </p:cNvSpPr>
            <p:nvPr/>
          </p:nvSpPr>
          <p:spPr bwMode="auto">
            <a:xfrm>
              <a:off x="3781536" y="3082878"/>
              <a:ext cx="647512" cy="326079"/>
            </a:xfrm>
            <a:prstGeom prst="rect">
              <a:avLst/>
            </a:prstGeom>
            <a:noFill/>
            <a:ln w="9525">
              <a:noFill/>
              <a:miter lim="800000"/>
              <a:headEnd/>
              <a:tailEnd/>
            </a:ln>
          </p:spPr>
          <p:txBody>
            <a:bodyPr>
              <a:spAutoFit/>
            </a:bodyPr>
            <a:lstStyle/>
            <a:p>
              <a:pPr eaLnBrk="1" hangingPunct="1">
                <a:defRPr/>
              </a:pPr>
              <a:r>
                <a:rPr lang="en-US" sz="1050"/>
                <a:t>~RD</a:t>
              </a:r>
              <a:endParaRPr lang="ru-RU" sz="1050"/>
            </a:p>
          </p:txBody>
        </p:sp>
        <p:sp>
          <p:nvSpPr>
            <p:cNvPr id="18690" name="Text Box 320">
              <a:extLst>
                <a:ext uri="{FF2B5EF4-FFF2-40B4-BE49-F238E27FC236}">
                  <a16:creationId xmlns:a16="http://schemas.microsoft.com/office/drawing/2014/main" id="{BE8FF7FD-21FE-46EE-95AA-EF0B142A4809}"/>
                </a:ext>
              </a:extLst>
            </p:cNvPr>
            <p:cNvSpPr txBox="1">
              <a:spLocks noChangeArrowheads="1"/>
            </p:cNvSpPr>
            <p:nvPr/>
          </p:nvSpPr>
          <p:spPr bwMode="auto">
            <a:xfrm>
              <a:off x="3764934" y="4624346"/>
              <a:ext cx="647511" cy="326079"/>
            </a:xfrm>
            <a:prstGeom prst="rect">
              <a:avLst/>
            </a:prstGeom>
            <a:noFill/>
            <a:ln w="9525">
              <a:noFill/>
              <a:miter lim="800000"/>
              <a:headEnd/>
              <a:tailEnd/>
            </a:ln>
          </p:spPr>
          <p:txBody>
            <a:bodyPr>
              <a:spAutoFit/>
            </a:bodyPr>
            <a:lstStyle/>
            <a:p>
              <a:pPr eaLnBrk="1" hangingPunct="1">
                <a:defRPr/>
              </a:pPr>
              <a:r>
                <a:rPr lang="en-US" sz="1050"/>
                <a:t>~RD</a:t>
              </a:r>
              <a:endParaRPr lang="ru-RU" sz="1050"/>
            </a:p>
          </p:txBody>
        </p:sp>
        <p:sp>
          <p:nvSpPr>
            <p:cNvPr id="18691" name="Text Box 321">
              <a:extLst>
                <a:ext uri="{FF2B5EF4-FFF2-40B4-BE49-F238E27FC236}">
                  <a16:creationId xmlns:a16="http://schemas.microsoft.com/office/drawing/2014/main" id="{9819E8F7-FE40-4668-BEA3-B026D835715E}"/>
                </a:ext>
              </a:extLst>
            </p:cNvPr>
            <p:cNvSpPr txBox="1">
              <a:spLocks noChangeArrowheads="1"/>
            </p:cNvSpPr>
            <p:nvPr/>
          </p:nvSpPr>
          <p:spPr bwMode="auto">
            <a:xfrm>
              <a:off x="5781257" y="4610512"/>
              <a:ext cx="647512" cy="326080"/>
            </a:xfrm>
            <a:prstGeom prst="rect">
              <a:avLst/>
            </a:prstGeom>
            <a:noFill/>
            <a:ln w="9525">
              <a:noFill/>
              <a:miter lim="800000"/>
              <a:headEnd/>
              <a:tailEnd/>
            </a:ln>
          </p:spPr>
          <p:txBody>
            <a:bodyPr>
              <a:spAutoFit/>
            </a:bodyPr>
            <a:lstStyle/>
            <a:p>
              <a:pPr eaLnBrk="1" hangingPunct="1">
                <a:defRPr/>
              </a:pPr>
              <a:r>
                <a:rPr lang="en-US" sz="1050"/>
                <a:t>~RD</a:t>
              </a:r>
              <a:endParaRPr lang="ru-RU" sz="1050"/>
            </a:p>
          </p:txBody>
        </p:sp>
        <p:sp>
          <p:nvSpPr>
            <p:cNvPr id="18692" name="Text Box 322">
              <a:extLst>
                <a:ext uri="{FF2B5EF4-FFF2-40B4-BE49-F238E27FC236}">
                  <a16:creationId xmlns:a16="http://schemas.microsoft.com/office/drawing/2014/main" id="{A19A1FA0-EB1B-472E-BA21-382710AD6E2F}"/>
                </a:ext>
              </a:extLst>
            </p:cNvPr>
            <p:cNvSpPr txBox="1">
              <a:spLocks noChangeArrowheads="1"/>
            </p:cNvSpPr>
            <p:nvPr/>
          </p:nvSpPr>
          <p:spPr bwMode="auto">
            <a:xfrm>
              <a:off x="5766499" y="6136170"/>
              <a:ext cx="649356" cy="326080"/>
            </a:xfrm>
            <a:prstGeom prst="rect">
              <a:avLst/>
            </a:prstGeom>
            <a:noFill/>
            <a:ln w="9525">
              <a:noFill/>
              <a:miter lim="800000"/>
              <a:headEnd/>
              <a:tailEnd/>
            </a:ln>
          </p:spPr>
          <p:txBody>
            <a:bodyPr>
              <a:spAutoFit/>
            </a:bodyPr>
            <a:lstStyle/>
            <a:p>
              <a:pPr eaLnBrk="1" hangingPunct="1">
                <a:defRPr/>
              </a:pPr>
              <a:r>
                <a:rPr lang="en-US" sz="1050"/>
                <a:t>~RD</a:t>
              </a:r>
              <a:endParaRPr lang="ru-RU" sz="1050"/>
            </a:p>
          </p:txBody>
        </p:sp>
        <p:sp>
          <p:nvSpPr>
            <p:cNvPr id="18693" name="Text Box 323">
              <a:extLst>
                <a:ext uri="{FF2B5EF4-FFF2-40B4-BE49-F238E27FC236}">
                  <a16:creationId xmlns:a16="http://schemas.microsoft.com/office/drawing/2014/main" id="{7D4B9E86-2EEE-4098-ABC9-3653B5E03534}"/>
                </a:ext>
              </a:extLst>
            </p:cNvPr>
            <p:cNvSpPr txBox="1">
              <a:spLocks noChangeArrowheads="1"/>
            </p:cNvSpPr>
            <p:nvPr/>
          </p:nvSpPr>
          <p:spPr bwMode="auto">
            <a:xfrm>
              <a:off x="3779692" y="6165814"/>
              <a:ext cx="647511" cy="326079"/>
            </a:xfrm>
            <a:prstGeom prst="rect">
              <a:avLst/>
            </a:prstGeom>
            <a:noFill/>
            <a:ln w="9525">
              <a:noFill/>
              <a:miter lim="800000"/>
              <a:headEnd/>
              <a:tailEnd/>
            </a:ln>
          </p:spPr>
          <p:txBody>
            <a:bodyPr>
              <a:spAutoFit/>
            </a:bodyPr>
            <a:lstStyle/>
            <a:p>
              <a:pPr eaLnBrk="1" hangingPunct="1">
                <a:defRPr/>
              </a:pPr>
              <a:r>
                <a:rPr lang="en-US" sz="1050"/>
                <a:t>~RD</a:t>
              </a:r>
              <a:endParaRPr lang="ru-RU" sz="1050"/>
            </a:p>
          </p:txBody>
        </p:sp>
        <p:sp>
          <p:nvSpPr>
            <p:cNvPr id="35076" name="Text Box 324">
              <a:extLst>
                <a:ext uri="{FF2B5EF4-FFF2-40B4-BE49-F238E27FC236}">
                  <a16:creationId xmlns:a16="http://schemas.microsoft.com/office/drawing/2014/main" id="{0E8DB5A2-B5FB-1D48-6579-21057108B7B8}"/>
                </a:ext>
              </a:extLst>
            </p:cNvPr>
            <p:cNvSpPr txBox="1">
              <a:spLocks noChangeArrowheads="1"/>
            </p:cNvSpPr>
            <p:nvPr/>
          </p:nvSpPr>
          <p:spPr bwMode="auto">
            <a:xfrm>
              <a:off x="5187950" y="563564"/>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D0</a:t>
              </a:r>
              <a:endParaRPr lang="ru-RU" altLang="en-US" sz="1100"/>
            </a:p>
          </p:txBody>
        </p:sp>
        <p:sp>
          <p:nvSpPr>
            <p:cNvPr id="35077" name="Text Box 325">
              <a:extLst>
                <a:ext uri="{FF2B5EF4-FFF2-40B4-BE49-F238E27FC236}">
                  <a16:creationId xmlns:a16="http://schemas.microsoft.com/office/drawing/2014/main" id="{99071239-022B-1C8A-C986-D7D3EB026189}"/>
                </a:ext>
              </a:extLst>
            </p:cNvPr>
            <p:cNvSpPr txBox="1">
              <a:spLocks noChangeArrowheads="1"/>
            </p:cNvSpPr>
            <p:nvPr/>
          </p:nvSpPr>
          <p:spPr bwMode="auto">
            <a:xfrm>
              <a:off x="5202238" y="2044699"/>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D0</a:t>
              </a:r>
              <a:endParaRPr lang="ru-RU" altLang="en-US" sz="1100"/>
            </a:p>
          </p:txBody>
        </p:sp>
        <p:sp>
          <p:nvSpPr>
            <p:cNvPr id="35078" name="Text Box 326">
              <a:extLst>
                <a:ext uri="{FF2B5EF4-FFF2-40B4-BE49-F238E27FC236}">
                  <a16:creationId xmlns:a16="http://schemas.microsoft.com/office/drawing/2014/main" id="{4EAD54AF-E6D6-68B0-7962-66EF1C48F0C3}"/>
                </a:ext>
              </a:extLst>
            </p:cNvPr>
            <p:cNvSpPr txBox="1">
              <a:spLocks noChangeArrowheads="1"/>
            </p:cNvSpPr>
            <p:nvPr/>
          </p:nvSpPr>
          <p:spPr bwMode="auto">
            <a:xfrm>
              <a:off x="5216525" y="2303462"/>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D1</a:t>
              </a:r>
              <a:endParaRPr lang="ru-RU" altLang="en-US" sz="1100"/>
            </a:p>
          </p:txBody>
        </p:sp>
        <p:sp>
          <p:nvSpPr>
            <p:cNvPr id="35079" name="Text Box 327">
              <a:extLst>
                <a:ext uri="{FF2B5EF4-FFF2-40B4-BE49-F238E27FC236}">
                  <a16:creationId xmlns:a16="http://schemas.microsoft.com/office/drawing/2014/main" id="{72025F3E-09FF-1016-66AC-21C1BB6CF4CE}"/>
                </a:ext>
              </a:extLst>
            </p:cNvPr>
            <p:cNvSpPr txBox="1">
              <a:spLocks noChangeArrowheads="1"/>
            </p:cNvSpPr>
            <p:nvPr/>
          </p:nvSpPr>
          <p:spPr bwMode="auto">
            <a:xfrm>
              <a:off x="5200650" y="2827338"/>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D7</a:t>
              </a:r>
              <a:endParaRPr lang="ru-RU" altLang="en-US" sz="1100"/>
            </a:p>
          </p:txBody>
        </p:sp>
        <p:sp>
          <p:nvSpPr>
            <p:cNvPr id="35080" name="Text Box 328">
              <a:extLst>
                <a:ext uri="{FF2B5EF4-FFF2-40B4-BE49-F238E27FC236}">
                  <a16:creationId xmlns:a16="http://schemas.microsoft.com/office/drawing/2014/main" id="{034C790D-D6E4-87DC-1963-184345D63A41}"/>
                </a:ext>
              </a:extLst>
            </p:cNvPr>
            <p:cNvSpPr txBox="1">
              <a:spLocks noChangeArrowheads="1"/>
            </p:cNvSpPr>
            <p:nvPr/>
          </p:nvSpPr>
          <p:spPr bwMode="auto">
            <a:xfrm>
              <a:off x="5200650" y="4381499"/>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D7</a:t>
              </a:r>
              <a:endParaRPr lang="ru-RU" altLang="en-US" sz="1100"/>
            </a:p>
          </p:txBody>
        </p:sp>
        <p:sp>
          <p:nvSpPr>
            <p:cNvPr id="35081" name="Text Box 329">
              <a:extLst>
                <a:ext uri="{FF2B5EF4-FFF2-40B4-BE49-F238E27FC236}">
                  <a16:creationId xmlns:a16="http://schemas.microsoft.com/office/drawing/2014/main" id="{3D8DE97D-C82E-8FA4-1172-A24FFBD1D776}"/>
                </a:ext>
              </a:extLst>
            </p:cNvPr>
            <p:cNvSpPr txBox="1">
              <a:spLocks noChangeArrowheads="1"/>
            </p:cNvSpPr>
            <p:nvPr/>
          </p:nvSpPr>
          <p:spPr bwMode="auto">
            <a:xfrm>
              <a:off x="5187950" y="3827463"/>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D1</a:t>
              </a:r>
              <a:endParaRPr lang="ru-RU" altLang="en-US" sz="1100"/>
            </a:p>
          </p:txBody>
        </p:sp>
        <p:sp>
          <p:nvSpPr>
            <p:cNvPr id="35082" name="Text Box 332">
              <a:extLst>
                <a:ext uri="{FF2B5EF4-FFF2-40B4-BE49-F238E27FC236}">
                  <a16:creationId xmlns:a16="http://schemas.microsoft.com/office/drawing/2014/main" id="{5612B884-3269-B24A-9163-54B0680643E7}"/>
                </a:ext>
              </a:extLst>
            </p:cNvPr>
            <p:cNvSpPr txBox="1">
              <a:spLocks noChangeArrowheads="1"/>
            </p:cNvSpPr>
            <p:nvPr/>
          </p:nvSpPr>
          <p:spPr bwMode="auto">
            <a:xfrm>
              <a:off x="5173663" y="3597275"/>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D0</a:t>
              </a:r>
              <a:endParaRPr lang="ru-RU" altLang="en-US" sz="1100"/>
            </a:p>
          </p:txBody>
        </p:sp>
        <p:sp>
          <p:nvSpPr>
            <p:cNvPr id="35083" name="Text Box 333">
              <a:extLst>
                <a:ext uri="{FF2B5EF4-FFF2-40B4-BE49-F238E27FC236}">
                  <a16:creationId xmlns:a16="http://schemas.microsoft.com/office/drawing/2014/main" id="{D97F8E8B-5D06-CD8F-790F-92C203D9159E}"/>
                </a:ext>
              </a:extLst>
            </p:cNvPr>
            <p:cNvSpPr txBox="1">
              <a:spLocks noChangeArrowheads="1"/>
            </p:cNvSpPr>
            <p:nvPr/>
          </p:nvSpPr>
          <p:spPr bwMode="auto">
            <a:xfrm>
              <a:off x="5187950" y="779463"/>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D1</a:t>
              </a:r>
              <a:endParaRPr lang="ru-RU" altLang="en-US" sz="1100"/>
            </a:p>
          </p:txBody>
        </p:sp>
        <p:sp>
          <p:nvSpPr>
            <p:cNvPr id="35084" name="Text Box 336">
              <a:extLst>
                <a:ext uri="{FF2B5EF4-FFF2-40B4-BE49-F238E27FC236}">
                  <a16:creationId xmlns:a16="http://schemas.microsoft.com/office/drawing/2014/main" id="{3406A635-DF0B-2F33-EB61-AB3EF7CE8528}"/>
                </a:ext>
              </a:extLst>
            </p:cNvPr>
            <p:cNvSpPr txBox="1">
              <a:spLocks noChangeArrowheads="1"/>
            </p:cNvSpPr>
            <p:nvPr/>
          </p:nvSpPr>
          <p:spPr bwMode="auto">
            <a:xfrm>
              <a:off x="5172076" y="1331913"/>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D7</a:t>
              </a:r>
              <a:endParaRPr lang="ru-RU" altLang="en-US" sz="1100"/>
            </a:p>
          </p:txBody>
        </p:sp>
        <p:sp>
          <p:nvSpPr>
            <p:cNvPr id="35085" name="Text Box 337">
              <a:extLst>
                <a:ext uri="{FF2B5EF4-FFF2-40B4-BE49-F238E27FC236}">
                  <a16:creationId xmlns:a16="http://schemas.microsoft.com/office/drawing/2014/main" id="{A97C43E2-C5F5-FBFF-1EEE-F4397C519F0E}"/>
                </a:ext>
              </a:extLst>
            </p:cNvPr>
            <p:cNvSpPr txBox="1">
              <a:spLocks noChangeArrowheads="1"/>
            </p:cNvSpPr>
            <p:nvPr/>
          </p:nvSpPr>
          <p:spPr bwMode="auto">
            <a:xfrm>
              <a:off x="5203825" y="5165725"/>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D0</a:t>
              </a:r>
              <a:endParaRPr lang="ru-RU" altLang="en-US" sz="1100"/>
            </a:p>
          </p:txBody>
        </p:sp>
        <p:sp>
          <p:nvSpPr>
            <p:cNvPr id="35086" name="Text Box 338">
              <a:extLst>
                <a:ext uri="{FF2B5EF4-FFF2-40B4-BE49-F238E27FC236}">
                  <a16:creationId xmlns:a16="http://schemas.microsoft.com/office/drawing/2014/main" id="{F95AA154-5C61-B5D1-0500-33BA729987CD}"/>
                </a:ext>
              </a:extLst>
            </p:cNvPr>
            <p:cNvSpPr txBox="1">
              <a:spLocks noChangeArrowheads="1"/>
            </p:cNvSpPr>
            <p:nvPr/>
          </p:nvSpPr>
          <p:spPr bwMode="auto">
            <a:xfrm>
              <a:off x="5218112" y="5380038"/>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D1</a:t>
              </a:r>
              <a:endParaRPr lang="ru-RU" altLang="en-US" sz="1100"/>
            </a:p>
          </p:txBody>
        </p:sp>
        <p:sp>
          <p:nvSpPr>
            <p:cNvPr id="35087" name="Text Box 339">
              <a:extLst>
                <a:ext uri="{FF2B5EF4-FFF2-40B4-BE49-F238E27FC236}">
                  <a16:creationId xmlns:a16="http://schemas.microsoft.com/office/drawing/2014/main" id="{DCF915FB-D499-2C5B-4CF3-64B1FC30C6FB}"/>
                </a:ext>
              </a:extLst>
            </p:cNvPr>
            <p:cNvSpPr txBox="1">
              <a:spLocks noChangeArrowheads="1"/>
            </p:cNvSpPr>
            <p:nvPr/>
          </p:nvSpPr>
          <p:spPr bwMode="auto">
            <a:xfrm>
              <a:off x="5200650" y="5919788"/>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D7</a:t>
              </a:r>
              <a:endParaRPr lang="ru-RU" altLang="en-US" sz="1100"/>
            </a:p>
          </p:txBody>
        </p:sp>
        <p:sp>
          <p:nvSpPr>
            <p:cNvPr id="35088" name="Text Box 340">
              <a:extLst>
                <a:ext uri="{FF2B5EF4-FFF2-40B4-BE49-F238E27FC236}">
                  <a16:creationId xmlns:a16="http://schemas.microsoft.com/office/drawing/2014/main" id="{B2E3A0EA-68FB-DE7D-D18D-1DB5236546B9}"/>
                </a:ext>
              </a:extLst>
            </p:cNvPr>
            <p:cNvSpPr txBox="1">
              <a:spLocks noChangeArrowheads="1"/>
            </p:cNvSpPr>
            <p:nvPr/>
          </p:nvSpPr>
          <p:spPr bwMode="auto">
            <a:xfrm>
              <a:off x="7219950" y="563564"/>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D8</a:t>
              </a:r>
              <a:endParaRPr lang="ru-RU" altLang="en-US" sz="1100"/>
            </a:p>
          </p:txBody>
        </p:sp>
        <p:sp>
          <p:nvSpPr>
            <p:cNvPr id="35089" name="Text Box 341">
              <a:extLst>
                <a:ext uri="{FF2B5EF4-FFF2-40B4-BE49-F238E27FC236}">
                  <a16:creationId xmlns:a16="http://schemas.microsoft.com/office/drawing/2014/main" id="{CF54C6CB-59BF-BD76-DA22-D433D0FCA4EA}"/>
                </a:ext>
              </a:extLst>
            </p:cNvPr>
            <p:cNvSpPr txBox="1">
              <a:spLocks noChangeArrowheads="1"/>
            </p:cNvSpPr>
            <p:nvPr/>
          </p:nvSpPr>
          <p:spPr bwMode="auto">
            <a:xfrm>
              <a:off x="7219950" y="2028825"/>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D8</a:t>
              </a:r>
              <a:endParaRPr lang="ru-RU" altLang="en-US" sz="1100"/>
            </a:p>
          </p:txBody>
        </p:sp>
        <p:sp>
          <p:nvSpPr>
            <p:cNvPr id="35090" name="Text Box 342">
              <a:extLst>
                <a:ext uri="{FF2B5EF4-FFF2-40B4-BE49-F238E27FC236}">
                  <a16:creationId xmlns:a16="http://schemas.microsoft.com/office/drawing/2014/main" id="{EFD71DB0-2D29-5EDD-9ED3-0A798123ED60}"/>
                </a:ext>
              </a:extLst>
            </p:cNvPr>
            <p:cNvSpPr txBox="1">
              <a:spLocks noChangeArrowheads="1"/>
            </p:cNvSpPr>
            <p:nvPr/>
          </p:nvSpPr>
          <p:spPr bwMode="auto">
            <a:xfrm>
              <a:off x="7177088" y="3624263"/>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D8</a:t>
              </a:r>
              <a:endParaRPr lang="ru-RU" altLang="en-US" sz="1100"/>
            </a:p>
          </p:txBody>
        </p:sp>
        <p:sp>
          <p:nvSpPr>
            <p:cNvPr id="35091" name="Text Box 343">
              <a:extLst>
                <a:ext uri="{FF2B5EF4-FFF2-40B4-BE49-F238E27FC236}">
                  <a16:creationId xmlns:a16="http://schemas.microsoft.com/office/drawing/2014/main" id="{78CE9AD6-7598-75B0-0409-677B2D56881B}"/>
                </a:ext>
              </a:extLst>
            </p:cNvPr>
            <p:cNvSpPr txBox="1">
              <a:spLocks noChangeArrowheads="1"/>
            </p:cNvSpPr>
            <p:nvPr/>
          </p:nvSpPr>
          <p:spPr bwMode="auto">
            <a:xfrm>
              <a:off x="7207250" y="5105400"/>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D8</a:t>
              </a:r>
              <a:endParaRPr lang="ru-RU" altLang="en-US" sz="1100"/>
            </a:p>
          </p:txBody>
        </p:sp>
        <p:sp>
          <p:nvSpPr>
            <p:cNvPr id="35092" name="Text Box 344">
              <a:extLst>
                <a:ext uri="{FF2B5EF4-FFF2-40B4-BE49-F238E27FC236}">
                  <a16:creationId xmlns:a16="http://schemas.microsoft.com/office/drawing/2014/main" id="{490CA397-1311-FC32-5FAF-948F5142EC24}"/>
                </a:ext>
              </a:extLst>
            </p:cNvPr>
            <p:cNvSpPr txBox="1">
              <a:spLocks noChangeArrowheads="1"/>
            </p:cNvSpPr>
            <p:nvPr/>
          </p:nvSpPr>
          <p:spPr bwMode="auto">
            <a:xfrm>
              <a:off x="7205663" y="795338"/>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D9</a:t>
              </a:r>
              <a:endParaRPr lang="ru-RU" altLang="en-US" sz="1100"/>
            </a:p>
          </p:txBody>
        </p:sp>
        <p:sp>
          <p:nvSpPr>
            <p:cNvPr id="35093" name="Text Box 345">
              <a:extLst>
                <a:ext uri="{FF2B5EF4-FFF2-40B4-BE49-F238E27FC236}">
                  <a16:creationId xmlns:a16="http://schemas.microsoft.com/office/drawing/2014/main" id="{4CB3719E-E49C-F01A-0D2A-5B2ADEA2B295}"/>
                </a:ext>
              </a:extLst>
            </p:cNvPr>
            <p:cNvSpPr txBox="1">
              <a:spLocks noChangeArrowheads="1"/>
            </p:cNvSpPr>
            <p:nvPr/>
          </p:nvSpPr>
          <p:spPr bwMode="auto">
            <a:xfrm>
              <a:off x="7235825" y="2260600"/>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D9</a:t>
              </a:r>
              <a:endParaRPr lang="ru-RU" altLang="en-US" sz="1100"/>
            </a:p>
          </p:txBody>
        </p:sp>
        <p:sp>
          <p:nvSpPr>
            <p:cNvPr id="35094" name="Text Box 346">
              <a:extLst>
                <a:ext uri="{FF2B5EF4-FFF2-40B4-BE49-F238E27FC236}">
                  <a16:creationId xmlns:a16="http://schemas.microsoft.com/office/drawing/2014/main" id="{A980ED43-F18A-BCE0-5489-BCD632D75590}"/>
                </a:ext>
              </a:extLst>
            </p:cNvPr>
            <p:cNvSpPr txBox="1">
              <a:spLocks noChangeArrowheads="1"/>
            </p:cNvSpPr>
            <p:nvPr/>
          </p:nvSpPr>
          <p:spPr bwMode="auto">
            <a:xfrm>
              <a:off x="7207250" y="3843338"/>
              <a:ext cx="503238"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D9</a:t>
              </a:r>
              <a:endParaRPr lang="ru-RU" altLang="en-US" sz="1100"/>
            </a:p>
          </p:txBody>
        </p:sp>
        <p:sp>
          <p:nvSpPr>
            <p:cNvPr id="35095" name="Text Box 347">
              <a:extLst>
                <a:ext uri="{FF2B5EF4-FFF2-40B4-BE49-F238E27FC236}">
                  <a16:creationId xmlns:a16="http://schemas.microsoft.com/office/drawing/2014/main" id="{E6160C19-FBC4-9D94-F92B-45DFB9C5C7EF}"/>
                </a:ext>
              </a:extLst>
            </p:cNvPr>
            <p:cNvSpPr txBox="1">
              <a:spLocks noChangeArrowheads="1"/>
            </p:cNvSpPr>
            <p:nvPr/>
          </p:nvSpPr>
          <p:spPr bwMode="auto">
            <a:xfrm>
              <a:off x="7221538" y="5351463"/>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D9</a:t>
              </a:r>
              <a:endParaRPr lang="ru-RU" altLang="en-US" sz="1100"/>
            </a:p>
          </p:txBody>
        </p:sp>
        <p:sp>
          <p:nvSpPr>
            <p:cNvPr id="35096" name="Text Box 348">
              <a:extLst>
                <a:ext uri="{FF2B5EF4-FFF2-40B4-BE49-F238E27FC236}">
                  <a16:creationId xmlns:a16="http://schemas.microsoft.com/office/drawing/2014/main" id="{54E23606-5043-D08C-F664-BF72927EAC21}"/>
                </a:ext>
              </a:extLst>
            </p:cNvPr>
            <p:cNvSpPr txBox="1">
              <a:spLocks noChangeArrowheads="1"/>
            </p:cNvSpPr>
            <p:nvPr/>
          </p:nvSpPr>
          <p:spPr bwMode="auto">
            <a:xfrm>
              <a:off x="7219950" y="5918201"/>
              <a:ext cx="708025" cy="30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000"/>
                <a:t>D15</a:t>
              </a:r>
              <a:endParaRPr lang="ru-RU" altLang="en-US" sz="1000"/>
            </a:p>
          </p:txBody>
        </p:sp>
        <p:sp>
          <p:nvSpPr>
            <p:cNvPr id="35097" name="Text Box 350">
              <a:extLst>
                <a:ext uri="{FF2B5EF4-FFF2-40B4-BE49-F238E27FC236}">
                  <a16:creationId xmlns:a16="http://schemas.microsoft.com/office/drawing/2014/main" id="{973BD5DF-87FF-4EF9-3C12-F5E8AB11AE6F}"/>
                </a:ext>
              </a:extLst>
            </p:cNvPr>
            <p:cNvSpPr txBox="1">
              <a:spLocks noChangeArrowheads="1"/>
            </p:cNvSpPr>
            <p:nvPr/>
          </p:nvSpPr>
          <p:spPr bwMode="auto">
            <a:xfrm>
              <a:off x="7164388" y="4365625"/>
              <a:ext cx="708025" cy="30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000"/>
                <a:t>D15</a:t>
              </a:r>
              <a:endParaRPr lang="ru-RU" altLang="en-US" sz="1000"/>
            </a:p>
          </p:txBody>
        </p:sp>
        <p:sp>
          <p:nvSpPr>
            <p:cNvPr id="35098" name="Text Box 351">
              <a:extLst>
                <a:ext uri="{FF2B5EF4-FFF2-40B4-BE49-F238E27FC236}">
                  <a16:creationId xmlns:a16="http://schemas.microsoft.com/office/drawing/2014/main" id="{BD0D55AF-20DA-368B-5040-22057F214525}"/>
                </a:ext>
              </a:extLst>
            </p:cNvPr>
            <p:cNvSpPr txBox="1">
              <a:spLocks noChangeArrowheads="1"/>
            </p:cNvSpPr>
            <p:nvPr/>
          </p:nvSpPr>
          <p:spPr bwMode="auto">
            <a:xfrm>
              <a:off x="7164388" y="2852738"/>
              <a:ext cx="708025" cy="30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000"/>
                <a:t>D15</a:t>
              </a:r>
              <a:endParaRPr lang="ru-RU" altLang="en-US" sz="1000"/>
            </a:p>
          </p:txBody>
        </p:sp>
        <p:sp>
          <p:nvSpPr>
            <p:cNvPr id="35099" name="Text Box 352">
              <a:extLst>
                <a:ext uri="{FF2B5EF4-FFF2-40B4-BE49-F238E27FC236}">
                  <a16:creationId xmlns:a16="http://schemas.microsoft.com/office/drawing/2014/main" id="{B1734CC7-3C3C-6309-4CF4-D95AE53B5BBF}"/>
                </a:ext>
              </a:extLst>
            </p:cNvPr>
            <p:cNvSpPr txBox="1">
              <a:spLocks noChangeArrowheads="1"/>
            </p:cNvSpPr>
            <p:nvPr/>
          </p:nvSpPr>
          <p:spPr bwMode="auto">
            <a:xfrm>
              <a:off x="7192963" y="1370013"/>
              <a:ext cx="708025" cy="30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000"/>
                <a:t>D15</a:t>
              </a:r>
              <a:endParaRPr lang="ru-RU" altLang="en-US" sz="1000"/>
            </a:p>
          </p:txBody>
        </p:sp>
        <p:sp>
          <p:nvSpPr>
            <p:cNvPr id="35100" name="Line 353">
              <a:extLst>
                <a:ext uri="{FF2B5EF4-FFF2-40B4-BE49-F238E27FC236}">
                  <a16:creationId xmlns:a16="http://schemas.microsoft.com/office/drawing/2014/main" id="{116E0678-269E-0B2E-EDAC-D2953CA99A7A}"/>
                </a:ext>
              </a:extLst>
            </p:cNvPr>
            <p:cNvSpPr>
              <a:spLocks noChangeShapeType="1"/>
            </p:cNvSpPr>
            <p:nvPr/>
          </p:nvSpPr>
          <p:spPr bwMode="auto">
            <a:xfrm>
              <a:off x="7596188" y="1916113"/>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01" name="Line 354">
              <a:extLst>
                <a:ext uri="{FF2B5EF4-FFF2-40B4-BE49-F238E27FC236}">
                  <a16:creationId xmlns:a16="http://schemas.microsoft.com/office/drawing/2014/main" id="{B20C9995-233E-20BA-D67F-FF5E40BE44D0}"/>
                </a:ext>
              </a:extLst>
            </p:cNvPr>
            <p:cNvSpPr>
              <a:spLocks noChangeShapeType="1"/>
            </p:cNvSpPr>
            <p:nvPr/>
          </p:nvSpPr>
          <p:spPr bwMode="auto">
            <a:xfrm>
              <a:off x="7610475" y="2192338"/>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02" name="Line 355">
              <a:extLst>
                <a:ext uri="{FF2B5EF4-FFF2-40B4-BE49-F238E27FC236}">
                  <a16:creationId xmlns:a16="http://schemas.microsoft.com/office/drawing/2014/main" id="{631EEA9F-0CA8-5800-56C3-DEBC929D7435}"/>
                </a:ext>
              </a:extLst>
            </p:cNvPr>
            <p:cNvSpPr>
              <a:spLocks noChangeShapeType="1"/>
            </p:cNvSpPr>
            <p:nvPr/>
          </p:nvSpPr>
          <p:spPr bwMode="auto">
            <a:xfrm>
              <a:off x="7624763" y="3395663"/>
              <a:ext cx="360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03" name="Text Box 356">
              <a:extLst>
                <a:ext uri="{FF2B5EF4-FFF2-40B4-BE49-F238E27FC236}">
                  <a16:creationId xmlns:a16="http://schemas.microsoft.com/office/drawing/2014/main" id="{2A4A99AE-C37B-D539-2EF5-9F3526E7C02C}"/>
                </a:ext>
              </a:extLst>
            </p:cNvPr>
            <p:cNvSpPr txBox="1">
              <a:spLocks noChangeArrowheads="1"/>
            </p:cNvSpPr>
            <p:nvPr/>
          </p:nvSpPr>
          <p:spPr bwMode="auto">
            <a:xfrm>
              <a:off x="7961313" y="1722439"/>
              <a:ext cx="503236" cy="325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D0</a:t>
              </a:r>
              <a:endParaRPr lang="ru-RU" altLang="en-US" sz="1100"/>
            </a:p>
          </p:txBody>
        </p:sp>
        <p:sp>
          <p:nvSpPr>
            <p:cNvPr id="35104" name="Text Box 357">
              <a:extLst>
                <a:ext uri="{FF2B5EF4-FFF2-40B4-BE49-F238E27FC236}">
                  <a16:creationId xmlns:a16="http://schemas.microsoft.com/office/drawing/2014/main" id="{D50C5D94-EE4B-2A69-29F3-F3FFE08D1D37}"/>
                </a:ext>
              </a:extLst>
            </p:cNvPr>
            <p:cNvSpPr txBox="1">
              <a:spLocks noChangeArrowheads="1"/>
            </p:cNvSpPr>
            <p:nvPr/>
          </p:nvSpPr>
          <p:spPr bwMode="auto">
            <a:xfrm>
              <a:off x="7956550" y="2001839"/>
              <a:ext cx="503238" cy="325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D1</a:t>
              </a:r>
              <a:endParaRPr lang="ru-RU" altLang="en-US" sz="1100"/>
            </a:p>
          </p:txBody>
        </p:sp>
        <p:sp>
          <p:nvSpPr>
            <p:cNvPr id="35105" name="Text Box 358">
              <a:extLst>
                <a:ext uri="{FF2B5EF4-FFF2-40B4-BE49-F238E27FC236}">
                  <a16:creationId xmlns:a16="http://schemas.microsoft.com/office/drawing/2014/main" id="{27E4800B-2C2B-BCFD-2393-9E4D502FD11F}"/>
                </a:ext>
              </a:extLst>
            </p:cNvPr>
            <p:cNvSpPr txBox="1">
              <a:spLocks noChangeArrowheads="1"/>
            </p:cNvSpPr>
            <p:nvPr/>
          </p:nvSpPr>
          <p:spPr bwMode="auto">
            <a:xfrm>
              <a:off x="8013701" y="3265286"/>
              <a:ext cx="661987" cy="325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D15</a:t>
              </a:r>
              <a:endParaRPr lang="ru-RU" altLang="en-US" sz="110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a:extLst>
              <a:ext uri="{FF2B5EF4-FFF2-40B4-BE49-F238E27FC236}">
                <a16:creationId xmlns:a16="http://schemas.microsoft.com/office/drawing/2014/main" id="{0ACA391C-7266-A64C-EADA-443F229CFF50}"/>
              </a:ext>
            </a:extLst>
          </p:cNvPr>
          <p:cNvSpPr>
            <a:spLocks noGrp="1" noChangeArrowheads="1"/>
          </p:cNvSpPr>
          <p:nvPr>
            <p:ph type="title"/>
          </p:nvPr>
        </p:nvSpPr>
        <p:spPr/>
        <p:txBody>
          <a:bodyPr/>
          <a:lstStyle/>
          <a:p>
            <a:r>
              <a:rPr lang="en-US" altLang="en-US"/>
              <a:t>Asynchronous RAM </a:t>
            </a:r>
            <a:r>
              <a:rPr lang="ru-RU" altLang="en-US"/>
              <a:t>64</a:t>
            </a:r>
            <a:r>
              <a:rPr lang="ru-RU" altLang="en-US">
                <a:sym typeface="Symbol" panose="05050102010706020507" pitchFamily="18" charset="2"/>
              </a:rPr>
              <a:t></a:t>
            </a:r>
            <a:r>
              <a:rPr lang="ru-RU" altLang="en-US"/>
              <a:t>8</a:t>
            </a:r>
            <a:r>
              <a:rPr lang="en-US" altLang="en-US"/>
              <a:t> bit </a:t>
            </a:r>
            <a:endParaRPr lang="ru-RU" altLang="en-US"/>
          </a:p>
        </p:txBody>
      </p:sp>
      <p:sp>
        <p:nvSpPr>
          <p:cNvPr id="35843" name="Content Placeholder 6">
            <a:extLst>
              <a:ext uri="{FF2B5EF4-FFF2-40B4-BE49-F238E27FC236}">
                <a16:creationId xmlns:a16="http://schemas.microsoft.com/office/drawing/2014/main" id="{B55FC3F9-0905-ECE8-2BEE-A4066E33E1FC}"/>
              </a:ext>
            </a:extLst>
          </p:cNvPr>
          <p:cNvSpPr>
            <a:spLocks noGrp="1" noChangeArrowheads="1"/>
          </p:cNvSpPr>
          <p:nvPr>
            <p:ph type="body" sz="quarter" idx="10"/>
          </p:nvPr>
        </p:nvSpPr>
        <p:spPr/>
        <p:txBody>
          <a:bodyPr/>
          <a:lstStyle/>
          <a:p>
            <a:pPr>
              <a:spcBef>
                <a:spcPct val="0"/>
              </a:spcBef>
              <a:buFont typeface="Wingdings" panose="05000000000000000000" pitchFamily="2" charset="2"/>
              <a:buNone/>
            </a:pPr>
            <a:r>
              <a:rPr lang="en-US" altLang="en-US" sz="2000" b="1"/>
              <a:t>module</a:t>
            </a:r>
            <a:r>
              <a:rPr lang="en-US" altLang="en-US" sz="2000"/>
              <a:t> memory (cs, addr, data_in, data_out, we);</a:t>
            </a:r>
          </a:p>
          <a:p>
            <a:pPr>
              <a:spcBef>
                <a:spcPct val="0"/>
              </a:spcBef>
              <a:buFont typeface="Wingdings" panose="05000000000000000000" pitchFamily="2" charset="2"/>
              <a:buNone/>
            </a:pPr>
            <a:r>
              <a:rPr lang="en-US" altLang="en-US" sz="2000" b="1"/>
              <a:t>input</a:t>
            </a:r>
            <a:r>
              <a:rPr lang="en-US" altLang="en-US" sz="2000"/>
              <a:t>      cs, we; //chip select, write enable/read enable</a:t>
            </a:r>
          </a:p>
          <a:p>
            <a:pPr>
              <a:spcBef>
                <a:spcPct val="0"/>
              </a:spcBef>
              <a:buFont typeface="Wingdings" panose="05000000000000000000" pitchFamily="2" charset="2"/>
              <a:buNone/>
            </a:pPr>
            <a:r>
              <a:rPr lang="en-US" altLang="en-US" sz="2000" b="1"/>
              <a:t>input</a:t>
            </a:r>
            <a:r>
              <a:rPr lang="en-US" altLang="en-US" sz="2000"/>
              <a:t> [7:0] data_in;</a:t>
            </a:r>
          </a:p>
          <a:p>
            <a:pPr>
              <a:spcBef>
                <a:spcPct val="0"/>
              </a:spcBef>
              <a:buFont typeface="Wingdings" panose="05000000000000000000" pitchFamily="2" charset="2"/>
              <a:buNone/>
            </a:pPr>
            <a:r>
              <a:rPr lang="en-US" altLang="en-US" sz="2000" b="1"/>
              <a:t>input</a:t>
            </a:r>
            <a:r>
              <a:rPr lang="en-US" altLang="en-US" sz="2000"/>
              <a:t> [5:0] addr; </a:t>
            </a:r>
          </a:p>
          <a:p>
            <a:pPr>
              <a:spcBef>
                <a:spcPct val="0"/>
              </a:spcBef>
              <a:buFont typeface="Wingdings" panose="05000000000000000000" pitchFamily="2" charset="2"/>
              <a:buNone/>
            </a:pPr>
            <a:r>
              <a:rPr lang="en-US" altLang="en-US" sz="2000" b="1"/>
              <a:t>output</a:t>
            </a:r>
            <a:r>
              <a:rPr lang="en-US" altLang="en-US" sz="2000"/>
              <a:t> reg [7:0] data_out;</a:t>
            </a:r>
          </a:p>
          <a:p>
            <a:pPr>
              <a:spcBef>
                <a:spcPct val="0"/>
              </a:spcBef>
              <a:buFont typeface="Wingdings" panose="05000000000000000000" pitchFamily="2" charset="2"/>
              <a:buNone/>
            </a:pPr>
            <a:r>
              <a:rPr lang="en-US" altLang="en-US" sz="2000" b="1"/>
              <a:t>reg</a:t>
            </a:r>
            <a:r>
              <a:rPr lang="en-US" altLang="en-US" sz="2000"/>
              <a:t> [7:0] mem[0:63];  // 64</a:t>
            </a:r>
            <a:r>
              <a:rPr lang="en-US" altLang="en-US" sz="2000">
                <a:sym typeface="Symbol" panose="05050102010706020507" pitchFamily="18" charset="2"/>
              </a:rPr>
              <a:t></a:t>
            </a:r>
            <a:r>
              <a:rPr lang="en-US" altLang="en-US" sz="2000"/>
              <a:t>8 memory</a:t>
            </a:r>
          </a:p>
          <a:p>
            <a:pPr>
              <a:spcBef>
                <a:spcPct val="0"/>
              </a:spcBef>
              <a:buFont typeface="Wingdings" panose="05000000000000000000" pitchFamily="2" charset="2"/>
              <a:buNone/>
            </a:pPr>
            <a:r>
              <a:rPr lang="en-US" altLang="en-US" sz="2000" b="1"/>
              <a:t>always</a:t>
            </a:r>
            <a:r>
              <a:rPr lang="en-US" altLang="en-US" sz="2000"/>
              <a:t> @(data_in or cs or addr or we)</a:t>
            </a:r>
          </a:p>
          <a:p>
            <a:pPr>
              <a:spcBef>
                <a:spcPct val="0"/>
              </a:spcBef>
              <a:buFont typeface="Wingdings" panose="05000000000000000000" pitchFamily="2" charset="2"/>
              <a:buNone/>
            </a:pPr>
            <a:r>
              <a:rPr lang="en-US" altLang="en-US" sz="2000" b="1"/>
              <a:t>if</a:t>
            </a:r>
            <a:r>
              <a:rPr lang="en-US" altLang="en-US" sz="2000"/>
              <a:t> (cs)</a:t>
            </a:r>
          </a:p>
          <a:p>
            <a:pPr>
              <a:spcBef>
                <a:spcPct val="0"/>
              </a:spcBef>
              <a:buFont typeface="Wingdings" panose="05000000000000000000" pitchFamily="2" charset="2"/>
              <a:buNone/>
            </a:pPr>
            <a:r>
              <a:rPr lang="en-US" altLang="en-US" sz="2000"/>
              <a:t>	</a:t>
            </a:r>
            <a:r>
              <a:rPr lang="en-US" altLang="en-US" sz="2000" b="1"/>
              <a:t>if</a:t>
            </a:r>
            <a:r>
              <a:rPr lang="en-US" altLang="en-US" sz="2000"/>
              <a:t> (!we) mem[addr] = data_in; // write</a:t>
            </a:r>
          </a:p>
          <a:p>
            <a:pPr>
              <a:spcBef>
                <a:spcPct val="0"/>
              </a:spcBef>
              <a:buFont typeface="Wingdings" panose="05000000000000000000" pitchFamily="2" charset="2"/>
              <a:buNone/>
            </a:pPr>
            <a:r>
              <a:rPr lang="en-US" altLang="en-US" sz="2000"/>
              <a:t>	</a:t>
            </a:r>
            <a:r>
              <a:rPr lang="en-US" altLang="en-US" sz="2000" b="1"/>
              <a:t>else</a:t>
            </a:r>
            <a:r>
              <a:rPr lang="en-US" altLang="en-US" sz="2000"/>
              <a:t> data_out= mem[addr];   // read</a:t>
            </a:r>
          </a:p>
          <a:p>
            <a:pPr>
              <a:spcBef>
                <a:spcPct val="0"/>
              </a:spcBef>
              <a:buFont typeface="Wingdings" panose="05000000000000000000" pitchFamily="2" charset="2"/>
              <a:buNone/>
            </a:pPr>
            <a:r>
              <a:rPr lang="en-US" altLang="en-US" sz="2000" b="1"/>
              <a:t>endmodule</a:t>
            </a:r>
          </a:p>
          <a:p>
            <a:pPr>
              <a:spcBef>
                <a:spcPct val="0"/>
              </a:spcBef>
              <a:buFont typeface="Wingdings" panose="05000000000000000000" pitchFamily="2" charset="2"/>
              <a:buNone/>
            </a:pPr>
            <a:r>
              <a:rPr lang="en-US" altLang="en-US" sz="2000">
                <a:solidFill>
                  <a:srgbClr val="0000FF"/>
                </a:solidFill>
              </a:rPr>
              <a:t>data_in and data_out </a:t>
            </a:r>
            <a:r>
              <a:rPr lang="ru-RU" altLang="en-US" sz="2000">
                <a:solidFill>
                  <a:srgbClr val="0000FF"/>
                </a:solidFill>
              </a:rPr>
              <a:t> </a:t>
            </a:r>
            <a:r>
              <a:rPr lang="en-US" altLang="en-US" sz="2000">
                <a:solidFill>
                  <a:srgbClr val="0000FF"/>
                </a:solidFill>
              </a:rPr>
              <a:t>are separated</a:t>
            </a:r>
            <a:endParaRPr lang="ru-RU" altLang="en-US" sz="2000">
              <a:solidFill>
                <a:srgbClr val="0000FF"/>
              </a:solidFill>
            </a:endParaRPr>
          </a:p>
          <a:p>
            <a:pPr>
              <a:spcBef>
                <a:spcPct val="0"/>
              </a:spcBef>
              <a:buFont typeface="Wingdings" panose="05000000000000000000" pitchFamily="2" charset="2"/>
              <a:buNone/>
            </a:pPr>
            <a:endParaRPr lang="ru-RU" altLang="en-US" sz="2000"/>
          </a:p>
          <a:p>
            <a:pPr>
              <a:spcBef>
                <a:spcPct val="0"/>
              </a:spcBef>
              <a:buFont typeface="Wingdings" panose="05000000000000000000" pitchFamily="2" charset="2"/>
              <a:buNone/>
            </a:pPr>
            <a:endParaRPr lang="en-US" altLang="en-US"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EE31A85E-9E43-8723-A51E-C686D200FCD3}"/>
              </a:ext>
            </a:extLst>
          </p:cNvPr>
          <p:cNvSpPr>
            <a:spLocks noGrp="1" noChangeArrowheads="1"/>
          </p:cNvSpPr>
          <p:nvPr>
            <p:ph type="title"/>
          </p:nvPr>
        </p:nvSpPr>
        <p:spPr/>
        <p:txBody>
          <a:bodyPr/>
          <a:lstStyle/>
          <a:p>
            <a:r>
              <a:rPr lang="en-US" altLang="en-US"/>
              <a:t>RAM in System Verilog</a:t>
            </a:r>
            <a:endParaRPr lang="en-GB" altLang="en-US"/>
          </a:p>
        </p:txBody>
      </p:sp>
      <p:sp>
        <p:nvSpPr>
          <p:cNvPr id="36867" name="TextBox 2">
            <a:extLst>
              <a:ext uri="{FF2B5EF4-FFF2-40B4-BE49-F238E27FC236}">
                <a16:creationId xmlns:a16="http://schemas.microsoft.com/office/drawing/2014/main" id="{28D1379B-B142-8AA2-D37C-189E2FEB055C}"/>
              </a:ext>
            </a:extLst>
          </p:cNvPr>
          <p:cNvSpPr txBox="1">
            <a:spLocks noChangeArrowheads="1"/>
          </p:cNvSpPr>
          <p:nvPr/>
        </p:nvSpPr>
        <p:spPr bwMode="auto">
          <a:xfrm>
            <a:off x="2024063" y="1714501"/>
            <a:ext cx="7072312"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en-US" sz="2000" b="1"/>
              <a:t>module</a:t>
            </a:r>
            <a:r>
              <a:rPr lang="pt-BR" altLang="en-US" sz="2000"/>
              <a:t> ram #(parameter N = 6, M = 32)</a:t>
            </a:r>
          </a:p>
          <a:p>
            <a:pPr eaLnBrk="1" hangingPunct="1"/>
            <a:r>
              <a:rPr lang="en-GB" altLang="en-US" sz="2000"/>
              <a:t>(input logic clk,</a:t>
            </a:r>
          </a:p>
          <a:p>
            <a:pPr eaLnBrk="1" hangingPunct="1"/>
            <a:r>
              <a:rPr lang="en-GB" altLang="en-US" sz="2000"/>
              <a:t>input logic we,</a:t>
            </a:r>
          </a:p>
          <a:p>
            <a:pPr eaLnBrk="1" hangingPunct="1"/>
            <a:r>
              <a:rPr lang="en-GB" altLang="en-US" sz="2000"/>
              <a:t>input logic [N–1:0] addr;</a:t>
            </a:r>
          </a:p>
          <a:p>
            <a:pPr eaLnBrk="1" hangingPunct="1"/>
            <a:r>
              <a:rPr lang="en-GB" altLang="en-US" sz="2000"/>
              <a:t>input logic [M–1:0] din;</a:t>
            </a:r>
          </a:p>
          <a:p>
            <a:pPr eaLnBrk="1" hangingPunct="1"/>
            <a:r>
              <a:rPr lang="en-GB" altLang="en-US" sz="2000"/>
              <a:t>output logic [M–1:0] dout);</a:t>
            </a:r>
          </a:p>
          <a:p>
            <a:pPr eaLnBrk="1" hangingPunct="1"/>
            <a:r>
              <a:rPr lang="pt-BR" altLang="en-US" sz="2000"/>
              <a:t>logic [M–1:0] mem [2**N–1:0];</a:t>
            </a:r>
          </a:p>
          <a:p>
            <a:pPr eaLnBrk="1" hangingPunct="1"/>
            <a:r>
              <a:rPr lang="en-GB" altLang="en-US" sz="2000"/>
              <a:t>always_ff @(posedge clk)</a:t>
            </a:r>
          </a:p>
          <a:p>
            <a:pPr eaLnBrk="1" hangingPunct="1"/>
            <a:r>
              <a:rPr lang="en-GB" altLang="en-US" sz="2000"/>
              <a:t>if (we) mem [addr] &lt;= din;</a:t>
            </a:r>
          </a:p>
          <a:p>
            <a:pPr eaLnBrk="1" hangingPunct="1"/>
            <a:r>
              <a:rPr lang="en-GB" altLang="en-US" sz="2000"/>
              <a:t>assign dout = mem[addr];</a:t>
            </a:r>
          </a:p>
          <a:p>
            <a:pPr eaLnBrk="1" hangingPunct="1"/>
            <a:r>
              <a:rPr lang="en-US" altLang="en-US" sz="2000" b="1"/>
              <a:t>endmodule</a:t>
            </a:r>
            <a:endParaRPr lang="en-GB" altLang="en-US" sz="2000"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a:extLst>
              <a:ext uri="{FF2B5EF4-FFF2-40B4-BE49-F238E27FC236}">
                <a16:creationId xmlns:a16="http://schemas.microsoft.com/office/drawing/2014/main" id="{027088B1-0E34-948A-B485-D645BCA1BEC1}"/>
              </a:ext>
            </a:extLst>
          </p:cNvPr>
          <p:cNvSpPr>
            <a:spLocks noGrp="1" noChangeArrowheads="1"/>
          </p:cNvSpPr>
          <p:nvPr>
            <p:ph type="title"/>
          </p:nvPr>
        </p:nvSpPr>
        <p:spPr/>
        <p:txBody>
          <a:bodyPr/>
          <a:lstStyle/>
          <a:p>
            <a:r>
              <a:rPr lang="en-US" altLang="en-US"/>
              <a:t>Synchronous SRAM </a:t>
            </a:r>
            <a:endParaRPr lang="ru-RU" altLang="en-US"/>
          </a:p>
        </p:txBody>
      </p:sp>
      <p:grpSp>
        <p:nvGrpSpPr>
          <p:cNvPr id="37891" name="Group 63">
            <a:extLst>
              <a:ext uri="{FF2B5EF4-FFF2-40B4-BE49-F238E27FC236}">
                <a16:creationId xmlns:a16="http://schemas.microsoft.com/office/drawing/2014/main" id="{53B64964-DBE6-0664-543F-965B544E49F9}"/>
              </a:ext>
            </a:extLst>
          </p:cNvPr>
          <p:cNvGrpSpPr>
            <a:grpSpLocks/>
          </p:cNvGrpSpPr>
          <p:nvPr/>
        </p:nvGrpSpPr>
        <p:grpSpPr bwMode="auto">
          <a:xfrm>
            <a:off x="2622550" y="1143001"/>
            <a:ext cx="5830888" cy="4117975"/>
            <a:chOff x="1098550" y="1143000"/>
            <a:chExt cx="5830888" cy="4117975"/>
          </a:xfrm>
        </p:grpSpPr>
        <p:sp>
          <p:nvSpPr>
            <p:cNvPr id="31748" name="Text Box 6">
              <a:extLst>
                <a:ext uri="{FF2B5EF4-FFF2-40B4-BE49-F238E27FC236}">
                  <a16:creationId xmlns:a16="http://schemas.microsoft.com/office/drawing/2014/main" id="{6F0A58BE-7BA3-4F92-89A2-478CE26FD384}"/>
                </a:ext>
              </a:extLst>
            </p:cNvPr>
            <p:cNvSpPr txBox="1">
              <a:spLocks noChangeArrowheads="1"/>
            </p:cNvSpPr>
            <p:nvPr/>
          </p:nvSpPr>
          <p:spPr bwMode="auto">
            <a:xfrm>
              <a:off x="2425700" y="1427163"/>
              <a:ext cx="542925" cy="731837"/>
            </a:xfrm>
            <a:prstGeom prst="rect">
              <a:avLst/>
            </a:prstGeom>
            <a:solidFill>
              <a:schemeClr val="accent1">
                <a:lumMod val="40000"/>
                <a:lumOff val="60000"/>
              </a:schemeClr>
            </a:solidFill>
            <a:ln w="25400">
              <a:solidFill>
                <a:srgbClr val="000000"/>
              </a:solidFill>
              <a:miter lim="800000"/>
              <a:headEnd/>
              <a:tailEnd/>
            </a:ln>
          </p:spPr>
          <p:txBody>
            <a:bodyPr/>
            <a:lstStyle/>
            <a:p>
              <a:pPr>
                <a:defRPr/>
              </a:pPr>
              <a:endParaRPr lang="en-US"/>
            </a:p>
            <a:p>
              <a:pPr>
                <a:defRPr/>
              </a:pPr>
              <a:r>
                <a:rPr lang="en-US" sz="1600"/>
                <a:t>CE</a:t>
              </a:r>
            </a:p>
          </p:txBody>
        </p:sp>
        <p:sp>
          <p:nvSpPr>
            <p:cNvPr id="31749" name="Text Box 7">
              <a:extLst>
                <a:ext uri="{FF2B5EF4-FFF2-40B4-BE49-F238E27FC236}">
                  <a16:creationId xmlns:a16="http://schemas.microsoft.com/office/drawing/2014/main" id="{67AE36CA-DA5F-4AFB-8927-9EEAFCAC68A5}"/>
                </a:ext>
              </a:extLst>
            </p:cNvPr>
            <p:cNvSpPr txBox="1">
              <a:spLocks noChangeArrowheads="1"/>
            </p:cNvSpPr>
            <p:nvPr/>
          </p:nvSpPr>
          <p:spPr bwMode="auto">
            <a:xfrm>
              <a:off x="2444750" y="2398713"/>
              <a:ext cx="541338" cy="731837"/>
            </a:xfrm>
            <a:prstGeom prst="rect">
              <a:avLst/>
            </a:prstGeom>
            <a:solidFill>
              <a:schemeClr val="accent1">
                <a:lumMod val="40000"/>
                <a:lumOff val="60000"/>
              </a:schemeClr>
            </a:solidFill>
            <a:ln w="25400">
              <a:solidFill>
                <a:srgbClr val="000000"/>
              </a:solidFill>
              <a:miter lim="800000"/>
              <a:headEnd/>
              <a:tailEnd/>
            </a:ln>
          </p:spPr>
          <p:txBody>
            <a:bodyPr/>
            <a:lstStyle/>
            <a:p>
              <a:pPr>
                <a:defRPr/>
              </a:pPr>
              <a:endParaRPr lang="en-US"/>
            </a:p>
          </p:txBody>
        </p:sp>
        <p:sp>
          <p:nvSpPr>
            <p:cNvPr id="31750" name="Text Box 8">
              <a:extLst>
                <a:ext uri="{FF2B5EF4-FFF2-40B4-BE49-F238E27FC236}">
                  <a16:creationId xmlns:a16="http://schemas.microsoft.com/office/drawing/2014/main" id="{1DBE7019-115F-424C-B4FB-A92EDD0CF480}"/>
                </a:ext>
              </a:extLst>
            </p:cNvPr>
            <p:cNvSpPr txBox="1">
              <a:spLocks noChangeArrowheads="1"/>
            </p:cNvSpPr>
            <p:nvPr/>
          </p:nvSpPr>
          <p:spPr bwMode="auto">
            <a:xfrm>
              <a:off x="3548063" y="2366963"/>
              <a:ext cx="811212" cy="993775"/>
            </a:xfrm>
            <a:prstGeom prst="rect">
              <a:avLst/>
            </a:prstGeom>
            <a:solidFill>
              <a:schemeClr val="accent1">
                <a:lumMod val="40000"/>
                <a:lumOff val="60000"/>
              </a:schemeClr>
            </a:solidFill>
            <a:ln w="25400">
              <a:solidFill>
                <a:srgbClr val="000000"/>
              </a:solidFill>
              <a:miter lim="800000"/>
              <a:headEnd/>
              <a:tailEnd/>
            </a:ln>
          </p:spPr>
          <p:txBody>
            <a:bodyPr/>
            <a:lstStyle/>
            <a:p>
              <a:pPr>
                <a:defRPr/>
              </a:pPr>
              <a:endParaRPr lang="en-US"/>
            </a:p>
          </p:txBody>
        </p:sp>
        <p:sp>
          <p:nvSpPr>
            <p:cNvPr id="31751" name="Text Box 9">
              <a:extLst>
                <a:ext uri="{FF2B5EF4-FFF2-40B4-BE49-F238E27FC236}">
                  <a16:creationId xmlns:a16="http://schemas.microsoft.com/office/drawing/2014/main" id="{9EDEA1BD-D2A7-44A9-97A1-982650868BD1}"/>
                </a:ext>
              </a:extLst>
            </p:cNvPr>
            <p:cNvSpPr txBox="1">
              <a:spLocks noChangeArrowheads="1"/>
            </p:cNvSpPr>
            <p:nvPr/>
          </p:nvSpPr>
          <p:spPr bwMode="auto">
            <a:xfrm>
              <a:off x="4965700" y="1487488"/>
              <a:ext cx="1355725" cy="2722562"/>
            </a:xfrm>
            <a:prstGeom prst="rect">
              <a:avLst/>
            </a:prstGeom>
            <a:solidFill>
              <a:schemeClr val="accent1">
                <a:lumMod val="40000"/>
                <a:lumOff val="60000"/>
              </a:schemeClr>
            </a:solidFill>
            <a:ln w="25400">
              <a:solidFill>
                <a:srgbClr val="000000"/>
              </a:solidFill>
              <a:miter lim="800000"/>
              <a:headEnd/>
              <a:tailEnd/>
            </a:ln>
          </p:spPr>
          <p:txBody>
            <a:bodyPr/>
            <a:lstStyle/>
            <a:p>
              <a:pPr>
                <a:defRPr/>
              </a:pPr>
              <a:endParaRPr lang="en-US"/>
            </a:p>
            <a:p>
              <a:pPr>
                <a:defRPr/>
              </a:pPr>
              <a:r>
                <a:rPr lang="en-US" sz="1600" b="1"/>
                <a:t>ADDRESS</a:t>
              </a:r>
            </a:p>
            <a:p>
              <a:pPr>
                <a:defRPr/>
              </a:pPr>
              <a:endParaRPr lang="en-US" sz="1600" b="1"/>
            </a:p>
            <a:p>
              <a:pPr>
                <a:defRPr/>
              </a:pPr>
              <a:r>
                <a:rPr lang="en-US" sz="1600" b="1"/>
                <a:t>CS</a:t>
              </a:r>
              <a:br>
                <a:rPr lang="en-US" sz="1600" b="1"/>
              </a:br>
              <a:br>
                <a:rPr lang="en-US" sz="1600" b="1"/>
              </a:br>
              <a:r>
                <a:rPr lang="en-US" sz="1600" b="1"/>
                <a:t>WE</a:t>
              </a:r>
            </a:p>
            <a:p>
              <a:pPr>
                <a:defRPr/>
              </a:pPr>
              <a:endParaRPr lang="en-US"/>
            </a:p>
            <a:p>
              <a:pPr>
                <a:defRPr/>
              </a:pPr>
              <a:endParaRPr lang="en-US"/>
            </a:p>
            <a:p>
              <a:pPr>
                <a:defRPr/>
              </a:pPr>
              <a:r>
                <a:rPr lang="en-US"/>
                <a:t>DIN</a:t>
              </a:r>
            </a:p>
          </p:txBody>
        </p:sp>
        <p:sp>
          <p:nvSpPr>
            <p:cNvPr id="31752" name="Text Box 10">
              <a:extLst>
                <a:ext uri="{FF2B5EF4-FFF2-40B4-BE49-F238E27FC236}">
                  <a16:creationId xmlns:a16="http://schemas.microsoft.com/office/drawing/2014/main" id="{776A2E14-FBC4-4B4E-A42C-216A9870876D}"/>
                </a:ext>
              </a:extLst>
            </p:cNvPr>
            <p:cNvSpPr txBox="1">
              <a:spLocks noChangeArrowheads="1"/>
            </p:cNvSpPr>
            <p:nvPr/>
          </p:nvSpPr>
          <p:spPr bwMode="auto">
            <a:xfrm>
              <a:off x="2847975" y="3575050"/>
              <a:ext cx="541338" cy="731838"/>
            </a:xfrm>
            <a:prstGeom prst="rect">
              <a:avLst/>
            </a:prstGeom>
            <a:solidFill>
              <a:schemeClr val="accent1">
                <a:lumMod val="40000"/>
                <a:lumOff val="60000"/>
              </a:schemeClr>
            </a:solidFill>
            <a:ln w="25400">
              <a:solidFill>
                <a:srgbClr val="000000"/>
              </a:solidFill>
              <a:miter lim="800000"/>
              <a:headEnd/>
              <a:tailEnd/>
            </a:ln>
          </p:spPr>
          <p:txBody>
            <a:bodyPr/>
            <a:lstStyle/>
            <a:p>
              <a:pPr>
                <a:defRPr/>
              </a:pPr>
              <a:endParaRPr lang="en-US"/>
            </a:p>
          </p:txBody>
        </p:sp>
        <p:sp>
          <p:nvSpPr>
            <p:cNvPr id="31753" name="AutoShape 12">
              <a:extLst>
                <a:ext uri="{FF2B5EF4-FFF2-40B4-BE49-F238E27FC236}">
                  <a16:creationId xmlns:a16="http://schemas.microsoft.com/office/drawing/2014/main" id="{67EF1B97-8939-4087-89BD-0F888BE670EF}"/>
                </a:ext>
              </a:extLst>
            </p:cNvPr>
            <p:cNvSpPr>
              <a:spLocks noChangeArrowheads="1"/>
            </p:cNvSpPr>
            <p:nvPr/>
          </p:nvSpPr>
          <p:spPr bwMode="auto">
            <a:xfrm rot="-5400000">
              <a:off x="4676776" y="4646612"/>
              <a:ext cx="260350" cy="352425"/>
            </a:xfrm>
            <a:prstGeom prst="triangle">
              <a:avLst>
                <a:gd name="adj" fmla="val 50000"/>
              </a:avLst>
            </a:prstGeom>
            <a:solidFill>
              <a:schemeClr val="accent1">
                <a:lumMod val="40000"/>
                <a:lumOff val="60000"/>
              </a:schemeClr>
            </a:solidFill>
            <a:ln w="25400">
              <a:solidFill>
                <a:srgbClr val="000000"/>
              </a:solidFill>
              <a:miter lim="800000"/>
              <a:headEnd/>
              <a:tailEnd/>
            </a:ln>
          </p:spPr>
          <p:txBody>
            <a:bodyPr rot="10800000"/>
            <a:lstStyle/>
            <a:p>
              <a:pPr eaLnBrk="1" hangingPunct="1">
                <a:defRPr/>
              </a:pPr>
              <a:endParaRPr lang="en-US"/>
            </a:p>
          </p:txBody>
        </p:sp>
        <p:sp>
          <p:nvSpPr>
            <p:cNvPr id="31754" name="Text Box 13">
              <a:extLst>
                <a:ext uri="{FF2B5EF4-FFF2-40B4-BE49-F238E27FC236}">
                  <a16:creationId xmlns:a16="http://schemas.microsoft.com/office/drawing/2014/main" id="{794F8B54-C1F2-4149-95E2-7BF6D785C259}"/>
                </a:ext>
              </a:extLst>
            </p:cNvPr>
            <p:cNvSpPr txBox="1">
              <a:spLocks noChangeArrowheads="1"/>
            </p:cNvSpPr>
            <p:nvPr/>
          </p:nvSpPr>
          <p:spPr bwMode="auto">
            <a:xfrm>
              <a:off x="5849938" y="4454525"/>
              <a:ext cx="541337" cy="663575"/>
            </a:xfrm>
            <a:prstGeom prst="rect">
              <a:avLst/>
            </a:prstGeom>
            <a:solidFill>
              <a:schemeClr val="accent1">
                <a:lumMod val="40000"/>
                <a:lumOff val="60000"/>
              </a:schemeClr>
            </a:solidFill>
            <a:ln w="25400">
              <a:solidFill>
                <a:srgbClr val="000000"/>
              </a:solidFill>
              <a:prstDash val="dash"/>
              <a:miter lim="800000"/>
              <a:headEnd/>
              <a:tailEnd/>
            </a:ln>
          </p:spPr>
          <p:txBody>
            <a:bodyPr/>
            <a:lstStyle/>
            <a:p>
              <a:pPr>
                <a:defRPr/>
              </a:pPr>
              <a:endParaRPr lang="en-US"/>
            </a:p>
          </p:txBody>
        </p:sp>
        <p:sp>
          <p:nvSpPr>
            <p:cNvPr id="19468" name="Line 14">
              <a:extLst>
                <a:ext uri="{FF2B5EF4-FFF2-40B4-BE49-F238E27FC236}">
                  <a16:creationId xmlns:a16="http://schemas.microsoft.com/office/drawing/2014/main" id="{02B731F6-86CB-4CA2-A773-113D47650B63}"/>
                </a:ext>
              </a:extLst>
            </p:cNvPr>
            <p:cNvSpPr>
              <a:spLocks noChangeShapeType="1"/>
            </p:cNvSpPr>
            <p:nvPr/>
          </p:nvSpPr>
          <p:spPr bwMode="auto">
            <a:xfrm>
              <a:off x="2971800" y="1758950"/>
              <a:ext cx="2003425" cy="0"/>
            </a:xfrm>
            <a:prstGeom prst="line">
              <a:avLst/>
            </a:prstGeom>
            <a:noFill/>
            <a:ln w="38100" cmpd="dbl">
              <a:solidFill>
                <a:srgbClr val="000000"/>
              </a:solidFill>
              <a:round/>
              <a:headEnd/>
              <a:tailEnd type="triangle" w="lg" len="lg"/>
            </a:ln>
          </p:spPr>
          <p:txBody>
            <a:bodyPr/>
            <a:lstStyle/>
            <a:p>
              <a:pPr eaLnBrk="1" hangingPunct="1">
                <a:defRPr/>
              </a:pPr>
              <a:endParaRPr lang="en-US" sz="1050">
                <a:latin typeface="+mj-lt"/>
              </a:endParaRPr>
            </a:p>
          </p:txBody>
        </p:sp>
        <p:sp>
          <p:nvSpPr>
            <p:cNvPr id="19469" name="Line 15">
              <a:extLst>
                <a:ext uri="{FF2B5EF4-FFF2-40B4-BE49-F238E27FC236}">
                  <a16:creationId xmlns:a16="http://schemas.microsoft.com/office/drawing/2014/main" id="{E25BF91B-3B4D-499A-A16C-36B5AA9447AF}"/>
                </a:ext>
              </a:extLst>
            </p:cNvPr>
            <p:cNvSpPr>
              <a:spLocks noChangeShapeType="1"/>
            </p:cNvSpPr>
            <p:nvPr/>
          </p:nvSpPr>
          <p:spPr bwMode="auto">
            <a:xfrm>
              <a:off x="4359275" y="2554288"/>
              <a:ext cx="596900" cy="0"/>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470" name="Line 16">
              <a:extLst>
                <a:ext uri="{FF2B5EF4-FFF2-40B4-BE49-F238E27FC236}">
                  <a16:creationId xmlns:a16="http://schemas.microsoft.com/office/drawing/2014/main" id="{9311A246-62D1-4761-9659-AEBF6D46AC48}"/>
                </a:ext>
              </a:extLst>
            </p:cNvPr>
            <p:cNvSpPr>
              <a:spLocks noChangeShapeType="1"/>
            </p:cNvSpPr>
            <p:nvPr/>
          </p:nvSpPr>
          <p:spPr bwMode="auto">
            <a:xfrm>
              <a:off x="4367213" y="2865438"/>
              <a:ext cx="596900" cy="0"/>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471" name="Line 17">
              <a:extLst>
                <a:ext uri="{FF2B5EF4-FFF2-40B4-BE49-F238E27FC236}">
                  <a16:creationId xmlns:a16="http://schemas.microsoft.com/office/drawing/2014/main" id="{38767119-1011-4A6D-B4EB-E62333C58EB9}"/>
                </a:ext>
              </a:extLst>
            </p:cNvPr>
            <p:cNvSpPr>
              <a:spLocks noChangeShapeType="1"/>
            </p:cNvSpPr>
            <p:nvPr/>
          </p:nvSpPr>
          <p:spPr bwMode="auto">
            <a:xfrm>
              <a:off x="4359275" y="3095625"/>
              <a:ext cx="271463" cy="0"/>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472" name="Line 18">
              <a:extLst>
                <a:ext uri="{FF2B5EF4-FFF2-40B4-BE49-F238E27FC236}">
                  <a16:creationId xmlns:a16="http://schemas.microsoft.com/office/drawing/2014/main" id="{8E071F69-447B-4A9F-9F06-F2E2457EE715}"/>
                </a:ext>
              </a:extLst>
            </p:cNvPr>
            <p:cNvSpPr>
              <a:spLocks noChangeShapeType="1"/>
            </p:cNvSpPr>
            <p:nvPr/>
          </p:nvSpPr>
          <p:spPr bwMode="auto">
            <a:xfrm>
              <a:off x="4630738" y="3094038"/>
              <a:ext cx="0" cy="385762"/>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473" name="Line 19">
              <a:extLst>
                <a:ext uri="{FF2B5EF4-FFF2-40B4-BE49-F238E27FC236}">
                  <a16:creationId xmlns:a16="http://schemas.microsoft.com/office/drawing/2014/main" id="{86A19D78-6208-4C24-9793-587143F3462F}"/>
                </a:ext>
              </a:extLst>
            </p:cNvPr>
            <p:cNvSpPr>
              <a:spLocks noChangeShapeType="1"/>
            </p:cNvSpPr>
            <p:nvPr/>
          </p:nvSpPr>
          <p:spPr bwMode="auto">
            <a:xfrm flipH="1">
              <a:off x="3817938" y="3476625"/>
              <a:ext cx="812800" cy="0"/>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474" name="Line 20">
              <a:extLst>
                <a:ext uri="{FF2B5EF4-FFF2-40B4-BE49-F238E27FC236}">
                  <a16:creationId xmlns:a16="http://schemas.microsoft.com/office/drawing/2014/main" id="{755879B0-A070-4BE7-B8D0-13C0A870BDB5}"/>
                </a:ext>
              </a:extLst>
            </p:cNvPr>
            <p:cNvSpPr>
              <a:spLocks noChangeShapeType="1"/>
            </p:cNvSpPr>
            <p:nvPr/>
          </p:nvSpPr>
          <p:spPr bwMode="auto">
            <a:xfrm>
              <a:off x="3817938" y="3484563"/>
              <a:ext cx="0" cy="942975"/>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475" name="Line 21">
              <a:extLst>
                <a:ext uri="{FF2B5EF4-FFF2-40B4-BE49-F238E27FC236}">
                  <a16:creationId xmlns:a16="http://schemas.microsoft.com/office/drawing/2014/main" id="{C84089F8-4A53-4DA8-949A-FFD24AAC11C0}"/>
                </a:ext>
              </a:extLst>
            </p:cNvPr>
            <p:cNvSpPr>
              <a:spLocks noChangeShapeType="1"/>
            </p:cNvSpPr>
            <p:nvPr/>
          </p:nvSpPr>
          <p:spPr bwMode="auto">
            <a:xfrm>
              <a:off x="3817938" y="4435475"/>
              <a:ext cx="271462" cy="0"/>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476" name="Line 22">
              <a:extLst>
                <a:ext uri="{FF2B5EF4-FFF2-40B4-BE49-F238E27FC236}">
                  <a16:creationId xmlns:a16="http://schemas.microsoft.com/office/drawing/2014/main" id="{C3DF325C-3E78-44A4-B6A2-2A6153CB7AA3}"/>
                </a:ext>
              </a:extLst>
            </p:cNvPr>
            <p:cNvSpPr>
              <a:spLocks noChangeShapeType="1"/>
            </p:cNvSpPr>
            <p:nvPr/>
          </p:nvSpPr>
          <p:spPr bwMode="auto">
            <a:xfrm flipV="1">
              <a:off x="4826000" y="4511675"/>
              <a:ext cx="0" cy="225425"/>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477" name="Line 23">
              <a:extLst>
                <a:ext uri="{FF2B5EF4-FFF2-40B4-BE49-F238E27FC236}">
                  <a16:creationId xmlns:a16="http://schemas.microsoft.com/office/drawing/2014/main" id="{C995252E-5556-4AE2-B827-D07164F29C3B}"/>
                </a:ext>
              </a:extLst>
            </p:cNvPr>
            <p:cNvSpPr>
              <a:spLocks noChangeShapeType="1"/>
            </p:cNvSpPr>
            <p:nvPr/>
          </p:nvSpPr>
          <p:spPr bwMode="auto">
            <a:xfrm flipH="1" flipV="1">
              <a:off x="4433888" y="4502150"/>
              <a:ext cx="392112" cy="3175"/>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478" name="Line 24">
              <a:extLst>
                <a:ext uri="{FF2B5EF4-FFF2-40B4-BE49-F238E27FC236}">
                  <a16:creationId xmlns:a16="http://schemas.microsoft.com/office/drawing/2014/main" id="{B0C54020-7330-4063-996C-106C66770F4B}"/>
                </a:ext>
              </a:extLst>
            </p:cNvPr>
            <p:cNvSpPr>
              <a:spLocks noChangeShapeType="1"/>
            </p:cNvSpPr>
            <p:nvPr/>
          </p:nvSpPr>
          <p:spPr bwMode="auto">
            <a:xfrm flipH="1">
              <a:off x="4968875" y="4805363"/>
              <a:ext cx="866775" cy="0"/>
            </a:xfrm>
            <a:prstGeom prst="line">
              <a:avLst/>
            </a:prstGeom>
            <a:noFill/>
            <a:ln w="38100" cmpd="dbl">
              <a:solidFill>
                <a:srgbClr val="000000"/>
              </a:solidFill>
              <a:round/>
              <a:headEnd/>
              <a:tailEnd type="triangle" w="lg" len="lg"/>
            </a:ln>
          </p:spPr>
          <p:txBody>
            <a:bodyPr/>
            <a:lstStyle/>
            <a:p>
              <a:pPr eaLnBrk="1" hangingPunct="1">
                <a:defRPr/>
              </a:pPr>
              <a:endParaRPr lang="en-US" sz="1050">
                <a:latin typeface="+mj-lt"/>
              </a:endParaRPr>
            </a:p>
          </p:txBody>
        </p:sp>
        <p:sp>
          <p:nvSpPr>
            <p:cNvPr id="19479" name="Line 25">
              <a:extLst>
                <a:ext uri="{FF2B5EF4-FFF2-40B4-BE49-F238E27FC236}">
                  <a16:creationId xmlns:a16="http://schemas.microsoft.com/office/drawing/2014/main" id="{538007D8-48C8-41E9-9F3B-1B0DBC1F6AC6}"/>
                </a:ext>
              </a:extLst>
            </p:cNvPr>
            <p:cNvSpPr>
              <a:spLocks noChangeShapeType="1"/>
            </p:cNvSpPr>
            <p:nvPr/>
          </p:nvSpPr>
          <p:spPr bwMode="auto">
            <a:xfrm flipH="1">
              <a:off x="6384925" y="4787900"/>
              <a:ext cx="541338" cy="0"/>
            </a:xfrm>
            <a:prstGeom prst="line">
              <a:avLst/>
            </a:prstGeom>
            <a:noFill/>
            <a:ln w="25400" cmpd="dbl">
              <a:solidFill>
                <a:srgbClr val="000000"/>
              </a:solidFill>
              <a:round/>
              <a:headEnd/>
              <a:tailEnd type="triangle" w="lg" len="lg"/>
            </a:ln>
          </p:spPr>
          <p:txBody>
            <a:bodyPr/>
            <a:lstStyle/>
            <a:p>
              <a:pPr eaLnBrk="1" hangingPunct="1">
                <a:defRPr/>
              </a:pPr>
              <a:endParaRPr lang="en-US" sz="1050">
                <a:latin typeface="+mj-lt"/>
              </a:endParaRPr>
            </a:p>
          </p:txBody>
        </p:sp>
        <p:sp>
          <p:nvSpPr>
            <p:cNvPr id="19480" name="Line 26">
              <a:extLst>
                <a:ext uri="{FF2B5EF4-FFF2-40B4-BE49-F238E27FC236}">
                  <a16:creationId xmlns:a16="http://schemas.microsoft.com/office/drawing/2014/main" id="{5D456266-F0CE-4693-839C-1CF834C6ADE7}"/>
                </a:ext>
              </a:extLst>
            </p:cNvPr>
            <p:cNvSpPr>
              <a:spLocks noChangeShapeType="1"/>
            </p:cNvSpPr>
            <p:nvPr/>
          </p:nvSpPr>
          <p:spPr bwMode="auto">
            <a:xfrm flipV="1">
              <a:off x="6913563" y="3802063"/>
              <a:ext cx="0" cy="998537"/>
            </a:xfrm>
            <a:prstGeom prst="line">
              <a:avLst/>
            </a:prstGeom>
            <a:noFill/>
            <a:ln w="25400" cmpd="dbl">
              <a:solidFill>
                <a:srgbClr val="000000"/>
              </a:solidFill>
              <a:round/>
              <a:headEnd/>
              <a:tailEnd/>
            </a:ln>
          </p:spPr>
          <p:txBody>
            <a:bodyPr/>
            <a:lstStyle/>
            <a:p>
              <a:pPr eaLnBrk="1" hangingPunct="1">
                <a:defRPr/>
              </a:pPr>
              <a:endParaRPr lang="en-US" sz="1050">
                <a:latin typeface="+mj-lt"/>
              </a:endParaRPr>
            </a:p>
          </p:txBody>
        </p:sp>
        <p:sp>
          <p:nvSpPr>
            <p:cNvPr id="19481" name="Line 27">
              <a:extLst>
                <a:ext uri="{FF2B5EF4-FFF2-40B4-BE49-F238E27FC236}">
                  <a16:creationId xmlns:a16="http://schemas.microsoft.com/office/drawing/2014/main" id="{F80C3EBA-2494-4B0F-A7B2-45895679520A}"/>
                </a:ext>
              </a:extLst>
            </p:cNvPr>
            <p:cNvSpPr>
              <a:spLocks noChangeShapeType="1"/>
            </p:cNvSpPr>
            <p:nvPr/>
          </p:nvSpPr>
          <p:spPr bwMode="auto">
            <a:xfrm flipH="1">
              <a:off x="6323013" y="3808413"/>
              <a:ext cx="606425" cy="0"/>
            </a:xfrm>
            <a:prstGeom prst="line">
              <a:avLst/>
            </a:prstGeom>
            <a:noFill/>
            <a:ln w="25400" cmpd="dbl">
              <a:solidFill>
                <a:srgbClr val="000000"/>
              </a:solidFill>
              <a:round/>
              <a:headEnd/>
              <a:tailEnd/>
            </a:ln>
          </p:spPr>
          <p:txBody>
            <a:bodyPr/>
            <a:lstStyle/>
            <a:p>
              <a:pPr eaLnBrk="1" hangingPunct="1">
                <a:defRPr/>
              </a:pPr>
              <a:endParaRPr lang="en-US" sz="1050">
                <a:latin typeface="+mj-lt"/>
              </a:endParaRPr>
            </a:p>
          </p:txBody>
        </p:sp>
        <p:sp>
          <p:nvSpPr>
            <p:cNvPr id="19482" name="Line 28">
              <a:extLst>
                <a:ext uri="{FF2B5EF4-FFF2-40B4-BE49-F238E27FC236}">
                  <a16:creationId xmlns:a16="http://schemas.microsoft.com/office/drawing/2014/main" id="{3CC0CD6D-68D9-4A2B-A656-2BFE2CDDBDF6}"/>
                </a:ext>
              </a:extLst>
            </p:cNvPr>
            <p:cNvSpPr>
              <a:spLocks noChangeShapeType="1"/>
            </p:cNvSpPr>
            <p:nvPr/>
          </p:nvSpPr>
          <p:spPr bwMode="auto">
            <a:xfrm>
              <a:off x="2057400" y="3846513"/>
              <a:ext cx="812800" cy="0"/>
            </a:xfrm>
            <a:prstGeom prst="line">
              <a:avLst/>
            </a:prstGeom>
            <a:noFill/>
            <a:ln w="25400" cmpd="dbl">
              <a:solidFill>
                <a:srgbClr val="000000"/>
              </a:solidFill>
              <a:round/>
              <a:headEnd/>
              <a:tailEnd type="triangle" w="sm" len="sm"/>
            </a:ln>
          </p:spPr>
          <p:txBody>
            <a:bodyPr/>
            <a:lstStyle/>
            <a:p>
              <a:pPr eaLnBrk="1" hangingPunct="1">
                <a:defRPr/>
              </a:pPr>
              <a:endParaRPr lang="en-US" sz="1050">
                <a:latin typeface="+mj-lt"/>
              </a:endParaRPr>
            </a:p>
          </p:txBody>
        </p:sp>
        <p:sp>
          <p:nvSpPr>
            <p:cNvPr id="19483" name="Line 29">
              <a:extLst>
                <a:ext uri="{FF2B5EF4-FFF2-40B4-BE49-F238E27FC236}">
                  <a16:creationId xmlns:a16="http://schemas.microsoft.com/office/drawing/2014/main" id="{542C3B5E-1EDB-41C0-8EED-D14BD0938671}"/>
                </a:ext>
              </a:extLst>
            </p:cNvPr>
            <p:cNvSpPr>
              <a:spLocks noChangeShapeType="1"/>
            </p:cNvSpPr>
            <p:nvPr/>
          </p:nvSpPr>
          <p:spPr bwMode="auto">
            <a:xfrm flipH="1">
              <a:off x="2327275" y="4818063"/>
              <a:ext cx="2303463" cy="0"/>
            </a:xfrm>
            <a:prstGeom prst="line">
              <a:avLst/>
            </a:prstGeom>
            <a:noFill/>
            <a:ln w="38100" cmpd="dbl">
              <a:solidFill>
                <a:srgbClr val="000000"/>
              </a:solidFill>
              <a:round/>
              <a:headEnd/>
              <a:tailEnd/>
            </a:ln>
          </p:spPr>
          <p:txBody>
            <a:bodyPr/>
            <a:lstStyle/>
            <a:p>
              <a:pPr eaLnBrk="1" hangingPunct="1">
                <a:defRPr/>
              </a:pPr>
              <a:endParaRPr lang="en-US" sz="1050">
                <a:latin typeface="+mj-lt"/>
              </a:endParaRPr>
            </a:p>
          </p:txBody>
        </p:sp>
        <p:sp>
          <p:nvSpPr>
            <p:cNvPr id="19484" name="Line 30">
              <a:extLst>
                <a:ext uri="{FF2B5EF4-FFF2-40B4-BE49-F238E27FC236}">
                  <a16:creationId xmlns:a16="http://schemas.microsoft.com/office/drawing/2014/main" id="{33C11CC1-315F-4F90-A234-1F6DC53C6CF6}"/>
                </a:ext>
              </a:extLst>
            </p:cNvPr>
            <p:cNvSpPr>
              <a:spLocks noChangeShapeType="1"/>
            </p:cNvSpPr>
            <p:nvPr/>
          </p:nvSpPr>
          <p:spPr bwMode="auto">
            <a:xfrm flipV="1">
              <a:off x="2336800" y="3857625"/>
              <a:ext cx="0" cy="965200"/>
            </a:xfrm>
            <a:prstGeom prst="line">
              <a:avLst/>
            </a:prstGeom>
            <a:noFill/>
            <a:ln w="38100" cmpd="dbl">
              <a:solidFill>
                <a:srgbClr val="000000"/>
              </a:solidFill>
              <a:round/>
              <a:headEnd/>
              <a:tailEnd type="triangle" w="lg" len="lg"/>
            </a:ln>
          </p:spPr>
          <p:txBody>
            <a:bodyPr/>
            <a:lstStyle/>
            <a:p>
              <a:pPr eaLnBrk="1" hangingPunct="1">
                <a:defRPr/>
              </a:pPr>
              <a:endParaRPr lang="en-US" sz="1050">
                <a:latin typeface="+mj-lt"/>
              </a:endParaRPr>
            </a:p>
          </p:txBody>
        </p:sp>
        <p:sp>
          <p:nvSpPr>
            <p:cNvPr id="19485" name="Line 31">
              <a:extLst>
                <a:ext uri="{FF2B5EF4-FFF2-40B4-BE49-F238E27FC236}">
                  <a16:creationId xmlns:a16="http://schemas.microsoft.com/office/drawing/2014/main" id="{B80ADF21-818B-4BF8-9E38-0D95FDF58031}"/>
                </a:ext>
              </a:extLst>
            </p:cNvPr>
            <p:cNvSpPr>
              <a:spLocks noChangeShapeType="1"/>
            </p:cNvSpPr>
            <p:nvPr/>
          </p:nvSpPr>
          <p:spPr bwMode="auto">
            <a:xfrm>
              <a:off x="2162175" y="1668463"/>
              <a:ext cx="271463" cy="0"/>
            </a:xfrm>
            <a:prstGeom prst="line">
              <a:avLst/>
            </a:prstGeom>
            <a:noFill/>
            <a:ln w="25400" cmpd="dbl">
              <a:solidFill>
                <a:srgbClr val="000000"/>
              </a:solidFill>
              <a:round/>
              <a:headEnd/>
              <a:tailEnd type="triangle" w="sm" len="sm"/>
            </a:ln>
          </p:spPr>
          <p:txBody>
            <a:bodyPr/>
            <a:lstStyle/>
            <a:p>
              <a:pPr eaLnBrk="1" hangingPunct="1">
                <a:defRPr/>
              </a:pPr>
              <a:endParaRPr lang="en-US" sz="1050">
                <a:latin typeface="+mj-lt"/>
              </a:endParaRPr>
            </a:p>
          </p:txBody>
        </p:sp>
        <p:sp>
          <p:nvSpPr>
            <p:cNvPr id="19486" name="Line 32">
              <a:extLst>
                <a:ext uri="{FF2B5EF4-FFF2-40B4-BE49-F238E27FC236}">
                  <a16:creationId xmlns:a16="http://schemas.microsoft.com/office/drawing/2014/main" id="{82CDE915-A6FB-4E01-AF6A-38080DA7362A}"/>
                </a:ext>
              </a:extLst>
            </p:cNvPr>
            <p:cNvSpPr>
              <a:spLocks noChangeShapeType="1"/>
            </p:cNvSpPr>
            <p:nvPr/>
          </p:nvSpPr>
          <p:spPr bwMode="auto">
            <a:xfrm>
              <a:off x="2990850" y="2576513"/>
              <a:ext cx="541338" cy="0"/>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487" name="Line 33">
              <a:extLst>
                <a:ext uri="{FF2B5EF4-FFF2-40B4-BE49-F238E27FC236}">
                  <a16:creationId xmlns:a16="http://schemas.microsoft.com/office/drawing/2014/main" id="{C625DCD5-27D2-41DD-857A-D820195BD3BB}"/>
                </a:ext>
              </a:extLst>
            </p:cNvPr>
            <p:cNvSpPr>
              <a:spLocks noChangeShapeType="1"/>
            </p:cNvSpPr>
            <p:nvPr/>
          </p:nvSpPr>
          <p:spPr bwMode="auto">
            <a:xfrm>
              <a:off x="2986088" y="2735263"/>
              <a:ext cx="541337" cy="0"/>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488" name="Line 34">
              <a:extLst>
                <a:ext uri="{FF2B5EF4-FFF2-40B4-BE49-F238E27FC236}">
                  <a16:creationId xmlns:a16="http://schemas.microsoft.com/office/drawing/2014/main" id="{F69FD222-547C-4146-8686-B5B9B3FAF063}"/>
                </a:ext>
              </a:extLst>
            </p:cNvPr>
            <p:cNvSpPr>
              <a:spLocks noChangeShapeType="1"/>
            </p:cNvSpPr>
            <p:nvPr/>
          </p:nvSpPr>
          <p:spPr bwMode="auto">
            <a:xfrm>
              <a:off x="2103438" y="1849438"/>
              <a:ext cx="303212" cy="0"/>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37920" name="Oval 35">
              <a:extLst>
                <a:ext uri="{FF2B5EF4-FFF2-40B4-BE49-F238E27FC236}">
                  <a16:creationId xmlns:a16="http://schemas.microsoft.com/office/drawing/2014/main" id="{F40149AE-71A6-C61E-D53F-9020672419A2}"/>
                </a:ext>
              </a:extLst>
            </p:cNvPr>
            <p:cNvSpPr>
              <a:spLocks noChangeArrowheads="1"/>
            </p:cNvSpPr>
            <p:nvPr/>
          </p:nvSpPr>
          <p:spPr bwMode="auto">
            <a:xfrm>
              <a:off x="2379663" y="1809749"/>
              <a:ext cx="107950" cy="109728"/>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7921" name="AutoShape 36">
              <a:extLst>
                <a:ext uri="{FF2B5EF4-FFF2-40B4-BE49-F238E27FC236}">
                  <a16:creationId xmlns:a16="http://schemas.microsoft.com/office/drawing/2014/main" id="{0C38E2F8-C67D-1613-37B3-CBA30D770D67}"/>
                </a:ext>
              </a:extLst>
            </p:cNvPr>
            <p:cNvSpPr>
              <a:spLocks noChangeArrowheads="1"/>
            </p:cNvSpPr>
            <p:nvPr/>
          </p:nvSpPr>
          <p:spPr bwMode="auto">
            <a:xfrm rot="5400000">
              <a:off x="2426653" y="1949449"/>
              <a:ext cx="118872" cy="118872"/>
            </a:xfrm>
            <a:prstGeom prst="triangle">
              <a:avLst>
                <a:gd name="adj" fmla="val 50000"/>
              </a:avLst>
            </a:prstGeom>
            <a:solidFill>
              <a:srgbClr val="FFFFFF"/>
            </a:solidFill>
            <a:ln w="127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7922" name="AutoShape 38">
              <a:extLst>
                <a:ext uri="{FF2B5EF4-FFF2-40B4-BE49-F238E27FC236}">
                  <a16:creationId xmlns:a16="http://schemas.microsoft.com/office/drawing/2014/main" id="{6F770468-967E-90BA-BA74-9072FE654DEE}"/>
                </a:ext>
              </a:extLst>
            </p:cNvPr>
            <p:cNvSpPr>
              <a:spLocks noChangeArrowheads="1"/>
            </p:cNvSpPr>
            <p:nvPr/>
          </p:nvSpPr>
          <p:spPr bwMode="auto">
            <a:xfrm rot="5400000">
              <a:off x="2844165" y="4057774"/>
              <a:ext cx="118872" cy="118872"/>
            </a:xfrm>
            <a:prstGeom prst="triangle">
              <a:avLst>
                <a:gd name="adj" fmla="val 50000"/>
              </a:avLst>
            </a:prstGeom>
            <a:solidFill>
              <a:srgbClr val="FFFFFF"/>
            </a:solidFill>
            <a:ln w="127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9494" name="Line 40">
              <a:extLst>
                <a:ext uri="{FF2B5EF4-FFF2-40B4-BE49-F238E27FC236}">
                  <a16:creationId xmlns:a16="http://schemas.microsoft.com/office/drawing/2014/main" id="{7FD3B94D-0F52-41AF-8B1F-5C2036499C62}"/>
                </a:ext>
              </a:extLst>
            </p:cNvPr>
            <p:cNvSpPr>
              <a:spLocks noChangeShapeType="1"/>
            </p:cNvSpPr>
            <p:nvPr/>
          </p:nvSpPr>
          <p:spPr bwMode="auto">
            <a:xfrm>
              <a:off x="2063750" y="1990725"/>
              <a:ext cx="371475" cy="3175"/>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495" name="Line 41">
              <a:extLst>
                <a:ext uri="{FF2B5EF4-FFF2-40B4-BE49-F238E27FC236}">
                  <a16:creationId xmlns:a16="http://schemas.microsoft.com/office/drawing/2014/main" id="{40A85ED5-DCBB-435F-A565-17A46D86935B}"/>
                </a:ext>
              </a:extLst>
            </p:cNvPr>
            <p:cNvSpPr>
              <a:spLocks noChangeShapeType="1"/>
            </p:cNvSpPr>
            <p:nvPr/>
          </p:nvSpPr>
          <p:spPr bwMode="auto">
            <a:xfrm>
              <a:off x="2279650" y="2930525"/>
              <a:ext cx="161925" cy="0"/>
            </a:xfrm>
            <a:prstGeom prst="line">
              <a:avLst/>
            </a:prstGeom>
            <a:noFill/>
            <a:ln w="25400">
              <a:solidFill>
                <a:srgbClr val="000000"/>
              </a:solidFill>
              <a:round/>
              <a:headEnd type="oval" w="med" len="med"/>
              <a:tailEnd/>
            </a:ln>
          </p:spPr>
          <p:txBody>
            <a:bodyPr/>
            <a:lstStyle/>
            <a:p>
              <a:pPr eaLnBrk="1" hangingPunct="1">
                <a:defRPr/>
              </a:pPr>
              <a:endParaRPr lang="en-US" sz="1050">
                <a:latin typeface="+mj-lt"/>
              </a:endParaRPr>
            </a:p>
          </p:txBody>
        </p:sp>
        <p:sp>
          <p:nvSpPr>
            <p:cNvPr id="19496" name="Line 42">
              <a:extLst>
                <a:ext uri="{FF2B5EF4-FFF2-40B4-BE49-F238E27FC236}">
                  <a16:creationId xmlns:a16="http://schemas.microsoft.com/office/drawing/2014/main" id="{9CE7EF66-5D07-4DBC-B62A-D01531A11A71}"/>
                </a:ext>
              </a:extLst>
            </p:cNvPr>
            <p:cNvSpPr>
              <a:spLocks noChangeShapeType="1"/>
            </p:cNvSpPr>
            <p:nvPr/>
          </p:nvSpPr>
          <p:spPr bwMode="auto">
            <a:xfrm>
              <a:off x="2679700" y="4138613"/>
              <a:ext cx="163513" cy="0"/>
            </a:xfrm>
            <a:prstGeom prst="line">
              <a:avLst/>
            </a:prstGeom>
            <a:noFill/>
            <a:ln w="25400">
              <a:solidFill>
                <a:srgbClr val="000000"/>
              </a:solidFill>
              <a:round/>
              <a:headEnd type="oval" w="med" len="med"/>
              <a:tailEnd type="none" w="sm" len="sm"/>
            </a:ln>
          </p:spPr>
          <p:txBody>
            <a:bodyPr/>
            <a:lstStyle/>
            <a:p>
              <a:pPr eaLnBrk="1" hangingPunct="1">
                <a:defRPr/>
              </a:pPr>
              <a:endParaRPr lang="en-US" sz="1050">
                <a:latin typeface="+mj-lt"/>
              </a:endParaRPr>
            </a:p>
          </p:txBody>
        </p:sp>
        <p:sp>
          <p:nvSpPr>
            <p:cNvPr id="19497" name="Line 43">
              <a:extLst>
                <a:ext uri="{FF2B5EF4-FFF2-40B4-BE49-F238E27FC236}">
                  <a16:creationId xmlns:a16="http://schemas.microsoft.com/office/drawing/2014/main" id="{FF62E860-A489-446D-AA02-2D82F0CBC9D1}"/>
                </a:ext>
              </a:extLst>
            </p:cNvPr>
            <p:cNvSpPr>
              <a:spLocks noChangeShapeType="1"/>
            </p:cNvSpPr>
            <p:nvPr/>
          </p:nvSpPr>
          <p:spPr bwMode="auto">
            <a:xfrm>
              <a:off x="6400800" y="4975225"/>
              <a:ext cx="161925" cy="0"/>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498" name="Line 44">
              <a:extLst>
                <a:ext uri="{FF2B5EF4-FFF2-40B4-BE49-F238E27FC236}">
                  <a16:creationId xmlns:a16="http://schemas.microsoft.com/office/drawing/2014/main" id="{6DAE9203-F112-48B5-BEC0-ED24AE0A02C7}"/>
                </a:ext>
              </a:extLst>
            </p:cNvPr>
            <p:cNvSpPr>
              <a:spLocks noChangeShapeType="1"/>
            </p:cNvSpPr>
            <p:nvPr/>
          </p:nvSpPr>
          <p:spPr bwMode="auto">
            <a:xfrm>
              <a:off x="2289175" y="1992313"/>
              <a:ext cx="0" cy="1265237"/>
            </a:xfrm>
            <a:prstGeom prst="line">
              <a:avLst/>
            </a:prstGeom>
            <a:noFill/>
            <a:ln w="25400">
              <a:solidFill>
                <a:srgbClr val="000000"/>
              </a:solidFill>
              <a:round/>
              <a:headEnd type="oval" w="med" len="med"/>
              <a:tailEnd type="none" w="sm" len="sm"/>
            </a:ln>
          </p:spPr>
          <p:txBody>
            <a:bodyPr/>
            <a:lstStyle/>
            <a:p>
              <a:pPr eaLnBrk="1" hangingPunct="1">
                <a:defRPr/>
              </a:pPr>
              <a:endParaRPr lang="en-US" sz="1050">
                <a:latin typeface="+mj-lt"/>
              </a:endParaRPr>
            </a:p>
          </p:txBody>
        </p:sp>
        <p:sp>
          <p:nvSpPr>
            <p:cNvPr id="19499" name="Line 45">
              <a:extLst>
                <a:ext uri="{FF2B5EF4-FFF2-40B4-BE49-F238E27FC236}">
                  <a16:creationId xmlns:a16="http://schemas.microsoft.com/office/drawing/2014/main" id="{A0FC1754-0337-412B-AD14-21C2A234C11F}"/>
                </a:ext>
              </a:extLst>
            </p:cNvPr>
            <p:cNvSpPr>
              <a:spLocks noChangeShapeType="1"/>
            </p:cNvSpPr>
            <p:nvPr/>
          </p:nvSpPr>
          <p:spPr bwMode="auto">
            <a:xfrm>
              <a:off x="2305050" y="3249613"/>
              <a:ext cx="1219200" cy="0"/>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500" name="Line 46">
              <a:extLst>
                <a:ext uri="{FF2B5EF4-FFF2-40B4-BE49-F238E27FC236}">
                  <a16:creationId xmlns:a16="http://schemas.microsoft.com/office/drawing/2014/main" id="{1F81D56A-5B21-4343-815C-641ED066F742}"/>
                </a:ext>
              </a:extLst>
            </p:cNvPr>
            <p:cNvSpPr>
              <a:spLocks noChangeShapeType="1"/>
            </p:cNvSpPr>
            <p:nvPr/>
          </p:nvSpPr>
          <p:spPr bwMode="auto">
            <a:xfrm>
              <a:off x="6583363" y="4973638"/>
              <a:ext cx="0" cy="282575"/>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501" name="Line 47">
              <a:extLst>
                <a:ext uri="{FF2B5EF4-FFF2-40B4-BE49-F238E27FC236}">
                  <a16:creationId xmlns:a16="http://schemas.microsoft.com/office/drawing/2014/main" id="{8CA60FFC-7F93-47CE-A937-3A45BB7429FF}"/>
                </a:ext>
              </a:extLst>
            </p:cNvPr>
            <p:cNvSpPr>
              <a:spLocks noChangeShapeType="1"/>
            </p:cNvSpPr>
            <p:nvPr/>
          </p:nvSpPr>
          <p:spPr bwMode="auto">
            <a:xfrm>
              <a:off x="2689225" y="3255963"/>
              <a:ext cx="0" cy="1997075"/>
            </a:xfrm>
            <a:prstGeom prst="line">
              <a:avLst/>
            </a:prstGeom>
            <a:noFill/>
            <a:ln w="25400">
              <a:solidFill>
                <a:srgbClr val="000000"/>
              </a:solidFill>
              <a:round/>
              <a:headEnd type="oval" w="med" len="med"/>
              <a:tailEnd/>
            </a:ln>
          </p:spPr>
          <p:txBody>
            <a:bodyPr/>
            <a:lstStyle/>
            <a:p>
              <a:pPr eaLnBrk="1" hangingPunct="1">
                <a:defRPr/>
              </a:pPr>
              <a:endParaRPr lang="en-US" sz="1050">
                <a:latin typeface="+mj-lt"/>
              </a:endParaRPr>
            </a:p>
          </p:txBody>
        </p:sp>
        <p:sp>
          <p:nvSpPr>
            <p:cNvPr id="19502" name="Line 48">
              <a:extLst>
                <a:ext uri="{FF2B5EF4-FFF2-40B4-BE49-F238E27FC236}">
                  <a16:creationId xmlns:a16="http://schemas.microsoft.com/office/drawing/2014/main" id="{AAD63B45-3D92-4787-A10C-8F2EE1FA17B4}"/>
                </a:ext>
              </a:extLst>
            </p:cNvPr>
            <p:cNvSpPr>
              <a:spLocks noChangeShapeType="1"/>
            </p:cNvSpPr>
            <p:nvPr/>
          </p:nvSpPr>
          <p:spPr bwMode="auto">
            <a:xfrm>
              <a:off x="2689225" y="5260975"/>
              <a:ext cx="3878263" cy="0"/>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19503" name="Line 49">
              <a:extLst>
                <a:ext uri="{FF2B5EF4-FFF2-40B4-BE49-F238E27FC236}">
                  <a16:creationId xmlns:a16="http://schemas.microsoft.com/office/drawing/2014/main" id="{FD3E5A70-1F41-4DFE-99BB-D2BABA81FEBE}"/>
                </a:ext>
              </a:extLst>
            </p:cNvPr>
            <p:cNvSpPr>
              <a:spLocks noChangeShapeType="1"/>
            </p:cNvSpPr>
            <p:nvPr/>
          </p:nvSpPr>
          <p:spPr bwMode="auto">
            <a:xfrm>
              <a:off x="3400425" y="3846513"/>
              <a:ext cx="1581150" cy="3175"/>
            </a:xfrm>
            <a:prstGeom prst="line">
              <a:avLst/>
            </a:prstGeom>
            <a:noFill/>
            <a:ln w="38100" cmpd="dbl">
              <a:solidFill>
                <a:srgbClr val="000000"/>
              </a:solidFill>
              <a:prstDash val="solid"/>
              <a:round/>
              <a:headEnd/>
              <a:tailEnd type="triangle" w="lg" len="lg"/>
            </a:ln>
          </p:spPr>
          <p:txBody>
            <a:bodyPr/>
            <a:lstStyle/>
            <a:p>
              <a:pPr eaLnBrk="1" hangingPunct="1">
                <a:defRPr/>
              </a:pPr>
              <a:endParaRPr lang="en-US" sz="1050">
                <a:latin typeface="+mj-lt"/>
              </a:endParaRPr>
            </a:p>
          </p:txBody>
        </p:sp>
        <p:sp>
          <p:nvSpPr>
            <p:cNvPr id="37933" name="Text Box 50">
              <a:extLst>
                <a:ext uri="{FF2B5EF4-FFF2-40B4-BE49-F238E27FC236}">
                  <a16:creationId xmlns:a16="http://schemas.microsoft.com/office/drawing/2014/main" id="{C12A5799-9839-F4EB-D09D-799162922FA5}"/>
                </a:ext>
              </a:extLst>
            </p:cNvPr>
            <p:cNvSpPr txBox="1">
              <a:spLocks noChangeArrowheads="1"/>
            </p:cNvSpPr>
            <p:nvPr/>
          </p:nvSpPr>
          <p:spPr bwMode="auto">
            <a:xfrm>
              <a:off x="2339975" y="2169413"/>
              <a:ext cx="89535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b="1"/>
                <a:t>CREG</a:t>
              </a:r>
            </a:p>
          </p:txBody>
        </p:sp>
        <p:sp>
          <p:nvSpPr>
            <p:cNvPr id="37934" name="Text Box 51">
              <a:extLst>
                <a:ext uri="{FF2B5EF4-FFF2-40B4-BE49-F238E27FC236}">
                  <a16:creationId xmlns:a16="http://schemas.microsoft.com/office/drawing/2014/main" id="{C120D15A-C3FB-99EF-A569-C82858EDED86}"/>
                </a:ext>
              </a:extLst>
            </p:cNvPr>
            <p:cNvSpPr txBox="1">
              <a:spLocks noChangeArrowheads="1"/>
            </p:cNvSpPr>
            <p:nvPr/>
          </p:nvSpPr>
          <p:spPr bwMode="auto">
            <a:xfrm>
              <a:off x="2719388" y="3311525"/>
              <a:ext cx="1131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b="1"/>
                <a:t>INREG</a:t>
              </a:r>
            </a:p>
          </p:txBody>
        </p:sp>
        <p:sp>
          <p:nvSpPr>
            <p:cNvPr id="37935" name="Text Box 52">
              <a:extLst>
                <a:ext uri="{FF2B5EF4-FFF2-40B4-BE49-F238E27FC236}">
                  <a16:creationId xmlns:a16="http://schemas.microsoft.com/office/drawing/2014/main" id="{535B12A8-E1FC-0706-46E2-8B1732AB76FE}"/>
                </a:ext>
              </a:extLst>
            </p:cNvPr>
            <p:cNvSpPr txBox="1">
              <a:spLocks noChangeArrowheads="1"/>
            </p:cNvSpPr>
            <p:nvPr/>
          </p:nvSpPr>
          <p:spPr bwMode="auto">
            <a:xfrm>
              <a:off x="5641975" y="4210050"/>
              <a:ext cx="120015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b="1"/>
                <a:t>OUTREG</a:t>
              </a:r>
            </a:p>
          </p:txBody>
        </p:sp>
        <p:sp>
          <p:nvSpPr>
            <p:cNvPr id="19507" name="Line 53">
              <a:extLst>
                <a:ext uri="{FF2B5EF4-FFF2-40B4-BE49-F238E27FC236}">
                  <a16:creationId xmlns:a16="http://schemas.microsoft.com/office/drawing/2014/main" id="{8B74E028-8871-455B-80C0-E7A1A6E1895E}"/>
                </a:ext>
              </a:extLst>
            </p:cNvPr>
            <p:cNvSpPr>
              <a:spLocks noChangeShapeType="1"/>
            </p:cNvSpPr>
            <p:nvPr/>
          </p:nvSpPr>
          <p:spPr bwMode="auto">
            <a:xfrm flipH="1">
              <a:off x="2089150" y="4572000"/>
              <a:ext cx="2000250" cy="3175"/>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37937" name="Text Box 54">
              <a:extLst>
                <a:ext uri="{FF2B5EF4-FFF2-40B4-BE49-F238E27FC236}">
                  <a16:creationId xmlns:a16="http://schemas.microsoft.com/office/drawing/2014/main" id="{8CE8C060-DAE7-5CF9-813F-A2463CE73DF5}"/>
                </a:ext>
              </a:extLst>
            </p:cNvPr>
            <p:cNvSpPr txBox="1">
              <a:spLocks noChangeArrowheads="1"/>
            </p:cNvSpPr>
            <p:nvPr/>
          </p:nvSpPr>
          <p:spPr bwMode="auto">
            <a:xfrm>
              <a:off x="3492500" y="1800225"/>
              <a:ext cx="10795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b="1"/>
                <a:t>Control Logic</a:t>
              </a:r>
            </a:p>
            <a:p>
              <a:endParaRPr lang="en-US" altLang="en-US" sz="1600" b="1"/>
            </a:p>
          </p:txBody>
        </p:sp>
        <p:sp>
          <p:nvSpPr>
            <p:cNvPr id="19510" name="Line 56">
              <a:extLst>
                <a:ext uri="{FF2B5EF4-FFF2-40B4-BE49-F238E27FC236}">
                  <a16:creationId xmlns:a16="http://schemas.microsoft.com/office/drawing/2014/main" id="{E325C1E7-0C50-4CEF-A053-134D34FDA3E9}"/>
                </a:ext>
              </a:extLst>
            </p:cNvPr>
            <p:cNvSpPr>
              <a:spLocks noChangeShapeType="1"/>
            </p:cNvSpPr>
            <p:nvPr/>
          </p:nvSpPr>
          <p:spPr bwMode="auto">
            <a:xfrm>
              <a:off x="2085975" y="2684463"/>
              <a:ext cx="361950" cy="1587"/>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sp>
          <p:nvSpPr>
            <p:cNvPr id="37939" name="Text Box 57">
              <a:extLst>
                <a:ext uri="{FF2B5EF4-FFF2-40B4-BE49-F238E27FC236}">
                  <a16:creationId xmlns:a16="http://schemas.microsoft.com/office/drawing/2014/main" id="{154573BE-7065-28B5-03CE-642245A7169B}"/>
                </a:ext>
              </a:extLst>
            </p:cNvPr>
            <p:cNvSpPr txBox="1">
              <a:spLocks noChangeArrowheads="1"/>
            </p:cNvSpPr>
            <p:nvPr/>
          </p:nvSpPr>
          <p:spPr bwMode="auto">
            <a:xfrm>
              <a:off x="1098550" y="1381125"/>
              <a:ext cx="108585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b="1"/>
                <a:t>ADDR</a:t>
              </a:r>
            </a:p>
            <a:p>
              <a:r>
                <a:rPr lang="en-US" altLang="en-US" sz="1600" b="1"/>
                <a:t>ADS_L</a:t>
              </a:r>
            </a:p>
            <a:p>
              <a:r>
                <a:rPr lang="en-US" altLang="en-US" sz="1600" b="1"/>
                <a:t>CLK</a:t>
              </a:r>
            </a:p>
          </p:txBody>
        </p:sp>
        <p:sp>
          <p:nvSpPr>
            <p:cNvPr id="37940" name="Text Box 58">
              <a:extLst>
                <a:ext uri="{FF2B5EF4-FFF2-40B4-BE49-F238E27FC236}">
                  <a16:creationId xmlns:a16="http://schemas.microsoft.com/office/drawing/2014/main" id="{23FFE1D6-FAA3-D4FE-A632-4023E503F218}"/>
                </a:ext>
              </a:extLst>
            </p:cNvPr>
            <p:cNvSpPr txBox="1">
              <a:spLocks noChangeArrowheads="1"/>
            </p:cNvSpPr>
            <p:nvPr/>
          </p:nvSpPr>
          <p:spPr bwMode="auto">
            <a:xfrm>
              <a:off x="1409685" y="2285992"/>
              <a:ext cx="10191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b="1"/>
                <a:t>CS</a:t>
              </a:r>
            </a:p>
            <a:p>
              <a:r>
                <a:rPr lang="en-US" altLang="en-US" sz="1600" b="1"/>
                <a:t>GW_L</a:t>
              </a:r>
            </a:p>
          </p:txBody>
        </p:sp>
        <p:sp>
          <p:nvSpPr>
            <p:cNvPr id="37941" name="Text Box 59">
              <a:extLst>
                <a:ext uri="{FF2B5EF4-FFF2-40B4-BE49-F238E27FC236}">
                  <a16:creationId xmlns:a16="http://schemas.microsoft.com/office/drawing/2014/main" id="{5FD01212-49BC-95CF-67B9-2C79AC479058}"/>
                </a:ext>
              </a:extLst>
            </p:cNvPr>
            <p:cNvSpPr txBox="1">
              <a:spLocks noChangeArrowheads="1"/>
            </p:cNvSpPr>
            <p:nvPr/>
          </p:nvSpPr>
          <p:spPr bwMode="auto">
            <a:xfrm>
              <a:off x="1497013" y="3670300"/>
              <a:ext cx="82073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DIO</a:t>
              </a:r>
            </a:p>
          </p:txBody>
        </p:sp>
        <p:sp>
          <p:nvSpPr>
            <p:cNvPr id="37942" name="Text Box 60">
              <a:extLst>
                <a:ext uri="{FF2B5EF4-FFF2-40B4-BE49-F238E27FC236}">
                  <a16:creationId xmlns:a16="http://schemas.microsoft.com/office/drawing/2014/main" id="{9C5135A6-5D1C-DA69-FC3E-C23F95F83932}"/>
                </a:ext>
              </a:extLst>
            </p:cNvPr>
            <p:cNvSpPr txBox="1">
              <a:spLocks noChangeArrowheads="1"/>
            </p:cNvSpPr>
            <p:nvPr/>
          </p:nvSpPr>
          <p:spPr bwMode="auto">
            <a:xfrm>
              <a:off x="1549650" y="4416425"/>
              <a:ext cx="541338"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OE</a:t>
              </a:r>
            </a:p>
          </p:txBody>
        </p:sp>
        <p:sp>
          <p:nvSpPr>
            <p:cNvPr id="37943" name="Text Box 61">
              <a:extLst>
                <a:ext uri="{FF2B5EF4-FFF2-40B4-BE49-F238E27FC236}">
                  <a16:creationId xmlns:a16="http://schemas.microsoft.com/office/drawing/2014/main" id="{DBFD583B-473C-E943-131A-1F58EB05D99B}"/>
                </a:ext>
              </a:extLst>
            </p:cNvPr>
            <p:cNvSpPr txBox="1">
              <a:spLocks noChangeArrowheads="1"/>
            </p:cNvSpPr>
            <p:nvPr/>
          </p:nvSpPr>
          <p:spPr bwMode="auto">
            <a:xfrm>
              <a:off x="2327275" y="1143000"/>
              <a:ext cx="8128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b="1"/>
                <a:t>AREG</a:t>
              </a:r>
            </a:p>
          </p:txBody>
        </p:sp>
        <p:sp>
          <p:nvSpPr>
            <p:cNvPr id="31800" name="AutoShape 135">
              <a:extLst>
                <a:ext uri="{FF2B5EF4-FFF2-40B4-BE49-F238E27FC236}">
                  <a16:creationId xmlns:a16="http://schemas.microsoft.com/office/drawing/2014/main" id="{5BA73978-DAD6-4DEA-BD98-006C4DE65D5A}"/>
                </a:ext>
              </a:extLst>
            </p:cNvPr>
            <p:cNvSpPr>
              <a:spLocks noChangeArrowheads="1"/>
            </p:cNvSpPr>
            <p:nvPr/>
          </p:nvSpPr>
          <p:spPr bwMode="auto">
            <a:xfrm>
              <a:off x="4078288" y="4367213"/>
              <a:ext cx="346075" cy="288925"/>
            </a:xfrm>
            <a:prstGeom prst="flowChartDelay">
              <a:avLst/>
            </a:prstGeom>
            <a:solidFill>
              <a:schemeClr val="accent1">
                <a:lumMod val="40000"/>
                <a:lumOff val="60000"/>
              </a:schemeClr>
            </a:solidFill>
            <a:ln w="22225">
              <a:solidFill>
                <a:srgbClr val="000000"/>
              </a:solidFill>
              <a:miter lim="800000"/>
              <a:headEnd/>
              <a:tailEnd/>
            </a:ln>
          </p:spPr>
          <p:txBody>
            <a:bodyPr/>
            <a:lstStyle/>
            <a:p>
              <a:pPr eaLnBrk="1" hangingPunct="1">
                <a:defRPr/>
              </a:pPr>
              <a:endParaRPr lang="en-US"/>
            </a:p>
          </p:txBody>
        </p:sp>
        <p:sp>
          <p:nvSpPr>
            <p:cNvPr id="37945" name="Text Box 59">
              <a:extLst>
                <a:ext uri="{FF2B5EF4-FFF2-40B4-BE49-F238E27FC236}">
                  <a16:creationId xmlns:a16="http://schemas.microsoft.com/office/drawing/2014/main" id="{F46E0352-EBEF-5DB2-1810-AF310529AA55}"/>
                </a:ext>
              </a:extLst>
            </p:cNvPr>
            <p:cNvSpPr txBox="1">
              <a:spLocks noChangeArrowheads="1"/>
            </p:cNvSpPr>
            <p:nvPr/>
          </p:nvSpPr>
          <p:spPr bwMode="auto">
            <a:xfrm>
              <a:off x="5597525" y="3611563"/>
              <a:ext cx="93503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b="1"/>
                <a:t>DOUT</a:t>
              </a:r>
            </a:p>
          </p:txBody>
        </p:sp>
        <p:sp>
          <p:nvSpPr>
            <p:cNvPr id="37946" name="AutoShape 36">
              <a:extLst>
                <a:ext uri="{FF2B5EF4-FFF2-40B4-BE49-F238E27FC236}">
                  <a16:creationId xmlns:a16="http://schemas.microsoft.com/office/drawing/2014/main" id="{63599202-25B8-FF0C-3C53-043DA3F52ECF}"/>
                </a:ext>
              </a:extLst>
            </p:cNvPr>
            <p:cNvSpPr>
              <a:spLocks noChangeArrowheads="1"/>
            </p:cNvSpPr>
            <p:nvPr/>
          </p:nvSpPr>
          <p:spPr bwMode="auto">
            <a:xfrm rot="5400000">
              <a:off x="2448428" y="2849974"/>
              <a:ext cx="118872" cy="118872"/>
            </a:xfrm>
            <a:prstGeom prst="triangle">
              <a:avLst>
                <a:gd name="adj" fmla="val 50000"/>
              </a:avLst>
            </a:prstGeom>
            <a:solidFill>
              <a:srgbClr val="FFFFFF"/>
            </a:solidFill>
            <a:ln w="127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7947" name="AutoShape 38">
              <a:extLst>
                <a:ext uri="{FF2B5EF4-FFF2-40B4-BE49-F238E27FC236}">
                  <a16:creationId xmlns:a16="http://schemas.microsoft.com/office/drawing/2014/main" id="{CF8305DC-88D5-45D0-CF3E-DB1E6E9FB162}"/>
                </a:ext>
              </a:extLst>
            </p:cNvPr>
            <p:cNvSpPr>
              <a:spLocks noChangeArrowheads="1"/>
            </p:cNvSpPr>
            <p:nvPr/>
          </p:nvSpPr>
          <p:spPr bwMode="auto">
            <a:xfrm rot="-5400000">
              <a:off x="6274637" y="4905448"/>
              <a:ext cx="118872" cy="118872"/>
            </a:xfrm>
            <a:prstGeom prst="triangle">
              <a:avLst>
                <a:gd name="adj" fmla="val 50000"/>
              </a:avLst>
            </a:prstGeom>
            <a:solidFill>
              <a:srgbClr val="FFFFFF"/>
            </a:solidFill>
            <a:ln w="127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3" name="Line 56">
              <a:extLst>
                <a:ext uri="{FF2B5EF4-FFF2-40B4-BE49-F238E27FC236}">
                  <a16:creationId xmlns:a16="http://schemas.microsoft.com/office/drawing/2014/main" id="{6D920CDC-9BFF-497E-A30B-EEB840FFC8FA}"/>
                </a:ext>
              </a:extLst>
            </p:cNvPr>
            <p:cNvSpPr>
              <a:spLocks noChangeShapeType="1"/>
            </p:cNvSpPr>
            <p:nvPr/>
          </p:nvSpPr>
          <p:spPr bwMode="auto">
            <a:xfrm>
              <a:off x="2106613" y="2500313"/>
              <a:ext cx="339725" cy="1587"/>
            </a:xfrm>
            <a:prstGeom prst="line">
              <a:avLst/>
            </a:prstGeom>
            <a:noFill/>
            <a:ln w="25400">
              <a:solidFill>
                <a:srgbClr val="000000"/>
              </a:solidFill>
              <a:round/>
              <a:headEnd/>
              <a:tailEnd/>
            </a:ln>
          </p:spPr>
          <p:txBody>
            <a:bodyPr/>
            <a:lstStyle/>
            <a:p>
              <a:pPr eaLnBrk="1" hangingPunct="1">
                <a:defRPr/>
              </a:pPr>
              <a:endParaRPr lang="en-US" sz="1050">
                <a:latin typeface="+mj-lt"/>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a:extLst>
              <a:ext uri="{FF2B5EF4-FFF2-40B4-BE49-F238E27FC236}">
                <a16:creationId xmlns:a16="http://schemas.microsoft.com/office/drawing/2014/main" id="{6936195A-3438-9185-3247-DE93961E9E0E}"/>
              </a:ext>
            </a:extLst>
          </p:cNvPr>
          <p:cNvSpPr>
            <a:spLocks noGrp="1" noChangeArrowheads="1"/>
          </p:cNvSpPr>
          <p:nvPr>
            <p:ph type="title"/>
          </p:nvPr>
        </p:nvSpPr>
        <p:spPr/>
        <p:txBody>
          <a:bodyPr/>
          <a:lstStyle/>
          <a:p>
            <a:r>
              <a:rPr lang="en-US" altLang="en-US"/>
              <a:t>Synchronous  SRAM (2)</a:t>
            </a:r>
            <a:endParaRPr lang="ru-RU" altLang="en-US"/>
          </a:p>
        </p:txBody>
      </p:sp>
      <p:sp>
        <p:nvSpPr>
          <p:cNvPr id="38915" name="Content Placeholder 3">
            <a:extLst>
              <a:ext uri="{FF2B5EF4-FFF2-40B4-BE49-F238E27FC236}">
                <a16:creationId xmlns:a16="http://schemas.microsoft.com/office/drawing/2014/main" id="{D5DB3267-40C1-E9C4-A29C-86D42567B75B}"/>
              </a:ext>
            </a:extLst>
          </p:cNvPr>
          <p:cNvSpPr>
            <a:spLocks noGrp="1" noChangeArrowheads="1"/>
          </p:cNvSpPr>
          <p:nvPr>
            <p:ph type="body" sz="quarter" idx="10"/>
          </p:nvPr>
        </p:nvSpPr>
        <p:spPr/>
        <p:txBody>
          <a:bodyPr/>
          <a:lstStyle/>
          <a:p>
            <a:r>
              <a:rPr lang="en-US" altLang="en-US" sz="2000"/>
              <a:t>AREG, CREG, INREG -   store address, control signals and data input by rising edge of the clock.</a:t>
            </a:r>
          </a:p>
          <a:p>
            <a:r>
              <a:rPr lang="en-US" altLang="en-US" sz="2000"/>
              <a:t>An operation that is set up before the rising edge of  the clock is performed internally  during a subsequent clock period.</a:t>
            </a:r>
          </a:p>
          <a:p>
            <a:r>
              <a:rPr lang="en-US" altLang="en-US" sz="2000"/>
              <a:t>The result of previous read operation is placed in OUTREG.  </a:t>
            </a:r>
          </a:p>
          <a:p>
            <a:r>
              <a:rPr lang="en-US" altLang="en-US" sz="2000"/>
              <a:t>The device supports a burst mode  (data  at a sequence of addresses is read). AREG behaves as a counter. </a:t>
            </a:r>
          </a:p>
          <a:p>
            <a:r>
              <a:rPr lang="en-US" altLang="en-US" sz="2000"/>
              <a:t>Burst mode for write (sequence of addresses can be written without supplying a new address).</a:t>
            </a:r>
          </a:p>
          <a:p>
            <a:r>
              <a:rPr lang="en-US" altLang="en-US" sz="2000"/>
              <a:t>SSRAM is used in high-performance systems.</a:t>
            </a:r>
          </a:p>
          <a:p>
            <a:pPr>
              <a:buFont typeface="Wingdings" panose="05000000000000000000" pitchFamily="2" charset="2"/>
              <a:buNone/>
            </a:pPr>
            <a:r>
              <a:rPr lang="en-US" altLang="en-US" sz="2000"/>
              <a:t>	ADS_L – Address Set</a:t>
            </a:r>
          </a:p>
          <a:p>
            <a:pPr>
              <a:buFont typeface="Wingdings" panose="05000000000000000000" pitchFamily="2" charset="2"/>
              <a:buNone/>
            </a:pPr>
            <a:r>
              <a:rPr lang="en-US" altLang="en-US" sz="2000"/>
              <a:t>	GW_L – Global Write</a:t>
            </a:r>
            <a:endParaRPr lang="ru-RU" altLang="en-US" sz="2000"/>
          </a:p>
          <a:p>
            <a:endParaRPr lang="en-US" altLang="en-US" sz="2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a:extLst>
              <a:ext uri="{FF2B5EF4-FFF2-40B4-BE49-F238E27FC236}">
                <a16:creationId xmlns:a16="http://schemas.microsoft.com/office/drawing/2014/main" id="{57F8809C-415E-9EB9-E05D-EAA8201794FB}"/>
              </a:ext>
            </a:extLst>
          </p:cNvPr>
          <p:cNvSpPr>
            <a:spLocks noGrp="1" noChangeArrowheads="1"/>
          </p:cNvSpPr>
          <p:nvPr>
            <p:ph type="title"/>
          </p:nvPr>
        </p:nvSpPr>
        <p:spPr/>
        <p:txBody>
          <a:bodyPr/>
          <a:lstStyle/>
          <a:p>
            <a:r>
              <a:rPr lang="en-US" altLang="en-US"/>
              <a:t>Synchronous SRAM Modes</a:t>
            </a:r>
            <a:endParaRPr lang="ru-RU" altLang="en-US"/>
          </a:p>
        </p:txBody>
      </p:sp>
      <p:sp>
        <p:nvSpPr>
          <p:cNvPr id="39939" name="Content Placeholder 3">
            <a:extLst>
              <a:ext uri="{FF2B5EF4-FFF2-40B4-BE49-F238E27FC236}">
                <a16:creationId xmlns:a16="http://schemas.microsoft.com/office/drawing/2014/main" id="{2C3414FD-493A-84E3-D673-2ECC609794B1}"/>
              </a:ext>
            </a:extLst>
          </p:cNvPr>
          <p:cNvSpPr>
            <a:spLocks noGrp="1" noChangeArrowheads="1"/>
          </p:cNvSpPr>
          <p:nvPr>
            <p:ph type="body" sz="quarter" idx="10"/>
          </p:nvPr>
        </p:nvSpPr>
        <p:spPr/>
        <p:txBody>
          <a:bodyPr/>
          <a:lstStyle/>
          <a:p>
            <a:r>
              <a:rPr lang="en-US" altLang="en-US"/>
              <a:t> Flow-Through (Late-write) </a:t>
            </a:r>
          </a:p>
          <a:p>
            <a:r>
              <a:rPr lang="en-US" altLang="en-US"/>
              <a:t> Pipelined Outputs (add OUTREG)</a:t>
            </a:r>
          </a:p>
          <a:p>
            <a:r>
              <a:rPr lang="en-US" altLang="en-US"/>
              <a:t> Burst (AREG is counter)</a:t>
            </a:r>
          </a:p>
          <a:p>
            <a:r>
              <a:rPr lang="en-US" altLang="en-US"/>
              <a:t> Zero-Bus-Turn-Around (ZBT)</a:t>
            </a:r>
            <a:endParaRPr lang="ru-RU" altLang="en-US"/>
          </a:p>
          <a:p>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a:extLst>
              <a:ext uri="{FF2B5EF4-FFF2-40B4-BE49-F238E27FC236}">
                <a16:creationId xmlns:a16="http://schemas.microsoft.com/office/drawing/2014/main" id="{01C9E230-EBD0-B59F-A70D-6469563D111C}"/>
              </a:ext>
            </a:extLst>
          </p:cNvPr>
          <p:cNvSpPr>
            <a:spLocks noGrp="1" noChangeArrowheads="1"/>
          </p:cNvSpPr>
          <p:nvPr>
            <p:ph type="title"/>
          </p:nvPr>
        </p:nvSpPr>
        <p:spPr/>
        <p:txBody>
          <a:bodyPr/>
          <a:lstStyle/>
          <a:p>
            <a:r>
              <a:rPr lang="en-US" altLang="en-US"/>
              <a:t>Timing Waveforms for SSRAM</a:t>
            </a:r>
            <a:endParaRPr lang="ru-RU" altLang="en-US"/>
          </a:p>
        </p:txBody>
      </p:sp>
      <p:sp>
        <p:nvSpPr>
          <p:cNvPr id="40963" name="TextBox 236">
            <a:extLst>
              <a:ext uri="{FF2B5EF4-FFF2-40B4-BE49-F238E27FC236}">
                <a16:creationId xmlns:a16="http://schemas.microsoft.com/office/drawing/2014/main" id="{19578C9D-1E59-C458-B619-F8901F91E0A5}"/>
              </a:ext>
            </a:extLst>
          </p:cNvPr>
          <p:cNvSpPr txBox="1">
            <a:spLocks noChangeArrowheads="1"/>
          </p:cNvSpPr>
          <p:nvPr/>
        </p:nvSpPr>
        <p:spPr bwMode="auto">
          <a:xfrm>
            <a:off x="8667750" y="1947863"/>
            <a:ext cx="1785938"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Read-timing</a:t>
            </a:r>
          </a:p>
          <a:p>
            <a:pPr eaLnBrk="1" hangingPunct="1"/>
            <a:r>
              <a:rPr lang="en-US" altLang="en-US"/>
              <a:t>behavior for</a:t>
            </a:r>
          </a:p>
          <a:p>
            <a:pPr eaLnBrk="1" hangingPunct="1"/>
            <a:r>
              <a:rPr lang="en-US" altLang="en-US"/>
              <a:t>late-write SSRAM with</a:t>
            </a:r>
          </a:p>
          <a:p>
            <a:pPr eaLnBrk="1" hangingPunct="1"/>
            <a:r>
              <a:rPr lang="en-US" altLang="en-US"/>
              <a:t>pipelined</a:t>
            </a:r>
          </a:p>
          <a:p>
            <a:pPr eaLnBrk="1" hangingPunct="1"/>
            <a:r>
              <a:rPr lang="en-US" altLang="en-US"/>
              <a:t>outputs</a:t>
            </a:r>
            <a:endParaRPr lang="en-GB" altLang="en-US"/>
          </a:p>
        </p:txBody>
      </p:sp>
      <p:grpSp>
        <p:nvGrpSpPr>
          <p:cNvPr id="40964" name="Group 1">
            <a:extLst>
              <a:ext uri="{FF2B5EF4-FFF2-40B4-BE49-F238E27FC236}">
                <a16:creationId xmlns:a16="http://schemas.microsoft.com/office/drawing/2014/main" id="{4A13C5B9-D89A-28D6-D47C-B5C48FDA8DEF}"/>
              </a:ext>
            </a:extLst>
          </p:cNvPr>
          <p:cNvGrpSpPr>
            <a:grpSpLocks/>
          </p:cNvGrpSpPr>
          <p:nvPr/>
        </p:nvGrpSpPr>
        <p:grpSpPr bwMode="auto">
          <a:xfrm>
            <a:off x="2381251" y="1582739"/>
            <a:ext cx="5764213" cy="4149725"/>
            <a:chOff x="857250" y="1583531"/>
            <a:chExt cx="5764213" cy="4149725"/>
          </a:xfrm>
        </p:grpSpPr>
        <p:sp>
          <p:nvSpPr>
            <p:cNvPr id="21508" name="Line 6">
              <a:extLst>
                <a:ext uri="{FF2B5EF4-FFF2-40B4-BE49-F238E27FC236}">
                  <a16:creationId xmlns:a16="http://schemas.microsoft.com/office/drawing/2014/main" id="{1F7DCA6F-E340-4B60-85BB-FFC54BE233C0}"/>
                </a:ext>
              </a:extLst>
            </p:cNvPr>
            <p:cNvSpPr>
              <a:spLocks noChangeShapeType="1"/>
            </p:cNvSpPr>
            <p:nvPr/>
          </p:nvSpPr>
          <p:spPr bwMode="auto">
            <a:xfrm>
              <a:off x="1644650" y="1701006"/>
              <a:ext cx="17621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09" name="Line 7">
              <a:extLst>
                <a:ext uri="{FF2B5EF4-FFF2-40B4-BE49-F238E27FC236}">
                  <a16:creationId xmlns:a16="http://schemas.microsoft.com/office/drawing/2014/main" id="{96717931-A347-4B98-9C9B-F6715BC59A6C}"/>
                </a:ext>
              </a:extLst>
            </p:cNvPr>
            <p:cNvSpPr>
              <a:spLocks noChangeShapeType="1"/>
            </p:cNvSpPr>
            <p:nvPr/>
          </p:nvSpPr>
          <p:spPr bwMode="auto">
            <a:xfrm>
              <a:off x="1820863" y="1701006"/>
              <a:ext cx="0" cy="30162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0" name="Line 8">
              <a:extLst>
                <a:ext uri="{FF2B5EF4-FFF2-40B4-BE49-F238E27FC236}">
                  <a16:creationId xmlns:a16="http://schemas.microsoft.com/office/drawing/2014/main" id="{6E6CE6E6-6B44-42BD-A134-89F062DD6757}"/>
                </a:ext>
              </a:extLst>
            </p:cNvPr>
            <p:cNvSpPr>
              <a:spLocks noChangeShapeType="1"/>
            </p:cNvSpPr>
            <p:nvPr/>
          </p:nvSpPr>
          <p:spPr bwMode="auto">
            <a:xfrm>
              <a:off x="1820863" y="2005806"/>
              <a:ext cx="35083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1" name="Line 9">
              <a:extLst>
                <a:ext uri="{FF2B5EF4-FFF2-40B4-BE49-F238E27FC236}">
                  <a16:creationId xmlns:a16="http://schemas.microsoft.com/office/drawing/2014/main" id="{84C3FDEC-9AC2-4E48-8A02-7353A2802118}"/>
                </a:ext>
              </a:extLst>
            </p:cNvPr>
            <p:cNvSpPr>
              <a:spLocks noChangeShapeType="1"/>
            </p:cNvSpPr>
            <p:nvPr/>
          </p:nvSpPr>
          <p:spPr bwMode="auto">
            <a:xfrm>
              <a:off x="2166938" y="1697831"/>
              <a:ext cx="0" cy="3032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2" name="Line 10">
              <a:extLst>
                <a:ext uri="{FF2B5EF4-FFF2-40B4-BE49-F238E27FC236}">
                  <a16:creationId xmlns:a16="http://schemas.microsoft.com/office/drawing/2014/main" id="{AA482891-AD96-406C-8186-EB4113C1F11E}"/>
                </a:ext>
              </a:extLst>
            </p:cNvPr>
            <p:cNvSpPr>
              <a:spLocks noChangeShapeType="1"/>
            </p:cNvSpPr>
            <p:nvPr/>
          </p:nvSpPr>
          <p:spPr bwMode="auto">
            <a:xfrm>
              <a:off x="2166938" y="1697831"/>
              <a:ext cx="35083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3" name="Line 11">
              <a:extLst>
                <a:ext uri="{FF2B5EF4-FFF2-40B4-BE49-F238E27FC236}">
                  <a16:creationId xmlns:a16="http://schemas.microsoft.com/office/drawing/2014/main" id="{6A93778F-95EA-454D-ABE2-541E343FF8A1}"/>
                </a:ext>
              </a:extLst>
            </p:cNvPr>
            <p:cNvSpPr>
              <a:spLocks noChangeShapeType="1"/>
            </p:cNvSpPr>
            <p:nvPr/>
          </p:nvSpPr>
          <p:spPr bwMode="auto">
            <a:xfrm>
              <a:off x="2511425" y="1705768"/>
              <a:ext cx="0" cy="3048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4" name="Line 12">
              <a:extLst>
                <a:ext uri="{FF2B5EF4-FFF2-40B4-BE49-F238E27FC236}">
                  <a16:creationId xmlns:a16="http://schemas.microsoft.com/office/drawing/2014/main" id="{B21BF5C3-D826-453F-A800-52394EAAFBCD}"/>
                </a:ext>
              </a:extLst>
            </p:cNvPr>
            <p:cNvSpPr>
              <a:spLocks noChangeShapeType="1"/>
            </p:cNvSpPr>
            <p:nvPr/>
          </p:nvSpPr>
          <p:spPr bwMode="auto">
            <a:xfrm>
              <a:off x="2524125" y="2016918"/>
              <a:ext cx="34925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5" name="Line 13">
              <a:extLst>
                <a:ext uri="{FF2B5EF4-FFF2-40B4-BE49-F238E27FC236}">
                  <a16:creationId xmlns:a16="http://schemas.microsoft.com/office/drawing/2014/main" id="{904C8E4C-1716-4867-8150-28198897BD78}"/>
                </a:ext>
              </a:extLst>
            </p:cNvPr>
            <p:cNvSpPr>
              <a:spLocks noChangeShapeType="1"/>
            </p:cNvSpPr>
            <p:nvPr/>
          </p:nvSpPr>
          <p:spPr bwMode="auto">
            <a:xfrm>
              <a:off x="2865438" y="1691481"/>
              <a:ext cx="0" cy="30162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6" name="Line 14">
              <a:extLst>
                <a:ext uri="{FF2B5EF4-FFF2-40B4-BE49-F238E27FC236}">
                  <a16:creationId xmlns:a16="http://schemas.microsoft.com/office/drawing/2014/main" id="{091402B1-E46D-4CDD-88DE-A898E0D5C958}"/>
                </a:ext>
              </a:extLst>
            </p:cNvPr>
            <p:cNvSpPr>
              <a:spLocks noChangeShapeType="1"/>
            </p:cNvSpPr>
            <p:nvPr/>
          </p:nvSpPr>
          <p:spPr bwMode="auto">
            <a:xfrm>
              <a:off x="2852738" y="1704181"/>
              <a:ext cx="38417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7" name="Line 15">
              <a:extLst>
                <a:ext uri="{FF2B5EF4-FFF2-40B4-BE49-F238E27FC236}">
                  <a16:creationId xmlns:a16="http://schemas.microsoft.com/office/drawing/2014/main" id="{837828D7-A2A4-4C86-B965-FBE25B748A29}"/>
                </a:ext>
              </a:extLst>
            </p:cNvPr>
            <p:cNvSpPr>
              <a:spLocks noChangeShapeType="1"/>
            </p:cNvSpPr>
            <p:nvPr/>
          </p:nvSpPr>
          <p:spPr bwMode="auto">
            <a:xfrm>
              <a:off x="3233738" y="1710531"/>
              <a:ext cx="0" cy="30162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8" name="Line 16">
              <a:extLst>
                <a:ext uri="{FF2B5EF4-FFF2-40B4-BE49-F238E27FC236}">
                  <a16:creationId xmlns:a16="http://schemas.microsoft.com/office/drawing/2014/main" id="{6C9EE56F-1860-4543-9E9B-99EFF6B65C85}"/>
                </a:ext>
              </a:extLst>
            </p:cNvPr>
            <p:cNvSpPr>
              <a:spLocks noChangeShapeType="1"/>
            </p:cNvSpPr>
            <p:nvPr/>
          </p:nvSpPr>
          <p:spPr bwMode="auto">
            <a:xfrm>
              <a:off x="3233738" y="2013743"/>
              <a:ext cx="3524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9" name="Line 17">
              <a:extLst>
                <a:ext uri="{FF2B5EF4-FFF2-40B4-BE49-F238E27FC236}">
                  <a16:creationId xmlns:a16="http://schemas.microsoft.com/office/drawing/2014/main" id="{804551FA-3490-42B1-92FC-52F2DEF8538E}"/>
                </a:ext>
              </a:extLst>
            </p:cNvPr>
            <p:cNvSpPr>
              <a:spLocks noChangeShapeType="1"/>
            </p:cNvSpPr>
            <p:nvPr/>
          </p:nvSpPr>
          <p:spPr bwMode="auto">
            <a:xfrm>
              <a:off x="3579813" y="1705768"/>
              <a:ext cx="0" cy="3048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0" name="Line 18">
              <a:extLst>
                <a:ext uri="{FF2B5EF4-FFF2-40B4-BE49-F238E27FC236}">
                  <a16:creationId xmlns:a16="http://schemas.microsoft.com/office/drawing/2014/main" id="{4F535420-9BFF-4020-A20C-326A4F47C2DA}"/>
                </a:ext>
              </a:extLst>
            </p:cNvPr>
            <p:cNvSpPr>
              <a:spLocks noChangeShapeType="1"/>
            </p:cNvSpPr>
            <p:nvPr/>
          </p:nvSpPr>
          <p:spPr bwMode="auto">
            <a:xfrm>
              <a:off x="3579813" y="1705768"/>
              <a:ext cx="37147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1" name="Line 19">
              <a:extLst>
                <a:ext uri="{FF2B5EF4-FFF2-40B4-BE49-F238E27FC236}">
                  <a16:creationId xmlns:a16="http://schemas.microsoft.com/office/drawing/2014/main" id="{448E3B5B-B0F6-452B-8A10-2DCBBEDD6E10}"/>
                </a:ext>
              </a:extLst>
            </p:cNvPr>
            <p:cNvSpPr>
              <a:spLocks noChangeShapeType="1"/>
            </p:cNvSpPr>
            <p:nvPr/>
          </p:nvSpPr>
          <p:spPr bwMode="auto">
            <a:xfrm>
              <a:off x="3940175" y="1715293"/>
              <a:ext cx="0" cy="3048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2" name="Line 20">
              <a:extLst>
                <a:ext uri="{FF2B5EF4-FFF2-40B4-BE49-F238E27FC236}">
                  <a16:creationId xmlns:a16="http://schemas.microsoft.com/office/drawing/2014/main" id="{CC9AAABA-2479-490A-983F-308C72E7C870}"/>
                </a:ext>
              </a:extLst>
            </p:cNvPr>
            <p:cNvSpPr>
              <a:spLocks noChangeShapeType="1"/>
            </p:cNvSpPr>
            <p:nvPr/>
          </p:nvSpPr>
          <p:spPr bwMode="auto">
            <a:xfrm>
              <a:off x="3937000" y="2026443"/>
              <a:ext cx="35083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3" name="Line 21">
              <a:extLst>
                <a:ext uri="{FF2B5EF4-FFF2-40B4-BE49-F238E27FC236}">
                  <a16:creationId xmlns:a16="http://schemas.microsoft.com/office/drawing/2014/main" id="{667DEED7-0D7A-476B-8B66-5A9D246235A8}"/>
                </a:ext>
              </a:extLst>
            </p:cNvPr>
            <p:cNvSpPr>
              <a:spLocks noChangeShapeType="1"/>
            </p:cNvSpPr>
            <p:nvPr/>
          </p:nvSpPr>
          <p:spPr bwMode="auto">
            <a:xfrm>
              <a:off x="4292600" y="1713706"/>
              <a:ext cx="0" cy="3032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4" name="Line 22">
              <a:extLst>
                <a:ext uri="{FF2B5EF4-FFF2-40B4-BE49-F238E27FC236}">
                  <a16:creationId xmlns:a16="http://schemas.microsoft.com/office/drawing/2014/main" id="{00DA7AFF-8F7B-4191-BA7F-37479C8B5C28}"/>
                </a:ext>
              </a:extLst>
            </p:cNvPr>
            <p:cNvSpPr>
              <a:spLocks noChangeShapeType="1"/>
            </p:cNvSpPr>
            <p:nvPr/>
          </p:nvSpPr>
          <p:spPr bwMode="auto">
            <a:xfrm>
              <a:off x="4292600" y="1701006"/>
              <a:ext cx="3524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5" name="Line 23">
              <a:extLst>
                <a:ext uri="{FF2B5EF4-FFF2-40B4-BE49-F238E27FC236}">
                  <a16:creationId xmlns:a16="http://schemas.microsoft.com/office/drawing/2014/main" id="{916BE33D-0429-46E8-9053-827D5C5EB8CC}"/>
                </a:ext>
              </a:extLst>
            </p:cNvPr>
            <p:cNvSpPr>
              <a:spLocks noChangeShapeType="1"/>
            </p:cNvSpPr>
            <p:nvPr/>
          </p:nvSpPr>
          <p:spPr bwMode="auto">
            <a:xfrm>
              <a:off x="4638675" y="1710531"/>
              <a:ext cx="0" cy="30162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6" name="Line 24">
              <a:extLst>
                <a:ext uri="{FF2B5EF4-FFF2-40B4-BE49-F238E27FC236}">
                  <a16:creationId xmlns:a16="http://schemas.microsoft.com/office/drawing/2014/main" id="{4A19603E-6E76-4E75-92C3-8197486DDA18}"/>
                </a:ext>
              </a:extLst>
            </p:cNvPr>
            <p:cNvSpPr>
              <a:spLocks noChangeShapeType="1"/>
            </p:cNvSpPr>
            <p:nvPr/>
          </p:nvSpPr>
          <p:spPr bwMode="auto">
            <a:xfrm>
              <a:off x="4651375" y="2013743"/>
              <a:ext cx="35083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7" name="Line 25">
              <a:extLst>
                <a:ext uri="{FF2B5EF4-FFF2-40B4-BE49-F238E27FC236}">
                  <a16:creationId xmlns:a16="http://schemas.microsoft.com/office/drawing/2014/main" id="{0FF780F7-4897-4C01-AF8E-EF0B24FBBB50}"/>
                </a:ext>
              </a:extLst>
            </p:cNvPr>
            <p:cNvSpPr>
              <a:spLocks noChangeShapeType="1"/>
            </p:cNvSpPr>
            <p:nvPr/>
          </p:nvSpPr>
          <p:spPr bwMode="auto">
            <a:xfrm>
              <a:off x="4999038" y="1705768"/>
              <a:ext cx="0" cy="3048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8" name="Line 26">
              <a:extLst>
                <a:ext uri="{FF2B5EF4-FFF2-40B4-BE49-F238E27FC236}">
                  <a16:creationId xmlns:a16="http://schemas.microsoft.com/office/drawing/2014/main" id="{79C17763-0E91-40CE-92B4-5BDC383BF4BE}"/>
                </a:ext>
              </a:extLst>
            </p:cNvPr>
            <p:cNvSpPr>
              <a:spLocks noChangeShapeType="1"/>
            </p:cNvSpPr>
            <p:nvPr/>
          </p:nvSpPr>
          <p:spPr bwMode="auto">
            <a:xfrm>
              <a:off x="4999038" y="1705768"/>
              <a:ext cx="36830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9" name="Line 27">
              <a:extLst>
                <a:ext uri="{FF2B5EF4-FFF2-40B4-BE49-F238E27FC236}">
                  <a16:creationId xmlns:a16="http://schemas.microsoft.com/office/drawing/2014/main" id="{0FE3A7E1-C1E4-4D93-8657-EDECBA5FB540}"/>
                </a:ext>
              </a:extLst>
            </p:cNvPr>
            <p:cNvSpPr>
              <a:spLocks noChangeShapeType="1"/>
            </p:cNvSpPr>
            <p:nvPr/>
          </p:nvSpPr>
          <p:spPr bwMode="auto">
            <a:xfrm>
              <a:off x="5357813" y="1715293"/>
              <a:ext cx="0" cy="3048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0" name="Line 28">
              <a:extLst>
                <a:ext uri="{FF2B5EF4-FFF2-40B4-BE49-F238E27FC236}">
                  <a16:creationId xmlns:a16="http://schemas.microsoft.com/office/drawing/2014/main" id="{E563A09D-3957-4DAD-8892-093FB62C513A}"/>
                </a:ext>
              </a:extLst>
            </p:cNvPr>
            <p:cNvSpPr>
              <a:spLocks noChangeShapeType="1"/>
            </p:cNvSpPr>
            <p:nvPr/>
          </p:nvSpPr>
          <p:spPr bwMode="auto">
            <a:xfrm>
              <a:off x="5354638" y="2026443"/>
              <a:ext cx="3524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1" name="Line 29">
              <a:extLst>
                <a:ext uri="{FF2B5EF4-FFF2-40B4-BE49-F238E27FC236}">
                  <a16:creationId xmlns:a16="http://schemas.microsoft.com/office/drawing/2014/main" id="{EA2C4E77-9D00-4697-90A4-8014912F7793}"/>
                </a:ext>
              </a:extLst>
            </p:cNvPr>
            <p:cNvSpPr>
              <a:spLocks noChangeShapeType="1"/>
            </p:cNvSpPr>
            <p:nvPr/>
          </p:nvSpPr>
          <p:spPr bwMode="auto">
            <a:xfrm>
              <a:off x="5711825" y="1713706"/>
              <a:ext cx="0" cy="3032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2" name="Line 30">
              <a:extLst>
                <a:ext uri="{FF2B5EF4-FFF2-40B4-BE49-F238E27FC236}">
                  <a16:creationId xmlns:a16="http://schemas.microsoft.com/office/drawing/2014/main" id="{F71AC1BA-37D3-4736-A264-DF100BF80379}"/>
                </a:ext>
              </a:extLst>
            </p:cNvPr>
            <p:cNvSpPr>
              <a:spLocks noChangeShapeType="1"/>
            </p:cNvSpPr>
            <p:nvPr/>
          </p:nvSpPr>
          <p:spPr bwMode="auto">
            <a:xfrm>
              <a:off x="5711825" y="1701006"/>
              <a:ext cx="3524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3" name="Line 31">
              <a:extLst>
                <a:ext uri="{FF2B5EF4-FFF2-40B4-BE49-F238E27FC236}">
                  <a16:creationId xmlns:a16="http://schemas.microsoft.com/office/drawing/2014/main" id="{A3D7EA5E-BD2F-4DCB-8F9C-46892BCE68A3}"/>
                </a:ext>
              </a:extLst>
            </p:cNvPr>
            <p:cNvSpPr>
              <a:spLocks noChangeShapeType="1"/>
            </p:cNvSpPr>
            <p:nvPr/>
          </p:nvSpPr>
          <p:spPr bwMode="auto">
            <a:xfrm>
              <a:off x="6051550" y="1705768"/>
              <a:ext cx="0" cy="3048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4" name="Line 32">
              <a:extLst>
                <a:ext uri="{FF2B5EF4-FFF2-40B4-BE49-F238E27FC236}">
                  <a16:creationId xmlns:a16="http://schemas.microsoft.com/office/drawing/2014/main" id="{1BE5D932-2CC7-4608-919A-A5B52B362F70}"/>
                </a:ext>
              </a:extLst>
            </p:cNvPr>
            <p:cNvSpPr>
              <a:spLocks noChangeShapeType="1"/>
            </p:cNvSpPr>
            <p:nvPr/>
          </p:nvSpPr>
          <p:spPr bwMode="auto">
            <a:xfrm>
              <a:off x="6051550" y="2023268"/>
              <a:ext cx="3524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5" name="Line 33">
              <a:extLst>
                <a:ext uri="{FF2B5EF4-FFF2-40B4-BE49-F238E27FC236}">
                  <a16:creationId xmlns:a16="http://schemas.microsoft.com/office/drawing/2014/main" id="{F46684FF-58BB-4B96-9EB1-75CBFF42D2C6}"/>
                </a:ext>
              </a:extLst>
            </p:cNvPr>
            <p:cNvSpPr>
              <a:spLocks noChangeShapeType="1"/>
            </p:cNvSpPr>
            <p:nvPr/>
          </p:nvSpPr>
          <p:spPr bwMode="auto">
            <a:xfrm>
              <a:off x="6411913" y="1715293"/>
              <a:ext cx="0" cy="3048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6" name="Line 34">
              <a:extLst>
                <a:ext uri="{FF2B5EF4-FFF2-40B4-BE49-F238E27FC236}">
                  <a16:creationId xmlns:a16="http://schemas.microsoft.com/office/drawing/2014/main" id="{F311BB98-C302-4232-AFA9-41D0C5A0F1FC}"/>
                </a:ext>
              </a:extLst>
            </p:cNvPr>
            <p:cNvSpPr>
              <a:spLocks noChangeShapeType="1"/>
            </p:cNvSpPr>
            <p:nvPr/>
          </p:nvSpPr>
          <p:spPr bwMode="auto">
            <a:xfrm>
              <a:off x="6411913" y="1715293"/>
              <a:ext cx="20955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7" name="Line 35">
              <a:extLst>
                <a:ext uri="{FF2B5EF4-FFF2-40B4-BE49-F238E27FC236}">
                  <a16:creationId xmlns:a16="http://schemas.microsoft.com/office/drawing/2014/main" id="{789135C7-A713-49C2-BA8C-B203579B6BA6}"/>
                </a:ext>
              </a:extLst>
            </p:cNvPr>
            <p:cNvSpPr>
              <a:spLocks noChangeShapeType="1"/>
            </p:cNvSpPr>
            <p:nvPr/>
          </p:nvSpPr>
          <p:spPr bwMode="auto">
            <a:xfrm>
              <a:off x="2070100" y="2309018"/>
              <a:ext cx="21113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8" name="Line 36">
              <a:extLst>
                <a:ext uri="{FF2B5EF4-FFF2-40B4-BE49-F238E27FC236}">
                  <a16:creationId xmlns:a16="http://schemas.microsoft.com/office/drawing/2014/main" id="{EC33F271-F64E-4536-9A2B-B4796BAEC81B}"/>
                </a:ext>
              </a:extLst>
            </p:cNvPr>
            <p:cNvSpPr>
              <a:spLocks noChangeShapeType="1"/>
            </p:cNvSpPr>
            <p:nvPr/>
          </p:nvSpPr>
          <p:spPr bwMode="auto">
            <a:xfrm flipH="1">
              <a:off x="2173288" y="1586706"/>
              <a:ext cx="0" cy="4090987"/>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539" name="Line 37">
              <a:extLst>
                <a:ext uri="{FF2B5EF4-FFF2-40B4-BE49-F238E27FC236}">
                  <a16:creationId xmlns:a16="http://schemas.microsoft.com/office/drawing/2014/main" id="{1CCA07C8-756D-4278-9A69-838D6838F5F7}"/>
                </a:ext>
              </a:extLst>
            </p:cNvPr>
            <p:cNvSpPr>
              <a:spLocks noChangeShapeType="1"/>
            </p:cNvSpPr>
            <p:nvPr/>
          </p:nvSpPr>
          <p:spPr bwMode="auto">
            <a:xfrm>
              <a:off x="2868613" y="1583531"/>
              <a:ext cx="0" cy="4086225"/>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540" name="Line 38">
              <a:extLst>
                <a:ext uri="{FF2B5EF4-FFF2-40B4-BE49-F238E27FC236}">
                  <a16:creationId xmlns:a16="http://schemas.microsoft.com/office/drawing/2014/main" id="{27D4AA76-C793-467E-9903-BB2F6843A134}"/>
                </a:ext>
              </a:extLst>
            </p:cNvPr>
            <p:cNvSpPr>
              <a:spLocks noChangeShapeType="1"/>
            </p:cNvSpPr>
            <p:nvPr/>
          </p:nvSpPr>
          <p:spPr bwMode="auto">
            <a:xfrm>
              <a:off x="3579813" y="1593056"/>
              <a:ext cx="0" cy="4084637"/>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541" name="Line 39">
              <a:extLst>
                <a:ext uri="{FF2B5EF4-FFF2-40B4-BE49-F238E27FC236}">
                  <a16:creationId xmlns:a16="http://schemas.microsoft.com/office/drawing/2014/main" id="{FB3562E0-4F51-448D-9D2D-D894BB371D81}"/>
                </a:ext>
              </a:extLst>
            </p:cNvPr>
            <p:cNvSpPr>
              <a:spLocks noChangeShapeType="1"/>
            </p:cNvSpPr>
            <p:nvPr/>
          </p:nvSpPr>
          <p:spPr bwMode="auto">
            <a:xfrm>
              <a:off x="4289425" y="1600993"/>
              <a:ext cx="0" cy="4086225"/>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542" name="Line 43">
              <a:extLst>
                <a:ext uri="{FF2B5EF4-FFF2-40B4-BE49-F238E27FC236}">
                  <a16:creationId xmlns:a16="http://schemas.microsoft.com/office/drawing/2014/main" id="{A448E225-12C6-4289-A37C-191AF1AA0662}"/>
                </a:ext>
              </a:extLst>
            </p:cNvPr>
            <p:cNvSpPr>
              <a:spLocks noChangeShapeType="1"/>
            </p:cNvSpPr>
            <p:nvPr/>
          </p:nvSpPr>
          <p:spPr bwMode="auto">
            <a:xfrm>
              <a:off x="2074863" y="2632868"/>
              <a:ext cx="21431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3" name="Line 44">
              <a:extLst>
                <a:ext uri="{FF2B5EF4-FFF2-40B4-BE49-F238E27FC236}">
                  <a16:creationId xmlns:a16="http://schemas.microsoft.com/office/drawing/2014/main" id="{1E4A83BF-68B6-474A-A3AD-3E41591BF4E0}"/>
                </a:ext>
              </a:extLst>
            </p:cNvPr>
            <p:cNvSpPr>
              <a:spLocks noChangeShapeType="1"/>
            </p:cNvSpPr>
            <p:nvPr/>
          </p:nvSpPr>
          <p:spPr bwMode="auto">
            <a:xfrm>
              <a:off x="2743200" y="2315368"/>
              <a:ext cx="24923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4" name="Line 45">
              <a:extLst>
                <a:ext uri="{FF2B5EF4-FFF2-40B4-BE49-F238E27FC236}">
                  <a16:creationId xmlns:a16="http://schemas.microsoft.com/office/drawing/2014/main" id="{71F6042A-E8B3-4B25-BF9B-AFAE0C7A3982}"/>
                </a:ext>
              </a:extLst>
            </p:cNvPr>
            <p:cNvSpPr>
              <a:spLocks noChangeShapeType="1"/>
            </p:cNvSpPr>
            <p:nvPr/>
          </p:nvSpPr>
          <p:spPr bwMode="auto">
            <a:xfrm>
              <a:off x="2735263" y="2618581"/>
              <a:ext cx="27463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5" name="Line 46">
              <a:extLst>
                <a:ext uri="{FF2B5EF4-FFF2-40B4-BE49-F238E27FC236}">
                  <a16:creationId xmlns:a16="http://schemas.microsoft.com/office/drawing/2014/main" id="{05489AE0-E734-4F1B-B0A5-7540A3BDD3A9}"/>
                </a:ext>
              </a:extLst>
            </p:cNvPr>
            <p:cNvSpPr>
              <a:spLocks noChangeShapeType="1"/>
            </p:cNvSpPr>
            <p:nvPr/>
          </p:nvSpPr>
          <p:spPr bwMode="auto">
            <a:xfrm>
              <a:off x="3101975" y="2302668"/>
              <a:ext cx="240823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6" name="Line 47">
              <a:extLst>
                <a:ext uri="{FF2B5EF4-FFF2-40B4-BE49-F238E27FC236}">
                  <a16:creationId xmlns:a16="http://schemas.microsoft.com/office/drawing/2014/main" id="{55D1339B-1EBD-4719-9336-D599F634068D}"/>
                </a:ext>
              </a:extLst>
            </p:cNvPr>
            <p:cNvSpPr>
              <a:spLocks noChangeShapeType="1"/>
            </p:cNvSpPr>
            <p:nvPr/>
          </p:nvSpPr>
          <p:spPr bwMode="auto">
            <a:xfrm>
              <a:off x="3106738" y="2628106"/>
              <a:ext cx="24098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7" name="Line 48">
              <a:extLst>
                <a:ext uri="{FF2B5EF4-FFF2-40B4-BE49-F238E27FC236}">
                  <a16:creationId xmlns:a16="http://schemas.microsoft.com/office/drawing/2014/main" id="{34B57F75-E7C4-4C53-B9E9-1A747D7BF7D8}"/>
                </a:ext>
              </a:extLst>
            </p:cNvPr>
            <p:cNvSpPr>
              <a:spLocks noChangeShapeType="1"/>
            </p:cNvSpPr>
            <p:nvPr/>
          </p:nvSpPr>
          <p:spPr bwMode="auto">
            <a:xfrm>
              <a:off x="2417763" y="2312193"/>
              <a:ext cx="21113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8" name="Line 49">
              <a:extLst>
                <a:ext uri="{FF2B5EF4-FFF2-40B4-BE49-F238E27FC236}">
                  <a16:creationId xmlns:a16="http://schemas.microsoft.com/office/drawing/2014/main" id="{3BE764A4-B4F8-4FA4-9776-297E292511DD}"/>
                </a:ext>
              </a:extLst>
            </p:cNvPr>
            <p:cNvSpPr>
              <a:spLocks noChangeShapeType="1"/>
            </p:cNvSpPr>
            <p:nvPr/>
          </p:nvSpPr>
          <p:spPr bwMode="auto">
            <a:xfrm>
              <a:off x="2405063" y="2623343"/>
              <a:ext cx="21113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9" name="Line 50">
              <a:extLst>
                <a:ext uri="{FF2B5EF4-FFF2-40B4-BE49-F238E27FC236}">
                  <a16:creationId xmlns:a16="http://schemas.microsoft.com/office/drawing/2014/main" id="{B9B50CEA-0576-4B6B-B15F-C80B3F6892E1}"/>
                </a:ext>
              </a:extLst>
            </p:cNvPr>
            <p:cNvSpPr>
              <a:spLocks noChangeShapeType="1"/>
            </p:cNvSpPr>
            <p:nvPr/>
          </p:nvSpPr>
          <p:spPr bwMode="auto">
            <a:xfrm>
              <a:off x="1679575" y="2305843"/>
              <a:ext cx="26511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0" name="Line 51">
              <a:extLst>
                <a:ext uri="{FF2B5EF4-FFF2-40B4-BE49-F238E27FC236}">
                  <a16:creationId xmlns:a16="http://schemas.microsoft.com/office/drawing/2014/main" id="{592BF5D1-5CC0-4BD2-98BA-22F3F9DD483B}"/>
                </a:ext>
              </a:extLst>
            </p:cNvPr>
            <p:cNvSpPr>
              <a:spLocks noChangeShapeType="1"/>
            </p:cNvSpPr>
            <p:nvPr/>
          </p:nvSpPr>
          <p:spPr bwMode="auto">
            <a:xfrm>
              <a:off x="1706563" y="2618581"/>
              <a:ext cx="21113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1" name="Line 52">
              <a:extLst>
                <a:ext uri="{FF2B5EF4-FFF2-40B4-BE49-F238E27FC236}">
                  <a16:creationId xmlns:a16="http://schemas.microsoft.com/office/drawing/2014/main" id="{E9559B65-49AE-4064-AB34-A32EDB7F646C}"/>
                </a:ext>
              </a:extLst>
            </p:cNvPr>
            <p:cNvSpPr>
              <a:spLocks noChangeShapeType="1"/>
            </p:cNvSpPr>
            <p:nvPr/>
          </p:nvSpPr>
          <p:spPr bwMode="auto">
            <a:xfrm>
              <a:off x="1924050" y="2305843"/>
              <a:ext cx="149225" cy="33655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2" name="Line 53">
              <a:extLst>
                <a:ext uri="{FF2B5EF4-FFF2-40B4-BE49-F238E27FC236}">
                  <a16:creationId xmlns:a16="http://schemas.microsoft.com/office/drawing/2014/main" id="{7056AB98-3D02-4AEB-A7EC-0D0EAED81130}"/>
                </a:ext>
              </a:extLst>
            </p:cNvPr>
            <p:cNvSpPr>
              <a:spLocks noChangeShapeType="1"/>
            </p:cNvSpPr>
            <p:nvPr/>
          </p:nvSpPr>
          <p:spPr bwMode="auto">
            <a:xfrm flipH="1">
              <a:off x="1917700" y="2305843"/>
              <a:ext cx="152400" cy="31908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3" name="Line 54">
              <a:extLst>
                <a:ext uri="{FF2B5EF4-FFF2-40B4-BE49-F238E27FC236}">
                  <a16:creationId xmlns:a16="http://schemas.microsoft.com/office/drawing/2014/main" id="{A5BDECAE-9D63-4F37-9E4C-9341CFCA6B4C}"/>
                </a:ext>
              </a:extLst>
            </p:cNvPr>
            <p:cNvSpPr>
              <a:spLocks noChangeShapeType="1"/>
            </p:cNvSpPr>
            <p:nvPr/>
          </p:nvSpPr>
          <p:spPr bwMode="auto">
            <a:xfrm flipH="1">
              <a:off x="2292350" y="2302668"/>
              <a:ext cx="117475" cy="31591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4" name="Line 55">
              <a:extLst>
                <a:ext uri="{FF2B5EF4-FFF2-40B4-BE49-F238E27FC236}">
                  <a16:creationId xmlns:a16="http://schemas.microsoft.com/office/drawing/2014/main" id="{F7A82ABC-C26A-438E-B097-8D6EEA36EFD3}"/>
                </a:ext>
              </a:extLst>
            </p:cNvPr>
            <p:cNvSpPr>
              <a:spLocks noChangeShapeType="1"/>
            </p:cNvSpPr>
            <p:nvPr/>
          </p:nvSpPr>
          <p:spPr bwMode="auto">
            <a:xfrm flipH="1">
              <a:off x="2624138" y="2312193"/>
              <a:ext cx="115887" cy="31591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5" name="Line 56">
              <a:extLst>
                <a:ext uri="{FF2B5EF4-FFF2-40B4-BE49-F238E27FC236}">
                  <a16:creationId xmlns:a16="http://schemas.microsoft.com/office/drawing/2014/main" id="{6AAB9408-31AB-4DAC-A6ED-A3B78476BA8C}"/>
                </a:ext>
              </a:extLst>
            </p:cNvPr>
            <p:cNvSpPr>
              <a:spLocks noChangeShapeType="1"/>
            </p:cNvSpPr>
            <p:nvPr/>
          </p:nvSpPr>
          <p:spPr bwMode="auto">
            <a:xfrm flipH="1">
              <a:off x="2997200" y="2307431"/>
              <a:ext cx="11747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6" name="Line 57">
              <a:extLst>
                <a:ext uri="{FF2B5EF4-FFF2-40B4-BE49-F238E27FC236}">
                  <a16:creationId xmlns:a16="http://schemas.microsoft.com/office/drawing/2014/main" id="{8B30844C-3633-47DA-AC5F-550C6BA83014}"/>
                </a:ext>
              </a:extLst>
            </p:cNvPr>
            <p:cNvSpPr>
              <a:spLocks noChangeShapeType="1"/>
            </p:cNvSpPr>
            <p:nvPr/>
          </p:nvSpPr>
          <p:spPr bwMode="auto">
            <a:xfrm>
              <a:off x="2284413" y="2318543"/>
              <a:ext cx="95250" cy="28575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7" name="Line 58">
              <a:extLst>
                <a:ext uri="{FF2B5EF4-FFF2-40B4-BE49-F238E27FC236}">
                  <a16:creationId xmlns:a16="http://schemas.microsoft.com/office/drawing/2014/main" id="{4CDB391C-BD30-4434-A42C-6CD61FDEFE79}"/>
                </a:ext>
              </a:extLst>
            </p:cNvPr>
            <p:cNvSpPr>
              <a:spLocks noChangeShapeType="1"/>
            </p:cNvSpPr>
            <p:nvPr/>
          </p:nvSpPr>
          <p:spPr bwMode="auto">
            <a:xfrm>
              <a:off x="2628900" y="2315368"/>
              <a:ext cx="114300" cy="30321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8" name="Line 59">
              <a:extLst>
                <a:ext uri="{FF2B5EF4-FFF2-40B4-BE49-F238E27FC236}">
                  <a16:creationId xmlns:a16="http://schemas.microsoft.com/office/drawing/2014/main" id="{881F6D54-5BF6-44F9-8F75-0BACE6314D21}"/>
                </a:ext>
              </a:extLst>
            </p:cNvPr>
            <p:cNvSpPr>
              <a:spLocks noChangeShapeType="1"/>
            </p:cNvSpPr>
            <p:nvPr/>
          </p:nvSpPr>
          <p:spPr bwMode="auto">
            <a:xfrm>
              <a:off x="2987675" y="2323306"/>
              <a:ext cx="112713" cy="3048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9" name="Line 60">
              <a:extLst>
                <a:ext uri="{FF2B5EF4-FFF2-40B4-BE49-F238E27FC236}">
                  <a16:creationId xmlns:a16="http://schemas.microsoft.com/office/drawing/2014/main" id="{3BCBF412-3178-4020-8DAC-016864E387DE}"/>
                </a:ext>
              </a:extLst>
            </p:cNvPr>
            <p:cNvSpPr>
              <a:spLocks noChangeShapeType="1"/>
            </p:cNvSpPr>
            <p:nvPr/>
          </p:nvSpPr>
          <p:spPr bwMode="auto">
            <a:xfrm flipH="1">
              <a:off x="1778000" y="2302668"/>
              <a:ext cx="115888" cy="31591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0" name="Line 61">
              <a:extLst>
                <a:ext uri="{FF2B5EF4-FFF2-40B4-BE49-F238E27FC236}">
                  <a16:creationId xmlns:a16="http://schemas.microsoft.com/office/drawing/2014/main" id="{B09AAEC5-3144-4B54-970A-98AEBF3FEF42}"/>
                </a:ext>
              </a:extLst>
            </p:cNvPr>
            <p:cNvSpPr>
              <a:spLocks noChangeShapeType="1"/>
            </p:cNvSpPr>
            <p:nvPr/>
          </p:nvSpPr>
          <p:spPr bwMode="auto">
            <a:xfrm flipH="1">
              <a:off x="1657350" y="2312193"/>
              <a:ext cx="115888" cy="31591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1" name="Line 62">
              <a:extLst>
                <a:ext uri="{FF2B5EF4-FFF2-40B4-BE49-F238E27FC236}">
                  <a16:creationId xmlns:a16="http://schemas.microsoft.com/office/drawing/2014/main" id="{8C0570E4-39A2-494F-A82B-10514DCC8FC4}"/>
                </a:ext>
              </a:extLst>
            </p:cNvPr>
            <p:cNvSpPr>
              <a:spLocks noChangeShapeType="1"/>
            </p:cNvSpPr>
            <p:nvPr/>
          </p:nvSpPr>
          <p:spPr bwMode="auto">
            <a:xfrm>
              <a:off x="1800225" y="2305843"/>
              <a:ext cx="96838" cy="29051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2" name="Line 63">
              <a:extLst>
                <a:ext uri="{FF2B5EF4-FFF2-40B4-BE49-F238E27FC236}">
                  <a16:creationId xmlns:a16="http://schemas.microsoft.com/office/drawing/2014/main" id="{B05CD192-C589-4E95-8D68-C9B7C97C2F61}"/>
                </a:ext>
              </a:extLst>
            </p:cNvPr>
            <p:cNvSpPr>
              <a:spLocks noChangeShapeType="1"/>
            </p:cNvSpPr>
            <p:nvPr/>
          </p:nvSpPr>
          <p:spPr bwMode="auto">
            <a:xfrm>
              <a:off x="1706563" y="2328068"/>
              <a:ext cx="96837" cy="28575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3" name="Line 64">
              <a:extLst>
                <a:ext uri="{FF2B5EF4-FFF2-40B4-BE49-F238E27FC236}">
                  <a16:creationId xmlns:a16="http://schemas.microsoft.com/office/drawing/2014/main" id="{D2FDAF55-2B5B-420C-B979-8E48D9509A38}"/>
                </a:ext>
              </a:extLst>
            </p:cNvPr>
            <p:cNvSpPr>
              <a:spLocks noChangeShapeType="1"/>
            </p:cNvSpPr>
            <p:nvPr/>
          </p:nvSpPr>
          <p:spPr bwMode="auto">
            <a:xfrm flipH="1">
              <a:off x="2403475" y="2312193"/>
              <a:ext cx="117475" cy="31591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4" name="Line 65">
              <a:extLst>
                <a:ext uri="{FF2B5EF4-FFF2-40B4-BE49-F238E27FC236}">
                  <a16:creationId xmlns:a16="http://schemas.microsoft.com/office/drawing/2014/main" id="{E917CF72-307A-4391-9158-C4025F919CA4}"/>
                </a:ext>
              </a:extLst>
            </p:cNvPr>
            <p:cNvSpPr>
              <a:spLocks noChangeShapeType="1"/>
            </p:cNvSpPr>
            <p:nvPr/>
          </p:nvSpPr>
          <p:spPr bwMode="auto">
            <a:xfrm>
              <a:off x="2433638" y="2336006"/>
              <a:ext cx="96837" cy="28892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5" name="Line 66">
              <a:extLst>
                <a:ext uri="{FF2B5EF4-FFF2-40B4-BE49-F238E27FC236}">
                  <a16:creationId xmlns:a16="http://schemas.microsoft.com/office/drawing/2014/main" id="{172A4F9E-A5CC-43AB-A2CA-207481210E4D}"/>
                </a:ext>
              </a:extLst>
            </p:cNvPr>
            <p:cNvSpPr>
              <a:spLocks noChangeShapeType="1"/>
            </p:cNvSpPr>
            <p:nvPr/>
          </p:nvSpPr>
          <p:spPr bwMode="auto">
            <a:xfrm flipH="1">
              <a:off x="2514600" y="2307431"/>
              <a:ext cx="14922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6" name="Line 67">
              <a:extLst>
                <a:ext uri="{FF2B5EF4-FFF2-40B4-BE49-F238E27FC236}">
                  <a16:creationId xmlns:a16="http://schemas.microsoft.com/office/drawing/2014/main" id="{5059E35B-36A2-444C-8950-178C712D6A90}"/>
                </a:ext>
              </a:extLst>
            </p:cNvPr>
            <p:cNvSpPr>
              <a:spLocks noChangeShapeType="1"/>
            </p:cNvSpPr>
            <p:nvPr/>
          </p:nvSpPr>
          <p:spPr bwMode="auto">
            <a:xfrm>
              <a:off x="2530475" y="2320131"/>
              <a:ext cx="96838" cy="28733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7" name="Line 68">
              <a:extLst>
                <a:ext uri="{FF2B5EF4-FFF2-40B4-BE49-F238E27FC236}">
                  <a16:creationId xmlns:a16="http://schemas.microsoft.com/office/drawing/2014/main" id="{BC50F930-F660-4359-BBAD-7F5889100179}"/>
                </a:ext>
              </a:extLst>
            </p:cNvPr>
            <p:cNvSpPr>
              <a:spLocks noChangeShapeType="1"/>
            </p:cNvSpPr>
            <p:nvPr/>
          </p:nvSpPr>
          <p:spPr bwMode="auto">
            <a:xfrm>
              <a:off x="1681163" y="2904331"/>
              <a:ext cx="2809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8" name="Line 69">
              <a:extLst>
                <a:ext uri="{FF2B5EF4-FFF2-40B4-BE49-F238E27FC236}">
                  <a16:creationId xmlns:a16="http://schemas.microsoft.com/office/drawing/2014/main" id="{F0902BA6-E3E5-4DC0-95C4-0F2EC3061C10}"/>
                </a:ext>
              </a:extLst>
            </p:cNvPr>
            <p:cNvSpPr>
              <a:spLocks noChangeShapeType="1"/>
            </p:cNvSpPr>
            <p:nvPr/>
          </p:nvSpPr>
          <p:spPr bwMode="auto">
            <a:xfrm>
              <a:off x="1963738" y="2899568"/>
              <a:ext cx="98425" cy="28892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9" name="Line 70">
              <a:extLst>
                <a:ext uri="{FF2B5EF4-FFF2-40B4-BE49-F238E27FC236}">
                  <a16:creationId xmlns:a16="http://schemas.microsoft.com/office/drawing/2014/main" id="{691B6E1A-6BEE-4366-A87D-C3CD80293C56}"/>
                </a:ext>
              </a:extLst>
            </p:cNvPr>
            <p:cNvSpPr>
              <a:spLocks noChangeShapeType="1"/>
            </p:cNvSpPr>
            <p:nvPr/>
          </p:nvSpPr>
          <p:spPr bwMode="auto">
            <a:xfrm>
              <a:off x="2047875" y="3198018"/>
              <a:ext cx="73183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0" name="Line 71">
              <a:extLst>
                <a:ext uri="{FF2B5EF4-FFF2-40B4-BE49-F238E27FC236}">
                  <a16:creationId xmlns:a16="http://schemas.microsoft.com/office/drawing/2014/main" id="{2EC4E1F6-2D54-491D-8680-BDEE7CB3565D}"/>
                </a:ext>
              </a:extLst>
            </p:cNvPr>
            <p:cNvSpPr>
              <a:spLocks noChangeShapeType="1"/>
            </p:cNvSpPr>
            <p:nvPr/>
          </p:nvSpPr>
          <p:spPr bwMode="auto">
            <a:xfrm flipH="1">
              <a:off x="2286000" y="2893218"/>
              <a:ext cx="117475" cy="31591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1" name="Line 72">
              <a:extLst>
                <a:ext uri="{FF2B5EF4-FFF2-40B4-BE49-F238E27FC236}">
                  <a16:creationId xmlns:a16="http://schemas.microsoft.com/office/drawing/2014/main" id="{6FA515DC-4284-4E06-8AD6-4D337E0A02A9}"/>
                </a:ext>
              </a:extLst>
            </p:cNvPr>
            <p:cNvSpPr>
              <a:spLocks noChangeShapeType="1"/>
            </p:cNvSpPr>
            <p:nvPr/>
          </p:nvSpPr>
          <p:spPr bwMode="auto">
            <a:xfrm>
              <a:off x="2403475" y="2893218"/>
              <a:ext cx="25558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2" name="Line 73">
              <a:extLst>
                <a:ext uri="{FF2B5EF4-FFF2-40B4-BE49-F238E27FC236}">
                  <a16:creationId xmlns:a16="http://schemas.microsoft.com/office/drawing/2014/main" id="{6D173783-1E67-448F-B52F-9ED65880C9E2}"/>
                </a:ext>
              </a:extLst>
            </p:cNvPr>
            <p:cNvSpPr>
              <a:spLocks noChangeShapeType="1"/>
            </p:cNvSpPr>
            <p:nvPr/>
          </p:nvSpPr>
          <p:spPr bwMode="auto">
            <a:xfrm>
              <a:off x="2644775" y="2883693"/>
              <a:ext cx="98425" cy="28892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3" name="Line 74">
              <a:extLst>
                <a:ext uri="{FF2B5EF4-FFF2-40B4-BE49-F238E27FC236}">
                  <a16:creationId xmlns:a16="http://schemas.microsoft.com/office/drawing/2014/main" id="{3C55450B-1B51-4378-B759-E93860E781C4}"/>
                </a:ext>
              </a:extLst>
            </p:cNvPr>
            <p:cNvSpPr>
              <a:spLocks noChangeShapeType="1"/>
            </p:cNvSpPr>
            <p:nvPr/>
          </p:nvSpPr>
          <p:spPr bwMode="auto">
            <a:xfrm>
              <a:off x="2732088" y="3196431"/>
              <a:ext cx="63976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4" name="Line 75">
              <a:extLst>
                <a:ext uri="{FF2B5EF4-FFF2-40B4-BE49-F238E27FC236}">
                  <a16:creationId xmlns:a16="http://schemas.microsoft.com/office/drawing/2014/main" id="{12B7659F-B044-4CA6-9EC6-21D346BBAC1C}"/>
                </a:ext>
              </a:extLst>
            </p:cNvPr>
            <p:cNvSpPr>
              <a:spLocks noChangeShapeType="1"/>
            </p:cNvSpPr>
            <p:nvPr/>
          </p:nvSpPr>
          <p:spPr bwMode="auto">
            <a:xfrm flipH="1">
              <a:off x="2967038" y="2864643"/>
              <a:ext cx="11747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5" name="Line 76">
              <a:extLst>
                <a:ext uri="{FF2B5EF4-FFF2-40B4-BE49-F238E27FC236}">
                  <a16:creationId xmlns:a16="http://schemas.microsoft.com/office/drawing/2014/main" id="{4633B5A9-73DE-4474-A66D-EBBAFAF1673C}"/>
                </a:ext>
              </a:extLst>
            </p:cNvPr>
            <p:cNvSpPr>
              <a:spLocks noChangeShapeType="1"/>
            </p:cNvSpPr>
            <p:nvPr/>
          </p:nvSpPr>
          <p:spPr bwMode="auto">
            <a:xfrm>
              <a:off x="3094038" y="2878931"/>
              <a:ext cx="240506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6" name="Line 77">
              <a:extLst>
                <a:ext uri="{FF2B5EF4-FFF2-40B4-BE49-F238E27FC236}">
                  <a16:creationId xmlns:a16="http://schemas.microsoft.com/office/drawing/2014/main" id="{A4B3E31F-2758-4473-AF2F-057BCCED6CE7}"/>
                </a:ext>
              </a:extLst>
            </p:cNvPr>
            <p:cNvSpPr>
              <a:spLocks noChangeShapeType="1"/>
            </p:cNvSpPr>
            <p:nvPr/>
          </p:nvSpPr>
          <p:spPr bwMode="auto">
            <a:xfrm>
              <a:off x="1660525" y="3525043"/>
              <a:ext cx="52705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7" name="Line 78">
              <a:extLst>
                <a:ext uri="{FF2B5EF4-FFF2-40B4-BE49-F238E27FC236}">
                  <a16:creationId xmlns:a16="http://schemas.microsoft.com/office/drawing/2014/main" id="{DD118781-AF37-4DD7-84F6-46CFAFBA2CBC}"/>
                </a:ext>
              </a:extLst>
            </p:cNvPr>
            <p:cNvSpPr>
              <a:spLocks noChangeShapeType="1"/>
            </p:cNvSpPr>
            <p:nvPr/>
          </p:nvSpPr>
          <p:spPr bwMode="auto">
            <a:xfrm>
              <a:off x="1639888" y="3863181"/>
              <a:ext cx="52705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8" name="Line 79">
              <a:extLst>
                <a:ext uri="{FF2B5EF4-FFF2-40B4-BE49-F238E27FC236}">
                  <a16:creationId xmlns:a16="http://schemas.microsoft.com/office/drawing/2014/main" id="{56D4D5A5-3172-473C-8FA5-8A6B6189E172}"/>
                </a:ext>
              </a:extLst>
            </p:cNvPr>
            <p:cNvSpPr>
              <a:spLocks noChangeShapeType="1"/>
            </p:cNvSpPr>
            <p:nvPr/>
          </p:nvSpPr>
          <p:spPr bwMode="auto">
            <a:xfrm flipH="1">
              <a:off x="2176463" y="3523456"/>
              <a:ext cx="117475" cy="3159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9" name="Line 80">
              <a:extLst>
                <a:ext uri="{FF2B5EF4-FFF2-40B4-BE49-F238E27FC236}">
                  <a16:creationId xmlns:a16="http://schemas.microsoft.com/office/drawing/2014/main" id="{B0488E4B-AECA-4D8B-9D2C-CAD0C7037763}"/>
                </a:ext>
              </a:extLst>
            </p:cNvPr>
            <p:cNvSpPr>
              <a:spLocks noChangeShapeType="1"/>
            </p:cNvSpPr>
            <p:nvPr/>
          </p:nvSpPr>
          <p:spPr bwMode="auto">
            <a:xfrm>
              <a:off x="2176463" y="3523456"/>
              <a:ext cx="114300" cy="3159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0" name="Line 81">
              <a:extLst>
                <a:ext uri="{FF2B5EF4-FFF2-40B4-BE49-F238E27FC236}">
                  <a16:creationId xmlns:a16="http://schemas.microsoft.com/office/drawing/2014/main" id="{CF5153BF-3A22-4657-BF98-35405F8BDA70}"/>
                </a:ext>
              </a:extLst>
            </p:cNvPr>
            <p:cNvSpPr>
              <a:spLocks noChangeShapeType="1"/>
            </p:cNvSpPr>
            <p:nvPr/>
          </p:nvSpPr>
          <p:spPr bwMode="auto">
            <a:xfrm>
              <a:off x="2316163" y="3520281"/>
              <a:ext cx="5603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1" name="Line 82">
              <a:extLst>
                <a:ext uri="{FF2B5EF4-FFF2-40B4-BE49-F238E27FC236}">
                  <a16:creationId xmlns:a16="http://schemas.microsoft.com/office/drawing/2014/main" id="{6AE0DE8F-D825-4DDF-9471-2E04648E43FC}"/>
                </a:ext>
              </a:extLst>
            </p:cNvPr>
            <p:cNvSpPr>
              <a:spLocks noChangeShapeType="1"/>
            </p:cNvSpPr>
            <p:nvPr/>
          </p:nvSpPr>
          <p:spPr bwMode="auto">
            <a:xfrm>
              <a:off x="2284413" y="3847306"/>
              <a:ext cx="59213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2" name="Line 83">
              <a:extLst>
                <a:ext uri="{FF2B5EF4-FFF2-40B4-BE49-F238E27FC236}">
                  <a16:creationId xmlns:a16="http://schemas.microsoft.com/office/drawing/2014/main" id="{C6BD2EFA-8D06-4784-BA8F-88AA369C750C}"/>
                </a:ext>
              </a:extLst>
            </p:cNvPr>
            <p:cNvSpPr>
              <a:spLocks noChangeShapeType="1"/>
            </p:cNvSpPr>
            <p:nvPr/>
          </p:nvSpPr>
          <p:spPr bwMode="auto">
            <a:xfrm>
              <a:off x="2889250" y="3532981"/>
              <a:ext cx="112713" cy="3159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3" name="Line 84">
              <a:extLst>
                <a:ext uri="{FF2B5EF4-FFF2-40B4-BE49-F238E27FC236}">
                  <a16:creationId xmlns:a16="http://schemas.microsoft.com/office/drawing/2014/main" id="{3DF41FFB-9F69-42F5-B885-48FED7219F41}"/>
                </a:ext>
              </a:extLst>
            </p:cNvPr>
            <p:cNvSpPr>
              <a:spLocks noChangeShapeType="1"/>
            </p:cNvSpPr>
            <p:nvPr/>
          </p:nvSpPr>
          <p:spPr bwMode="auto">
            <a:xfrm flipH="1">
              <a:off x="2889250" y="3532981"/>
              <a:ext cx="115888" cy="3159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4" name="Line 85">
              <a:extLst>
                <a:ext uri="{FF2B5EF4-FFF2-40B4-BE49-F238E27FC236}">
                  <a16:creationId xmlns:a16="http://schemas.microsoft.com/office/drawing/2014/main" id="{CBF9C136-0E88-4150-B746-D3DD5B22EC57}"/>
                </a:ext>
              </a:extLst>
            </p:cNvPr>
            <p:cNvSpPr>
              <a:spLocks noChangeShapeType="1"/>
            </p:cNvSpPr>
            <p:nvPr/>
          </p:nvSpPr>
          <p:spPr bwMode="auto">
            <a:xfrm>
              <a:off x="3008313" y="3526631"/>
              <a:ext cx="5937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5" name="Line 86">
              <a:extLst>
                <a:ext uri="{FF2B5EF4-FFF2-40B4-BE49-F238E27FC236}">
                  <a16:creationId xmlns:a16="http://schemas.microsoft.com/office/drawing/2014/main" id="{363E9DB7-9826-4B3D-BD52-BBE5893C5E30}"/>
                </a:ext>
              </a:extLst>
            </p:cNvPr>
            <p:cNvSpPr>
              <a:spLocks noChangeShapeType="1"/>
            </p:cNvSpPr>
            <p:nvPr/>
          </p:nvSpPr>
          <p:spPr bwMode="auto">
            <a:xfrm>
              <a:off x="3005138" y="3856831"/>
              <a:ext cx="59531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6" name="Line 87">
              <a:extLst>
                <a:ext uri="{FF2B5EF4-FFF2-40B4-BE49-F238E27FC236}">
                  <a16:creationId xmlns:a16="http://schemas.microsoft.com/office/drawing/2014/main" id="{A755C9EC-4C0F-47B9-926C-1C5C187A517F}"/>
                </a:ext>
              </a:extLst>
            </p:cNvPr>
            <p:cNvSpPr>
              <a:spLocks noChangeShapeType="1"/>
            </p:cNvSpPr>
            <p:nvPr/>
          </p:nvSpPr>
          <p:spPr bwMode="auto">
            <a:xfrm>
              <a:off x="3600450" y="3517106"/>
              <a:ext cx="111125" cy="3159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7" name="Line 88">
              <a:extLst>
                <a:ext uri="{FF2B5EF4-FFF2-40B4-BE49-F238E27FC236}">
                  <a16:creationId xmlns:a16="http://schemas.microsoft.com/office/drawing/2014/main" id="{88EFF484-DCC4-49EE-95DC-5DA574B714AD}"/>
                </a:ext>
              </a:extLst>
            </p:cNvPr>
            <p:cNvSpPr>
              <a:spLocks noChangeShapeType="1"/>
            </p:cNvSpPr>
            <p:nvPr/>
          </p:nvSpPr>
          <p:spPr bwMode="auto">
            <a:xfrm flipH="1">
              <a:off x="3586163" y="3529806"/>
              <a:ext cx="11747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8" name="Line 89">
              <a:extLst>
                <a:ext uri="{FF2B5EF4-FFF2-40B4-BE49-F238E27FC236}">
                  <a16:creationId xmlns:a16="http://schemas.microsoft.com/office/drawing/2014/main" id="{BA24BA54-AE03-49EB-BB25-5468DD5B0DF3}"/>
                </a:ext>
              </a:extLst>
            </p:cNvPr>
            <p:cNvSpPr>
              <a:spLocks noChangeShapeType="1"/>
            </p:cNvSpPr>
            <p:nvPr/>
          </p:nvSpPr>
          <p:spPr bwMode="auto">
            <a:xfrm>
              <a:off x="3721100" y="3526631"/>
              <a:ext cx="5810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9" name="Line 90">
              <a:extLst>
                <a:ext uri="{FF2B5EF4-FFF2-40B4-BE49-F238E27FC236}">
                  <a16:creationId xmlns:a16="http://schemas.microsoft.com/office/drawing/2014/main" id="{F1DCFABE-A4F1-4794-A673-5D11C9C7C941}"/>
                </a:ext>
              </a:extLst>
            </p:cNvPr>
            <p:cNvSpPr>
              <a:spLocks noChangeShapeType="1"/>
            </p:cNvSpPr>
            <p:nvPr/>
          </p:nvSpPr>
          <p:spPr bwMode="auto">
            <a:xfrm>
              <a:off x="3706813" y="3839368"/>
              <a:ext cx="58261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0" name="Line 91">
              <a:extLst>
                <a:ext uri="{FF2B5EF4-FFF2-40B4-BE49-F238E27FC236}">
                  <a16:creationId xmlns:a16="http://schemas.microsoft.com/office/drawing/2014/main" id="{4EB8A992-8667-4BBB-963C-6A2666D1BFDD}"/>
                </a:ext>
              </a:extLst>
            </p:cNvPr>
            <p:cNvSpPr>
              <a:spLocks noChangeShapeType="1"/>
            </p:cNvSpPr>
            <p:nvPr/>
          </p:nvSpPr>
          <p:spPr bwMode="auto">
            <a:xfrm>
              <a:off x="4295775" y="3526631"/>
              <a:ext cx="112713" cy="3159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1" name="Line 92">
              <a:extLst>
                <a:ext uri="{FF2B5EF4-FFF2-40B4-BE49-F238E27FC236}">
                  <a16:creationId xmlns:a16="http://schemas.microsoft.com/office/drawing/2014/main" id="{82E4EE55-5C5E-4771-9F75-EB6C08D3A1B6}"/>
                </a:ext>
              </a:extLst>
            </p:cNvPr>
            <p:cNvSpPr>
              <a:spLocks noChangeShapeType="1"/>
            </p:cNvSpPr>
            <p:nvPr/>
          </p:nvSpPr>
          <p:spPr bwMode="auto">
            <a:xfrm flipH="1">
              <a:off x="4295775" y="3526631"/>
              <a:ext cx="117475" cy="3159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2" name="Line 93">
              <a:extLst>
                <a:ext uri="{FF2B5EF4-FFF2-40B4-BE49-F238E27FC236}">
                  <a16:creationId xmlns:a16="http://schemas.microsoft.com/office/drawing/2014/main" id="{A930962F-D03D-4ADA-91AD-9C9F078240F2}"/>
                </a:ext>
              </a:extLst>
            </p:cNvPr>
            <p:cNvSpPr>
              <a:spLocks noChangeShapeType="1"/>
            </p:cNvSpPr>
            <p:nvPr/>
          </p:nvSpPr>
          <p:spPr bwMode="auto">
            <a:xfrm>
              <a:off x="4406900" y="3510756"/>
              <a:ext cx="61436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3" name="Line 94">
              <a:extLst>
                <a:ext uri="{FF2B5EF4-FFF2-40B4-BE49-F238E27FC236}">
                  <a16:creationId xmlns:a16="http://schemas.microsoft.com/office/drawing/2014/main" id="{C320E761-C627-49E9-A06C-E1B7FBEE08B1}"/>
                </a:ext>
              </a:extLst>
            </p:cNvPr>
            <p:cNvSpPr>
              <a:spLocks noChangeShapeType="1"/>
            </p:cNvSpPr>
            <p:nvPr/>
          </p:nvSpPr>
          <p:spPr bwMode="auto">
            <a:xfrm>
              <a:off x="4402138" y="3837781"/>
              <a:ext cx="61277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4" name="Line 95">
              <a:extLst>
                <a:ext uri="{FF2B5EF4-FFF2-40B4-BE49-F238E27FC236}">
                  <a16:creationId xmlns:a16="http://schemas.microsoft.com/office/drawing/2014/main" id="{A0E25D2B-EFE7-4B58-AC36-732A448F1018}"/>
                </a:ext>
              </a:extLst>
            </p:cNvPr>
            <p:cNvSpPr>
              <a:spLocks noChangeShapeType="1"/>
            </p:cNvSpPr>
            <p:nvPr/>
          </p:nvSpPr>
          <p:spPr bwMode="auto">
            <a:xfrm flipH="1">
              <a:off x="5022850" y="3510756"/>
              <a:ext cx="11747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5" name="Line 96">
              <a:extLst>
                <a:ext uri="{FF2B5EF4-FFF2-40B4-BE49-F238E27FC236}">
                  <a16:creationId xmlns:a16="http://schemas.microsoft.com/office/drawing/2014/main" id="{A557F129-461F-421D-9240-3B1927243240}"/>
                </a:ext>
              </a:extLst>
            </p:cNvPr>
            <p:cNvSpPr>
              <a:spLocks noChangeShapeType="1"/>
            </p:cNvSpPr>
            <p:nvPr/>
          </p:nvSpPr>
          <p:spPr bwMode="auto">
            <a:xfrm>
              <a:off x="5022850" y="3510756"/>
              <a:ext cx="112713"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6" name="Line 97">
              <a:extLst>
                <a:ext uri="{FF2B5EF4-FFF2-40B4-BE49-F238E27FC236}">
                  <a16:creationId xmlns:a16="http://schemas.microsoft.com/office/drawing/2014/main" id="{31EA0615-A8B6-41F1-ADC5-446181375EDD}"/>
                </a:ext>
              </a:extLst>
            </p:cNvPr>
            <p:cNvSpPr>
              <a:spLocks noChangeShapeType="1"/>
            </p:cNvSpPr>
            <p:nvPr/>
          </p:nvSpPr>
          <p:spPr bwMode="auto">
            <a:xfrm>
              <a:off x="5119688" y="3505993"/>
              <a:ext cx="61436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7" name="Line 98">
              <a:extLst>
                <a:ext uri="{FF2B5EF4-FFF2-40B4-BE49-F238E27FC236}">
                  <a16:creationId xmlns:a16="http://schemas.microsoft.com/office/drawing/2014/main" id="{350E3883-75E9-42F0-9302-84FB5BE117D3}"/>
                </a:ext>
              </a:extLst>
            </p:cNvPr>
            <p:cNvSpPr>
              <a:spLocks noChangeShapeType="1"/>
            </p:cNvSpPr>
            <p:nvPr/>
          </p:nvSpPr>
          <p:spPr bwMode="auto">
            <a:xfrm>
              <a:off x="5140325" y="3820318"/>
              <a:ext cx="5810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8" name="Line 99">
              <a:extLst>
                <a:ext uri="{FF2B5EF4-FFF2-40B4-BE49-F238E27FC236}">
                  <a16:creationId xmlns:a16="http://schemas.microsoft.com/office/drawing/2014/main" id="{3A2B1F04-B932-468A-B0D8-309D1A7BF4C7}"/>
                </a:ext>
              </a:extLst>
            </p:cNvPr>
            <p:cNvSpPr>
              <a:spLocks noChangeShapeType="1"/>
            </p:cNvSpPr>
            <p:nvPr/>
          </p:nvSpPr>
          <p:spPr bwMode="auto">
            <a:xfrm flipH="1">
              <a:off x="5711825" y="3493293"/>
              <a:ext cx="103188" cy="34766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9" name="Line 100">
              <a:extLst>
                <a:ext uri="{FF2B5EF4-FFF2-40B4-BE49-F238E27FC236}">
                  <a16:creationId xmlns:a16="http://schemas.microsoft.com/office/drawing/2014/main" id="{4ED521BB-7987-4C7B-B5E4-AA5BAD32083D}"/>
                </a:ext>
              </a:extLst>
            </p:cNvPr>
            <p:cNvSpPr>
              <a:spLocks noChangeShapeType="1"/>
            </p:cNvSpPr>
            <p:nvPr/>
          </p:nvSpPr>
          <p:spPr bwMode="auto">
            <a:xfrm>
              <a:off x="5718175" y="3507581"/>
              <a:ext cx="115888" cy="31115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0" name="Line 101">
              <a:extLst>
                <a:ext uri="{FF2B5EF4-FFF2-40B4-BE49-F238E27FC236}">
                  <a16:creationId xmlns:a16="http://schemas.microsoft.com/office/drawing/2014/main" id="{1D95C0B6-E91B-4624-94E1-717FB26E655B}"/>
                </a:ext>
              </a:extLst>
            </p:cNvPr>
            <p:cNvSpPr>
              <a:spLocks noChangeShapeType="1"/>
            </p:cNvSpPr>
            <p:nvPr/>
          </p:nvSpPr>
          <p:spPr bwMode="auto">
            <a:xfrm>
              <a:off x="5826125" y="3491706"/>
              <a:ext cx="61436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1" name="Line 102">
              <a:extLst>
                <a:ext uri="{FF2B5EF4-FFF2-40B4-BE49-F238E27FC236}">
                  <a16:creationId xmlns:a16="http://schemas.microsoft.com/office/drawing/2014/main" id="{72ABBD24-A057-41BC-B3AD-446E73DEDB7D}"/>
                </a:ext>
              </a:extLst>
            </p:cNvPr>
            <p:cNvSpPr>
              <a:spLocks noChangeShapeType="1"/>
            </p:cNvSpPr>
            <p:nvPr/>
          </p:nvSpPr>
          <p:spPr bwMode="auto">
            <a:xfrm>
              <a:off x="5846763" y="3829843"/>
              <a:ext cx="5810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2" name="Line 103">
              <a:extLst>
                <a:ext uri="{FF2B5EF4-FFF2-40B4-BE49-F238E27FC236}">
                  <a16:creationId xmlns:a16="http://schemas.microsoft.com/office/drawing/2014/main" id="{4BCFA663-7A14-4447-AAEC-7F8DBDE6354E}"/>
                </a:ext>
              </a:extLst>
            </p:cNvPr>
            <p:cNvSpPr>
              <a:spLocks noChangeShapeType="1"/>
            </p:cNvSpPr>
            <p:nvPr/>
          </p:nvSpPr>
          <p:spPr bwMode="auto">
            <a:xfrm>
              <a:off x="6419850" y="3502818"/>
              <a:ext cx="11112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3" name="Line 104">
              <a:extLst>
                <a:ext uri="{FF2B5EF4-FFF2-40B4-BE49-F238E27FC236}">
                  <a16:creationId xmlns:a16="http://schemas.microsoft.com/office/drawing/2014/main" id="{F651F423-1A2A-4158-BB0E-6EE5F8C45A20}"/>
                </a:ext>
              </a:extLst>
            </p:cNvPr>
            <p:cNvSpPr>
              <a:spLocks noChangeShapeType="1"/>
            </p:cNvSpPr>
            <p:nvPr/>
          </p:nvSpPr>
          <p:spPr bwMode="auto">
            <a:xfrm flipH="1">
              <a:off x="6413500" y="3507581"/>
              <a:ext cx="11747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4" name="Line 105">
              <a:extLst>
                <a:ext uri="{FF2B5EF4-FFF2-40B4-BE49-F238E27FC236}">
                  <a16:creationId xmlns:a16="http://schemas.microsoft.com/office/drawing/2014/main" id="{AE9B5556-8747-4533-85C9-AABE9F04BCC0}"/>
                </a:ext>
              </a:extLst>
            </p:cNvPr>
            <p:cNvSpPr>
              <a:spLocks noChangeShapeType="1"/>
            </p:cNvSpPr>
            <p:nvPr/>
          </p:nvSpPr>
          <p:spPr bwMode="auto">
            <a:xfrm>
              <a:off x="5489575" y="2893218"/>
              <a:ext cx="96838" cy="28733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5" name="Line 106">
              <a:extLst>
                <a:ext uri="{FF2B5EF4-FFF2-40B4-BE49-F238E27FC236}">
                  <a16:creationId xmlns:a16="http://schemas.microsoft.com/office/drawing/2014/main" id="{F7FBB4E0-C4A3-4173-8C63-A54E62BB3BAE}"/>
                </a:ext>
              </a:extLst>
            </p:cNvPr>
            <p:cNvSpPr>
              <a:spLocks noChangeShapeType="1"/>
            </p:cNvSpPr>
            <p:nvPr/>
          </p:nvSpPr>
          <p:spPr bwMode="auto">
            <a:xfrm>
              <a:off x="5151438" y="3182143"/>
              <a:ext cx="68580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6" name="Line 107">
              <a:extLst>
                <a:ext uri="{FF2B5EF4-FFF2-40B4-BE49-F238E27FC236}">
                  <a16:creationId xmlns:a16="http://schemas.microsoft.com/office/drawing/2014/main" id="{6F33669D-0AA2-49D1-AF2E-0FA4B32C9179}"/>
                </a:ext>
              </a:extLst>
            </p:cNvPr>
            <p:cNvSpPr>
              <a:spLocks noChangeShapeType="1"/>
            </p:cNvSpPr>
            <p:nvPr/>
          </p:nvSpPr>
          <p:spPr bwMode="auto">
            <a:xfrm flipH="1">
              <a:off x="5824538" y="2861468"/>
              <a:ext cx="11747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7" name="Line 108">
              <a:extLst>
                <a:ext uri="{FF2B5EF4-FFF2-40B4-BE49-F238E27FC236}">
                  <a16:creationId xmlns:a16="http://schemas.microsoft.com/office/drawing/2014/main" id="{7CE75F9C-AB69-4825-B84B-581101B58965}"/>
                </a:ext>
              </a:extLst>
            </p:cNvPr>
            <p:cNvSpPr>
              <a:spLocks noChangeShapeType="1"/>
            </p:cNvSpPr>
            <p:nvPr/>
          </p:nvSpPr>
          <p:spPr bwMode="auto">
            <a:xfrm>
              <a:off x="5934075" y="2864643"/>
              <a:ext cx="67786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8" name="Line 109">
              <a:extLst>
                <a:ext uri="{FF2B5EF4-FFF2-40B4-BE49-F238E27FC236}">
                  <a16:creationId xmlns:a16="http://schemas.microsoft.com/office/drawing/2014/main" id="{230DB6AD-32E9-4EB2-B2B8-099B28DACE96}"/>
                </a:ext>
              </a:extLst>
            </p:cNvPr>
            <p:cNvSpPr>
              <a:spLocks noChangeShapeType="1"/>
            </p:cNvSpPr>
            <p:nvPr/>
          </p:nvSpPr>
          <p:spPr bwMode="auto">
            <a:xfrm>
              <a:off x="5621338" y="2302668"/>
              <a:ext cx="26511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9" name="Line 110">
              <a:extLst>
                <a:ext uri="{FF2B5EF4-FFF2-40B4-BE49-F238E27FC236}">
                  <a16:creationId xmlns:a16="http://schemas.microsoft.com/office/drawing/2014/main" id="{CA5AE5A1-CB81-4F3B-9FCC-F57B09C04401}"/>
                </a:ext>
              </a:extLst>
            </p:cNvPr>
            <p:cNvSpPr>
              <a:spLocks noChangeShapeType="1"/>
            </p:cNvSpPr>
            <p:nvPr/>
          </p:nvSpPr>
          <p:spPr bwMode="auto">
            <a:xfrm>
              <a:off x="5635625" y="2613818"/>
              <a:ext cx="24765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0" name="Line 111">
              <a:extLst>
                <a:ext uri="{FF2B5EF4-FFF2-40B4-BE49-F238E27FC236}">
                  <a16:creationId xmlns:a16="http://schemas.microsoft.com/office/drawing/2014/main" id="{A54F66D4-4B76-4491-9D54-901D3E11627D}"/>
                </a:ext>
              </a:extLst>
            </p:cNvPr>
            <p:cNvSpPr>
              <a:spLocks noChangeShapeType="1"/>
            </p:cNvSpPr>
            <p:nvPr/>
          </p:nvSpPr>
          <p:spPr bwMode="auto">
            <a:xfrm flipH="1">
              <a:off x="5513388" y="2307431"/>
              <a:ext cx="11747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1" name="Line 112">
              <a:extLst>
                <a:ext uri="{FF2B5EF4-FFF2-40B4-BE49-F238E27FC236}">
                  <a16:creationId xmlns:a16="http://schemas.microsoft.com/office/drawing/2014/main" id="{73C6DB4B-AE46-4B9F-B304-031D1C2780B2}"/>
                </a:ext>
              </a:extLst>
            </p:cNvPr>
            <p:cNvSpPr>
              <a:spLocks noChangeShapeType="1"/>
            </p:cNvSpPr>
            <p:nvPr/>
          </p:nvSpPr>
          <p:spPr bwMode="auto">
            <a:xfrm flipH="1">
              <a:off x="5888038" y="2305843"/>
              <a:ext cx="117475" cy="31908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2" name="Line 113">
              <a:extLst>
                <a:ext uri="{FF2B5EF4-FFF2-40B4-BE49-F238E27FC236}">
                  <a16:creationId xmlns:a16="http://schemas.microsoft.com/office/drawing/2014/main" id="{B0DBD20F-10E8-481B-8D2A-41E253C7DB4C}"/>
                </a:ext>
              </a:extLst>
            </p:cNvPr>
            <p:cNvSpPr>
              <a:spLocks noChangeShapeType="1"/>
            </p:cNvSpPr>
            <p:nvPr/>
          </p:nvSpPr>
          <p:spPr bwMode="auto">
            <a:xfrm>
              <a:off x="5519738" y="2312193"/>
              <a:ext cx="114300" cy="30162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3" name="Line 114">
              <a:extLst>
                <a:ext uri="{FF2B5EF4-FFF2-40B4-BE49-F238E27FC236}">
                  <a16:creationId xmlns:a16="http://schemas.microsoft.com/office/drawing/2014/main" id="{9A01059B-7758-41E5-8910-DF87306DADEB}"/>
                </a:ext>
              </a:extLst>
            </p:cNvPr>
            <p:cNvSpPr>
              <a:spLocks noChangeShapeType="1"/>
            </p:cNvSpPr>
            <p:nvPr/>
          </p:nvSpPr>
          <p:spPr bwMode="auto">
            <a:xfrm>
              <a:off x="5878513" y="2299493"/>
              <a:ext cx="112712" cy="30162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4" name="Line 115">
              <a:extLst>
                <a:ext uri="{FF2B5EF4-FFF2-40B4-BE49-F238E27FC236}">
                  <a16:creationId xmlns:a16="http://schemas.microsoft.com/office/drawing/2014/main" id="{7945027D-838E-4B4F-91DC-04BDBFB5B269}"/>
                </a:ext>
              </a:extLst>
            </p:cNvPr>
            <p:cNvSpPr>
              <a:spLocks noChangeShapeType="1"/>
            </p:cNvSpPr>
            <p:nvPr/>
          </p:nvSpPr>
          <p:spPr bwMode="auto">
            <a:xfrm flipV="1">
              <a:off x="6008688" y="2305843"/>
              <a:ext cx="608012" cy="317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5" name="Line 116">
              <a:extLst>
                <a:ext uri="{FF2B5EF4-FFF2-40B4-BE49-F238E27FC236}">
                  <a16:creationId xmlns:a16="http://schemas.microsoft.com/office/drawing/2014/main" id="{D7D5E076-4428-4BE3-99A4-C8D843BB1DDC}"/>
                </a:ext>
              </a:extLst>
            </p:cNvPr>
            <p:cNvSpPr>
              <a:spLocks noChangeShapeType="1"/>
            </p:cNvSpPr>
            <p:nvPr/>
          </p:nvSpPr>
          <p:spPr bwMode="auto">
            <a:xfrm flipV="1">
              <a:off x="5995988" y="2607468"/>
              <a:ext cx="6111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6" name="Line 117">
              <a:extLst>
                <a:ext uri="{FF2B5EF4-FFF2-40B4-BE49-F238E27FC236}">
                  <a16:creationId xmlns:a16="http://schemas.microsoft.com/office/drawing/2014/main" id="{EB4DA334-5B89-4E17-BFB8-6900A1526762}"/>
                </a:ext>
              </a:extLst>
            </p:cNvPr>
            <p:cNvSpPr>
              <a:spLocks noChangeShapeType="1"/>
            </p:cNvSpPr>
            <p:nvPr/>
          </p:nvSpPr>
          <p:spPr bwMode="auto">
            <a:xfrm>
              <a:off x="1720850" y="4150518"/>
              <a:ext cx="58261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7" name="Line 118">
              <a:extLst>
                <a:ext uri="{FF2B5EF4-FFF2-40B4-BE49-F238E27FC236}">
                  <a16:creationId xmlns:a16="http://schemas.microsoft.com/office/drawing/2014/main" id="{53DE5643-135E-4DF2-8000-6078F51CAAB5}"/>
                </a:ext>
              </a:extLst>
            </p:cNvPr>
            <p:cNvSpPr>
              <a:spLocks noChangeShapeType="1"/>
            </p:cNvSpPr>
            <p:nvPr/>
          </p:nvSpPr>
          <p:spPr bwMode="auto">
            <a:xfrm>
              <a:off x="1736725" y="4491831"/>
              <a:ext cx="54768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8" name="Line 119">
              <a:extLst>
                <a:ext uri="{FF2B5EF4-FFF2-40B4-BE49-F238E27FC236}">
                  <a16:creationId xmlns:a16="http://schemas.microsoft.com/office/drawing/2014/main" id="{586BFCBB-9D92-4118-8F22-D7F78A730411}"/>
                </a:ext>
              </a:extLst>
            </p:cNvPr>
            <p:cNvSpPr>
              <a:spLocks noChangeShapeType="1"/>
            </p:cNvSpPr>
            <p:nvPr/>
          </p:nvSpPr>
          <p:spPr bwMode="auto">
            <a:xfrm flipH="1">
              <a:off x="2292350" y="4142581"/>
              <a:ext cx="117475" cy="35877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9" name="Line 120">
              <a:extLst>
                <a:ext uri="{FF2B5EF4-FFF2-40B4-BE49-F238E27FC236}">
                  <a16:creationId xmlns:a16="http://schemas.microsoft.com/office/drawing/2014/main" id="{049BEBFC-1B28-4310-A6B7-81C8732C1BC7}"/>
                </a:ext>
              </a:extLst>
            </p:cNvPr>
            <p:cNvSpPr>
              <a:spLocks noChangeShapeType="1"/>
            </p:cNvSpPr>
            <p:nvPr/>
          </p:nvSpPr>
          <p:spPr bwMode="auto">
            <a:xfrm>
              <a:off x="2292350" y="4142581"/>
              <a:ext cx="112713" cy="34766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20" name="Line 121">
              <a:extLst>
                <a:ext uri="{FF2B5EF4-FFF2-40B4-BE49-F238E27FC236}">
                  <a16:creationId xmlns:a16="http://schemas.microsoft.com/office/drawing/2014/main" id="{C0FAE581-7AD2-4BF7-A90A-5ED1663F9E9E}"/>
                </a:ext>
              </a:extLst>
            </p:cNvPr>
            <p:cNvSpPr>
              <a:spLocks noChangeShapeType="1"/>
            </p:cNvSpPr>
            <p:nvPr/>
          </p:nvSpPr>
          <p:spPr bwMode="auto">
            <a:xfrm>
              <a:off x="2413000" y="4150518"/>
              <a:ext cx="56356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21" name="Line 122">
              <a:extLst>
                <a:ext uri="{FF2B5EF4-FFF2-40B4-BE49-F238E27FC236}">
                  <a16:creationId xmlns:a16="http://schemas.microsoft.com/office/drawing/2014/main" id="{4DBA3833-8BBE-49C7-BEE9-C96E4FA004A7}"/>
                </a:ext>
              </a:extLst>
            </p:cNvPr>
            <p:cNvSpPr>
              <a:spLocks noChangeShapeType="1"/>
            </p:cNvSpPr>
            <p:nvPr/>
          </p:nvSpPr>
          <p:spPr bwMode="auto">
            <a:xfrm>
              <a:off x="2390775" y="4487068"/>
              <a:ext cx="5937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22" name="Line 123">
              <a:extLst>
                <a:ext uri="{FF2B5EF4-FFF2-40B4-BE49-F238E27FC236}">
                  <a16:creationId xmlns:a16="http://schemas.microsoft.com/office/drawing/2014/main" id="{5C415CF4-A49F-4390-943D-586B5196BBE4}"/>
                </a:ext>
              </a:extLst>
            </p:cNvPr>
            <p:cNvSpPr>
              <a:spLocks noChangeShapeType="1"/>
            </p:cNvSpPr>
            <p:nvPr/>
          </p:nvSpPr>
          <p:spPr bwMode="auto">
            <a:xfrm>
              <a:off x="2970213" y="4163218"/>
              <a:ext cx="112712" cy="31591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23" name="Line 124">
              <a:extLst>
                <a:ext uri="{FF2B5EF4-FFF2-40B4-BE49-F238E27FC236}">
                  <a16:creationId xmlns:a16="http://schemas.microsoft.com/office/drawing/2014/main" id="{2D936748-DF29-46EE-8E47-B42FDD820AEA}"/>
                </a:ext>
              </a:extLst>
            </p:cNvPr>
            <p:cNvSpPr>
              <a:spLocks noChangeShapeType="1"/>
            </p:cNvSpPr>
            <p:nvPr/>
          </p:nvSpPr>
          <p:spPr bwMode="auto">
            <a:xfrm flipH="1">
              <a:off x="2970213" y="4163218"/>
              <a:ext cx="117475" cy="31591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24" name="Line 125">
              <a:extLst>
                <a:ext uri="{FF2B5EF4-FFF2-40B4-BE49-F238E27FC236}">
                  <a16:creationId xmlns:a16="http://schemas.microsoft.com/office/drawing/2014/main" id="{854BE08D-52BA-481B-9B12-35FB0B87F511}"/>
                </a:ext>
              </a:extLst>
            </p:cNvPr>
            <p:cNvSpPr>
              <a:spLocks noChangeShapeType="1"/>
            </p:cNvSpPr>
            <p:nvPr/>
          </p:nvSpPr>
          <p:spPr bwMode="auto">
            <a:xfrm>
              <a:off x="3094038" y="4160043"/>
              <a:ext cx="5810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25" name="Line 126">
              <a:extLst>
                <a:ext uri="{FF2B5EF4-FFF2-40B4-BE49-F238E27FC236}">
                  <a16:creationId xmlns:a16="http://schemas.microsoft.com/office/drawing/2014/main" id="{BE53C49D-7868-4C61-A5FF-7C30ADCAD0E6}"/>
                </a:ext>
              </a:extLst>
            </p:cNvPr>
            <p:cNvSpPr>
              <a:spLocks noChangeShapeType="1"/>
            </p:cNvSpPr>
            <p:nvPr/>
          </p:nvSpPr>
          <p:spPr bwMode="auto">
            <a:xfrm>
              <a:off x="3076575" y="4485481"/>
              <a:ext cx="5810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26" name="Line 127">
              <a:extLst>
                <a:ext uri="{FF2B5EF4-FFF2-40B4-BE49-F238E27FC236}">
                  <a16:creationId xmlns:a16="http://schemas.microsoft.com/office/drawing/2014/main" id="{B06B4D37-6C11-4821-8966-2F0616FB995B}"/>
                </a:ext>
              </a:extLst>
            </p:cNvPr>
            <p:cNvSpPr>
              <a:spLocks noChangeShapeType="1"/>
            </p:cNvSpPr>
            <p:nvPr/>
          </p:nvSpPr>
          <p:spPr bwMode="auto">
            <a:xfrm>
              <a:off x="3683000" y="4160043"/>
              <a:ext cx="11112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27" name="Line 128">
              <a:extLst>
                <a:ext uri="{FF2B5EF4-FFF2-40B4-BE49-F238E27FC236}">
                  <a16:creationId xmlns:a16="http://schemas.microsoft.com/office/drawing/2014/main" id="{6AB40901-0FD9-4F79-B07B-529D2D560F7D}"/>
                </a:ext>
              </a:extLst>
            </p:cNvPr>
            <p:cNvSpPr>
              <a:spLocks noChangeShapeType="1"/>
            </p:cNvSpPr>
            <p:nvPr/>
          </p:nvSpPr>
          <p:spPr bwMode="auto">
            <a:xfrm flipH="1">
              <a:off x="3667125" y="4172743"/>
              <a:ext cx="117475" cy="31591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28" name="Line 129">
              <a:extLst>
                <a:ext uri="{FF2B5EF4-FFF2-40B4-BE49-F238E27FC236}">
                  <a16:creationId xmlns:a16="http://schemas.microsoft.com/office/drawing/2014/main" id="{B3191F01-5905-4BFA-BBA0-004868A09B01}"/>
                </a:ext>
              </a:extLst>
            </p:cNvPr>
            <p:cNvSpPr>
              <a:spLocks noChangeShapeType="1"/>
            </p:cNvSpPr>
            <p:nvPr/>
          </p:nvSpPr>
          <p:spPr bwMode="auto">
            <a:xfrm>
              <a:off x="3802063" y="4169568"/>
              <a:ext cx="60801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29" name="Line 130">
              <a:extLst>
                <a:ext uri="{FF2B5EF4-FFF2-40B4-BE49-F238E27FC236}">
                  <a16:creationId xmlns:a16="http://schemas.microsoft.com/office/drawing/2014/main" id="{4E5DA368-43C5-4D17-AD0E-6CCCACC47AD1}"/>
                </a:ext>
              </a:extLst>
            </p:cNvPr>
            <p:cNvSpPr>
              <a:spLocks noChangeShapeType="1"/>
            </p:cNvSpPr>
            <p:nvPr/>
          </p:nvSpPr>
          <p:spPr bwMode="auto">
            <a:xfrm>
              <a:off x="3787775" y="4482306"/>
              <a:ext cx="60801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0" name="Line 131">
              <a:extLst>
                <a:ext uri="{FF2B5EF4-FFF2-40B4-BE49-F238E27FC236}">
                  <a16:creationId xmlns:a16="http://schemas.microsoft.com/office/drawing/2014/main" id="{13BA9C16-1DF3-4DB9-8E16-E899A02B6775}"/>
                </a:ext>
              </a:extLst>
            </p:cNvPr>
            <p:cNvSpPr>
              <a:spLocks noChangeShapeType="1"/>
            </p:cNvSpPr>
            <p:nvPr/>
          </p:nvSpPr>
          <p:spPr bwMode="auto">
            <a:xfrm>
              <a:off x="4406900" y="4169568"/>
              <a:ext cx="114300"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1" name="Line 132">
              <a:extLst>
                <a:ext uri="{FF2B5EF4-FFF2-40B4-BE49-F238E27FC236}">
                  <a16:creationId xmlns:a16="http://schemas.microsoft.com/office/drawing/2014/main" id="{78D1F949-E300-460B-9C6B-698BCCC1A07F}"/>
                </a:ext>
              </a:extLst>
            </p:cNvPr>
            <p:cNvSpPr>
              <a:spLocks noChangeShapeType="1"/>
            </p:cNvSpPr>
            <p:nvPr/>
          </p:nvSpPr>
          <p:spPr bwMode="auto">
            <a:xfrm flipH="1">
              <a:off x="4406900" y="4169568"/>
              <a:ext cx="11747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2" name="Line 133">
              <a:extLst>
                <a:ext uri="{FF2B5EF4-FFF2-40B4-BE49-F238E27FC236}">
                  <a16:creationId xmlns:a16="http://schemas.microsoft.com/office/drawing/2014/main" id="{9DE85335-3F28-49F9-9CDE-EFCA5E23AAFC}"/>
                </a:ext>
              </a:extLst>
            </p:cNvPr>
            <p:cNvSpPr>
              <a:spLocks noChangeShapeType="1"/>
            </p:cNvSpPr>
            <p:nvPr/>
          </p:nvSpPr>
          <p:spPr bwMode="auto">
            <a:xfrm>
              <a:off x="4541838" y="4153693"/>
              <a:ext cx="57785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3" name="Line 134">
              <a:extLst>
                <a:ext uri="{FF2B5EF4-FFF2-40B4-BE49-F238E27FC236}">
                  <a16:creationId xmlns:a16="http://schemas.microsoft.com/office/drawing/2014/main" id="{6CACEE96-4491-4F91-BD53-639DE164117E}"/>
                </a:ext>
              </a:extLst>
            </p:cNvPr>
            <p:cNvSpPr>
              <a:spLocks noChangeShapeType="1"/>
            </p:cNvSpPr>
            <p:nvPr/>
          </p:nvSpPr>
          <p:spPr bwMode="auto">
            <a:xfrm>
              <a:off x="4537075" y="4479131"/>
              <a:ext cx="5810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4" name="Line 135">
              <a:extLst>
                <a:ext uri="{FF2B5EF4-FFF2-40B4-BE49-F238E27FC236}">
                  <a16:creationId xmlns:a16="http://schemas.microsoft.com/office/drawing/2014/main" id="{EA19F72A-7844-404A-B7E5-3894B55F2C99}"/>
                </a:ext>
              </a:extLst>
            </p:cNvPr>
            <p:cNvSpPr>
              <a:spLocks noChangeShapeType="1"/>
            </p:cNvSpPr>
            <p:nvPr/>
          </p:nvSpPr>
          <p:spPr bwMode="auto">
            <a:xfrm flipH="1">
              <a:off x="5111750" y="4153693"/>
              <a:ext cx="139700" cy="33655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5" name="Line 136">
              <a:extLst>
                <a:ext uri="{FF2B5EF4-FFF2-40B4-BE49-F238E27FC236}">
                  <a16:creationId xmlns:a16="http://schemas.microsoft.com/office/drawing/2014/main" id="{7DD95D84-1724-4FE1-8EA4-AF148C71941E}"/>
                </a:ext>
              </a:extLst>
            </p:cNvPr>
            <p:cNvSpPr>
              <a:spLocks noChangeShapeType="1"/>
            </p:cNvSpPr>
            <p:nvPr/>
          </p:nvSpPr>
          <p:spPr bwMode="auto">
            <a:xfrm>
              <a:off x="5087938" y="4148931"/>
              <a:ext cx="200025" cy="3413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6" name="Line 137">
              <a:extLst>
                <a:ext uri="{FF2B5EF4-FFF2-40B4-BE49-F238E27FC236}">
                  <a16:creationId xmlns:a16="http://schemas.microsoft.com/office/drawing/2014/main" id="{1B326C6A-BB86-4C5C-AA14-882A21F186F1}"/>
                </a:ext>
              </a:extLst>
            </p:cNvPr>
            <p:cNvSpPr>
              <a:spLocks noChangeShapeType="1"/>
            </p:cNvSpPr>
            <p:nvPr/>
          </p:nvSpPr>
          <p:spPr bwMode="auto">
            <a:xfrm>
              <a:off x="5241925" y="4148931"/>
              <a:ext cx="57467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7" name="Line 138">
              <a:extLst>
                <a:ext uri="{FF2B5EF4-FFF2-40B4-BE49-F238E27FC236}">
                  <a16:creationId xmlns:a16="http://schemas.microsoft.com/office/drawing/2014/main" id="{A43BA62E-930D-48AB-979D-D4EC53F11413}"/>
                </a:ext>
              </a:extLst>
            </p:cNvPr>
            <p:cNvSpPr>
              <a:spLocks noChangeShapeType="1"/>
            </p:cNvSpPr>
            <p:nvPr/>
          </p:nvSpPr>
          <p:spPr bwMode="auto">
            <a:xfrm>
              <a:off x="5262563" y="4488656"/>
              <a:ext cx="57467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8" name="Line 139">
              <a:extLst>
                <a:ext uri="{FF2B5EF4-FFF2-40B4-BE49-F238E27FC236}">
                  <a16:creationId xmlns:a16="http://schemas.microsoft.com/office/drawing/2014/main" id="{E1258C09-CDB0-4D8C-BC1D-1E2C84126D26}"/>
                </a:ext>
              </a:extLst>
            </p:cNvPr>
            <p:cNvSpPr>
              <a:spLocks noChangeShapeType="1"/>
            </p:cNvSpPr>
            <p:nvPr/>
          </p:nvSpPr>
          <p:spPr bwMode="auto">
            <a:xfrm flipH="1">
              <a:off x="5822950" y="4167981"/>
              <a:ext cx="117475" cy="31908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9" name="Line 140">
              <a:extLst>
                <a:ext uri="{FF2B5EF4-FFF2-40B4-BE49-F238E27FC236}">
                  <a16:creationId xmlns:a16="http://schemas.microsoft.com/office/drawing/2014/main" id="{661762A2-A62B-443C-98EA-30A24A2A19B1}"/>
                </a:ext>
              </a:extLst>
            </p:cNvPr>
            <p:cNvSpPr>
              <a:spLocks noChangeShapeType="1"/>
            </p:cNvSpPr>
            <p:nvPr/>
          </p:nvSpPr>
          <p:spPr bwMode="auto">
            <a:xfrm>
              <a:off x="5829300" y="4148931"/>
              <a:ext cx="112713" cy="31908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0" name="Line 141">
              <a:extLst>
                <a:ext uri="{FF2B5EF4-FFF2-40B4-BE49-F238E27FC236}">
                  <a16:creationId xmlns:a16="http://schemas.microsoft.com/office/drawing/2014/main" id="{10A6CB7C-F330-4A5B-A4AD-CB0CCF2A7E66}"/>
                </a:ext>
              </a:extLst>
            </p:cNvPr>
            <p:cNvSpPr>
              <a:spLocks noChangeShapeType="1"/>
            </p:cNvSpPr>
            <p:nvPr/>
          </p:nvSpPr>
          <p:spPr bwMode="auto">
            <a:xfrm>
              <a:off x="5948363" y="4147343"/>
              <a:ext cx="5810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1" name="Line 142">
              <a:extLst>
                <a:ext uri="{FF2B5EF4-FFF2-40B4-BE49-F238E27FC236}">
                  <a16:creationId xmlns:a16="http://schemas.microsoft.com/office/drawing/2014/main" id="{9FA201B9-9511-4118-BEBC-C5412A48B2DA}"/>
                </a:ext>
              </a:extLst>
            </p:cNvPr>
            <p:cNvSpPr>
              <a:spLocks noChangeShapeType="1"/>
            </p:cNvSpPr>
            <p:nvPr/>
          </p:nvSpPr>
          <p:spPr bwMode="auto">
            <a:xfrm>
              <a:off x="5957888" y="4472781"/>
              <a:ext cx="58261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2" name="Line 145">
              <a:extLst>
                <a:ext uri="{FF2B5EF4-FFF2-40B4-BE49-F238E27FC236}">
                  <a16:creationId xmlns:a16="http://schemas.microsoft.com/office/drawing/2014/main" id="{86EE5818-0FBF-46C1-906A-5A989D799098}"/>
                </a:ext>
              </a:extLst>
            </p:cNvPr>
            <p:cNvSpPr>
              <a:spLocks noChangeShapeType="1"/>
            </p:cNvSpPr>
            <p:nvPr/>
          </p:nvSpPr>
          <p:spPr bwMode="auto">
            <a:xfrm>
              <a:off x="1790700" y="5204618"/>
              <a:ext cx="54768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3" name="Line 146">
              <a:extLst>
                <a:ext uri="{FF2B5EF4-FFF2-40B4-BE49-F238E27FC236}">
                  <a16:creationId xmlns:a16="http://schemas.microsoft.com/office/drawing/2014/main" id="{FE67A249-9816-4EBF-95E8-6C5896CAD010}"/>
                </a:ext>
              </a:extLst>
            </p:cNvPr>
            <p:cNvSpPr>
              <a:spLocks noChangeShapeType="1"/>
            </p:cNvSpPr>
            <p:nvPr/>
          </p:nvSpPr>
          <p:spPr bwMode="auto">
            <a:xfrm>
              <a:off x="1800225" y="5544343"/>
              <a:ext cx="52705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4" name="Line 147">
              <a:extLst>
                <a:ext uri="{FF2B5EF4-FFF2-40B4-BE49-F238E27FC236}">
                  <a16:creationId xmlns:a16="http://schemas.microsoft.com/office/drawing/2014/main" id="{669944A4-B3BD-4A44-9F4D-C13029FE029B}"/>
                </a:ext>
              </a:extLst>
            </p:cNvPr>
            <p:cNvSpPr>
              <a:spLocks noChangeShapeType="1"/>
            </p:cNvSpPr>
            <p:nvPr/>
          </p:nvSpPr>
          <p:spPr bwMode="auto">
            <a:xfrm flipH="1">
              <a:off x="2314575" y="5195093"/>
              <a:ext cx="165100" cy="33655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5" name="Line 148">
              <a:extLst>
                <a:ext uri="{FF2B5EF4-FFF2-40B4-BE49-F238E27FC236}">
                  <a16:creationId xmlns:a16="http://schemas.microsoft.com/office/drawing/2014/main" id="{42CF9082-47A6-4346-9848-5825563B47C7}"/>
                </a:ext>
              </a:extLst>
            </p:cNvPr>
            <p:cNvSpPr>
              <a:spLocks noChangeShapeType="1"/>
            </p:cNvSpPr>
            <p:nvPr/>
          </p:nvSpPr>
          <p:spPr bwMode="auto">
            <a:xfrm>
              <a:off x="2338388" y="5204618"/>
              <a:ext cx="115887"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6" name="Line 149">
              <a:extLst>
                <a:ext uri="{FF2B5EF4-FFF2-40B4-BE49-F238E27FC236}">
                  <a16:creationId xmlns:a16="http://schemas.microsoft.com/office/drawing/2014/main" id="{95C7A687-F077-4BDB-9E40-721952644AB2}"/>
                </a:ext>
              </a:extLst>
            </p:cNvPr>
            <p:cNvSpPr>
              <a:spLocks noChangeShapeType="1"/>
            </p:cNvSpPr>
            <p:nvPr/>
          </p:nvSpPr>
          <p:spPr bwMode="auto">
            <a:xfrm>
              <a:off x="2446338" y="5203031"/>
              <a:ext cx="55880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7" name="Line 150">
              <a:extLst>
                <a:ext uri="{FF2B5EF4-FFF2-40B4-BE49-F238E27FC236}">
                  <a16:creationId xmlns:a16="http://schemas.microsoft.com/office/drawing/2014/main" id="{1ED49C23-D05B-410A-859D-E7E88288407F}"/>
                </a:ext>
              </a:extLst>
            </p:cNvPr>
            <p:cNvSpPr>
              <a:spLocks noChangeShapeType="1"/>
            </p:cNvSpPr>
            <p:nvPr/>
          </p:nvSpPr>
          <p:spPr bwMode="auto">
            <a:xfrm>
              <a:off x="2455863" y="5528468"/>
              <a:ext cx="56356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8" name="Line 151">
              <a:extLst>
                <a:ext uri="{FF2B5EF4-FFF2-40B4-BE49-F238E27FC236}">
                  <a16:creationId xmlns:a16="http://schemas.microsoft.com/office/drawing/2014/main" id="{19B411B0-269D-4957-8669-D540006D508E}"/>
                </a:ext>
              </a:extLst>
            </p:cNvPr>
            <p:cNvSpPr>
              <a:spLocks noChangeShapeType="1"/>
            </p:cNvSpPr>
            <p:nvPr/>
          </p:nvSpPr>
          <p:spPr bwMode="auto">
            <a:xfrm>
              <a:off x="3005138" y="5214143"/>
              <a:ext cx="114300"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9" name="Line 152">
              <a:extLst>
                <a:ext uri="{FF2B5EF4-FFF2-40B4-BE49-F238E27FC236}">
                  <a16:creationId xmlns:a16="http://schemas.microsoft.com/office/drawing/2014/main" id="{2CAE477A-FA5B-45E4-BCCE-9F4E4B080FF1}"/>
                </a:ext>
              </a:extLst>
            </p:cNvPr>
            <p:cNvSpPr>
              <a:spLocks noChangeShapeType="1"/>
            </p:cNvSpPr>
            <p:nvPr/>
          </p:nvSpPr>
          <p:spPr bwMode="auto">
            <a:xfrm flipH="1">
              <a:off x="3005138" y="5214143"/>
              <a:ext cx="11747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0" name="Line 153">
              <a:extLst>
                <a:ext uri="{FF2B5EF4-FFF2-40B4-BE49-F238E27FC236}">
                  <a16:creationId xmlns:a16="http://schemas.microsoft.com/office/drawing/2014/main" id="{3CC150CF-9263-49DE-A75B-F0FCB9C3A2AD}"/>
                </a:ext>
              </a:extLst>
            </p:cNvPr>
            <p:cNvSpPr>
              <a:spLocks noChangeShapeType="1"/>
            </p:cNvSpPr>
            <p:nvPr/>
          </p:nvSpPr>
          <p:spPr bwMode="auto">
            <a:xfrm>
              <a:off x="3127375" y="5203031"/>
              <a:ext cx="58261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1" name="Line 154">
              <a:extLst>
                <a:ext uri="{FF2B5EF4-FFF2-40B4-BE49-F238E27FC236}">
                  <a16:creationId xmlns:a16="http://schemas.microsoft.com/office/drawing/2014/main" id="{4D0FF4EC-A60F-46B4-AD24-2DD7CF468359}"/>
                </a:ext>
              </a:extLst>
            </p:cNvPr>
            <p:cNvSpPr>
              <a:spLocks noChangeShapeType="1"/>
            </p:cNvSpPr>
            <p:nvPr/>
          </p:nvSpPr>
          <p:spPr bwMode="auto">
            <a:xfrm>
              <a:off x="3122613" y="5537993"/>
              <a:ext cx="5810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2" name="Line 155">
              <a:extLst>
                <a:ext uri="{FF2B5EF4-FFF2-40B4-BE49-F238E27FC236}">
                  <a16:creationId xmlns:a16="http://schemas.microsoft.com/office/drawing/2014/main" id="{BCAEE9C7-22DD-4C10-8BF5-198E5A1B3654}"/>
                </a:ext>
              </a:extLst>
            </p:cNvPr>
            <p:cNvSpPr>
              <a:spLocks noChangeShapeType="1"/>
            </p:cNvSpPr>
            <p:nvPr/>
          </p:nvSpPr>
          <p:spPr bwMode="auto">
            <a:xfrm>
              <a:off x="3705225" y="5188743"/>
              <a:ext cx="160338" cy="37941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3" name="Line 156">
              <a:extLst>
                <a:ext uri="{FF2B5EF4-FFF2-40B4-BE49-F238E27FC236}">
                  <a16:creationId xmlns:a16="http://schemas.microsoft.com/office/drawing/2014/main" id="{30C706AC-3FD7-49D1-AF0A-277A950E5E36}"/>
                </a:ext>
              </a:extLst>
            </p:cNvPr>
            <p:cNvSpPr>
              <a:spLocks noChangeShapeType="1"/>
            </p:cNvSpPr>
            <p:nvPr/>
          </p:nvSpPr>
          <p:spPr bwMode="auto">
            <a:xfrm flipH="1">
              <a:off x="3702050" y="5223668"/>
              <a:ext cx="11747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4" name="Line 157">
              <a:extLst>
                <a:ext uri="{FF2B5EF4-FFF2-40B4-BE49-F238E27FC236}">
                  <a16:creationId xmlns:a16="http://schemas.microsoft.com/office/drawing/2014/main" id="{584691A8-B86F-41EC-94C8-8BF6DADE9947}"/>
                </a:ext>
              </a:extLst>
            </p:cNvPr>
            <p:cNvSpPr>
              <a:spLocks noChangeShapeType="1"/>
            </p:cNvSpPr>
            <p:nvPr/>
          </p:nvSpPr>
          <p:spPr bwMode="auto">
            <a:xfrm>
              <a:off x="3814763" y="5222081"/>
              <a:ext cx="57626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5" name="Line 158">
              <a:extLst>
                <a:ext uri="{FF2B5EF4-FFF2-40B4-BE49-F238E27FC236}">
                  <a16:creationId xmlns:a16="http://schemas.microsoft.com/office/drawing/2014/main" id="{3C745BE6-AC66-406B-AF1F-D61F31F91D33}"/>
                </a:ext>
              </a:extLst>
            </p:cNvPr>
            <p:cNvSpPr>
              <a:spLocks noChangeShapeType="1"/>
            </p:cNvSpPr>
            <p:nvPr/>
          </p:nvSpPr>
          <p:spPr bwMode="auto">
            <a:xfrm>
              <a:off x="3844925" y="5555456"/>
              <a:ext cx="54768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6" name="Line 159">
              <a:extLst>
                <a:ext uri="{FF2B5EF4-FFF2-40B4-BE49-F238E27FC236}">
                  <a16:creationId xmlns:a16="http://schemas.microsoft.com/office/drawing/2014/main" id="{7F0EE4EF-1EA8-4C92-AF10-893A2326AAD8}"/>
                </a:ext>
              </a:extLst>
            </p:cNvPr>
            <p:cNvSpPr>
              <a:spLocks noChangeShapeType="1"/>
            </p:cNvSpPr>
            <p:nvPr/>
          </p:nvSpPr>
          <p:spPr bwMode="auto">
            <a:xfrm>
              <a:off x="4395788" y="5225256"/>
              <a:ext cx="134937" cy="32226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7" name="Line 160">
              <a:extLst>
                <a:ext uri="{FF2B5EF4-FFF2-40B4-BE49-F238E27FC236}">
                  <a16:creationId xmlns:a16="http://schemas.microsoft.com/office/drawing/2014/main" id="{64B86FB1-6A75-4226-BF35-C7DE4D187B02}"/>
                </a:ext>
              </a:extLst>
            </p:cNvPr>
            <p:cNvSpPr>
              <a:spLocks noChangeShapeType="1"/>
            </p:cNvSpPr>
            <p:nvPr/>
          </p:nvSpPr>
          <p:spPr bwMode="auto">
            <a:xfrm flipH="1">
              <a:off x="4376738" y="5198268"/>
              <a:ext cx="165100" cy="35877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8" name="Line 161">
              <a:extLst>
                <a:ext uri="{FF2B5EF4-FFF2-40B4-BE49-F238E27FC236}">
                  <a16:creationId xmlns:a16="http://schemas.microsoft.com/office/drawing/2014/main" id="{69BFE1B0-803C-4405-806D-F2C7A5CF06AC}"/>
                </a:ext>
              </a:extLst>
            </p:cNvPr>
            <p:cNvSpPr>
              <a:spLocks noChangeShapeType="1"/>
            </p:cNvSpPr>
            <p:nvPr/>
          </p:nvSpPr>
          <p:spPr bwMode="auto">
            <a:xfrm>
              <a:off x="4535488" y="5204618"/>
              <a:ext cx="5810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9" name="Line 162">
              <a:extLst>
                <a:ext uri="{FF2B5EF4-FFF2-40B4-BE49-F238E27FC236}">
                  <a16:creationId xmlns:a16="http://schemas.microsoft.com/office/drawing/2014/main" id="{590649BC-0E3E-478A-BBF6-9CCC803679B1}"/>
                </a:ext>
              </a:extLst>
            </p:cNvPr>
            <p:cNvSpPr>
              <a:spLocks noChangeShapeType="1"/>
            </p:cNvSpPr>
            <p:nvPr/>
          </p:nvSpPr>
          <p:spPr bwMode="auto">
            <a:xfrm>
              <a:off x="4541838" y="5531643"/>
              <a:ext cx="5476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0" name="Line 163">
              <a:extLst>
                <a:ext uri="{FF2B5EF4-FFF2-40B4-BE49-F238E27FC236}">
                  <a16:creationId xmlns:a16="http://schemas.microsoft.com/office/drawing/2014/main" id="{16EFD1EC-8A9A-47FE-BCE9-908AF5D2DE39}"/>
                </a:ext>
              </a:extLst>
            </p:cNvPr>
            <p:cNvSpPr>
              <a:spLocks noChangeShapeType="1"/>
            </p:cNvSpPr>
            <p:nvPr/>
          </p:nvSpPr>
          <p:spPr bwMode="auto">
            <a:xfrm flipH="1">
              <a:off x="5075238" y="5193506"/>
              <a:ext cx="201612" cy="33178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1" name="Line 164">
              <a:extLst>
                <a:ext uri="{FF2B5EF4-FFF2-40B4-BE49-F238E27FC236}">
                  <a16:creationId xmlns:a16="http://schemas.microsoft.com/office/drawing/2014/main" id="{569AE734-E821-427B-87CB-D316CDC5778C}"/>
                </a:ext>
              </a:extLst>
            </p:cNvPr>
            <p:cNvSpPr>
              <a:spLocks noChangeShapeType="1"/>
            </p:cNvSpPr>
            <p:nvPr/>
          </p:nvSpPr>
          <p:spPr bwMode="auto">
            <a:xfrm>
              <a:off x="5110163" y="5204618"/>
              <a:ext cx="133350" cy="33655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2" name="Line 165">
              <a:extLst>
                <a:ext uri="{FF2B5EF4-FFF2-40B4-BE49-F238E27FC236}">
                  <a16:creationId xmlns:a16="http://schemas.microsoft.com/office/drawing/2014/main" id="{6AD59BB3-3B67-4F03-A074-2A3758B659FA}"/>
                </a:ext>
              </a:extLst>
            </p:cNvPr>
            <p:cNvSpPr>
              <a:spLocks noChangeShapeType="1"/>
            </p:cNvSpPr>
            <p:nvPr/>
          </p:nvSpPr>
          <p:spPr bwMode="auto">
            <a:xfrm>
              <a:off x="5262563" y="5193506"/>
              <a:ext cx="57626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3" name="Line 166">
              <a:extLst>
                <a:ext uri="{FF2B5EF4-FFF2-40B4-BE49-F238E27FC236}">
                  <a16:creationId xmlns:a16="http://schemas.microsoft.com/office/drawing/2014/main" id="{39EC5FA9-22ED-42DA-865B-2C2483B1CF23}"/>
                </a:ext>
              </a:extLst>
            </p:cNvPr>
            <p:cNvSpPr>
              <a:spLocks noChangeShapeType="1"/>
            </p:cNvSpPr>
            <p:nvPr/>
          </p:nvSpPr>
          <p:spPr bwMode="auto">
            <a:xfrm>
              <a:off x="5265738" y="5541168"/>
              <a:ext cx="54927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4" name="Line 167">
              <a:extLst>
                <a:ext uri="{FF2B5EF4-FFF2-40B4-BE49-F238E27FC236}">
                  <a16:creationId xmlns:a16="http://schemas.microsoft.com/office/drawing/2014/main" id="{59C4A05B-6532-4AEB-A520-5E4A5F0C880D}"/>
                </a:ext>
              </a:extLst>
            </p:cNvPr>
            <p:cNvSpPr>
              <a:spLocks noChangeShapeType="1"/>
            </p:cNvSpPr>
            <p:nvPr/>
          </p:nvSpPr>
          <p:spPr bwMode="auto">
            <a:xfrm flipH="1">
              <a:off x="5829300" y="5218906"/>
              <a:ext cx="115888" cy="3159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5" name="Line 168">
              <a:extLst>
                <a:ext uri="{FF2B5EF4-FFF2-40B4-BE49-F238E27FC236}">
                  <a16:creationId xmlns:a16="http://schemas.microsoft.com/office/drawing/2014/main" id="{297532FE-E4C9-45B9-96D4-3A48EF7ED79D}"/>
                </a:ext>
              </a:extLst>
            </p:cNvPr>
            <p:cNvSpPr>
              <a:spLocks noChangeShapeType="1"/>
            </p:cNvSpPr>
            <p:nvPr/>
          </p:nvSpPr>
          <p:spPr bwMode="auto">
            <a:xfrm>
              <a:off x="5834063" y="5203031"/>
              <a:ext cx="112712" cy="31273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6" name="Line 169">
              <a:extLst>
                <a:ext uri="{FF2B5EF4-FFF2-40B4-BE49-F238E27FC236}">
                  <a16:creationId xmlns:a16="http://schemas.microsoft.com/office/drawing/2014/main" id="{02CD2496-2812-471D-A5B8-E65C0A648C7B}"/>
                </a:ext>
              </a:extLst>
            </p:cNvPr>
            <p:cNvSpPr>
              <a:spLocks noChangeShapeType="1"/>
            </p:cNvSpPr>
            <p:nvPr/>
          </p:nvSpPr>
          <p:spPr bwMode="auto">
            <a:xfrm>
              <a:off x="5932488" y="5198268"/>
              <a:ext cx="5476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7" name="Line 170">
              <a:extLst>
                <a:ext uri="{FF2B5EF4-FFF2-40B4-BE49-F238E27FC236}">
                  <a16:creationId xmlns:a16="http://schemas.microsoft.com/office/drawing/2014/main" id="{396BC12A-7BAB-43D3-B89C-E3AD58182CA6}"/>
                </a:ext>
              </a:extLst>
            </p:cNvPr>
            <p:cNvSpPr>
              <a:spLocks noChangeShapeType="1"/>
            </p:cNvSpPr>
            <p:nvPr/>
          </p:nvSpPr>
          <p:spPr bwMode="auto">
            <a:xfrm>
              <a:off x="5953125" y="5523706"/>
              <a:ext cx="54768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70" name="Text Box 175">
              <a:extLst>
                <a:ext uri="{FF2B5EF4-FFF2-40B4-BE49-F238E27FC236}">
                  <a16:creationId xmlns:a16="http://schemas.microsoft.com/office/drawing/2014/main" id="{674B7BB6-7522-4093-BF45-14800D4F22AD}"/>
                </a:ext>
              </a:extLst>
            </p:cNvPr>
            <p:cNvSpPr txBox="1">
              <a:spLocks noChangeArrowheads="1"/>
            </p:cNvSpPr>
            <p:nvPr/>
          </p:nvSpPr>
          <p:spPr bwMode="auto">
            <a:xfrm>
              <a:off x="1133475" y="1675606"/>
              <a:ext cx="863600" cy="304800"/>
            </a:xfrm>
            <a:prstGeom prst="rect">
              <a:avLst/>
            </a:prstGeom>
            <a:noFill/>
            <a:ln w="25400">
              <a:noFill/>
              <a:miter lim="800000"/>
              <a:headEnd/>
              <a:tailEnd/>
            </a:ln>
          </p:spPr>
          <p:txBody>
            <a:bodyPr/>
            <a:lstStyle/>
            <a:p>
              <a:pPr>
                <a:defRPr/>
              </a:pPr>
              <a:r>
                <a:rPr lang="en-US" sz="1400">
                  <a:latin typeface="+mj-lt"/>
                </a:rPr>
                <a:t>CLK</a:t>
              </a:r>
            </a:p>
          </p:txBody>
        </p:sp>
        <p:sp>
          <p:nvSpPr>
            <p:cNvPr id="21671" name="Text Box 176">
              <a:extLst>
                <a:ext uri="{FF2B5EF4-FFF2-40B4-BE49-F238E27FC236}">
                  <a16:creationId xmlns:a16="http://schemas.microsoft.com/office/drawing/2014/main" id="{AC0098CE-64CD-47CD-A83D-496FC6279102}"/>
                </a:ext>
              </a:extLst>
            </p:cNvPr>
            <p:cNvSpPr txBox="1">
              <a:spLocks noChangeArrowheads="1"/>
            </p:cNvSpPr>
            <p:nvPr/>
          </p:nvSpPr>
          <p:spPr bwMode="auto">
            <a:xfrm>
              <a:off x="911225" y="2204243"/>
              <a:ext cx="844550" cy="439738"/>
            </a:xfrm>
            <a:prstGeom prst="rect">
              <a:avLst/>
            </a:prstGeom>
            <a:noFill/>
            <a:ln w="25400">
              <a:noFill/>
              <a:miter lim="800000"/>
              <a:headEnd/>
              <a:tailEnd/>
            </a:ln>
          </p:spPr>
          <p:txBody>
            <a:bodyPr/>
            <a:lstStyle/>
            <a:p>
              <a:pPr>
                <a:defRPr/>
              </a:pPr>
              <a:r>
                <a:rPr lang="en-US" sz="1400">
                  <a:latin typeface="+mj-lt"/>
                </a:rPr>
                <a:t>CS,</a:t>
              </a:r>
            </a:p>
            <a:p>
              <a:pPr>
                <a:defRPr/>
              </a:pPr>
              <a:r>
                <a:rPr lang="en-US" sz="1400">
                  <a:latin typeface="+mj-lt"/>
                </a:rPr>
                <a:t>ADDR</a:t>
              </a:r>
            </a:p>
          </p:txBody>
        </p:sp>
        <p:sp>
          <p:nvSpPr>
            <p:cNvPr id="21672" name="Text Box 177">
              <a:extLst>
                <a:ext uri="{FF2B5EF4-FFF2-40B4-BE49-F238E27FC236}">
                  <a16:creationId xmlns:a16="http://schemas.microsoft.com/office/drawing/2014/main" id="{778DADB1-9236-4518-8566-2ECF100A027B}"/>
                </a:ext>
              </a:extLst>
            </p:cNvPr>
            <p:cNvSpPr txBox="1">
              <a:spLocks noChangeArrowheads="1"/>
            </p:cNvSpPr>
            <p:nvPr/>
          </p:nvSpPr>
          <p:spPr bwMode="auto">
            <a:xfrm>
              <a:off x="858838" y="2824956"/>
              <a:ext cx="998537" cy="439737"/>
            </a:xfrm>
            <a:prstGeom prst="rect">
              <a:avLst/>
            </a:prstGeom>
            <a:noFill/>
            <a:ln w="25400">
              <a:noFill/>
              <a:miter lim="800000"/>
              <a:headEnd/>
              <a:tailEnd/>
            </a:ln>
          </p:spPr>
          <p:txBody>
            <a:bodyPr/>
            <a:lstStyle/>
            <a:p>
              <a:pPr>
                <a:defRPr/>
              </a:pPr>
              <a:r>
                <a:rPr lang="en-US" sz="1400">
                  <a:latin typeface="+mj-lt"/>
                </a:rPr>
                <a:t>ADS_L</a:t>
              </a:r>
            </a:p>
          </p:txBody>
        </p:sp>
        <p:sp>
          <p:nvSpPr>
            <p:cNvPr id="21673" name="Text Box 178">
              <a:extLst>
                <a:ext uri="{FF2B5EF4-FFF2-40B4-BE49-F238E27FC236}">
                  <a16:creationId xmlns:a16="http://schemas.microsoft.com/office/drawing/2014/main" id="{80DD17C7-6768-45E8-9C75-14667A46EF30}"/>
                </a:ext>
              </a:extLst>
            </p:cNvPr>
            <p:cNvSpPr txBox="1">
              <a:spLocks noChangeArrowheads="1"/>
            </p:cNvSpPr>
            <p:nvPr/>
          </p:nvSpPr>
          <p:spPr bwMode="auto">
            <a:xfrm>
              <a:off x="911225" y="3440906"/>
              <a:ext cx="1082675" cy="439737"/>
            </a:xfrm>
            <a:prstGeom prst="rect">
              <a:avLst/>
            </a:prstGeom>
            <a:noFill/>
            <a:ln w="25400">
              <a:noFill/>
              <a:miter lim="800000"/>
              <a:headEnd/>
              <a:tailEnd/>
            </a:ln>
          </p:spPr>
          <p:txBody>
            <a:bodyPr/>
            <a:lstStyle/>
            <a:p>
              <a:pPr>
                <a:defRPr/>
              </a:pPr>
              <a:r>
                <a:rPr lang="en-US" sz="1400">
                  <a:latin typeface="+mj-lt"/>
                </a:rPr>
                <a:t>AREG,</a:t>
              </a:r>
            </a:p>
            <a:p>
              <a:pPr>
                <a:defRPr/>
              </a:pPr>
              <a:r>
                <a:rPr lang="en-US" sz="1400">
                  <a:latin typeface="+mj-lt"/>
                </a:rPr>
                <a:t>CREG</a:t>
              </a:r>
            </a:p>
          </p:txBody>
        </p:sp>
        <p:sp>
          <p:nvSpPr>
            <p:cNvPr id="21674" name="Text Box 179">
              <a:extLst>
                <a:ext uri="{FF2B5EF4-FFF2-40B4-BE49-F238E27FC236}">
                  <a16:creationId xmlns:a16="http://schemas.microsoft.com/office/drawing/2014/main" id="{DE131685-DE7D-44E4-9722-1E0D6303E3A3}"/>
                </a:ext>
              </a:extLst>
            </p:cNvPr>
            <p:cNvSpPr txBox="1">
              <a:spLocks noChangeArrowheads="1"/>
            </p:cNvSpPr>
            <p:nvPr/>
          </p:nvSpPr>
          <p:spPr bwMode="auto">
            <a:xfrm>
              <a:off x="862013" y="4010818"/>
              <a:ext cx="911225" cy="439738"/>
            </a:xfrm>
            <a:prstGeom prst="rect">
              <a:avLst/>
            </a:prstGeom>
            <a:noFill/>
            <a:ln w="25400">
              <a:noFill/>
              <a:miter lim="800000"/>
              <a:headEnd/>
              <a:tailEnd/>
            </a:ln>
          </p:spPr>
          <p:txBody>
            <a:bodyPr/>
            <a:lstStyle/>
            <a:p>
              <a:pPr>
                <a:defRPr/>
              </a:pPr>
              <a:r>
                <a:rPr lang="en-US" sz="1400">
                  <a:latin typeface="+mj-lt"/>
                </a:rPr>
                <a:t>Reading</a:t>
              </a:r>
            </a:p>
            <a:p>
              <a:pPr>
                <a:defRPr/>
              </a:pPr>
              <a:endParaRPr lang="en-US" sz="1400">
                <a:latin typeface="+mj-lt"/>
              </a:endParaRPr>
            </a:p>
          </p:txBody>
        </p:sp>
        <p:sp>
          <p:nvSpPr>
            <p:cNvPr id="21675" name="Text Box 180">
              <a:extLst>
                <a:ext uri="{FF2B5EF4-FFF2-40B4-BE49-F238E27FC236}">
                  <a16:creationId xmlns:a16="http://schemas.microsoft.com/office/drawing/2014/main" id="{BDD98CCB-02C3-4959-B3C3-BF74BB1FD0D6}"/>
                </a:ext>
              </a:extLst>
            </p:cNvPr>
            <p:cNvSpPr txBox="1">
              <a:spLocks noChangeArrowheads="1"/>
            </p:cNvSpPr>
            <p:nvPr/>
          </p:nvSpPr>
          <p:spPr bwMode="auto">
            <a:xfrm>
              <a:off x="884238" y="4634706"/>
              <a:ext cx="1095375" cy="303212"/>
            </a:xfrm>
            <a:prstGeom prst="rect">
              <a:avLst/>
            </a:prstGeom>
            <a:noFill/>
            <a:ln w="25400">
              <a:noFill/>
              <a:miter lim="800000"/>
              <a:headEnd/>
              <a:tailEnd/>
            </a:ln>
          </p:spPr>
          <p:txBody>
            <a:bodyPr/>
            <a:lstStyle/>
            <a:p>
              <a:pPr>
                <a:defRPr/>
              </a:pPr>
              <a:r>
                <a:rPr lang="en-US" sz="1400">
                  <a:latin typeface="+mj-lt"/>
                </a:rPr>
                <a:t>OUTREG</a:t>
              </a:r>
            </a:p>
            <a:p>
              <a:pPr>
                <a:defRPr/>
              </a:pPr>
              <a:endParaRPr lang="en-US" sz="1400">
                <a:latin typeface="+mj-lt"/>
              </a:endParaRPr>
            </a:p>
          </p:txBody>
        </p:sp>
        <p:sp>
          <p:nvSpPr>
            <p:cNvPr id="21676" name="Text Box 181">
              <a:extLst>
                <a:ext uri="{FF2B5EF4-FFF2-40B4-BE49-F238E27FC236}">
                  <a16:creationId xmlns:a16="http://schemas.microsoft.com/office/drawing/2014/main" id="{59A4A8C1-7CB2-4490-83D5-45D19517FC5B}"/>
                </a:ext>
              </a:extLst>
            </p:cNvPr>
            <p:cNvSpPr txBox="1">
              <a:spLocks noChangeArrowheads="1"/>
            </p:cNvSpPr>
            <p:nvPr/>
          </p:nvSpPr>
          <p:spPr bwMode="auto">
            <a:xfrm>
              <a:off x="2054225" y="2305843"/>
              <a:ext cx="385763" cy="301625"/>
            </a:xfrm>
            <a:prstGeom prst="rect">
              <a:avLst/>
            </a:prstGeom>
            <a:noFill/>
            <a:ln w="25400">
              <a:noFill/>
              <a:miter lim="800000"/>
              <a:headEnd/>
              <a:tailEnd/>
            </a:ln>
          </p:spPr>
          <p:txBody>
            <a:bodyPr/>
            <a:lstStyle/>
            <a:p>
              <a:pPr>
                <a:defRPr/>
              </a:pPr>
              <a:r>
                <a:rPr lang="en-US" sz="1400" dirty="0">
                  <a:latin typeface="+mj-lt"/>
                </a:rPr>
                <a:t>X</a:t>
              </a:r>
            </a:p>
          </p:txBody>
        </p:sp>
        <p:sp>
          <p:nvSpPr>
            <p:cNvPr id="21677" name="Text Box 182">
              <a:extLst>
                <a:ext uri="{FF2B5EF4-FFF2-40B4-BE49-F238E27FC236}">
                  <a16:creationId xmlns:a16="http://schemas.microsoft.com/office/drawing/2014/main" id="{59F37CBA-645F-41D2-AD69-2D8F20276231}"/>
                </a:ext>
              </a:extLst>
            </p:cNvPr>
            <p:cNvSpPr txBox="1">
              <a:spLocks noChangeArrowheads="1"/>
            </p:cNvSpPr>
            <p:nvPr/>
          </p:nvSpPr>
          <p:spPr bwMode="auto">
            <a:xfrm>
              <a:off x="2663825" y="2356643"/>
              <a:ext cx="385763" cy="304800"/>
            </a:xfrm>
            <a:prstGeom prst="rect">
              <a:avLst/>
            </a:prstGeom>
            <a:noFill/>
            <a:ln w="25400">
              <a:noFill/>
              <a:miter lim="800000"/>
              <a:headEnd/>
              <a:tailEnd/>
            </a:ln>
          </p:spPr>
          <p:txBody>
            <a:bodyPr/>
            <a:lstStyle/>
            <a:p>
              <a:pPr>
                <a:defRPr/>
              </a:pPr>
              <a:r>
                <a:rPr lang="en-US" sz="1400">
                  <a:latin typeface="+mj-lt"/>
                </a:rPr>
                <a:t>Y</a:t>
              </a:r>
            </a:p>
          </p:txBody>
        </p:sp>
        <p:sp>
          <p:nvSpPr>
            <p:cNvPr id="21678" name="Text Box 183">
              <a:extLst>
                <a:ext uri="{FF2B5EF4-FFF2-40B4-BE49-F238E27FC236}">
                  <a16:creationId xmlns:a16="http://schemas.microsoft.com/office/drawing/2014/main" id="{65DF1AB9-0E74-4CE4-AE25-F12142E9A362}"/>
                </a:ext>
              </a:extLst>
            </p:cNvPr>
            <p:cNvSpPr txBox="1">
              <a:spLocks noChangeArrowheads="1"/>
            </p:cNvSpPr>
            <p:nvPr/>
          </p:nvSpPr>
          <p:spPr bwMode="auto">
            <a:xfrm>
              <a:off x="5646738" y="2272506"/>
              <a:ext cx="385762" cy="303212"/>
            </a:xfrm>
            <a:prstGeom prst="rect">
              <a:avLst/>
            </a:prstGeom>
            <a:noFill/>
            <a:ln w="25400">
              <a:noFill/>
              <a:miter lim="800000"/>
              <a:headEnd/>
              <a:tailEnd/>
            </a:ln>
          </p:spPr>
          <p:txBody>
            <a:bodyPr/>
            <a:lstStyle/>
            <a:p>
              <a:pPr>
                <a:defRPr/>
              </a:pPr>
              <a:r>
                <a:rPr lang="en-US" sz="1400" dirty="0">
                  <a:latin typeface="+mj-lt"/>
                </a:rPr>
                <a:t>Z</a:t>
              </a:r>
            </a:p>
          </p:txBody>
        </p:sp>
        <p:sp>
          <p:nvSpPr>
            <p:cNvPr id="21679" name="Text Box 184">
              <a:extLst>
                <a:ext uri="{FF2B5EF4-FFF2-40B4-BE49-F238E27FC236}">
                  <a16:creationId xmlns:a16="http://schemas.microsoft.com/office/drawing/2014/main" id="{EE632CE7-F597-4C39-8B19-3F85622D93DD}"/>
                </a:ext>
              </a:extLst>
            </p:cNvPr>
            <p:cNvSpPr txBox="1">
              <a:spLocks noChangeArrowheads="1"/>
            </p:cNvSpPr>
            <p:nvPr/>
          </p:nvSpPr>
          <p:spPr bwMode="auto">
            <a:xfrm>
              <a:off x="2106613" y="2804318"/>
              <a:ext cx="385762" cy="304800"/>
            </a:xfrm>
            <a:prstGeom prst="rect">
              <a:avLst/>
            </a:prstGeom>
            <a:noFill/>
            <a:ln w="25400">
              <a:noFill/>
              <a:miter lim="800000"/>
              <a:headEnd/>
              <a:tailEnd/>
            </a:ln>
          </p:spPr>
          <p:txBody>
            <a:bodyPr/>
            <a:lstStyle/>
            <a:p>
              <a:pPr>
                <a:defRPr/>
              </a:pPr>
              <a:r>
                <a:rPr lang="en-US" sz="1400" dirty="0">
                  <a:latin typeface="+mj-lt"/>
                </a:rPr>
                <a:t>X</a:t>
              </a:r>
            </a:p>
          </p:txBody>
        </p:sp>
        <p:sp>
          <p:nvSpPr>
            <p:cNvPr id="21680" name="Text Box 185">
              <a:extLst>
                <a:ext uri="{FF2B5EF4-FFF2-40B4-BE49-F238E27FC236}">
                  <a16:creationId xmlns:a16="http://schemas.microsoft.com/office/drawing/2014/main" id="{EC03AE14-E60A-4D05-BA84-3E28DCE8C362}"/>
                </a:ext>
              </a:extLst>
            </p:cNvPr>
            <p:cNvSpPr txBox="1">
              <a:spLocks noChangeArrowheads="1"/>
            </p:cNvSpPr>
            <p:nvPr/>
          </p:nvSpPr>
          <p:spPr bwMode="auto">
            <a:xfrm>
              <a:off x="2779713" y="2882106"/>
              <a:ext cx="385762" cy="258762"/>
            </a:xfrm>
            <a:prstGeom prst="rect">
              <a:avLst/>
            </a:prstGeom>
            <a:noFill/>
            <a:ln w="25400">
              <a:noFill/>
              <a:miter lim="800000"/>
              <a:headEnd/>
              <a:tailEnd/>
            </a:ln>
          </p:spPr>
          <p:txBody>
            <a:bodyPr/>
            <a:lstStyle/>
            <a:p>
              <a:pPr>
                <a:defRPr/>
              </a:pPr>
              <a:r>
                <a:rPr lang="en-US" sz="1400">
                  <a:latin typeface="+mj-lt"/>
                </a:rPr>
                <a:t>Y</a:t>
              </a:r>
            </a:p>
          </p:txBody>
        </p:sp>
        <p:sp>
          <p:nvSpPr>
            <p:cNvPr id="21681" name="Text Box 186">
              <a:extLst>
                <a:ext uri="{FF2B5EF4-FFF2-40B4-BE49-F238E27FC236}">
                  <a16:creationId xmlns:a16="http://schemas.microsoft.com/office/drawing/2014/main" id="{424C084D-CF5E-40AE-8915-9AB1B42AFB2D}"/>
                </a:ext>
              </a:extLst>
            </p:cNvPr>
            <p:cNvSpPr txBox="1">
              <a:spLocks noChangeArrowheads="1"/>
            </p:cNvSpPr>
            <p:nvPr/>
          </p:nvSpPr>
          <p:spPr bwMode="auto">
            <a:xfrm>
              <a:off x="5637213" y="2778918"/>
              <a:ext cx="387350" cy="303213"/>
            </a:xfrm>
            <a:prstGeom prst="rect">
              <a:avLst/>
            </a:prstGeom>
            <a:noFill/>
            <a:ln w="25400">
              <a:noFill/>
              <a:miter lim="800000"/>
              <a:headEnd/>
              <a:tailEnd/>
            </a:ln>
          </p:spPr>
          <p:txBody>
            <a:bodyPr/>
            <a:lstStyle/>
            <a:p>
              <a:pPr>
                <a:defRPr/>
              </a:pPr>
              <a:r>
                <a:rPr lang="en-US" sz="1400" dirty="0">
                  <a:latin typeface="+mj-lt"/>
                </a:rPr>
                <a:t>Z</a:t>
              </a:r>
            </a:p>
          </p:txBody>
        </p:sp>
        <p:sp>
          <p:nvSpPr>
            <p:cNvPr id="21682" name="Text Box 187">
              <a:extLst>
                <a:ext uri="{FF2B5EF4-FFF2-40B4-BE49-F238E27FC236}">
                  <a16:creationId xmlns:a16="http://schemas.microsoft.com/office/drawing/2014/main" id="{CBA45E80-D698-44F7-87D5-A86B06103D29}"/>
                </a:ext>
              </a:extLst>
            </p:cNvPr>
            <p:cNvSpPr txBox="1">
              <a:spLocks noChangeArrowheads="1"/>
            </p:cNvSpPr>
            <p:nvPr/>
          </p:nvSpPr>
          <p:spPr bwMode="auto">
            <a:xfrm>
              <a:off x="2374900" y="3539331"/>
              <a:ext cx="382588" cy="244475"/>
            </a:xfrm>
            <a:prstGeom prst="rect">
              <a:avLst/>
            </a:prstGeom>
            <a:noFill/>
            <a:ln w="25400">
              <a:noFill/>
              <a:miter lim="800000"/>
              <a:headEnd/>
              <a:tailEnd/>
            </a:ln>
          </p:spPr>
          <p:txBody>
            <a:bodyPr/>
            <a:lstStyle/>
            <a:p>
              <a:pPr>
                <a:defRPr/>
              </a:pPr>
              <a:r>
                <a:rPr lang="en-US" sz="1400">
                  <a:latin typeface="+mj-lt"/>
                </a:rPr>
                <a:t>X</a:t>
              </a:r>
            </a:p>
          </p:txBody>
        </p:sp>
        <p:sp>
          <p:nvSpPr>
            <p:cNvPr id="21683" name="Text Box 188">
              <a:extLst>
                <a:ext uri="{FF2B5EF4-FFF2-40B4-BE49-F238E27FC236}">
                  <a16:creationId xmlns:a16="http://schemas.microsoft.com/office/drawing/2014/main" id="{D77F543C-6B97-45DB-B1F1-88B85897F845}"/>
                </a:ext>
              </a:extLst>
            </p:cNvPr>
            <p:cNvSpPr txBox="1">
              <a:spLocks noChangeArrowheads="1"/>
            </p:cNvSpPr>
            <p:nvPr/>
          </p:nvSpPr>
          <p:spPr bwMode="auto">
            <a:xfrm>
              <a:off x="3105150" y="3558381"/>
              <a:ext cx="384175" cy="303212"/>
            </a:xfrm>
            <a:prstGeom prst="rect">
              <a:avLst/>
            </a:prstGeom>
            <a:noFill/>
            <a:ln w="25400">
              <a:noFill/>
              <a:miter lim="800000"/>
              <a:headEnd/>
              <a:tailEnd/>
            </a:ln>
          </p:spPr>
          <p:txBody>
            <a:bodyPr/>
            <a:lstStyle/>
            <a:p>
              <a:pPr>
                <a:defRPr/>
              </a:pPr>
              <a:r>
                <a:rPr lang="en-US" sz="1400">
                  <a:latin typeface="+mj-lt"/>
                </a:rPr>
                <a:t>Y</a:t>
              </a:r>
            </a:p>
          </p:txBody>
        </p:sp>
        <p:sp>
          <p:nvSpPr>
            <p:cNvPr id="21684" name="Text Box 189">
              <a:extLst>
                <a:ext uri="{FF2B5EF4-FFF2-40B4-BE49-F238E27FC236}">
                  <a16:creationId xmlns:a16="http://schemas.microsoft.com/office/drawing/2014/main" id="{52006903-AFF5-4D56-A718-B791E8C36980}"/>
                </a:ext>
              </a:extLst>
            </p:cNvPr>
            <p:cNvSpPr txBox="1">
              <a:spLocks noChangeArrowheads="1"/>
            </p:cNvSpPr>
            <p:nvPr/>
          </p:nvSpPr>
          <p:spPr bwMode="auto">
            <a:xfrm>
              <a:off x="3721100" y="3515518"/>
              <a:ext cx="665163" cy="233363"/>
            </a:xfrm>
            <a:prstGeom prst="rect">
              <a:avLst/>
            </a:prstGeom>
            <a:noFill/>
            <a:ln w="25400">
              <a:noFill/>
              <a:miter lim="800000"/>
              <a:headEnd/>
              <a:tailEnd/>
            </a:ln>
          </p:spPr>
          <p:txBody>
            <a:bodyPr/>
            <a:lstStyle/>
            <a:p>
              <a:pPr>
                <a:defRPr/>
              </a:pPr>
              <a:r>
                <a:rPr lang="en-US" sz="1400" dirty="0">
                  <a:latin typeface="+mj-lt"/>
                </a:rPr>
                <a:t>Y+1</a:t>
              </a:r>
            </a:p>
          </p:txBody>
        </p:sp>
        <p:sp>
          <p:nvSpPr>
            <p:cNvPr id="21685" name="Text Box 190">
              <a:extLst>
                <a:ext uri="{FF2B5EF4-FFF2-40B4-BE49-F238E27FC236}">
                  <a16:creationId xmlns:a16="http://schemas.microsoft.com/office/drawing/2014/main" id="{BC01928B-73DF-4149-9837-22F2E0120471}"/>
                </a:ext>
              </a:extLst>
            </p:cNvPr>
            <p:cNvSpPr txBox="1">
              <a:spLocks noChangeArrowheads="1"/>
            </p:cNvSpPr>
            <p:nvPr/>
          </p:nvSpPr>
          <p:spPr bwMode="auto">
            <a:xfrm>
              <a:off x="4433888" y="3529806"/>
              <a:ext cx="568325" cy="384175"/>
            </a:xfrm>
            <a:prstGeom prst="rect">
              <a:avLst/>
            </a:prstGeom>
            <a:noFill/>
            <a:ln w="25400">
              <a:noFill/>
              <a:miter lim="800000"/>
              <a:headEnd/>
              <a:tailEnd/>
            </a:ln>
          </p:spPr>
          <p:txBody>
            <a:bodyPr/>
            <a:lstStyle/>
            <a:p>
              <a:pPr>
                <a:defRPr/>
              </a:pPr>
              <a:r>
                <a:rPr lang="en-US" sz="1400">
                  <a:latin typeface="+mj-lt"/>
                </a:rPr>
                <a:t>Y+2</a:t>
              </a:r>
            </a:p>
          </p:txBody>
        </p:sp>
        <p:sp>
          <p:nvSpPr>
            <p:cNvPr id="21686" name="Text Box 191">
              <a:extLst>
                <a:ext uri="{FF2B5EF4-FFF2-40B4-BE49-F238E27FC236}">
                  <a16:creationId xmlns:a16="http://schemas.microsoft.com/office/drawing/2014/main" id="{E0A03E7B-525B-411E-A4D5-F3975CE5A6E2}"/>
                </a:ext>
              </a:extLst>
            </p:cNvPr>
            <p:cNvSpPr txBox="1">
              <a:spLocks noChangeArrowheads="1"/>
            </p:cNvSpPr>
            <p:nvPr/>
          </p:nvSpPr>
          <p:spPr bwMode="auto">
            <a:xfrm>
              <a:off x="5130800" y="3539331"/>
              <a:ext cx="668338" cy="179387"/>
            </a:xfrm>
            <a:prstGeom prst="rect">
              <a:avLst/>
            </a:prstGeom>
            <a:noFill/>
            <a:ln w="25400">
              <a:noFill/>
              <a:miter lim="800000"/>
              <a:headEnd/>
              <a:tailEnd/>
            </a:ln>
          </p:spPr>
          <p:txBody>
            <a:bodyPr/>
            <a:lstStyle/>
            <a:p>
              <a:pPr>
                <a:defRPr/>
              </a:pPr>
              <a:r>
                <a:rPr lang="en-US" sz="1400">
                  <a:latin typeface="+mj-lt"/>
                </a:rPr>
                <a:t>Y+3</a:t>
              </a:r>
            </a:p>
          </p:txBody>
        </p:sp>
        <p:sp>
          <p:nvSpPr>
            <p:cNvPr id="21687" name="Text Box 192">
              <a:extLst>
                <a:ext uri="{FF2B5EF4-FFF2-40B4-BE49-F238E27FC236}">
                  <a16:creationId xmlns:a16="http://schemas.microsoft.com/office/drawing/2014/main" id="{065A2F8C-9DC3-4D55-8D18-37DF5BDB5129}"/>
                </a:ext>
              </a:extLst>
            </p:cNvPr>
            <p:cNvSpPr txBox="1">
              <a:spLocks noChangeArrowheads="1"/>
            </p:cNvSpPr>
            <p:nvPr/>
          </p:nvSpPr>
          <p:spPr bwMode="auto">
            <a:xfrm>
              <a:off x="5840413" y="3523456"/>
              <a:ext cx="674687" cy="303212"/>
            </a:xfrm>
            <a:prstGeom prst="rect">
              <a:avLst/>
            </a:prstGeom>
            <a:noFill/>
            <a:ln w="25400">
              <a:noFill/>
              <a:miter lim="800000"/>
              <a:headEnd/>
              <a:tailEnd/>
            </a:ln>
          </p:spPr>
          <p:txBody>
            <a:bodyPr/>
            <a:lstStyle/>
            <a:p>
              <a:pPr>
                <a:defRPr/>
              </a:pPr>
              <a:r>
                <a:rPr lang="en-US" sz="1400">
                  <a:latin typeface="+mj-lt"/>
                </a:rPr>
                <a:t>Z</a:t>
              </a:r>
            </a:p>
          </p:txBody>
        </p:sp>
        <p:sp>
          <p:nvSpPr>
            <p:cNvPr id="21688" name="Text Box 193">
              <a:extLst>
                <a:ext uri="{FF2B5EF4-FFF2-40B4-BE49-F238E27FC236}">
                  <a16:creationId xmlns:a16="http://schemas.microsoft.com/office/drawing/2014/main" id="{CCEAE7B3-6F18-4A39-AEC1-B4D3ED04D663}"/>
                </a:ext>
              </a:extLst>
            </p:cNvPr>
            <p:cNvSpPr txBox="1">
              <a:spLocks noChangeArrowheads="1"/>
            </p:cNvSpPr>
            <p:nvPr/>
          </p:nvSpPr>
          <p:spPr bwMode="auto">
            <a:xfrm>
              <a:off x="2514600" y="4169568"/>
              <a:ext cx="385763" cy="303213"/>
            </a:xfrm>
            <a:prstGeom prst="rect">
              <a:avLst/>
            </a:prstGeom>
            <a:noFill/>
            <a:ln w="25400">
              <a:noFill/>
              <a:miter lim="800000"/>
              <a:headEnd/>
              <a:tailEnd/>
            </a:ln>
          </p:spPr>
          <p:txBody>
            <a:bodyPr/>
            <a:lstStyle/>
            <a:p>
              <a:pPr>
                <a:defRPr/>
              </a:pPr>
              <a:r>
                <a:rPr lang="en-US" sz="1400">
                  <a:latin typeface="+mj-lt"/>
                </a:rPr>
                <a:t>X</a:t>
              </a:r>
            </a:p>
          </p:txBody>
        </p:sp>
        <p:sp>
          <p:nvSpPr>
            <p:cNvPr id="21689" name="Text Box 194">
              <a:extLst>
                <a:ext uri="{FF2B5EF4-FFF2-40B4-BE49-F238E27FC236}">
                  <a16:creationId xmlns:a16="http://schemas.microsoft.com/office/drawing/2014/main" id="{A2FF2E6D-8816-4DE2-9381-E25ABB85B2B0}"/>
                </a:ext>
              </a:extLst>
            </p:cNvPr>
            <p:cNvSpPr txBox="1">
              <a:spLocks noChangeArrowheads="1"/>
            </p:cNvSpPr>
            <p:nvPr/>
          </p:nvSpPr>
          <p:spPr bwMode="auto">
            <a:xfrm>
              <a:off x="3195638" y="4177506"/>
              <a:ext cx="387350" cy="304800"/>
            </a:xfrm>
            <a:prstGeom prst="rect">
              <a:avLst/>
            </a:prstGeom>
            <a:noFill/>
            <a:ln w="25400">
              <a:noFill/>
              <a:miter lim="800000"/>
              <a:headEnd/>
              <a:tailEnd/>
            </a:ln>
          </p:spPr>
          <p:txBody>
            <a:bodyPr/>
            <a:lstStyle/>
            <a:p>
              <a:pPr>
                <a:defRPr/>
              </a:pPr>
              <a:r>
                <a:rPr lang="en-US" sz="1400">
                  <a:latin typeface="+mj-lt"/>
                </a:rPr>
                <a:t>Y</a:t>
              </a:r>
            </a:p>
          </p:txBody>
        </p:sp>
        <p:sp>
          <p:nvSpPr>
            <p:cNvPr id="21690" name="Text Box 195">
              <a:extLst>
                <a:ext uri="{FF2B5EF4-FFF2-40B4-BE49-F238E27FC236}">
                  <a16:creationId xmlns:a16="http://schemas.microsoft.com/office/drawing/2014/main" id="{E7C25928-77C2-450E-8960-602D8594C0B1}"/>
                </a:ext>
              </a:extLst>
            </p:cNvPr>
            <p:cNvSpPr txBox="1">
              <a:spLocks noChangeArrowheads="1"/>
            </p:cNvSpPr>
            <p:nvPr/>
          </p:nvSpPr>
          <p:spPr bwMode="auto">
            <a:xfrm>
              <a:off x="3732213" y="4172743"/>
              <a:ext cx="671512" cy="303213"/>
            </a:xfrm>
            <a:prstGeom prst="rect">
              <a:avLst/>
            </a:prstGeom>
            <a:noFill/>
            <a:ln w="25400">
              <a:noFill/>
              <a:miter lim="800000"/>
              <a:headEnd/>
              <a:tailEnd/>
            </a:ln>
          </p:spPr>
          <p:txBody>
            <a:bodyPr/>
            <a:lstStyle/>
            <a:p>
              <a:pPr>
                <a:defRPr/>
              </a:pPr>
              <a:r>
                <a:rPr lang="en-US" sz="1400">
                  <a:latin typeface="+mj-lt"/>
                </a:rPr>
                <a:t>Y+1</a:t>
              </a:r>
            </a:p>
          </p:txBody>
        </p:sp>
        <p:sp>
          <p:nvSpPr>
            <p:cNvPr id="21691" name="Text Box 196">
              <a:extLst>
                <a:ext uri="{FF2B5EF4-FFF2-40B4-BE49-F238E27FC236}">
                  <a16:creationId xmlns:a16="http://schemas.microsoft.com/office/drawing/2014/main" id="{AE077C4C-E176-4FCB-8CB9-397873942CB5}"/>
                </a:ext>
              </a:extLst>
            </p:cNvPr>
            <p:cNvSpPr txBox="1">
              <a:spLocks noChangeArrowheads="1"/>
            </p:cNvSpPr>
            <p:nvPr/>
          </p:nvSpPr>
          <p:spPr bwMode="auto">
            <a:xfrm>
              <a:off x="4487863" y="4183856"/>
              <a:ext cx="677862" cy="301625"/>
            </a:xfrm>
            <a:prstGeom prst="rect">
              <a:avLst/>
            </a:prstGeom>
            <a:noFill/>
            <a:ln w="25400">
              <a:noFill/>
              <a:miter lim="800000"/>
              <a:headEnd/>
              <a:tailEnd/>
            </a:ln>
          </p:spPr>
          <p:txBody>
            <a:bodyPr/>
            <a:lstStyle/>
            <a:p>
              <a:pPr>
                <a:defRPr/>
              </a:pPr>
              <a:r>
                <a:rPr lang="en-US" sz="1400">
                  <a:latin typeface="+mj-lt"/>
                </a:rPr>
                <a:t>Y+2</a:t>
              </a:r>
            </a:p>
          </p:txBody>
        </p:sp>
        <p:sp>
          <p:nvSpPr>
            <p:cNvPr id="21692" name="Text Box 197">
              <a:extLst>
                <a:ext uri="{FF2B5EF4-FFF2-40B4-BE49-F238E27FC236}">
                  <a16:creationId xmlns:a16="http://schemas.microsoft.com/office/drawing/2014/main" id="{0FFDAC75-89D9-45F2-BCD9-202434E20FB8}"/>
                </a:ext>
              </a:extLst>
            </p:cNvPr>
            <p:cNvSpPr txBox="1">
              <a:spLocks noChangeArrowheads="1"/>
            </p:cNvSpPr>
            <p:nvPr/>
          </p:nvSpPr>
          <p:spPr bwMode="auto">
            <a:xfrm>
              <a:off x="5213350" y="4180681"/>
              <a:ext cx="668338" cy="180975"/>
            </a:xfrm>
            <a:prstGeom prst="rect">
              <a:avLst/>
            </a:prstGeom>
            <a:noFill/>
            <a:ln w="25400">
              <a:noFill/>
              <a:miter lim="800000"/>
              <a:headEnd/>
              <a:tailEnd/>
            </a:ln>
          </p:spPr>
          <p:txBody>
            <a:bodyPr/>
            <a:lstStyle/>
            <a:p>
              <a:pPr>
                <a:defRPr/>
              </a:pPr>
              <a:r>
                <a:rPr lang="en-US" sz="1400">
                  <a:latin typeface="+mj-lt"/>
                </a:rPr>
                <a:t>Y+3</a:t>
              </a:r>
            </a:p>
          </p:txBody>
        </p:sp>
        <p:sp>
          <p:nvSpPr>
            <p:cNvPr id="21693" name="Text Box 198">
              <a:extLst>
                <a:ext uri="{FF2B5EF4-FFF2-40B4-BE49-F238E27FC236}">
                  <a16:creationId xmlns:a16="http://schemas.microsoft.com/office/drawing/2014/main" id="{9C37DEA8-D009-43CE-A112-92D0057E3AFE}"/>
                </a:ext>
              </a:extLst>
            </p:cNvPr>
            <p:cNvSpPr txBox="1">
              <a:spLocks noChangeArrowheads="1"/>
            </p:cNvSpPr>
            <p:nvPr/>
          </p:nvSpPr>
          <p:spPr bwMode="auto">
            <a:xfrm>
              <a:off x="5572125" y="4518818"/>
              <a:ext cx="460375" cy="303213"/>
            </a:xfrm>
            <a:prstGeom prst="rect">
              <a:avLst/>
            </a:prstGeom>
            <a:noFill/>
            <a:ln w="25400">
              <a:noFill/>
              <a:miter lim="800000"/>
              <a:headEnd/>
              <a:tailEnd/>
            </a:ln>
          </p:spPr>
          <p:txBody>
            <a:bodyPr/>
            <a:lstStyle/>
            <a:p>
              <a:pPr>
                <a:defRPr/>
              </a:pPr>
              <a:r>
                <a:rPr lang="en-US" sz="1400">
                  <a:latin typeface="+mj-lt"/>
                </a:rPr>
                <a:t>Z</a:t>
              </a:r>
            </a:p>
          </p:txBody>
        </p:sp>
        <p:sp>
          <p:nvSpPr>
            <p:cNvPr id="21694" name="Text Box 199">
              <a:extLst>
                <a:ext uri="{FF2B5EF4-FFF2-40B4-BE49-F238E27FC236}">
                  <a16:creationId xmlns:a16="http://schemas.microsoft.com/office/drawing/2014/main" id="{4F223FFC-7040-42CB-A9E2-96F8AA6AA6EF}"/>
                </a:ext>
              </a:extLst>
            </p:cNvPr>
            <p:cNvSpPr txBox="1">
              <a:spLocks noChangeArrowheads="1"/>
            </p:cNvSpPr>
            <p:nvPr/>
          </p:nvSpPr>
          <p:spPr bwMode="auto">
            <a:xfrm>
              <a:off x="2432050" y="5222081"/>
              <a:ext cx="385763" cy="301625"/>
            </a:xfrm>
            <a:prstGeom prst="rect">
              <a:avLst/>
            </a:prstGeom>
            <a:noFill/>
            <a:ln w="25400">
              <a:noFill/>
              <a:miter lim="800000"/>
              <a:headEnd/>
              <a:tailEnd/>
            </a:ln>
          </p:spPr>
          <p:txBody>
            <a:bodyPr/>
            <a:lstStyle/>
            <a:p>
              <a:pPr>
                <a:defRPr/>
              </a:pPr>
              <a:endParaRPr lang="en-US" sz="1400">
                <a:latin typeface="+mj-lt"/>
              </a:endParaRPr>
            </a:p>
          </p:txBody>
        </p:sp>
        <p:sp>
          <p:nvSpPr>
            <p:cNvPr id="21695" name="Text Box 200">
              <a:extLst>
                <a:ext uri="{FF2B5EF4-FFF2-40B4-BE49-F238E27FC236}">
                  <a16:creationId xmlns:a16="http://schemas.microsoft.com/office/drawing/2014/main" id="{BEEC3866-089F-4B97-97E8-9DC33C251139}"/>
                </a:ext>
              </a:extLst>
            </p:cNvPr>
            <p:cNvSpPr txBox="1">
              <a:spLocks noChangeArrowheads="1"/>
            </p:cNvSpPr>
            <p:nvPr/>
          </p:nvSpPr>
          <p:spPr bwMode="auto">
            <a:xfrm>
              <a:off x="3157538" y="5217318"/>
              <a:ext cx="385762" cy="304800"/>
            </a:xfrm>
            <a:prstGeom prst="rect">
              <a:avLst/>
            </a:prstGeom>
            <a:noFill/>
            <a:ln w="25400">
              <a:noFill/>
              <a:miter lim="800000"/>
              <a:headEnd/>
              <a:tailEnd/>
            </a:ln>
          </p:spPr>
          <p:txBody>
            <a:bodyPr/>
            <a:lstStyle/>
            <a:p>
              <a:pPr>
                <a:defRPr/>
              </a:pPr>
              <a:r>
                <a:rPr lang="en-US" sz="1400">
                  <a:latin typeface="+mj-lt"/>
                </a:rPr>
                <a:t>X</a:t>
              </a:r>
            </a:p>
          </p:txBody>
        </p:sp>
        <p:sp>
          <p:nvSpPr>
            <p:cNvPr id="21696" name="Text Box 201">
              <a:extLst>
                <a:ext uri="{FF2B5EF4-FFF2-40B4-BE49-F238E27FC236}">
                  <a16:creationId xmlns:a16="http://schemas.microsoft.com/office/drawing/2014/main" id="{C4948F11-925E-435D-A36A-EE9CCAE2F091}"/>
                </a:ext>
              </a:extLst>
            </p:cNvPr>
            <p:cNvSpPr txBox="1">
              <a:spLocks noChangeArrowheads="1"/>
            </p:cNvSpPr>
            <p:nvPr/>
          </p:nvSpPr>
          <p:spPr bwMode="auto">
            <a:xfrm>
              <a:off x="3765550" y="5264943"/>
              <a:ext cx="520700" cy="298450"/>
            </a:xfrm>
            <a:prstGeom prst="rect">
              <a:avLst/>
            </a:prstGeom>
            <a:noFill/>
            <a:ln w="25400">
              <a:noFill/>
              <a:miter lim="800000"/>
              <a:headEnd/>
              <a:tailEnd/>
            </a:ln>
          </p:spPr>
          <p:txBody>
            <a:bodyPr/>
            <a:lstStyle/>
            <a:p>
              <a:pPr>
                <a:defRPr/>
              </a:pPr>
              <a:r>
                <a:rPr lang="en-US" sz="1400">
                  <a:latin typeface="+mj-lt"/>
                </a:rPr>
                <a:t>Y</a:t>
              </a:r>
            </a:p>
          </p:txBody>
        </p:sp>
        <p:sp>
          <p:nvSpPr>
            <p:cNvPr id="21697" name="Text Box 202">
              <a:extLst>
                <a:ext uri="{FF2B5EF4-FFF2-40B4-BE49-F238E27FC236}">
                  <a16:creationId xmlns:a16="http://schemas.microsoft.com/office/drawing/2014/main" id="{87E5788D-8E9E-47E0-BDB6-2B5468A75916}"/>
                </a:ext>
              </a:extLst>
            </p:cNvPr>
            <p:cNvSpPr txBox="1">
              <a:spLocks noChangeArrowheads="1"/>
            </p:cNvSpPr>
            <p:nvPr/>
          </p:nvSpPr>
          <p:spPr bwMode="auto">
            <a:xfrm>
              <a:off x="4432300" y="5266531"/>
              <a:ext cx="679450" cy="215900"/>
            </a:xfrm>
            <a:prstGeom prst="rect">
              <a:avLst/>
            </a:prstGeom>
            <a:noFill/>
            <a:ln w="25400">
              <a:noFill/>
              <a:miter lim="800000"/>
              <a:headEnd/>
              <a:tailEnd/>
            </a:ln>
          </p:spPr>
          <p:txBody>
            <a:bodyPr/>
            <a:lstStyle/>
            <a:p>
              <a:pPr>
                <a:defRPr/>
              </a:pPr>
              <a:r>
                <a:rPr lang="en-US" sz="1400">
                  <a:latin typeface="+mj-lt"/>
                </a:rPr>
                <a:t>Y+1</a:t>
              </a:r>
            </a:p>
          </p:txBody>
        </p:sp>
        <p:sp>
          <p:nvSpPr>
            <p:cNvPr id="21698" name="Text Box 203">
              <a:extLst>
                <a:ext uri="{FF2B5EF4-FFF2-40B4-BE49-F238E27FC236}">
                  <a16:creationId xmlns:a16="http://schemas.microsoft.com/office/drawing/2014/main" id="{0B6CBC10-AC35-4C61-A4F1-0F5DC57C66BC}"/>
                </a:ext>
              </a:extLst>
            </p:cNvPr>
            <p:cNvSpPr txBox="1">
              <a:spLocks noChangeArrowheads="1"/>
            </p:cNvSpPr>
            <p:nvPr/>
          </p:nvSpPr>
          <p:spPr bwMode="auto">
            <a:xfrm>
              <a:off x="5186363" y="5230018"/>
              <a:ext cx="674687" cy="234950"/>
            </a:xfrm>
            <a:prstGeom prst="rect">
              <a:avLst/>
            </a:prstGeom>
            <a:noFill/>
            <a:ln w="25400">
              <a:noFill/>
              <a:miter lim="800000"/>
              <a:headEnd/>
              <a:tailEnd/>
            </a:ln>
          </p:spPr>
          <p:txBody>
            <a:bodyPr/>
            <a:lstStyle/>
            <a:p>
              <a:pPr>
                <a:defRPr/>
              </a:pPr>
              <a:r>
                <a:rPr lang="en-US" sz="1400">
                  <a:latin typeface="+mj-lt"/>
                </a:rPr>
                <a:t>Y+2</a:t>
              </a:r>
            </a:p>
          </p:txBody>
        </p:sp>
        <p:sp>
          <p:nvSpPr>
            <p:cNvPr id="21699" name="Text Box 204">
              <a:extLst>
                <a:ext uri="{FF2B5EF4-FFF2-40B4-BE49-F238E27FC236}">
                  <a16:creationId xmlns:a16="http://schemas.microsoft.com/office/drawing/2014/main" id="{DBB1B3B5-8E74-48E8-945E-CB0EF0C42C16}"/>
                </a:ext>
              </a:extLst>
            </p:cNvPr>
            <p:cNvSpPr txBox="1">
              <a:spLocks noChangeArrowheads="1"/>
            </p:cNvSpPr>
            <p:nvPr/>
          </p:nvSpPr>
          <p:spPr bwMode="auto">
            <a:xfrm>
              <a:off x="5942013" y="5217318"/>
              <a:ext cx="347662" cy="303213"/>
            </a:xfrm>
            <a:prstGeom prst="rect">
              <a:avLst/>
            </a:prstGeom>
            <a:noFill/>
            <a:ln w="25400">
              <a:noFill/>
              <a:miter lim="800000"/>
              <a:headEnd/>
              <a:tailEnd/>
            </a:ln>
          </p:spPr>
          <p:txBody>
            <a:bodyPr/>
            <a:lstStyle/>
            <a:p>
              <a:pPr>
                <a:defRPr/>
              </a:pPr>
              <a:r>
                <a:rPr lang="en-US" sz="1400">
                  <a:latin typeface="+mj-lt"/>
                </a:rPr>
                <a:t>Z</a:t>
              </a:r>
            </a:p>
          </p:txBody>
        </p:sp>
        <p:sp>
          <p:nvSpPr>
            <p:cNvPr id="21700" name="Line 205">
              <a:extLst>
                <a:ext uri="{FF2B5EF4-FFF2-40B4-BE49-F238E27FC236}">
                  <a16:creationId xmlns:a16="http://schemas.microsoft.com/office/drawing/2014/main" id="{8EB7E536-FB7E-43C4-BC9C-2B8F96ED4EF2}"/>
                </a:ext>
              </a:extLst>
            </p:cNvPr>
            <p:cNvSpPr>
              <a:spLocks noChangeShapeType="1"/>
            </p:cNvSpPr>
            <p:nvPr/>
          </p:nvSpPr>
          <p:spPr bwMode="auto">
            <a:xfrm>
              <a:off x="1773238" y="4715668"/>
              <a:ext cx="4159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1" name="Line 206">
              <a:extLst>
                <a:ext uri="{FF2B5EF4-FFF2-40B4-BE49-F238E27FC236}">
                  <a16:creationId xmlns:a16="http://schemas.microsoft.com/office/drawing/2014/main" id="{D3FCF44A-87F9-44CA-A990-99EF0A2504CB}"/>
                </a:ext>
              </a:extLst>
            </p:cNvPr>
            <p:cNvSpPr>
              <a:spLocks noChangeShapeType="1"/>
            </p:cNvSpPr>
            <p:nvPr/>
          </p:nvSpPr>
          <p:spPr bwMode="auto">
            <a:xfrm>
              <a:off x="1782763" y="5018881"/>
              <a:ext cx="36353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2" name="Line 207">
              <a:extLst>
                <a:ext uri="{FF2B5EF4-FFF2-40B4-BE49-F238E27FC236}">
                  <a16:creationId xmlns:a16="http://schemas.microsoft.com/office/drawing/2014/main" id="{D737B8B6-7B05-4089-8022-97096D1E3EF0}"/>
                </a:ext>
              </a:extLst>
            </p:cNvPr>
            <p:cNvSpPr>
              <a:spLocks noChangeShapeType="1"/>
            </p:cNvSpPr>
            <p:nvPr/>
          </p:nvSpPr>
          <p:spPr bwMode="auto">
            <a:xfrm flipH="1">
              <a:off x="2152650" y="4706143"/>
              <a:ext cx="165100" cy="33655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3" name="Line 208">
              <a:extLst>
                <a:ext uri="{FF2B5EF4-FFF2-40B4-BE49-F238E27FC236}">
                  <a16:creationId xmlns:a16="http://schemas.microsoft.com/office/drawing/2014/main" id="{67FCD6BA-7C66-49C1-A37A-273C50A539EB}"/>
                </a:ext>
              </a:extLst>
            </p:cNvPr>
            <p:cNvSpPr>
              <a:spLocks noChangeShapeType="1"/>
            </p:cNvSpPr>
            <p:nvPr/>
          </p:nvSpPr>
          <p:spPr bwMode="auto">
            <a:xfrm>
              <a:off x="2176463" y="4715668"/>
              <a:ext cx="11112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4" name="Line 209">
              <a:extLst>
                <a:ext uri="{FF2B5EF4-FFF2-40B4-BE49-F238E27FC236}">
                  <a16:creationId xmlns:a16="http://schemas.microsoft.com/office/drawing/2014/main" id="{EC0662D4-E1A9-4599-841C-BB37FC4E77A9}"/>
                </a:ext>
              </a:extLst>
            </p:cNvPr>
            <p:cNvSpPr>
              <a:spLocks noChangeShapeType="1"/>
            </p:cNvSpPr>
            <p:nvPr/>
          </p:nvSpPr>
          <p:spPr bwMode="auto">
            <a:xfrm>
              <a:off x="2284413" y="4714081"/>
              <a:ext cx="55880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5" name="Line 210">
              <a:extLst>
                <a:ext uri="{FF2B5EF4-FFF2-40B4-BE49-F238E27FC236}">
                  <a16:creationId xmlns:a16="http://schemas.microsoft.com/office/drawing/2014/main" id="{BF7A942C-1AC3-4625-BC9D-0CBE1B07CD12}"/>
                </a:ext>
              </a:extLst>
            </p:cNvPr>
            <p:cNvSpPr>
              <a:spLocks noChangeShapeType="1"/>
            </p:cNvSpPr>
            <p:nvPr/>
          </p:nvSpPr>
          <p:spPr bwMode="auto">
            <a:xfrm>
              <a:off x="2295525" y="5039518"/>
              <a:ext cx="56197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6" name="Line 211">
              <a:extLst>
                <a:ext uri="{FF2B5EF4-FFF2-40B4-BE49-F238E27FC236}">
                  <a16:creationId xmlns:a16="http://schemas.microsoft.com/office/drawing/2014/main" id="{6CCB14AF-5AE8-4DD6-BAC4-F91D6534926A}"/>
                </a:ext>
              </a:extLst>
            </p:cNvPr>
            <p:cNvSpPr>
              <a:spLocks noChangeShapeType="1"/>
            </p:cNvSpPr>
            <p:nvPr/>
          </p:nvSpPr>
          <p:spPr bwMode="auto">
            <a:xfrm>
              <a:off x="2843213" y="4725193"/>
              <a:ext cx="115887"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7" name="Line 212">
              <a:extLst>
                <a:ext uri="{FF2B5EF4-FFF2-40B4-BE49-F238E27FC236}">
                  <a16:creationId xmlns:a16="http://schemas.microsoft.com/office/drawing/2014/main" id="{95B40E3C-6050-498B-B8F1-9BB78CD88F5E}"/>
                </a:ext>
              </a:extLst>
            </p:cNvPr>
            <p:cNvSpPr>
              <a:spLocks noChangeShapeType="1"/>
            </p:cNvSpPr>
            <p:nvPr/>
          </p:nvSpPr>
          <p:spPr bwMode="auto">
            <a:xfrm flipH="1">
              <a:off x="2843213" y="4725193"/>
              <a:ext cx="11747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8" name="Line 213">
              <a:extLst>
                <a:ext uri="{FF2B5EF4-FFF2-40B4-BE49-F238E27FC236}">
                  <a16:creationId xmlns:a16="http://schemas.microsoft.com/office/drawing/2014/main" id="{B7564CD9-05BA-4D59-BC34-458155E41352}"/>
                </a:ext>
              </a:extLst>
            </p:cNvPr>
            <p:cNvSpPr>
              <a:spLocks noChangeShapeType="1"/>
            </p:cNvSpPr>
            <p:nvPr/>
          </p:nvSpPr>
          <p:spPr bwMode="auto">
            <a:xfrm>
              <a:off x="2965450" y="4723606"/>
              <a:ext cx="58261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9" name="Line 214">
              <a:extLst>
                <a:ext uri="{FF2B5EF4-FFF2-40B4-BE49-F238E27FC236}">
                  <a16:creationId xmlns:a16="http://schemas.microsoft.com/office/drawing/2014/main" id="{46DC282D-14ED-47EE-8F00-C881231B50E4}"/>
                </a:ext>
              </a:extLst>
            </p:cNvPr>
            <p:cNvSpPr>
              <a:spLocks noChangeShapeType="1"/>
            </p:cNvSpPr>
            <p:nvPr/>
          </p:nvSpPr>
          <p:spPr bwMode="auto">
            <a:xfrm>
              <a:off x="2960688" y="5049043"/>
              <a:ext cx="5810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10" name="Line 215">
              <a:extLst>
                <a:ext uri="{FF2B5EF4-FFF2-40B4-BE49-F238E27FC236}">
                  <a16:creationId xmlns:a16="http://schemas.microsoft.com/office/drawing/2014/main" id="{48B3D9B2-C05B-49E8-8385-496F3CC8876A}"/>
                </a:ext>
              </a:extLst>
            </p:cNvPr>
            <p:cNvSpPr>
              <a:spLocks noChangeShapeType="1"/>
            </p:cNvSpPr>
            <p:nvPr/>
          </p:nvSpPr>
          <p:spPr bwMode="auto">
            <a:xfrm>
              <a:off x="3543300" y="4742656"/>
              <a:ext cx="163513" cy="32067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11" name="Line 216">
              <a:extLst>
                <a:ext uri="{FF2B5EF4-FFF2-40B4-BE49-F238E27FC236}">
                  <a16:creationId xmlns:a16="http://schemas.microsoft.com/office/drawing/2014/main" id="{28089D3B-E021-48EE-B070-5978CD43B4B4}"/>
                </a:ext>
              </a:extLst>
            </p:cNvPr>
            <p:cNvSpPr>
              <a:spLocks noChangeShapeType="1"/>
            </p:cNvSpPr>
            <p:nvPr/>
          </p:nvSpPr>
          <p:spPr bwMode="auto">
            <a:xfrm flipH="1">
              <a:off x="3538538" y="4734718"/>
              <a:ext cx="117475" cy="31750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12" name="Line 217">
              <a:extLst>
                <a:ext uri="{FF2B5EF4-FFF2-40B4-BE49-F238E27FC236}">
                  <a16:creationId xmlns:a16="http://schemas.microsoft.com/office/drawing/2014/main" id="{12B0AE23-B368-4DC8-A6D6-2AB9FD64FF8C}"/>
                </a:ext>
              </a:extLst>
            </p:cNvPr>
            <p:cNvSpPr>
              <a:spLocks noChangeShapeType="1"/>
            </p:cNvSpPr>
            <p:nvPr/>
          </p:nvSpPr>
          <p:spPr bwMode="auto">
            <a:xfrm>
              <a:off x="3675063" y="4731543"/>
              <a:ext cx="5476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13" name="Line 218">
              <a:extLst>
                <a:ext uri="{FF2B5EF4-FFF2-40B4-BE49-F238E27FC236}">
                  <a16:creationId xmlns:a16="http://schemas.microsoft.com/office/drawing/2014/main" id="{86F2192B-9EEC-4A9D-AC67-638A995A84EF}"/>
                </a:ext>
              </a:extLst>
            </p:cNvPr>
            <p:cNvSpPr>
              <a:spLocks noChangeShapeType="1"/>
            </p:cNvSpPr>
            <p:nvPr/>
          </p:nvSpPr>
          <p:spPr bwMode="auto">
            <a:xfrm>
              <a:off x="3694113" y="5066506"/>
              <a:ext cx="5476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14" name="Line 219">
              <a:extLst>
                <a:ext uri="{FF2B5EF4-FFF2-40B4-BE49-F238E27FC236}">
                  <a16:creationId xmlns:a16="http://schemas.microsoft.com/office/drawing/2014/main" id="{63DFA8DF-3332-42AB-8472-2197071D47FC}"/>
                </a:ext>
              </a:extLst>
            </p:cNvPr>
            <p:cNvSpPr>
              <a:spLocks noChangeShapeType="1"/>
            </p:cNvSpPr>
            <p:nvPr/>
          </p:nvSpPr>
          <p:spPr bwMode="auto">
            <a:xfrm>
              <a:off x="4233863" y="4736306"/>
              <a:ext cx="136525" cy="32226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15" name="Line 220">
              <a:extLst>
                <a:ext uri="{FF2B5EF4-FFF2-40B4-BE49-F238E27FC236}">
                  <a16:creationId xmlns:a16="http://schemas.microsoft.com/office/drawing/2014/main" id="{289E361F-00B9-4B83-B132-BC2A58253FF3}"/>
                </a:ext>
              </a:extLst>
            </p:cNvPr>
            <p:cNvSpPr>
              <a:spLocks noChangeShapeType="1"/>
            </p:cNvSpPr>
            <p:nvPr/>
          </p:nvSpPr>
          <p:spPr bwMode="auto">
            <a:xfrm flipH="1">
              <a:off x="4214813" y="4709318"/>
              <a:ext cx="165100" cy="35877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16" name="Line 221">
              <a:extLst>
                <a:ext uri="{FF2B5EF4-FFF2-40B4-BE49-F238E27FC236}">
                  <a16:creationId xmlns:a16="http://schemas.microsoft.com/office/drawing/2014/main" id="{486D76FC-C8EE-4975-A623-30B9924275A2}"/>
                </a:ext>
              </a:extLst>
            </p:cNvPr>
            <p:cNvSpPr>
              <a:spLocks noChangeShapeType="1"/>
            </p:cNvSpPr>
            <p:nvPr/>
          </p:nvSpPr>
          <p:spPr bwMode="auto">
            <a:xfrm>
              <a:off x="4373563" y="4726781"/>
              <a:ext cx="5810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17" name="Line 222">
              <a:extLst>
                <a:ext uri="{FF2B5EF4-FFF2-40B4-BE49-F238E27FC236}">
                  <a16:creationId xmlns:a16="http://schemas.microsoft.com/office/drawing/2014/main" id="{BE1D6402-F5CE-467C-B7FB-26B29153E2B7}"/>
                </a:ext>
              </a:extLst>
            </p:cNvPr>
            <p:cNvSpPr>
              <a:spLocks noChangeShapeType="1"/>
            </p:cNvSpPr>
            <p:nvPr/>
          </p:nvSpPr>
          <p:spPr bwMode="auto">
            <a:xfrm>
              <a:off x="4379913" y="5042693"/>
              <a:ext cx="5476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18" name="Line 223">
              <a:extLst>
                <a:ext uri="{FF2B5EF4-FFF2-40B4-BE49-F238E27FC236}">
                  <a16:creationId xmlns:a16="http://schemas.microsoft.com/office/drawing/2014/main" id="{233E8D37-E96A-446F-A5B6-CD9EFEA82657}"/>
                </a:ext>
              </a:extLst>
            </p:cNvPr>
            <p:cNvSpPr>
              <a:spLocks noChangeShapeType="1"/>
            </p:cNvSpPr>
            <p:nvPr/>
          </p:nvSpPr>
          <p:spPr bwMode="auto">
            <a:xfrm flipH="1">
              <a:off x="4913313" y="4704556"/>
              <a:ext cx="203200" cy="33178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19" name="Line 224">
              <a:extLst>
                <a:ext uri="{FF2B5EF4-FFF2-40B4-BE49-F238E27FC236}">
                  <a16:creationId xmlns:a16="http://schemas.microsoft.com/office/drawing/2014/main" id="{00846F38-C595-4135-80F1-F9883143348E}"/>
                </a:ext>
              </a:extLst>
            </p:cNvPr>
            <p:cNvSpPr>
              <a:spLocks noChangeShapeType="1"/>
            </p:cNvSpPr>
            <p:nvPr/>
          </p:nvSpPr>
          <p:spPr bwMode="auto">
            <a:xfrm>
              <a:off x="4949825" y="4714081"/>
              <a:ext cx="133350" cy="33813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20" name="Line 225">
              <a:extLst>
                <a:ext uri="{FF2B5EF4-FFF2-40B4-BE49-F238E27FC236}">
                  <a16:creationId xmlns:a16="http://schemas.microsoft.com/office/drawing/2014/main" id="{E7923495-3062-4634-A125-24094BFFAE81}"/>
                </a:ext>
              </a:extLst>
            </p:cNvPr>
            <p:cNvSpPr>
              <a:spLocks noChangeShapeType="1"/>
            </p:cNvSpPr>
            <p:nvPr/>
          </p:nvSpPr>
          <p:spPr bwMode="auto">
            <a:xfrm>
              <a:off x="5100638" y="4704556"/>
              <a:ext cx="5810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21" name="Line 226">
              <a:extLst>
                <a:ext uri="{FF2B5EF4-FFF2-40B4-BE49-F238E27FC236}">
                  <a16:creationId xmlns:a16="http://schemas.microsoft.com/office/drawing/2014/main" id="{36916F69-8F01-46BE-8088-0B24BBC38769}"/>
                </a:ext>
              </a:extLst>
            </p:cNvPr>
            <p:cNvSpPr>
              <a:spLocks noChangeShapeType="1"/>
            </p:cNvSpPr>
            <p:nvPr/>
          </p:nvSpPr>
          <p:spPr bwMode="auto">
            <a:xfrm>
              <a:off x="5103813" y="5052218"/>
              <a:ext cx="54927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22" name="Line 227">
              <a:extLst>
                <a:ext uri="{FF2B5EF4-FFF2-40B4-BE49-F238E27FC236}">
                  <a16:creationId xmlns:a16="http://schemas.microsoft.com/office/drawing/2014/main" id="{67D99404-8DDE-44DA-8E2C-821EAF94424D}"/>
                </a:ext>
              </a:extLst>
            </p:cNvPr>
            <p:cNvSpPr>
              <a:spLocks noChangeShapeType="1"/>
            </p:cNvSpPr>
            <p:nvPr/>
          </p:nvSpPr>
          <p:spPr bwMode="auto">
            <a:xfrm flipH="1">
              <a:off x="5665788" y="4698206"/>
              <a:ext cx="117475" cy="36512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23" name="Line 228">
              <a:extLst>
                <a:ext uri="{FF2B5EF4-FFF2-40B4-BE49-F238E27FC236}">
                  <a16:creationId xmlns:a16="http://schemas.microsoft.com/office/drawing/2014/main" id="{5B63BE52-8254-46F3-8CF0-8BE935D964A4}"/>
                </a:ext>
              </a:extLst>
            </p:cNvPr>
            <p:cNvSpPr>
              <a:spLocks noChangeShapeType="1"/>
            </p:cNvSpPr>
            <p:nvPr/>
          </p:nvSpPr>
          <p:spPr bwMode="auto">
            <a:xfrm>
              <a:off x="5672138" y="4714081"/>
              <a:ext cx="119062" cy="32067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24" name="Line 229">
              <a:extLst>
                <a:ext uri="{FF2B5EF4-FFF2-40B4-BE49-F238E27FC236}">
                  <a16:creationId xmlns:a16="http://schemas.microsoft.com/office/drawing/2014/main" id="{4A72A848-9025-4B99-8304-B2FA5FFD7CD4}"/>
                </a:ext>
              </a:extLst>
            </p:cNvPr>
            <p:cNvSpPr>
              <a:spLocks noChangeShapeType="1"/>
            </p:cNvSpPr>
            <p:nvPr/>
          </p:nvSpPr>
          <p:spPr bwMode="auto">
            <a:xfrm>
              <a:off x="5781675" y="4709318"/>
              <a:ext cx="63976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25" name="Line 230">
              <a:extLst>
                <a:ext uri="{FF2B5EF4-FFF2-40B4-BE49-F238E27FC236}">
                  <a16:creationId xmlns:a16="http://schemas.microsoft.com/office/drawing/2014/main" id="{378D18A5-D736-4A27-B092-CAF341523A11}"/>
                </a:ext>
              </a:extLst>
            </p:cNvPr>
            <p:cNvSpPr>
              <a:spLocks noChangeShapeType="1"/>
            </p:cNvSpPr>
            <p:nvPr/>
          </p:nvSpPr>
          <p:spPr bwMode="auto">
            <a:xfrm>
              <a:off x="5802313" y="5034756"/>
              <a:ext cx="63976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26" name="Line 231">
              <a:extLst>
                <a:ext uri="{FF2B5EF4-FFF2-40B4-BE49-F238E27FC236}">
                  <a16:creationId xmlns:a16="http://schemas.microsoft.com/office/drawing/2014/main" id="{A6A8628D-EEE7-4898-A3EA-A05B3878BE17}"/>
                </a:ext>
              </a:extLst>
            </p:cNvPr>
            <p:cNvSpPr>
              <a:spLocks noChangeShapeType="1"/>
            </p:cNvSpPr>
            <p:nvPr/>
          </p:nvSpPr>
          <p:spPr bwMode="auto">
            <a:xfrm>
              <a:off x="6423025" y="4707731"/>
              <a:ext cx="112713" cy="3159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27" name="Line 232">
              <a:extLst>
                <a:ext uri="{FF2B5EF4-FFF2-40B4-BE49-F238E27FC236}">
                  <a16:creationId xmlns:a16="http://schemas.microsoft.com/office/drawing/2014/main" id="{3EE22498-257B-4C46-9F38-5829835AEE37}"/>
                </a:ext>
              </a:extLst>
            </p:cNvPr>
            <p:cNvSpPr>
              <a:spLocks noChangeShapeType="1"/>
            </p:cNvSpPr>
            <p:nvPr/>
          </p:nvSpPr>
          <p:spPr bwMode="auto">
            <a:xfrm flipH="1">
              <a:off x="6418263" y="4714081"/>
              <a:ext cx="115887" cy="31908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28" name="Text Box 235">
              <a:extLst>
                <a:ext uri="{FF2B5EF4-FFF2-40B4-BE49-F238E27FC236}">
                  <a16:creationId xmlns:a16="http://schemas.microsoft.com/office/drawing/2014/main" id="{BB4F91E4-6334-4DCC-A40E-D832A279EB83}"/>
                </a:ext>
              </a:extLst>
            </p:cNvPr>
            <p:cNvSpPr txBox="1">
              <a:spLocks noChangeArrowheads="1"/>
            </p:cNvSpPr>
            <p:nvPr/>
          </p:nvSpPr>
          <p:spPr bwMode="auto">
            <a:xfrm>
              <a:off x="2270125" y="4731543"/>
              <a:ext cx="385763" cy="303213"/>
            </a:xfrm>
            <a:prstGeom prst="rect">
              <a:avLst/>
            </a:prstGeom>
            <a:noFill/>
            <a:ln w="25400">
              <a:noFill/>
              <a:miter lim="800000"/>
              <a:headEnd/>
              <a:tailEnd/>
            </a:ln>
          </p:spPr>
          <p:txBody>
            <a:bodyPr/>
            <a:lstStyle/>
            <a:p>
              <a:pPr>
                <a:defRPr/>
              </a:pPr>
              <a:endParaRPr lang="en-US" sz="1400">
                <a:latin typeface="+mj-lt"/>
              </a:endParaRPr>
            </a:p>
          </p:txBody>
        </p:sp>
        <p:sp>
          <p:nvSpPr>
            <p:cNvPr id="21729" name="Text Box 236">
              <a:extLst>
                <a:ext uri="{FF2B5EF4-FFF2-40B4-BE49-F238E27FC236}">
                  <a16:creationId xmlns:a16="http://schemas.microsoft.com/office/drawing/2014/main" id="{AA1B94EB-6B75-4D86-B566-367BEDF2D2F2}"/>
                </a:ext>
              </a:extLst>
            </p:cNvPr>
            <p:cNvSpPr txBox="1">
              <a:spLocks noChangeArrowheads="1"/>
            </p:cNvSpPr>
            <p:nvPr/>
          </p:nvSpPr>
          <p:spPr bwMode="auto">
            <a:xfrm>
              <a:off x="2995613" y="4728368"/>
              <a:ext cx="385762" cy="303213"/>
            </a:xfrm>
            <a:prstGeom prst="rect">
              <a:avLst/>
            </a:prstGeom>
            <a:noFill/>
            <a:ln w="25400">
              <a:noFill/>
              <a:miter lim="800000"/>
              <a:headEnd/>
              <a:tailEnd/>
            </a:ln>
          </p:spPr>
          <p:txBody>
            <a:bodyPr/>
            <a:lstStyle/>
            <a:p>
              <a:pPr>
                <a:defRPr/>
              </a:pPr>
              <a:r>
                <a:rPr lang="en-US" sz="1400">
                  <a:latin typeface="+mj-lt"/>
                </a:rPr>
                <a:t>X</a:t>
              </a:r>
            </a:p>
          </p:txBody>
        </p:sp>
        <p:sp>
          <p:nvSpPr>
            <p:cNvPr id="21730" name="Text Box 237">
              <a:extLst>
                <a:ext uri="{FF2B5EF4-FFF2-40B4-BE49-F238E27FC236}">
                  <a16:creationId xmlns:a16="http://schemas.microsoft.com/office/drawing/2014/main" id="{5EAF39F2-588C-44D8-BF09-A050ED009BBD}"/>
                </a:ext>
              </a:extLst>
            </p:cNvPr>
            <p:cNvSpPr txBox="1">
              <a:spLocks noChangeArrowheads="1"/>
            </p:cNvSpPr>
            <p:nvPr/>
          </p:nvSpPr>
          <p:spPr bwMode="auto">
            <a:xfrm>
              <a:off x="3816350" y="4749006"/>
              <a:ext cx="666750" cy="303212"/>
            </a:xfrm>
            <a:prstGeom prst="rect">
              <a:avLst/>
            </a:prstGeom>
            <a:noFill/>
            <a:ln w="25400">
              <a:noFill/>
              <a:miter lim="800000"/>
              <a:headEnd/>
              <a:tailEnd/>
            </a:ln>
          </p:spPr>
          <p:txBody>
            <a:bodyPr/>
            <a:lstStyle/>
            <a:p>
              <a:pPr>
                <a:defRPr/>
              </a:pPr>
              <a:r>
                <a:rPr lang="en-US" sz="1400">
                  <a:latin typeface="+mj-lt"/>
                </a:rPr>
                <a:t>Y</a:t>
              </a:r>
            </a:p>
          </p:txBody>
        </p:sp>
        <p:sp>
          <p:nvSpPr>
            <p:cNvPr id="21731" name="Text Box 238">
              <a:extLst>
                <a:ext uri="{FF2B5EF4-FFF2-40B4-BE49-F238E27FC236}">
                  <a16:creationId xmlns:a16="http://schemas.microsoft.com/office/drawing/2014/main" id="{23C092DF-C158-469B-B8D2-BF1D2AD8664A}"/>
                </a:ext>
              </a:extLst>
            </p:cNvPr>
            <p:cNvSpPr txBox="1">
              <a:spLocks noChangeArrowheads="1"/>
            </p:cNvSpPr>
            <p:nvPr/>
          </p:nvSpPr>
          <p:spPr bwMode="auto">
            <a:xfrm>
              <a:off x="4270375" y="4734718"/>
              <a:ext cx="674688" cy="215900"/>
            </a:xfrm>
            <a:prstGeom prst="rect">
              <a:avLst/>
            </a:prstGeom>
            <a:noFill/>
            <a:ln w="25400">
              <a:noFill/>
              <a:miter lim="800000"/>
              <a:headEnd/>
              <a:tailEnd/>
            </a:ln>
          </p:spPr>
          <p:txBody>
            <a:bodyPr/>
            <a:lstStyle/>
            <a:p>
              <a:pPr>
                <a:defRPr/>
              </a:pPr>
              <a:r>
                <a:rPr lang="en-US" sz="1400">
                  <a:latin typeface="+mj-lt"/>
                </a:rPr>
                <a:t>Y+1</a:t>
              </a:r>
            </a:p>
          </p:txBody>
        </p:sp>
        <p:sp>
          <p:nvSpPr>
            <p:cNvPr id="21732" name="Text Box 239">
              <a:extLst>
                <a:ext uri="{FF2B5EF4-FFF2-40B4-BE49-F238E27FC236}">
                  <a16:creationId xmlns:a16="http://schemas.microsoft.com/office/drawing/2014/main" id="{8BD03A36-29A9-4A75-8B5B-39BEEF929FF7}"/>
                </a:ext>
              </a:extLst>
            </p:cNvPr>
            <p:cNvSpPr txBox="1">
              <a:spLocks noChangeArrowheads="1"/>
            </p:cNvSpPr>
            <p:nvPr/>
          </p:nvSpPr>
          <p:spPr bwMode="auto">
            <a:xfrm>
              <a:off x="5026025" y="4741068"/>
              <a:ext cx="674688" cy="234950"/>
            </a:xfrm>
            <a:prstGeom prst="rect">
              <a:avLst/>
            </a:prstGeom>
            <a:noFill/>
            <a:ln w="25400">
              <a:noFill/>
              <a:miter lim="800000"/>
              <a:headEnd/>
              <a:tailEnd/>
            </a:ln>
          </p:spPr>
          <p:txBody>
            <a:bodyPr/>
            <a:lstStyle/>
            <a:p>
              <a:pPr>
                <a:defRPr/>
              </a:pPr>
              <a:r>
                <a:rPr lang="en-US" sz="1400">
                  <a:latin typeface="+mj-lt"/>
                </a:rPr>
                <a:t>Y+2</a:t>
              </a:r>
            </a:p>
          </p:txBody>
        </p:sp>
        <p:sp>
          <p:nvSpPr>
            <p:cNvPr id="21733" name="Text Box 240">
              <a:extLst>
                <a:ext uri="{FF2B5EF4-FFF2-40B4-BE49-F238E27FC236}">
                  <a16:creationId xmlns:a16="http://schemas.microsoft.com/office/drawing/2014/main" id="{26AC9166-5C05-46F1-B0FE-86322B9DA0BF}"/>
                </a:ext>
              </a:extLst>
            </p:cNvPr>
            <p:cNvSpPr txBox="1">
              <a:spLocks noChangeArrowheads="1"/>
            </p:cNvSpPr>
            <p:nvPr/>
          </p:nvSpPr>
          <p:spPr bwMode="auto">
            <a:xfrm>
              <a:off x="5908675" y="4728368"/>
              <a:ext cx="504825" cy="303213"/>
            </a:xfrm>
            <a:prstGeom prst="rect">
              <a:avLst/>
            </a:prstGeom>
            <a:noFill/>
            <a:ln w="25400">
              <a:noFill/>
              <a:miter lim="800000"/>
              <a:headEnd/>
              <a:tailEnd/>
            </a:ln>
          </p:spPr>
          <p:txBody>
            <a:bodyPr/>
            <a:lstStyle/>
            <a:p>
              <a:pPr>
                <a:defRPr/>
              </a:pPr>
              <a:r>
                <a:rPr lang="en-US" sz="1400" dirty="0">
                  <a:latin typeface="+mj-lt"/>
                </a:rPr>
                <a:t>Z</a:t>
              </a:r>
            </a:p>
          </p:txBody>
        </p:sp>
        <p:sp>
          <p:nvSpPr>
            <p:cNvPr id="21734" name="Line 241">
              <a:extLst>
                <a:ext uri="{FF2B5EF4-FFF2-40B4-BE49-F238E27FC236}">
                  <a16:creationId xmlns:a16="http://schemas.microsoft.com/office/drawing/2014/main" id="{3C13A9E1-3391-4BA8-8D67-EA0A7529455F}"/>
                </a:ext>
              </a:extLst>
            </p:cNvPr>
            <p:cNvSpPr>
              <a:spLocks noChangeShapeType="1"/>
            </p:cNvSpPr>
            <p:nvPr/>
          </p:nvSpPr>
          <p:spPr bwMode="auto">
            <a:xfrm>
              <a:off x="4984750" y="1588293"/>
              <a:ext cx="0" cy="4083050"/>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735" name="Line 242">
              <a:extLst>
                <a:ext uri="{FF2B5EF4-FFF2-40B4-BE49-F238E27FC236}">
                  <a16:creationId xmlns:a16="http://schemas.microsoft.com/office/drawing/2014/main" id="{F0F82B1B-045F-4D7E-8057-FCC464C5EE28}"/>
                </a:ext>
              </a:extLst>
            </p:cNvPr>
            <p:cNvSpPr>
              <a:spLocks noChangeShapeType="1"/>
            </p:cNvSpPr>
            <p:nvPr/>
          </p:nvSpPr>
          <p:spPr bwMode="auto">
            <a:xfrm>
              <a:off x="5708650" y="1597818"/>
              <a:ext cx="0" cy="4083050"/>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736" name="Line 243">
              <a:extLst>
                <a:ext uri="{FF2B5EF4-FFF2-40B4-BE49-F238E27FC236}">
                  <a16:creationId xmlns:a16="http://schemas.microsoft.com/office/drawing/2014/main" id="{34BEF771-23E9-434E-B841-D30BE5C2A30C}"/>
                </a:ext>
              </a:extLst>
            </p:cNvPr>
            <p:cNvSpPr>
              <a:spLocks noChangeShapeType="1"/>
            </p:cNvSpPr>
            <p:nvPr/>
          </p:nvSpPr>
          <p:spPr bwMode="auto">
            <a:xfrm>
              <a:off x="6419850" y="1647031"/>
              <a:ext cx="0" cy="4086225"/>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737" name="Text Box 244">
              <a:extLst>
                <a:ext uri="{FF2B5EF4-FFF2-40B4-BE49-F238E27FC236}">
                  <a16:creationId xmlns:a16="http://schemas.microsoft.com/office/drawing/2014/main" id="{F593D6B4-6629-4365-A818-7DCDDA661258}"/>
                </a:ext>
              </a:extLst>
            </p:cNvPr>
            <p:cNvSpPr txBox="1">
              <a:spLocks noChangeArrowheads="1"/>
            </p:cNvSpPr>
            <p:nvPr/>
          </p:nvSpPr>
          <p:spPr bwMode="auto">
            <a:xfrm>
              <a:off x="857250" y="5206206"/>
              <a:ext cx="1087438" cy="304800"/>
            </a:xfrm>
            <a:prstGeom prst="rect">
              <a:avLst/>
            </a:prstGeom>
            <a:noFill/>
            <a:ln w="25400">
              <a:noFill/>
              <a:miter lim="800000"/>
              <a:headEnd/>
              <a:tailEnd/>
            </a:ln>
          </p:spPr>
          <p:txBody>
            <a:bodyPr/>
            <a:lstStyle/>
            <a:p>
              <a:pPr>
                <a:defRPr/>
              </a:pPr>
              <a:r>
                <a:rPr lang="en-US" sz="1400" dirty="0">
                  <a:latin typeface="+mj-lt"/>
                </a:rPr>
                <a:t>DIO (out)</a:t>
              </a:r>
            </a:p>
            <a:p>
              <a:pPr>
                <a:defRPr/>
              </a:pPr>
              <a:endParaRPr lang="en-US" sz="1400" dirty="0">
                <a:latin typeface="+mj-lt"/>
              </a:endParaRPr>
            </a:p>
          </p:txBody>
        </p:sp>
        <p:sp>
          <p:nvSpPr>
            <p:cNvPr id="238" name="Line 75">
              <a:extLst>
                <a:ext uri="{FF2B5EF4-FFF2-40B4-BE49-F238E27FC236}">
                  <a16:creationId xmlns:a16="http://schemas.microsoft.com/office/drawing/2014/main" id="{A514E057-551A-48E9-8255-8FBD91C74108}"/>
                </a:ext>
              </a:extLst>
            </p:cNvPr>
            <p:cNvSpPr>
              <a:spLocks noChangeShapeType="1"/>
            </p:cNvSpPr>
            <p:nvPr/>
          </p:nvSpPr>
          <p:spPr bwMode="auto">
            <a:xfrm flipH="1">
              <a:off x="3386138" y="2875756"/>
              <a:ext cx="117475" cy="3159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39" name="Line 73">
              <a:extLst>
                <a:ext uri="{FF2B5EF4-FFF2-40B4-BE49-F238E27FC236}">
                  <a16:creationId xmlns:a16="http://schemas.microsoft.com/office/drawing/2014/main" id="{931E799D-F373-4AE1-B62F-09BC160B5E4A}"/>
                </a:ext>
              </a:extLst>
            </p:cNvPr>
            <p:cNvSpPr>
              <a:spLocks noChangeShapeType="1"/>
            </p:cNvSpPr>
            <p:nvPr/>
          </p:nvSpPr>
          <p:spPr bwMode="auto">
            <a:xfrm>
              <a:off x="3683000" y="2890043"/>
              <a:ext cx="98425" cy="28733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40" name="Line 75">
              <a:extLst>
                <a:ext uri="{FF2B5EF4-FFF2-40B4-BE49-F238E27FC236}">
                  <a16:creationId xmlns:a16="http://schemas.microsoft.com/office/drawing/2014/main" id="{9E2706AB-60EC-40DF-BDAF-9471722902CB}"/>
                </a:ext>
              </a:extLst>
            </p:cNvPr>
            <p:cNvSpPr>
              <a:spLocks noChangeShapeType="1"/>
            </p:cNvSpPr>
            <p:nvPr/>
          </p:nvSpPr>
          <p:spPr bwMode="auto">
            <a:xfrm flipH="1">
              <a:off x="4081463" y="2875756"/>
              <a:ext cx="117475" cy="3159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41" name="Line 73">
              <a:extLst>
                <a:ext uri="{FF2B5EF4-FFF2-40B4-BE49-F238E27FC236}">
                  <a16:creationId xmlns:a16="http://schemas.microsoft.com/office/drawing/2014/main" id="{5709BBFF-6B4E-44A5-AD43-1C9809FB5D25}"/>
                </a:ext>
              </a:extLst>
            </p:cNvPr>
            <p:cNvSpPr>
              <a:spLocks noChangeShapeType="1"/>
            </p:cNvSpPr>
            <p:nvPr/>
          </p:nvSpPr>
          <p:spPr bwMode="auto">
            <a:xfrm>
              <a:off x="4397375" y="2886868"/>
              <a:ext cx="100013" cy="28733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42" name="Line 74">
              <a:extLst>
                <a:ext uri="{FF2B5EF4-FFF2-40B4-BE49-F238E27FC236}">
                  <a16:creationId xmlns:a16="http://schemas.microsoft.com/office/drawing/2014/main" id="{87DF1668-BCEB-43AE-87A4-EFF4C69D34AA}"/>
                </a:ext>
              </a:extLst>
            </p:cNvPr>
            <p:cNvSpPr>
              <a:spLocks noChangeShapeType="1"/>
            </p:cNvSpPr>
            <p:nvPr/>
          </p:nvSpPr>
          <p:spPr bwMode="auto">
            <a:xfrm flipV="1">
              <a:off x="3786188" y="3186906"/>
              <a:ext cx="31750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37" name="Line 74">
              <a:extLst>
                <a:ext uri="{FF2B5EF4-FFF2-40B4-BE49-F238E27FC236}">
                  <a16:creationId xmlns:a16="http://schemas.microsoft.com/office/drawing/2014/main" id="{A7363AC9-13D8-4092-9C21-C7A8295FD5DA}"/>
                </a:ext>
              </a:extLst>
            </p:cNvPr>
            <p:cNvSpPr>
              <a:spLocks noChangeShapeType="1"/>
            </p:cNvSpPr>
            <p:nvPr/>
          </p:nvSpPr>
          <p:spPr bwMode="auto">
            <a:xfrm flipV="1">
              <a:off x="4481513" y="3172618"/>
              <a:ext cx="3190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43" name="Line 75">
              <a:extLst>
                <a:ext uri="{FF2B5EF4-FFF2-40B4-BE49-F238E27FC236}">
                  <a16:creationId xmlns:a16="http://schemas.microsoft.com/office/drawing/2014/main" id="{1CA49C85-CC96-434F-BBF4-D9C445DEB804}"/>
                </a:ext>
              </a:extLst>
            </p:cNvPr>
            <p:cNvSpPr>
              <a:spLocks noChangeShapeType="1"/>
            </p:cNvSpPr>
            <p:nvPr/>
          </p:nvSpPr>
          <p:spPr bwMode="auto">
            <a:xfrm flipH="1">
              <a:off x="4786313" y="2864643"/>
              <a:ext cx="117475" cy="31591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44" name="Line 73">
              <a:extLst>
                <a:ext uri="{FF2B5EF4-FFF2-40B4-BE49-F238E27FC236}">
                  <a16:creationId xmlns:a16="http://schemas.microsoft.com/office/drawing/2014/main" id="{F23F377F-176D-47EF-A3AB-CC8B09E451AB}"/>
                </a:ext>
              </a:extLst>
            </p:cNvPr>
            <p:cNvSpPr>
              <a:spLocks noChangeShapeType="1"/>
            </p:cNvSpPr>
            <p:nvPr/>
          </p:nvSpPr>
          <p:spPr bwMode="auto">
            <a:xfrm>
              <a:off x="5072063" y="2886868"/>
              <a:ext cx="100012" cy="28733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a:extLst>
              <a:ext uri="{FF2B5EF4-FFF2-40B4-BE49-F238E27FC236}">
                <a16:creationId xmlns:a16="http://schemas.microsoft.com/office/drawing/2014/main" id="{D6708D82-B00A-956D-6C4F-4D4D210C89B4}"/>
              </a:ext>
            </a:extLst>
          </p:cNvPr>
          <p:cNvSpPr>
            <a:spLocks noGrp="1" noChangeArrowheads="1"/>
          </p:cNvSpPr>
          <p:nvPr>
            <p:ph type="title"/>
          </p:nvPr>
        </p:nvSpPr>
        <p:spPr/>
        <p:txBody>
          <a:bodyPr/>
          <a:lstStyle/>
          <a:p>
            <a:r>
              <a:rPr lang="en-US" altLang="en-US"/>
              <a:t>Timing Waveforms for SSRAM (Write Operations)</a:t>
            </a:r>
            <a:endParaRPr lang="ru-RU" altLang="en-US"/>
          </a:p>
        </p:txBody>
      </p:sp>
      <p:grpSp>
        <p:nvGrpSpPr>
          <p:cNvPr id="41987" name="Group 415">
            <a:extLst>
              <a:ext uri="{FF2B5EF4-FFF2-40B4-BE49-F238E27FC236}">
                <a16:creationId xmlns:a16="http://schemas.microsoft.com/office/drawing/2014/main" id="{E3C29A01-BB8D-66F7-0BB4-0FC59BA209F4}"/>
              </a:ext>
            </a:extLst>
          </p:cNvPr>
          <p:cNvGrpSpPr>
            <a:grpSpLocks/>
          </p:cNvGrpSpPr>
          <p:nvPr/>
        </p:nvGrpSpPr>
        <p:grpSpPr bwMode="auto">
          <a:xfrm>
            <a:off x="2384426" y="1684339"/>
            <a:ext cx="7040563" cy="3773487"/>
            <a:chOff x="861212" y="1143942"/>
            <a:chExt cx="7425564" cy="4298822"/>
          </a:xfrm>
        </p:grpSpPr>
        <p:grpSp>
          <p:nvGrpSpPr>
            <p:cNvPr id="41988" name="Group 412">
              <a:extLst>
                <a:ext uri="{FF2B5EF4-FFF2-40B4-BE49-F238E27FC236}">
                  <a16:creationId xmlns:a16="http://schemas.microsoft.com/office/drawing/2014/main" id="{6F4A8C9B-9CEB-4CD5-EAB4-CB4FBA461B2E}"/>
                </a:ext>
              </a:extLst>
            </p:cNvPr>
            <p:cNvGrpSpPr>
              <a:grpSpLocks/>
            </p:cNvGrpSpPr>
            <p:nvPr/>
          </p:nvGrpSpPr>
          <p:grpSpPr bwMode="auto">
            <a:xfrm>
              <a:off x="861212" y="1143942"/>
              <a:ext cx="7425564" cy="4298822"/>
              <a:chOff x="861212" y="1143942"/>
              <a:chExt cx="7388699" cy="4298822"/>
            </a:xfrm>
          </p:grpSpPr>
          <p:sp>
            <p:nvSpPr>
              <p:cNvPr id="21508" name="Line 6">
                <a:extLst>
                  <a:ext uri="{FF2B5EF4-FFF2-40B4-BE49-F238E27FC236}">
                    <a16:creationId xmlns:a16="http://schemas.microsoft.com/office/drawing/2014/main" id="{B3532837-5B2F-4E8E-84B6-B2F287708B57}"/>
                  </a:ext>
                </a:extLst>
              </p:cNvPr>
              <p:cNvSpPr>
                <a:spLocks noChangeShapeType="1"/>
              </p:cNvSpPr>
              <p:nvPr/>
            </p:nvSpPr>
            <p:spPr bwMode="auto">
              <a:xfrm>
                <a:off x="1675885" y="1266921"/>
                <a:ext cx="18159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09" name="Line 7">
                <a:extLst>
                  <a:ext uri="{FF2B5EF4-FFF2-40B4-BE49-F238E27FC236}">
                    <a16:creationId xmlns:a16="http://schemas.microsoft.com/office/drawing/2014/main" id="{21DA7D9C-361D-473F-865A-077E5EA3EFA4}"/>
                  </a:ext>
                </a:extLst>
              </p:cNvPr>
              <p:cNvSpPr>
                <a:spLocks noChangeShapeType="1"/>
              </p:cNvSpPr>
              <p:nvPr/>
            </p:nvSpPr>
            <p:spPr bwMode="auto">
              <a:xfrm>
                <a:off x="1857478" y="1266921"/>
                <a:ext cx="0" cy="31648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0" name="Line 8">
                <a:extLst>
                  <a:ext uri="{FF2B5EF4-FFF2-40B4-BE49-F238E27FC236}">
                    <a16:creationId xmlns:a16="http://schemas.microsoft.com/office/drawing/2014/main" id="{C687EB81-18F3-4AD1-A6AE-AB37783CD13C}"/>
                  </a:ext>
                </a:extLst>
              </p:cNvPr>
              <p:cNvSpPr>
                <a:spLocks noChangeShapeType="1"/>
              </p:cNvSpPr>
              <p:nvPr/>
            </p:nvSpPr>
            <p:spPr bwMode="auto">
              <a:xfrm>
                <a:off x="1857478" y="1585218"/>
                <a:ext cx="364854"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1" name="Line 9">
                <a:extLst>
                  <a:ext uri="{FF2B5EF4-FFF2-40B4-BE49-F238E27FC236}">
                    <a16:creationId xmlns:a16="http://schemas.microsoft.com/office/drawing/2014/main" id="{D9639FF2-BB97-44C9-8581-95C70CE55DCC}"/>
                  </a:ext>
                </a:extLst>
              </p:cNvPr>
              <p:cNvSpPr>
                <a:spLocks noChangeShapeType="1"/>
              </p:cNvSpPr>
              <p:nvPr/>
            </p:nvSpPr>
            <p:spPr bwMode="auto">
              <a:xfrm>
                <a:off x="2215668" y="1263304"/>
                <a:ext cx="0" cy="31829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2" name="Line 10">
                <a:extLst>
                  <a:ext uri="{FF2B5EF4-FFF2-40B4-BE49-F238E27FC236}">
                    <a16:creationId xmlns:a16="http://schemas.microsoft.com/office/drawing/2014/main" id="{36A92F6C-D3A3-4D54-A5A1-62774C5B1BAA}"/>
                  </a:ext>
                </a:extLst>
              </p:cNvPr>
              <p:cNvSpPr>
                <a:spLocks noChangeShapeType="1"/>
              </p:cNvSpPr>
              <p:nvPr/>
            </p:nvSpPr>
            <p:spPr bwMode="auto">
              <a:xfrm>
                <a:off x="2215668" y="1263304"/>
                <a:ext cx="3631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3" name="Line 11">
                <a:extLst>
                  <a:ext uri="{FF2B5EF4-FFF2-40B4-BE49-F238E27FC236}">
                    <a16:creationId xmlns:a16="http://schemas.microsoft.com/office/drawing/2014/main" id="{57DE4A15-8261-4AAD-9723-D075D6AF219B}"/>
                  </a:ext>
                </a:extLst>
              </p:cNvPr>
              <p:cNvSpPr>
                <a:spLocks noChangeShapeType="1"/>
              </p:cNvSpPr>
              <p:nvPr/>
            </p:nvSpPr>
            <p:spPr bwMode="auto">
              <a:xfrm>
                <a:off x="2572192" y="1272345"/>
                <a:ext cx="0" cy="31829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4" name="Line 12">
                <a:extLst>
                  <a:ext uri="{FF2B5EF4-FFF2-40B4-BE49-F238E27FC236}">
                    <a16:creationId xmlns:a16="http://schemas.microsoft.com/office/drawing/2014/main" id="{D035B52F-D2FD-4960-9A85-A57C0FA04336}"/>
                  </a:ext>
                </a:extLst>
              </p:cNvPr>
              <p:cNvSpPr>
                <a:spLocks noChangeShapeType="1"/>
              </p:cNvSpPr>
              <p:nvPr/>
            </p:nvSpPr>
            <p:spPr bwMode="auto">
              <a:xfrm>
                <a:off x="2585520" y="1597877"/>
                <a:ext cx="36152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5" name="Line 13">
                <a:extLst>
                  <a:ext uri="{FF2B5EF4-FFF2-40B4-BE49-F238E27FC236}">
                    <a16:creationId xmlns:a16="http://schemas.microsoft.com/office/drawing/2014/main" id="{694FB4A6-2D69-4364-9B88-3823C360A6AD}"/>
                  </a:ext>
                </a:extLst>
              </p:cNvPr>
              <p:cNvSpPr>
                <a:spLocks noChangeShapeType="1"/>
              </p:cNvSpPr>
              <p:nvPr/>
            </p:nvSpPr>
            <p:spPr bwMode="auto">
              <a:xfrm>
                <a:off x="2937045" y="1257877"/>
                <a:ext cx="0" cy="31468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6" name="Line 14">
                <a:extLst>
                  <a:ext uri="{FF2B5EF4-FFF2-40B4-BE49-F238E27FC236}">
                    <a16:creationId xmlns:a16="http://schemas.microsoft.com/office/drawing/2014/main" id="{85ED6FF3-065A-4A79-BD20-6E7B49AC3678}"/>
                  </a:ext>
                </a:extLst>
              </p:cNvPr>
              <p:cNvSpPr>
                <a:spLocks noChangeShapeType="1"/>
              </p:cNvSpPr>
              <p:nvPr/>
            </p:nvSpPr>
            <p:spPr bwMode="auto">
              <a:xfrm>
                <a:off x="2925383" y="1270538"/>
                <a:ext cx="39817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7" name="Line 15">
                <a:extLst>
                  <a:ext uri="{FF2B5EF4-FFF2-40B4-BE49-F238E27FC236}">
                    <a16:creationId xmlns:a16="http://schemas.microsoft.com/office/drawing/2014/main" id="{0F708FE1-152D-4AC6-B695-7124C6033CF1}"/>
                  </a:ext>
                </a:extLst>
              </p:cNvPr>
              <p:cNvSpPr>
                <a:spLocks noChangeShapeType="1"/>
              </p:cNvSpPr>
              <p:nvPr/>
            </p:nvSpPr>
            <p:spPr bwMode="auto">
              <a:xfrm>
                <a:off x="3320224" y="1275962"/>
                <a:ext cx="0" cy="31648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8" name="Line 16">
                <a:extLst>
                  <a:ext uri="{FF2B5EF4-FFF2-40B4-BE49-F238E27FC236}">
                    <a16:creationId xmlns:a16="http://schemas.microsoft.com/office/drawing/2014/main" id="{1A4B835E-D989-44FB-A2E2-6EDCACE6FA91}"/>
                  </a:ext>
                </a:extLst>
              </p:cNvPr>
              <p:cNvSpPr>
                <a:spLocks noChangeShapeType="1"/>
              </p:cNvSpPr>
              <p:nvPr/>
            </p:nvSpPr>
            <p:spPr bwMode="auto">
              <a:xfrm>
                <a:off x="3320224" y="1596069"/>
                <a:ext cx="3631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19" name="Line 17">
                <a:extLst>
                  <a:ext uri="{FF2B5EF4-FFF2-40B4-BE49-F238E27FC236}">
                    <a16:creationId xmlns:a16="http://schemas.microsoft.com/office/drawing/2014/main" id="{5F12766F-BD63-4C76-8C7E-92C39C4C6B69}"/>
                  </a:ext>
                </a:extLst>
              </p:cNvPr>
              <p:cNvSpPr>
                <a:spLocks noChangeShapeType="1"/>
              </p:cNvSpPr>
              <p:nvPr/>
            </p:nvSpPr>
            <p:spPr bwMode="auto">
              <a:xfrm>
                <a:off x="3678414" y="1272345"/>
                <a:ext cx="0" cy="31829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0" name="Line 18">
                <a:extLst>
                  <a:ext uri="{FF2B5EF4-FFF2-40B4-BE49-F238E27FC236}">
                    <a16:creationId xmlns:a16="http://schemas.microsoft.com/office/drawing/2014/main" id="{49765552-99D3-47DB-946A-45E6FC3A16E9}"/>
                  </a:ext>
                </a:extLst>
              </p:cNvPr>
              <p:cNvSpPr>
                <a:spLocks noChangeShapeType="1"/>
              </p:cNvSpPr>
              <p:nvPr/>
            </p:nvSpPr>
            <p:spPr bwMode="auto">
              <a:xfrm>
                <a:off x="3678414" y="1272345"/>
                <a:ext cx="383179"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1" name="Line 19">
                <a:extLst>
                  <a:ext uri="{FF2B5EF4-FFF2-40B4-BE49-F238E27FC236}">
                    <a16:creationId xmlns:a16="http://schemas.microsoft.com/office/drawing/2014/main" id="{E82E157E-C7DB-4920-93AE-FE3F79ADE0A2}"/>
                  </a:ext>
                </a:extLst>
              </p:cNvPr>
              <p:cNvSpPr>
                <a:spLocks noChangeShapeType="1"/>
              </p:cNvSpPr>
              <p:nvPr/>
            </p:nvSpPr>
            <p:spPr bwMode="auto">
              <a:xfrm>
                <a:off x="4051598" y="1283197"/>
                <a:ext cx="0" cy="31648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2" name="Line 20">
                <a:extLst>
                  <a:ext uri="{FF2B5EF4-FFF2-40B4-BE49-F238E27FC236}">
                    <a16:creationId xmlns:a16="http://schemas.microsoft.com/office/drawing/2014/main" id="{7EC1D487-BDD6-480C-BCFD-00E8C4B41A29}"/>
                  </a:ext>
                </a:extLst>
              </p:cNvPr>
              <p:cNvSpPr>
                <a:spLocks noChangeShapeType="1"/>
              </p:cNvSpPr>
              <p:nvPr/>
            </p:nvSpPr>
            <p:spPr bwMode="auto">
              <a:xfrm>
                <a:off x="4048266" y="1608728"/>
                <a:ext cx="36152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3" name="Line 21">
                <a:extLst>
                  <a:ext uri="{FF2B5EF4-FFF2-40B4-BE49-F238E27FC236}">
                    <a16:creationId xmlns:a16="http://schemas.microsoft.com/office/drawing/2014/main" id="{7BB0F468-7AB8-4F66-AC0C-569DC61F0F23}"/>
                  </a:ext>
                </a:extLst>
              </p:cNvPr>
              <p:cNvSpPr>
                <a:spLocks noChangeShapeType="1"/>
              </p:cNvSpPr>
              <p:nvPr/>
            </p:nvSpPr>
            <p:spPr bwMode="auto">
              <a:xfrm>
                <a:off x="4416450" y="1279580"/>
                <a:ext cx="0" cy="31829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4" name="Line 22">
                <a:extLst>
                  <a:ext uri="{FF2B5EF4-FFF2-40B4-BE49-F238E27FC236}">
                    <a16:creationId xmlns:a16="http://schemas.microsoft.com/office/drawing/2014/main" id="{0252E08A-2297-4C07-A508-28C47875049E}"/>
                  </a:ext>
                </a:extLst>
              </p:cNvPr>
              <p:cNvSpPr>
                <a:spLocks noChangeShapeType="1"/>
              </p:cNvSpPr>
              <p:nvPr/>
            </p:nvSpPr>
            <p:spPr bwMode="auto">
              <a:xfrm>
                <a:off x="4416450" y="1266921"/>
                <a:ext cx="3631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5" name="Line 23">
                <a:extLst>
                  <a:ext uri="{FF2B5EF4-FFF2-40B4-BE49-F238E27FC236}">
                    <a16:creationId xmlns:a16="http://schemas.microsoft.com/office/drawing/2014/main" id="{C558449C-6346-41FD-9EFB-9CEDAE3AC951}"/>
                  </a:ext>
                </a:extLst>
              </p:cNvPr>
              <p:cNvSpPr>
                <a:spLocks noChangeShapeType="1"/>
              </p:cNvSpPr>
              <p:nvPr/>
            </p:nvSpPr>
            <p:spPr bwMode="auto">
              <a:xfrm>
                <a:off x="4772974" y="1275962"/>
                <a:ext cx="0" cy="31648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6" name="Line 24">
                <a:extLst>
                  <a:ext uri="{FF2B5EF4-FFF2-40B4-BE49-F238E27FC236}">
                    <a16:creationId xmlns:a16="http://schemas.microsoft.com/office/drawing/2014/main" id="{62873691-ADCA-41A3-8ADB-26A22B9F01BA}"/>
                  </a:ext>
                </a:extLst>
              </p:cNvPr>
              <p:cNvSpPr>
                <a:spLocks noChangeShapeType="1"/>
              </p:cNvSpPr>
              <p:nvPr/>
            </p:nvSpPr>
            <p:spPr bwMode="auto">
              <a:xfrm>
                <a:off x="4787968" y="1596069"/>
                <a:ext cx="36152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7" name="Line 25">
                <a:extLst>
                  <a:ext uri="{FF2B5EF4-FFF2-40B4-BE49-F238E27FC236}">
                    <a16:creationId xmlns:a16="http://schemas.microsoft.com/office/drawing/2014/main" id="{0407ABFC-D6E7-4996-B67F-75BC5EFBAED8}"/>
                  </a:ext>
                </a:extLst>
              </p:cNvPr>
              <p:cNvSpPr>
                <a:spLocks noChangeShapeType="1"/>
              </p:cNvSpPr>
              <p:nvPr/>
            </p:nvSpPr>
            <p:spPr bwMode="auto">
              <a:xfrm>
                <a:off x="5146157" y="1272345"/>
                <a:ext cx="0" cy="31829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8" name="Line 26">
                <a:extLst>
                  <a:ext uri="{FF2B5EF4-FFF2-40B4-BE49-F238E27FC236}">
                    <a16:creationId xmlns:a16="http://schemas.microsoft.com/office/drawing/2014/main" id="{479C5356-D013-4C30-A543-82B1EF2642F0}"/>
                  </a:ext>
                </a:extLst>
              </p:cNvPr>
              <p:cNvSpPr>
                <a:spLocks noChangeShapeType="1"/>
              </p:cNvSpPr>
              <p:nvPr/>
            </p:nvSpPr>
            <p:spPr bwMode="auto">
              <a:xfrm>
                <a:off x="5146157" y="1272345"/>
                <a:ext cx="37984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29" name="Line 27">
                <a:extLst>
                  <a:ext uri="{FF2B5EF4-FFF2-40B4-BE49-F238E27FC236}">
                    <a16:creationId xmlns:a16="http://schemas.microsoft.com/office/drawing/2014/main" id="{CE7BE14C-BB19-46F9-AA64-60C1C4C46653}"/>
                  </a:ext>
                </a:extLst>
              </p:cNvPr>
              <p:cNvSpPr>
                <a:spLocks noChangeShapeType="1"/>
              </p:cNvSpPr>
              <p:nvPr/>
            </p:nvSpPr>
            <p:spPr bwMode="auto">
              <a:xfrm>
                <a:off x="5517675" y="1283197"/>
                <a:ext cx="0" cy="31648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0" name="Line 28">
                <a:extLst>
                  <a:ext uri="{FF2B5EF4-FFF2-40B4-BE49-F238E27FC236}">
                    <a16:creationId xmlns:a16="http://schemas.microsoft.com/office/drawing/2014/main" id="{A325D3FA-1F03-4049-BD2A-90F455210696}"/>
                  </a:ext>
                </a:extLst>
              </p:cNvPr>
              <p:cNvSpPr>
                <a:spLocks noChangeShapeType="1"/>
              </p:cNvSpPr>
              <p:nvPr/>
            </p:nvSpPr>
            <p:spPr bwMode="auto">
              <a:xfrm>
                <a:off x="5514343" y="1608728"/>
                <a:ext cx="36485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1" name="Line 29">
                <a:extLst>
                  <a:ext uri="{FF2B5EF4-FFF2-40B4-BE49-F238E27FC236}">
                    <a16:creationId xmlns:a16="http://schemas.microsoft.com/office/drawing/2014/main" id="{9764E717-C765-4388-8306-D1EE80E43925}"/>
                  </a:ext>
                </a:extLst>
              </p:cNvPr>
              <p:cNvSpPr>
                <a:spLocks noChangeShapeType="1"/>
              </p:cNvSpPr>
              <p:nvPr/>
            </p:nvSpPr>
            <p:spPr bwMode="auto">
              <a:xfrm>
                <a:off x="5884195" y="1279580"/>
                <a:ext cx="0" cy="31829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2" name="Line 30">
                <a:extLst>
                  <a:ext uri="{FF2B5EF4-FFF2-40B4-BE49-F238E27FC236}">
                    <a16:creationId xmlns:a16="http://schemas.microsoft.com/office/drawing/2014/main" id="{47F2131A-2966-48A2-8236-925C9179C401}"/>
                  </a:ext>
                </a:extLst>
              </p:cNvPr>
              <p:cNvSpPr>
                <a:spLocks noChangeShapeType="1"/>
              </p:cNvSpPr>
              <p:nvPr/>
            </p:nvSpPr>
            <p:spPr bwMode="auto">
              <a:xfrm>
                <a:off x="5884195" y="1266921"/>
                <a:ext cx="36485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3" name="Line 31">
                <a:extLst>
                  <a:ext uri="{FF2B5EF4-FFF2-40B4-BE49-F238E27FC236}">
                    <a16:creationId xmlns:a16="http://schemas.microsoft.com/office/drawing/2014/main" id="{A64FF445-EB6B-4BE7-946F-DED04197CFE5}"/>
                  </a:ext>
                </a:extLst>
              </p:cNvPr>
              <p:cNvSpPr>
                <a:spLocks noChangeShapeType="1"/>
              </p:cNvSpPr>
              <p:nvPr/>
            </p:nvSpPr>
            <p:spPr bwMode="auto">
              <a:xfrm>
                <a:off x="6235720" y="1272345"/>
                <a:ext cx="0" cy="31829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4" name="Line 32">
                <a:extLst>
                  <a:ext uri="{FF2B5EF4-FFF2-40B4-BE49-F238E27FC236}">
                    <a16:creationId xmlns:a16="http://schemas.microsoft.com/office/drawing/2014/main" id="{7C3C8BC5-9204-424F-BF89-C4F7CFF50192}"/>
                  </a:ext>
                </a:extLst>
              </p:cNvPr>
              <p:cNvSpPr>
                <a:spLocks noChangeShapeType="1"/>
              </p:cNvSpPr>
              <p:nvPr/>
            </p:nvSpPr>
            <p:spPr bwMode="auto">
              <a:xfrm>
                <a:off x="6235720" y="1605111"/>
                <a:ext cx="3631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5" name="Line 33">
                <a:extLst>
                  <a:ext uri="{FF2B5EF4-FFF2-40B4-BE49-F238E27FC236}">
                    <a16:creationId xmlns:a16="http://schemas.microsoft.com/office/drawing/2014/main" id="{0A2E3BC2-58E3-47C4-8256-6EA71BDB957C}"/>
                  </a:ext>
                </a:extLst>
              </p:cNvPr>
              <p:cNvSpPr>
                <a:spLocks noChangeShapeType="1"/>
              </p:cNvSpPr>
              <p:nvPr/>
            </p:nvSpPr>
            <p:spPr bwMode="auto">
              <a:xfrm>
                <a:off x="6608903" y="1283197"/>
                <a:ext cx="0" cy="31648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7" name="Line 35">
                <a:extLst>
                  <a:ext uri="{FF2B5EF4-FFF2-40B4-BE49-F238E27FC236}">
                    <a16:creationId xmlns:a16="http://schemas.microsoft.com/office/drawing/2014/main" id="{18AAF48B-53D1-4179-B190-70965DD8840E}"/>
                  </a:ext>
                </a:extLst>
              </p:cNvPr>
              <p:cNvSpPr>
                <a:spLocks noChangeShapeType="1"/>
              </p:cNvSpPr>
              <p:nvPr/>
            </p:nvSpPr>
            <p:spPr bwMode="auto">
              <a:xfrm>
                <a:off x="2114042" y="1753408"/>
                <a:ext cx="21991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38" name="Line 36">
                <a:extLst>
                  <a:ext uri="{FF2B5EF4-FFF2-40B4-BE49-F238E27FC236}">
                    <a16:creationId xmlns:a16="http://schemas.microsoft.com/office/drawing/2014/main" id="{29BBC4FA-AEED-4979-8076-D7FABCB7206B}"/>
                  </a:ext>
                </a:extLst>
              </p:cNvPr>
              <p:cNvSpPr>
                <a:spLocks noChangeShapeType="1"/>
              </p:cNvSpPr>
              <p:nvPr/>
            </p:nvSpPr>
            <p:spPr bwMode="auto">
              <a:xfrm flipH="1">
                <a:off x="2223998" y="1147559"/>
                <a:ext cx="0" cy="4284354"/>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539" name="Line 37">
                <a:extLst>
                  <a:ext uri="{FF2B5EF4-FFF2-40B4-BE49-F238E27FC236}">
                    <a16:creationId xmlns:a16="http://schemas.microsoft.com/office/drawing/2014/main" id="{AC36E3A8-0731-44BA-9142-CF9765E45D43}"/>
                  </a:ext>
                </a:extLst>
              </p:cNvPr>
              <p:cNvSpPr>
                <a:spLocks noChangeShapeType="1"/>
              </p:cNvSpPr>
              <p:nvPr/>
            </p:nvSpPr>
            <p:spPr bwMode="auto">
              <a:xfrm>
                <a:off x="2940377" y="1143942"/>
                <a:ext cx="0" cy="4282546"/>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540" name="Line 38">
                <a:extLst>
                  <a:ext uri="{FF2B5EF4-FFF2-40B4-BE49-F238E27FC236}">
                    <a16:creationId xmlns:a16="http://schemas.microsoft.com/office/drawing/2014/main" id="{9CC5C981-60C4-40EF-98C7-C958D816B689}"/>
                  </a:ext>
                </a:extLst>
              </p:cNvPr>
              <p:cNvSpPr>
                <a:spLocks noChangeShapeType="1"/>
              </p:cNvSpPr>
              <p:nvPr/>
            </p:nvSpPr>
            <p:spPr bwMode="auto">
              <a:xfrm>
                <a:off x="3678414" y="1152984"/>
                <a:ext cx="0" cy="4280738"/>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541" name="Line 39">
                <a:extLst>
                  <a:ext uri="{FF2B5EF4-FFF2-40B4-BE49-F238E27FC236}">
                    <a16:creationId xmlns:a16="http://schemas.microsoft.com/office/drawing/2014/main" id="{9BA3BA52-4798-4E5E-B5BE-B8277973D63E}"/>
                  </a:ext>
                </a:extLst>
              </p:cNvPr>
              <p:cNvSpPr>
                <a:spLocks noChangeShapeType="1"/>
              </p:cNvSpPr>
              <p:nvPr/>
            </p:nvSpPr>
            <p:spPr bwMode="auto">
              <a:xfrm>
                <a:off x="4413118" y="1162027"/>
                <a:ext cx="0" cy="4280737"/>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542" name="Line 43">
                <a:extLst>
                  <a:ext uri="{FF2B5EF4-FFF2-40B4-BE49-F238E27FC236}">
                    <a16:creationId xmlns:a16="http://schemas.microsoft.com/office/drawing/2014/main" id="{693E748E-6A0E-471C-94FC-81E6112AEA3D}"/>
                  </a:ext>
                </a:extLst>
              </p:cNvPr>
              <p:cNvSpPr>
                <a:spLocks noChangeShapeType="1"/>
              </p:cNvSpPr>
              <p:nvPr/>
            </p:nvSpPr>
            <p:spPr bwMode="auto">
              <a:xfrm>
                <a:off x="2109045" y="2078940"/>
                <a:ext cx="22157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3" name="Line 44">
                <a:extLst>
                  <a:ext uri="{FF2B5EF4-FFF2-40B4-BE49-F238E27FC236}">
                    <a16:creationId xmlns:a16="http://schemas.microsoft.com/office/drawing/2014/main" id="{6A37248B-A994-4F60-A89F-52788BDFE93D}"/>
                  </a:ext>
                </a:extLst>
              </p:cNvPr>
              <p:cNvSpPr>
                <a:spLocks noChangeShapeType="1"/>
              </p:cNvSpPr>
              <p:nvPr/>
            </p:nvSpPr>
            <p:spPr bwMode="auto">
              <a:xfrm>
                <a:off x="3331887" y="1749791"/>
                <a:ext cx="18159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4" name="Line 45">
                <a:extLst>
                  <a:ext uri="{FF2B5EF4-FFF2-40B4-BE49-F238E27FC236}">
                    <a16:creationId xmlns:a16="http://schemas.microsoft.com/office/drawing/2014/main" id="{0AC8ECB8-1F3E-409D-86B4-1AE4223E8403}"/>
                  </a:ext>
                </a:extLst>
              </p:cNvPr>
              <p:cNvSpPr>
                <a:spLocks noChangeShapeType="1"/>
              </p:cNvSpPr>
              <p:nvPr/>
            </p:nvSpPr>
            <p:spPr bwMode="auto">
              <a:xfrm>
                <a:off x="3341883" y="2077132"/>
                <a:ext cx="18326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5" name="Line 46">
                <a:extLst>
                  <a:ext uri="{FF2B5EF4-FFF2-40B4-BE49-F238E27FC236}">
                    <a16:creationId xmlns:a16="http://schemas.microsoft.com/office/drawing/2014/main" id="{2ACCB95C-7342-4137-B4E0-566EC5701E93}"/>
                  </a:ext>
                </a:extLst>
              </p:cNvPr>
              <p:cNvSpPr>
                <a:spLocks noChangeShapeType="1"/>
              </p:cNvSpPr>
              <p:nvPr/>
            </p:nvSpPr>
            <p:spPr bwMode="auto">
              <a:xfrm>
                <a:off x="3660088" y="1746174"/>
                <a:ext cx="274389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6" name="Line 47">
                <a:extLst>
                  <a:ext uri="{FF2B5EF4-FFF2-40B4-BE49-F238E27FC236}">
                    <a16:creationId xmlns:a16="http://schemas.microsoft.com/office/drawing/2014/main" id="{0D7B8483-E043-4CB5-A716-3DC78CAD4BE8}"/>
                  </a:ext>
                </a:extLst>
              </p:cNvPr>
              <p:cNvSpPr>
                <a:spLocks noChangeShapeType="1"/>
              </p:cNvSpPr>
              <p:nvPr/>
            </p:nvSpPr>
            <p:spPr bwMode="auto">
              <a:xfrm flipV="1">
                <a:off x="3658422" y="2075323"/>
                <a:ext cx="274389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7" name="Line 48">
                <a:extLst>
                  <a:ext uri="{FF2B5EF4-FFF2-40B4-BE49-F238E27FC236}">
                    <a16:creationId xmlns:a16="http://schemas.microsoft.com/office/drawing/2014/main" id="{E0EC500D-8586-4439-8339-B9BBCBBCDD31}"/>
                  </a:ext>
                </a:extLst>
              </p:cNvPr>
              <p:cNvSpPr>
                <a:spLocks noChangeShapeType="1"/>
              </p:cNvSpPr>
              <p:nvPr/>
            </p:nvSpPr>
            <p:spPr bwMode="auto">
              <a:xfrm>
                <a:off x="2998687" y="1755218"/>
                <a:ext cx="21991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8" name="Line 49">
                <a:extLst>
                  <a:ext uri="{FF2B5EF4-FFF2-40B4-BE49-F238E27FC236}">
                    <a16:creationId xmlns:a16="http://schemas.microsoft.com/office/drawing/2014/main" id="{53CE8246-7951-4128-8657-90EE98707E4C}"/>
                  </a:ext>
                </a:extLst>
              </p:cNvPr>
              <p:cNvSpPr>
                <a:spLocks noChangeShapeType="1"/>
              </p:cNvSpPr>
              <p:nvPr/>
            </p:nvSpPr>
            <p:spPr bwMode="auto">
              <a:xfrm>
                <a:off x="2338952" y="2080749"/>
                <a:ext cx="91463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49" name="Line 50">
                <a:extLst>
                  <a:ext uri="{FF2B5EF4-FFF2-40B4-BE49-F238E27FC236}">
                    <a16:creationId xmlns:a16="http://schemas.microsoft.com/office/drawing/2014/main" id="{EBA079B5-3ABC-48F2-A1B6-A94441421E0A}"/>
                  </a:ext>
                </a:extLst>
              </p:cNvPr>
              <p:cNvSpPr>
                <a:spLocks noChangeShapeType="1"/>
              </p:cNvSpPr>
              <p:nvPr/>
            </p:nvSpPr>
            <p:spPr bwMode="auto">
              <a:xfrm>
                <a:off x="1702541" y="1749791"/>
                <a:ext cx="27155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0" name="Line 51">
                <a:extLst>
                  <a:ext uri="{FF2B5EF4-FFF2-40B4-BE49-F238E27FC236}">
                    <a16:creationId xmlns:a16="http://schemas.microsoft.com/office/drawing/2014/main" id="{37DEAC1B-A19A-46DF-916C-B71D809ECBB1}"/>
                  </a:ext>
                </a:extLst>
              </p:cNvPr>
              <p:cNvSpPr>
                <a:spLocks noChangeShapeType="1"/>
              </p:cNvSpPr>
              <p:nvPr/>
            </p:nvSpPr>
            <p:spPr bwMode="auto">
              <a:xfrm>
                <a:off x="1739193" y="2077132"/>
                <a:ext cx="21824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1" name="Line 52">
                <a:extLst>
                  <a:ext uri="{FF2B5EF4-FFF2-40B4-BE49-F238E27FC236}">
                    <a16:creationId xmlns:a16="http://schemas.microsoft.com/office/drawing/2014/main" id="{4E4E3039-BAA1-4D07-B435-0143899EB7E8}"/>
                  </a:ext>
                </a:extLst>
              </p:cNvPr>
              <p:cNvSpPr>
                <a:spLocks noChangeShapeType="1"/>
              </p:cNvSpPr>
              <p:nvPr/>
            </p:nvSpPr>
            <p:spPr bwMode="auto">
              <a:xfrm>
                <a:off x="1984094" y="1749791"/>
                <a:ext cx="119952"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2" name="Line 53">
                <a:extLst>
                  <a:ext uri="{FF2B5EF4-FFF2-40B4-BE49-F238E27FC236}">
                    <a16:creationId xmlns:a16="http://schemas.microsoft.com/office/drawing/2014/main" id="{9BB755AE-03A2-435B-A4CE-F65554DFB4FE}"/>
                  </a:ext>
                </a:extLst>
              </p:cNvPr>
              <p:cNvSpPr>
                <a:spLocks noChangeShapeType="1"/>
              </p:cNvSpPr>
              <p:nvPr/>
            </p:nvSpPr>
            <p:spPr bwMode="auto">
              <a:xfrm flipH="1">
                <a:off x="1957438" y="1749791"/>
                <a:ext cx="156604"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3" name="Line 54">
                <a:extLst>
                  <a:ext uri="{FF2B5EF4-FFF2-40B4-BE49-F238E27FC236}">
                    <a16:creationId xmlns:a16="http://schemas.microsoft.com/office/drawing/2014/main" id="{FD7FE059-ECB2-4565-9949-96B3BBE48E2A}"/>
                  </a:ext>
                </a:extLst>
              </p:cNvPr>
              <p:cNvSpPr>
                <a:spLocks noChangeShapeType="1"/>
              </p:cNvSpPr>
              <p:nvPr/>
            </p:nvSpPr>
            <p:spPr bwMode="auto">
              <a:xfrm flipH="1">
                <a:off x="2868739" y="1746174"/>
                <a:ext cx="121617" cy="33095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4" name="Line 55">
                <a:extLst>
                  <a:ext uri="{FF2B5EF4-FFF2-40B4-BE49-F238E27FC236}">
                    <a16:creationId xmlns:a16="http://schemas.microsoft.com/office/drawing/2014/main" id="{47103762-8449-4CF8-9799-E20E9D8D63B9}"/>
                  </a:ext>
                </a:extLst>
              </p:cNvPr>
              <p:cNvSpPr>
                <a:spLocks noChangeShapeType="1"/>
              </p:cNvSpPr>
              <p:nvPr/>
            </p:nvSpPr>
            <p:spPr bwMode="auto">
              <a:xfrm flipH="1">
                <a:off x="3211935" y="1755218"/>
                <a:ext cx="119952"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5" name="Line 56">
                <a:extLst>
                  <a:ext uri="{FF2B5EF4-FFF2-40B4-BE49-F238E27FC236}">
                    <a16:creationId xmlns:a16="http://schemas.microsoft.com/office/drawing/2014/main" id="{F81ED3E3-5B89-4716-B85D-A7603F8B2535}"/>
                  </a:ext>
                </a:extLst>
              </p:cNvPr>
              <p:cNvSpPr>
                <a:spLocks noChangeShapeType="1"/>
              </p:cNvSpPr>
              <p:nvPr/>
            </p:nvSpPr>
            <p:spPr bwMode="auto">
              <a:xfrm flipH="1">
                <a:off x="3526808" y="1753408"/>
                <a:ext cx="121618" cy="32914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6" name="Line 57">
                <a:extLst>
                  <a:ext uri="{FF2B5EF4-FFF2-40B4-BE49-F238E27FC236}">
                    <a16:creationId xmlns:a16="http://schemas.microsoft.com/office/drawing/2014/main" id="{A7C185B0-CE5D-4046-A11A-333199B09D9E}"/>
                  </a:ext>
                </a:extLst>
              </p:cNvPr>
              <p:cNvSpPr>
                <a:spLocks noChangeShapeType="1"/>
              </p:cNvSpPr>
              <p:nvPr/>
            </p:nvSpPr>
            <p:spPr bwMode="auto">
              <a:xfrm>
                <a:off x="2860409" y="1764260"/>
                <a:ext cx="98294" cy="29840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7" name="Line 58">
                <a:extLst>
                  <a:ext uri="{FF2B5EF4-FFF2-40B4-BE49-F238E27FC236}">
                    <a16:creationId xmlns:a16="http://schemas.microsoft.com/office/drawing/2014/main" id="{395A5F8B-2C37-489C-A60F-28BE04491804}"/>
                  </a:ext>
                </a:extLst>
              </p:cNvPr>
              <p:cNvSpPr>
                <a:spLocks noChangeShapeType="1"/>
              </p:cNvSpPr>
              <p:nvPr/>
            </p:nvSpPr>
            <p:spPr bwMode="auto">
              <a:xfrm>
                <a:off x="3228595" y="1758835"/>
                <a:ext cx="116620" cy="31829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8" name="Line 59">
                <a:extLst>
                  <a:ext uri="{FF2B5EF4-FFF2-40B4-BE49-F238E27FC236}">
                    <a16:creationId xmlns:a16="http://schemas.microsoft.com/office/drawing/2014/main" id="{BDB0074D-6850-4CCE-A86D-A1FF2A3BE9CB}"/>
                  </a:ext>
                </a:extLst>
              </p:cNvPr>
              <p:cNvSpPr>
                <a:spLocks noChangeShapeType="1"/>
              </p:cNvSpPr>
              <p:nvPr/>
            </p:nvSpPr>
            <p:spPr bwMode="auto">
              <a:xfrm>
                <a:off x="3518478" y="1755218"/>
                <a:ext cx="114953" cy="31829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59" name="Line 60">
                <a:extLst>
                  <a:ext uri="{FF2B5EF4-FFF2-40B4-BE49-F238E27FC236}">
                    <a16:creationId xmlns:a16="http://schemas.microsoft.com/office/drawing/2014/main" id="{0D3ADFDA-D9E9-44A5-B137-39DA940D58B0}"/>
                  </a:ext>
                </a:extLst>
              </p:cNvPr>
              <p:cNvSpPr>
                <a:spLocks noChangeShapeType="1"/>
              </p:cNvSpPr>
              <p:nvPr/>
            </p:nvSpPr>
            <p:spPr bwMode="auto">
              <a:xfrm flipH="1">
                <a:off x="1814163" y="1746174"/>
                <a:ext cx="118286" cy="33095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0" name="Line 61">
                <a:extLst>
                  <a:ext uri="{FF2B5EF4-FFF2-40B4-BE49-F238E27FC236}">
                    <a16:creationId xmlns:a16="http://schemas.microsoft.com/office/drawing/2014/main" id="{EFAD007F-F202-44A4-BCC3-4DC0A880FFA9}"/>
                  </a:ext>
                </a:extLst>
              </p:cNvPr>
              <p:cNvSpPr>
                <a:spLocks noChangeShapeType="1"/>
              </p:cNvSpPr>
              <p:nvPr/>
            </p:nvSpPr>
            <p:spPr bwMode="auto">
              <a:xfrm flipH="1">
                <a:off x="1687547" y="1755218"/>
                <a:ext cx="121618"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1" name="Line 62">
                <a:extLst>
                  <a:ext uri="{FF2B5EF4-FFF2-40B4-BE49-F238E27FC236}">
                    <a16:creationId xmlns:a16="http://schemas.microsoft.com/office/drawing/2014/main" id="{BB3F8E84-DE13-4392-828B-8457D1FA5964}"/>
                  </a:ext>
                </a:extLst>
              </p:cNvPr>
              <p:cNvSpPr>
                <a:spLocks noChangeShapeType="1"/>
              </p:cNvSpPr>
              <p:nvPr/>
            </p:nvSpPr>
            <p:spPr bwMode="auto">
              <a:xfrm>
                <a:off x="1835821" y="1749791"/>
                <a:ext cx="99960" cy="30382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2" name="Line 63">
                <a:extLst>
                  <a:ext uri="{FF2B5EF4-FFF2-40B4-BE49-F238E27FC236}">
                    <a16:creationId xmlns:a16="http://schemas.microsoft.com/office/drawing/2014/main" id="{69893939-039E-4236-B87B-21CB2301554D}"/>
                  </a:ext>
                </a:extLst>
              </p:cNvPr>
              <p:cNvSpPr>
                <a:spLocks noChangeShapeType="1"/>
              </p:cNvSpPr>
              <p:nvPr/>
            </p:nvSpPr>
            <p:spPr bwMode="auto">
              <a:xfrm>
                <a:off x="1739193" y="1773303"/>
                <a:ext cx="99960" cy="29840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3" name="Line 64">
                <a:extLst>
                  <a:ext uri="{FF2B5EF4-FFF2-40B4-BE49-F238E27FC236}">
                    <a16:creationId xmlns:a16="http://schemas.microsoft.com/office/drawing/2014/main" id="{6BB3EF3B-7A07-40F9-AD90-D39FD502EF86}"/>
                  </a:ext>
                </a:extLst>
              </p:cNvPr>
              <p:cNvSpPr>
                <a:spLocks noChangeShapeType="1"/>
              </p:cNvSpPr>
              <p:nvPr/>
            </p:nvSpPr>
            <p:spPr bwMode="auto">
              <a:xfrm flipH="1">
                <a:off x="2987025" y="1747984"/>
                <a:ext cx="121618" cy="32914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4" name="Line 65">
                <a:extLst>
                  <a:ext uri="{FF2B5EF4-FFF2-40B4-BE49-F238E27FC236}">
                    <a16:creationId xmlns:a16="http://schemas.microsoft.com/office/drawing/2014/main" id="{9F016B96-8952-482C-BEBD-AD421D4B9A83}"/>
                  </a:ext>
                </a:extLst>
              </p:cNvPr>
              <p:cNvSpPr>
                <a:spLocks noChangeShapeType="1"/>
              </p:cNvSpPr>
              <p:nvPr/>
            </p:nvSpPr>
            <p:spPr bwMode="auto">
              <a:xfrm>
                <a:off x="3015347" y="1771494"/>
                <a:ext cx="98293" cy="302021"/>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5" name="Line 66">
                <a:extLst>
                  <a:ext uri="{FF2B5EF4-FFF2-40B4-BE49-F238E27FC236}">
                    <a16:creationId xmlns:a16="http://schemas.microsoft.com/office/drawing/2014/main" id="{4D3F4F59-663E-4C7E-BD18-46441ED6599F}"/>
                  </a:ext>
                </a:extLst>
              </p:cNvPr>
              <p:cNvSpPr>
                <a:spLocks noChangeShapeType="1"/>
              </p:cNvSpPr>
              <p:nvPr/>
            </p:nvSpPr>
            <p:spPr bwMode="auto">
              <a:xfrm flipH="1">
                <a:off x="3100313" y="1753408"/>
                <a:ext cx="154938" cy="32914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6" name="Line 67">
                <a:extLst>
                  <a:ext uri="{FF2B5EF4-FFF2-40B4-BE49-F238E27FC236}">
                    <a16:creationId xmlns:a16="http://schemas.microsoft.com/office/drawing/2014/main" id="{F85F95DD-F712-4A65-84D0-569AEA8BB556}"/>
                  </a:ext>
                </a:extLst>
              </p:cNvPr>
              <p:cNvSpPr>
                <a:spLocks noChangeShapeType="1"/>
              </p:cNvSpPr>
              <p:nvPr/>
            </p:nvSpPr>
            <p:spPr bwMode="auto">
              <a:xfrm>
                <a:off x="3133632" y="1767877"/>
                <a:ext cx="101626" cy="302021"/>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7" name="Line 68">
                <a:extLst>
                  <a:ext uri="{FF2B5EF4-FFF2-40B4-BE49-F238E27FC236}">
                    <a16:creationId xmlns:a16="http://schemas.microsoft.com/office/drawing/2014/main" id="{E15AD150-2D50-4B15-8071-01EA1CADC672}"/>
                  </a:ext>
                </a:extLst>
              </p:cNvPr>
              <p:cNvSpPr>
                <a:spLocks noChangeShapeType="1"/>
              </p:cNvSpPr>
              <p:nvPr/>
            </p:nvSpPr>
            <p:spPr bwMode="auto">
              <a:xfrm>
                <a:off x="1699209" y="2326706"/>
                <a:ext cx="289884"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8" name="Line 69">
                <a:extLst>
                  <a:ext uri="{FF2B5EF4-FFF2-40B4-BE49-F238E27FC236}">
                    <a16:creationId xmlns:a16="http://schemas.microsoft.com/office/drawing/2014/main" id="{E7C75854-E964-44AF-BC04-83BF3444FD52}"/>
                  </a:ext>
                </a:extLst>
              </p:cNvPr>
              <p:cNvSpPr>
                <a:spLocks noChangeShapeType="1"/>
              </p:cNvSpPr>
              <p:nvPr/>
            </p:nvSpPr>
            <p:spPr bwMode="auto">
              <a:xfrm>
                <a:off x="1997422" y="2314046"/>
                <a:ext cx="103292" cy="30382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69" name="Line 70">
                <a:extLst>
                  <a:ext uri="{FF2B5EF4-FFF2-40B4-BE49-F238E27FC236}">
                    <a16:creationId xmlns:a16="http://schemas.microsoft.com/office/drawing/2014/main" id="{4EEDFD51-4BEC-41CF-967E-8F544997F61C}"/>
                  </a:ext>
                </a:extLst>
              </p:cNvPr>
              <p:cNvSpPr>
                <a:spLocks noChangeShapeType="1"/>
              </p:cNvSpPr>
              <p:nvPr/>
            </p:nvSpPr>
            <p:spPr bwMode="auto">
              <a:xfrm>
                <a:off x="2085721" y="2623301"/>
                <a:ext cx="63974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0" name="Line 71">
                <a:extLst>
                  <a:ext uri="{FF2B5EF4-FFF2-40B4-BE49-F238E27FC236}">
                    <a16:creationId xmlns:a16="http://schemas.microsoft.com/office/drawing/2014/main" id="{6A8BB309-7C20-419F-B4CB-DAF9D41D24B5}"/>
                  </a:ext>
                </a:extLst>
              </p:cNvPr>
              <p:cNvSpPr>
                <a:spLocks noChangeShapeType="1"/>
              </p:cNvSpPr>
              <p:nvPr/>
            </p:nvSpPr>
            <p:spPr bwMode="auto">
              <a:xfrm flipH="1">
                <a:off x="2338952" y="2308621"/>
                <a:ext cx="121617"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1" name="Line 72">
                <a:extLst>
                  <a:ext uri="{FF2B5EF4-FFF2-40B4-BE49-F238E27FC236}">
                    <a16:creationId xmlns:a16="http://schemas.microsoft.com/office/drawing/2014/main" id="{A3448EEE-B9F8-47B6-B71D-1A105DB544B1}"/>
                  </a:ext>
                </a:extLst>
              </p:cNvPr>
              <p:cNvSpPr>
                <a:spLocks noChangeShapeType="1"/>
              </p:cNvSpPr>
              <p:nvPr/>
            </p:nvSpPr>
            <p:spPr bwMode="auto">
              <a:xfrm>
                <a:off x="2460570" y="2308621"/>
                <a:ext cx="100626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2" name="Line 73">
                <a:extLst>
                  <a:ext uri="{FF2B5EF4-FFF2-40B4-BE49-F238E27FC236}">
                    <a16:creationId xmlns:a16="http://schemas.microsoft.com/office/drawing/2014/main" id="{8C7E810A-71F5-49F3-B6AE-B6B93639DDE9}"/>
                  </a:ext>
                </a:extLst>
              </p:cNvPr>
              <p:cNvSpPr>
                <a:spLocks noChangeShapeType="1"/>
              </p:cNvSpPr>
              <p:nvPr/>
            </p:nvSpPr>
            <p:spPr bwMode="auto">
              <a:xfrm>
                <a:off x="3461834" y="2319472"/>
                <a:ext cx="103292" cy="30202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3" name="Line 74">
                <a:extLst>
                  <a:ext uri="{FF2B5EF4-FFF2-40B4-BE49-F238E27FC236}">
                    <a16:creationId xmlns:a16="http://schemas.microsoft.com/office/drawing/2014/main" id="{0C6E7A4A-E885-447B-A907-6083DE53F64C}"/>
                  </a:ext>
                </a:extLst>
              </p:cNvPr>
              <p:cNvSpPr>
                <a:spLocks noChangeShapeType="1"/>
              </p:cNvSpPr>
              <p:nvPr/>
            </p:nvSpPr>
            <p:spPr bwMode="auto">
              <a:xfrm>
                <a:off x="3083653" y="2634152"/>
                <a:ext cx="113287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4" name="Line 75">
                <a:extLst>
                  <a:ext uri="{FF2B5EF4-FFF2-40B4-BE49-F238E27FC236}">
                    <a16:creationId xmlns:a16="http://schemas.microsoft.com/office/drawing/2014/main" id="{057C8EA8-60B5-4A5B-A6FD-A1EB8C863978}"/>
                  </a:ext>
                </a:extLst>
              </p:cNvPr>
              <p:cNvSpPr>
                <a:spLocks noChangeShapeType="1"/>
              </p:cNvSpPr>
              <p:nvPr/>
            </p:nvSpPr>
            <p:spPr bwMode="auto">
              <a:xfrm flipH="1">
                <a:off x="3740056" y="2306812"/>
                <a:ext cx="119952" cy="33095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5" name="Line 76">
                <a:extLst>
                  <a:ext uri="{FF2B5EF4-FFF2-40B4-BE49-F238E27FC236}">
                    <a16:creationId xmlns:a16="http://schemas.microsoft.com/office/drawing/2014/main" id="{32E6BDAA-54AD-4FF4-8A39-1B6FBFA4E4D3}"/>
                  </a:ext>
                </a:extLst>
              </p:cNvPr>
              <p:cNvSpPr>
                <a:spLocks noChangeShapeType="1"/>
              </p:cNvSpPr>
              <p:nvPr/>
            </p:nvSpPr>
            <p:spPr bwMode="auto">
              <a:xfrm>
                <a:off x="3860007" y="2292344"/>
                <a:ext cx="2560639"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6" name="Line 77">
                <a:extLst>
                  <a:ext uri="{FF2B5EF4-FFF2-40B4-BE49-F238E27FC236}">
                    <a16:creationId xmlns:a16="http://schemas.microsoft.com/office/drawing/2014/main" id="{76A412B6-3E74-4F68-A659-600CF0F6A783}"/>
                  </a:ext>
                </a:extLst>
              </p:cNvPr>
              <p:cNvSpPr>
                <a:spLocks noChangeShapeType="1"/>
              </p:cNvSpPr>
              <p:nvPr/>
            </p:nvSpPr>
            <p:spPr bwMode="auto">
              <a:xfrm>
                <a:off x="1690879" y="2807769"/>
                <a:ext cx="54478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7" name="Line 78">
                <a:extLst>
                  <a:ext uri="{FF2B5EF4-FFF2-40B4-BE49-F238E27FC236}">
                    <a16:creationId xmlns:a16="http://schemas.microsoft.com/office/drawing/2014/main" id="{1D0E55FB-A540-4E3B-A517-EE82E2D168C3}"/>
                  </a:ext>
                </a:extLst>
              </p:cNvPr>
              <p:cNvSpPr>
                <a:spLocks noChangeShapeType="1"/>
              </p:cNvSpPr>
              <p:nvPr/>
            </p:nvSpPr>
            <p:spPr bwMode="auto">
              <a:xfrm>
                <a:off x="1687547" y="3162236"/>
                <a:ext cx="54644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8" name="Line 79">
                <a:extLst>
                  <a:ext uri="{FF2B5EF4-FFF2-40B4-BE49-F238E27FC236}">
                    <a16:creationId xmlns:a16="http://schemas.microsoft.com/office/drawing/2014/main" id="{0A2C5C53-2D97-4AE2-81B4-EE0D167ACC43}"/>
                  </a:ext>
                </a:extLst>
              </p:cNvPr>
              <p:cNvSpPr>
                <a:spLocks noChangeShapeType="1"/>
              </p:cNvSpPr>
              <p:nvPr/>
            </p:nvSpPr>
            <p:spPr bwMode="auto">
              <a:xfrm flipH="1">
                <a:off x="2245656" y="2805960"/>
                <a:ext cx="119952" cy="36712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79" name="Line 80">
                <a:extLst>
                  <a:ext uri="{FF2B5EF4-FFF2-40B4-BE49-F238E27FC236}">
                    <a16:creationId xmlns:a16="http://schemas.microsoft.com/office/drawing/2014/main" id="{1DD26DBD-F8D8-47D5-9ED9-466BE3B48DFC}"/>
                  </a:ext>
                </a:extLst>
              </p:cNvPr>
              <p:cNvSpPr>
                <a:spLocks noChangeShapeType="1"/>
              </p:cNvSpPr>
              <p:nvPr/>
            </p:nvSpPr>
            <p:spPr bwMode="auto">
              <a:xfrm>
                <a:off x="2225664" y="2805960"/>
                <a:ext cx="118285"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0" name="Line 81">
                <a:extLst>
                  <a:ext uri="{FF2B5EF4-FFF2-40B4-BE49-F238E27FC236}">
                    <a16:creationId xmlns:a16="http://schemas.microsoft.com/office/drawing/2014/main" id="{AAF3472D-2FA4-4C73-97E1-F1F8E5B8E6B1}"/>
                  </a:ext>
                </a:extLst>
              </p:cNvPr>
              <p:cNvSpPr>
                <a:spLocks noChangeShapeType="1"/>
              </p:cNvSpPr>
              <p:nvPr/>
            </p:nvSpPr>
            <p:spPr bwMode="auto">
              <a:xfrm>
                <a:off x="2370606" y="2805960"/>
                <a:ext cx="1342794"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1" name="Line 82">
                <a:extLst>
                  <a:ext uri="{FF2B5EF4-FFF2-40B4-BE49-F238E27FC236}">
                    <a16:creationId xmlns:a16="http://schemas.microsoft.com/office/drawing/2014/main" id="{6F5E15B3-B95C-4A5C-93D3-3E737B5A7843}"/>
                  </a:ext>
                </a:extLst>
              </p:cNvPr>
              <p:cNvSpPr>
                <a:spLocks noChangeShapeType="1"/>
              </p:cNvSpPr>
              <p:nvPr/>
            </p:nvSpPr>
            <p:spPr bwMode="auto">
              <a:xfrm>
                <a:off x="2337286" y="3156810"/>
                <a:ext cx="132446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6" name="Line 87">
                <a:extLst>
                  <a:ext uri="{FF2B5EF4-FFF2-40B4-BE49-F238E27FC236}">
                    <a16:creationId xmlns:a16="http://schemas.microsoft.com/office/drawing/2014/main" id="{DFFCE412-D965-4189-9700-3BC7A81286FD}"/>
                  </a:ext>
                </a:extLst>
              </p:cNvPr>
              <p:cNvSpPr>
                <a:spLocks noChangeShapeType="1"/>
              </p:cNvSpPr>
              <p:nvPr/>
            </p:nvSpPr>
            <p:spPr bwMode="auto">
              <a:xfrm>
                <a:off x="3698406" y="2800535"/>
                <a:ext cx="114953"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7" name="Line 88">
                <a:extLst>
                  <a:ext uri="{FF2B5EF4-FFF2-40B4-BE49-F238E27FC236}">
                    <a16:creationId xmlns:a16="http://schemas.microsoft.com/office/drawing/2014/main" id="{0AB9C678-C902-4502-BC09-291BF05CD4B8}"/>
                  </a:ext>
                </a:extLst>
              </p:cNvPr>
              <p:cNvSpPr>
                <a:spLocks noChangeShapeType="1"/>
              </p:cNvSpPr>
              <p:nvPr/>
            </p:nvSpPr>
            <p:spPr bwMode="auto">
              <a:xfrm flipH="1">
                <a:off x="3683412" y="2815003"/>
                <a:ext cx="121618"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88" name="Line 89">
                <a:extLst>
                  <a:ext uri="{FF2B5EF4-FFF2-40B4-BE49-F238E27FC236}">
                    <a16:creationId xmlns:a16="http://schemas.microsoft.com/office/drawing/2014/main" id="{A15B49E4-8EB4-411A-A55E-A20B2601DBDA}"/>
                  </a:ext>
                </a:extLst>
              </p:cNvPr>
              <p:cNvSpPr>
                <a:spLocks noChangeShapeType="1"/>
              </p:cNvSpPr>
              <p:nvPr/>
            </p:nvSpPr>
            <p:spPr bwMode="auto">
              <a:xfrm>
                <a:off x="3803363" y="2800535"/>
                <a:ext cx="127948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3" name="Line 94">
                <a:extLst>
                  <a:ext uri="{FF2B5EF4-FFF2-40B4-BE49-F238E27FC236}">
                    <a16:creationId xmlns:a16="http://schemas.microsoft.com/office/drawing/2014/main" id="{1D2D4F12-DE52-400C-93C9-03E4CB5AE40B}"/>
                  </a:ext>
                </a:extLst>
              </p:cNvPr>
              <p:cNvSpPr>
                <a:spLocks noChangeShapeType="1"/>
              </p:cNvSpPr>
              <p:nvPr/>
            </p:nvSpPr>
            <p:spPr bwMode="auto">
              <a:xfrm>
                <a:off x="3805030" y="3136917"/>
                <a:ext cx="127948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4" name="Line 95">
                <a:extLst>
                  <a:ext uri="{FF2B5EF4-FFF2-40B4-BE49-F238E27FC236}">
                    <a16:creationId xmlns:a16="http://schemas.microsoft.com/office/drawing/2014/main" id="{58DFEE5C-483D-408F-A706-B881682825AC}"/>
                  </a:ext>
                </a:extLst>
              </p:cNvPr>
              <p:cNvSpPr>
                <a:spLocks noChangeShapeType="1"/>
              </p:cNvSpPr>
              <p:nvPr/>
            </p:nvSpPr>
            <p:spPr bwMode="auto">
              <a:xfrm flipH="1">
                <a:off x="5084516" y="2793301"/>
                <a:ext cx="121617" cy="33457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5" name="Line 96">
                <a:extLst>
                  <a:ext uri="{FF2B5EF4-FFF2-40B4-BE49-F238E27FC236}">
                    <a16:creationId xmlns:a16="http://schemas.microsoft.com/office/drawing/2014/main" id="{51CDFF7D-02BD-4F06-89A3-94A4899DD790}"/>
                  </a:ext>
                </a:extLst>
              </p:cNvPr>
              <p:cNvSpPr>
                <a:spLocks noChangeShapeType="1"/>
              </p:cNvSpPr>
              <p:nvPr/>
            </p:nvSpPr>
            <p:spPr bwMode="auto">
              <a:xfrm>
                <a:off x="5084516" y="2793301"/>
                <a:ext cx="116620" cy="33457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6" name="Line 97">
                <a:extLst>
                  <a:ext uri="{FF2B5EF4-FFF2-40B4-BE49-F238E27FC236}">
                    <a16:creationId xmlns:a16="http://schemas.microsoft.com/office/drawing/2014/main" id="{AEBE7CDD-1953-40AE-9474-0C3D4F521465}"/>
                  </a:ext>
                </a:extLst>
              </p:cNvPr>
              <p:cNvSpPr>
                <a:spLocks noChangeShapeType="1"/>
              </p:cNvSpPr>
              <p:nvPr/>
            </p:nvSpPr>
            <p:spPr bwMode="auto">
              <a:xfrm>
                <a:off x="5222793" y="2789684"/>
                <a:ext cx="63641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7" name="Line 98">
                <a:extLst>
                  <a:ext uri="{FF2B5EF4-FFF2-40B4-BE49-F238E27FC236}">
                    <a16:creationId xmlns:a16="http://schemas.microsoft.com/office/drawing/2014/main" id="{C7C4FB10-D5C8-485A-AC7E-AB08B7DA8C66}"/>
                  </a:ext>
                </a:extLst>
              </p:cNvPr>
              <p:cNvSpPr>
                <a:spLocks noChangeShapeType="1"/>
              </p:cNvSpPr>
              <p:nvPr/>
            </p:nvSpPr>
            <p:spPr bwMode="auto">
              <a:xfrm>
                <a:off x="5204468" y="3129683"/>
                <a:ext cx="62641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8" name="Line 99">
                <a:extLst>
                  <a:ext uri="{FF2B5EF4-FFF2-40B4-BE49-F238E27FC236}">
                    <a16:creationId xmlns:a16="http://schemas.microsoft.com/office/drawing/2014/main" id="{DE5FBD7D-41F0-4E05-9E41-2700355AA641}"/>
                  </a:ext>
                </a:extLst>
              </p:cNvPr>
              <p:cNvSpPr>
                <a:spLocks noChangeShapeType="1"/>
              </p:cNvSpPr>
              <p:nvPr/>
            </p:nvSpPr>
            <p:spPr bwMode="auto">
              <a:xfrm flipH="1">
                <a:off x="5845876" y="2775216"/>
                <a:ext cx="106624" cy="36531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599" name="Line 100">
                <a:extLst>
                  <a:ext uri="{FF2B5EF4-FFF2-40B4-BE49-F238E27FC236}">
                    <a16:creationId xmlns:a16="http://schemas.microsoft.com/office/drawing/2014/main" id="{62F7A64C-8D53-4257-89DA-FD182D5FE70F}"/>
                  </a:ext>
                </a:extLst>
              </p:cNvPr>
              <p:cNvSpPr>
                <a:spLocks noChangeShapeType="1"/>
              </p:cNvSpPr>
              <p:nvPr/>
            </p:nvSpPr>
            <p:spPr bwMode="auto">
              <a:xfrm>
                <a:off x="5852540" y="2791492"/>
                <a:ext cx="119952" cy="325531"/>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0" name="Line 101">
                <a:extLst>
                  <a:ext uri="{FF2B5EF4-FFF2-40B4-BE49-F238E27FC236}">
                    <a16:creationId xmlns:a16="http://schemas.microsoft.com/office/drawing/2014/main" id="{009A7E09-A110-4618-ABDD-349B0351218B}"/>
                  </a:ext>
                </a:extLst>
              </p:cNvPr>
              <p:cNvSpPr>
                <a:spLocks noChangeShapeType="1"/>
              </p:cNvSpPr>
              <p:nvPr/>
            </p:nvSpPr>
            <p:spPr bwMode="auto">
              <a:xfrm>
                <a:off x="5964163" y="2773407"/>
                <a:ext cx="59309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1" name="Line 102">
                <a:extLst>
                  <a:ext uri="{FF2B5EF4-FFF2-40B4-BE49-F238E27FC236}">
                    <a16:creationId xmlns:a16="http://schemas.microsoft.com/office/drawing/2014/main" id="{5D369C0C-FC2F-45EF-BD65-97580C25F5EE}"/>
                  </a:ext>
                </a:extLst>
              </p:cNvPr>
              <p:cNvSpPr>
                <a:spLocks noChangeShapeType="1"/>
              </p:cNvSpPr>
              <p:nvPr/>
            </p:nvSpPr>
            <p:spPr bwMode="auto">
              <a:xfrm>
                <a:off x="5977491" y="3129683"/>
                <a:ext cx="54811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2" name="Line 103">
                <a:extLst>
                  <a:ext uri="{FF2B5EF4-FFF2-40B4-BE49-F238E27FC236}">
                    <a16:creationId xmlns:a16="http://schemas.microsoft.com/office/drawing/2014/main" id="{3EED23C3-32EE-4EE0-8D1B-3B134CEF81C4}"/>
                  </a:ext>
                </a:extLst>
              </p:cNvPr>
              <p:cNvSpPr>
                <a:spLocks noChangeShapeType="1"/>
              </p:cNvSpPr>
              <p:nvPr/>
            </p:nvSpPr>
            <p:spPr bwMode="auto">
              <a:xfrm>
                <a:off x="6540598" y="2786067"/>
                <a:ext cx="108289" cy="34180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03" name="Line 104">
                <a:extLst>
                  <a:ext uri="{FF2B5EF4-FFF2-40B4-BE49-F238E27FC236}">
                    <a16:creationId xmlns:a16="http://schemas.microsoft.com/office/drawing/2014/main" id="{1693D30B-481F-4EB1-AFD3-A38F6EF9048E}"/>
                  </a:ext>
                </a:extLst>
              </p:cNvPr>
              <p:cNvSpPr>
                <a:spLocks noChangeShapeType="1"/>
              </p:cNvSpPr>
              <p:nvPr/>
            </p:nvSpPr>
            <p:spPr bwMode="auto">
              <a:xfrm flipH="1">
                <a:off x="6525603" y="2771599"/>
                <a:ext cx="121618" cy="36531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6" name="Line 117">
                <a:extLst>
                  <a:ext uri="{FF2B5EF4-FFF2-40B4-BE49-F238E27FC236}">
                    <a16:creationId xmlns:a16="http://schemas.microsoft.com/office/drawing/2014/main" id="{3E65402F-AE33-4694-B569-CFE2773856E3}"/>
                  </a:ext>
                </a:extLst>
              </p:cNvPr>
              <p:cNvSpPr>
                <a:spLocks noChangeShapeType="1"/>
              </p:cNvSpPr>
              <p:nvPr/>
            </p:nvSpPr>
            <p:spPr bwMode="auto">
              <a:xfrm>
                <a:off x="1782509" y="3339470"/>
                <a:ext cx="100626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7" name="Line 118">
                <a:extLst>
                  <a:ext uri="{FF2B5EF4-FFF2-40B4-BE49-F238E27FC236}">
                    <a16:creationId xmlns:a16="http://schemas.microsoft.com/office/drawing/2014/main" id="{D79233DF-DF3E-4D4E-8885-9569410E08F2}"/>
                  </a:ext>
                </a:extLst>
              </p:cNvPr>
              <p:cNvSpPr>
                <a:spLocks noChangeShapeType="1"/>
              </p:cNvSpPr>
              <p:nvPr/>
            </p:nvSpPr>
            <p:spPr bwMode="auto">
              <a:xfrm>
                <a:off x="1940778" y="3699363"/>
                <a:ext cx="630913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8" name="Line 119">
                <a:extLst>
                  <a:ext uri="{FF2B5EF4-FFF2-40B4-BE49-F238E27FC236}">
                    <a16:creationId xmlns:a16="http://schemas.microsoft.com/office/drawing/2014/main" id="{26221F14-76C5-44C1-AD23-64EFEAA42CCE}"/>
                  </a:ext>
                </a:extLst>
              </p:cNvPr>
              <p:cNvSpPr>
                <a:spLocks noChangeShapeType="1"/>
              </p:cNvSpPr>
              <p:nvPr/>
            </p:nvSpPr>
            <p:spPr bwMode="auto">
              <a:xfrm flipH="1">
                <a:off x="2998687" y="3332236"/>
                <a:ext cx="119952" cy="37617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19" name="Line 120">
                <a:extLst>
                  <a:ext uri="{FF2B5EF4-FFF2-40B4-BE49-F238E27FC236}">
                    <a16:creationId xmlns:a16="http://schemas.microsoft.com/office/drawing/2014/main" id="{CEEB3090-2ED4-4EEB-936B-E9CFD4002232}"/>
                  </a:ext>
                </a:extLst>
              </p:cNvPr>
              <p:cNvSpPr>
                <a:spLocks noChangeShapeType="1"/>
              </p:cNvSpPr>
              <p:nvPr/>
            </p:nvSpPr>
            <p:spPr bwMode="auto">
              <a:xfrm>
                <a:off x="2783773" y="3332236"/>
                <a:ext cx="114954" cy="36531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23" name="Line 124">
                <a:extLst>
                  <a:ext uri="{FF2B5EF4-FFF2-40B4-BE49-F238E27FC236}">
                    <a16:creationId xmlns:a16="http://schemas.microsoft.com/office/drawing/2014/main" id="{1B62E804-0C3F-49B1-B46C-124AEE0B4C5E}"/>
                  </a:ext>
                </a:extLst>
              </p:cNvPr>
              <p:cNvSpPr>
                <a:spLocks noChangeShapeType="1"/>
              </p:cNvSpPr>
              <p:nvPr/>
            </p:nvSpPr>
            <p:spPr bwMode="auto">
              <a:xfrm flipH="1">
                <a:off x="8021669" y="2775216"/>
                <a:ext cx="121618" cy="36531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24" name="Line 125">
                <a:extLst>
                  <a:ext uri="{FF2B5EF4-FFF2-40B4-BE49-F238E27FC236}">
                    <a16:creationId xmlns:a16="http://schemas.microsoft.com/office/drawing/2014/main" id="{AD7B29E4-EEC3-4674-B19B-AA57D6C05DA9}"/>
                  </a:ext>
                </a:extLst>
              </p:cNvPr>
              <p:cNvSpPr>
                <a:spLocks noChangeShapeType="1"/>
              </p:cNvSpPr>
              <p:nvPr/>
            </p:nvSpPr>
            <p:spPr bwMode="auto">
              <a:xfrm>
                <a:off x="3115307" y="3350321"/>
                <a:ext cx="114454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1" name="Line 132">
                <a:extLst>
                  <a:ext uri="{FF2B5EF4-FFF2-40B4-BE49-F238E27FC236}">
                    <a16:creationId xmlns:a16="http://schemas.microsoft.com/office/drawing/2014/main" id="{94D8FC1F-B6E1-40D8-891D-8E9742981B7B}"/>
                  </a:ext>
                </a:extLst>
              </p:cNvPr>
              <p:cNvSpPr>
                <a:spLocks noChangeShapeType="1"/>
              </p:cNvSpPr>
              <p:nvPr/>
            </p:nvSpPr>
            <p:spPr bwMode="auto">
              <a:xfrm flipH="1">
                <a:off x="4456434" y="3361172"/>
                <a:ext cx="121618"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2" name="Line 133">
                <a:extLst>
                  <a:ext uri="{FF2B5EF4-FFF2-40B4-BE49-F238E27FC236}">
                    <a16:creationId xmlns:a16="http://schemas.microsoft.com/office/drawing/2014/main" id="{6E289E17-2791-4BED-8765-7C6176F7ABF0}"/>
                  </a:ext>
                </a:extLst>
              </p:cNvPr>
              <p:cNvSpPr>
                <a:spLocks noChangeShapeType="1"/>
              </p:cNvSpPr>
              <p:nvPr/>
            </p:nvSpPr>
            <p:spPr bwMode="auto">
              <a:xfrm>
                <a:off x="4578053" y="3343087"/>
                <a:ext cx="36485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6" name="Line 137">
                <a:extLst>
                  <a:ext uri="{FF2B5EF4-FFF2-40B4-BE49-F238E27FC236}">
                    <a16:creationId xmlns:a16="http://schemas.microsoft.com/office/drawing/2014/main" id="{D9104DDC-00D2-452D-801D-17830A3774D8}"/>
                  </a:ext>
                </a:extLst>
              </p:cNvPr>
              <p:cNvSpPr>
                <a:spLocks noChangeShapeType="1"/>
              </p:cNvSpPr>
              <p:nvPr/>
            </p:nvSpPr>
            <p:spPr bwMode="auto">
              <a:xfrm>
                <a:off x="5292765" y="3348512"/>
                <a:ext cx="41150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8" name="Line 139">
                <a:extLst>
                  <a:ext uri="{FF2B5EF4-FFF2-40B4-BE49-F238E27FC236}">
                    <a16:creationId xmlns:a16="http://schemas.microsoft.com/office/drawing/2014/main" id="{63E5A66F-4769-4731-B54B-B3FDFB73220D}"/>
                  </a:ext>
                </a:extLst>
              </p:cNvPr>
              <p:cNvSpPr>
                <a:spLocks noChangeShapeType="1"/>
              </p:cNvSpPr>
              <p:nvPr/>
            </p:nvSpPr>
            <p:spPr bwMode="auto">
              <a:xfrm flipH="1">
                <a:off x="5932508" y="3359363"/>
                <a:ext cx="121618"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39" name="Line 140">
                <a:extLst>
                  <a:ext uri="{FF2B5EF4-FFF2-40B4-BE49-F238E27FC236}">
                    <a16:creationId xmlns:a16="http://schemas.microsoft.com/office/drawing/2014/main" id="{1AA7AA03-25F8-4BD7-8FBB-964A2BF5D8BE}"/>
                  </a:ext>
                </a:extLst>
              </p:cNvPr>
              <p:cNvSpPr>
                <a:spLocks noChangeShapeType="1"/>
              </p:cNvSpPr>
              <p:nvPr/>
            </p:nvSpPr>
            <p:spPr bwMode="auto">
              <a:xfrm>
                <a:off x="5690939" y="3348512"/>
                <a:ext cx="116620"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0" name="Line 141">
                <a:extLst>
                  <a:ext uri="{FF2B5EF4-FFF2-40B4-BE49-F238E27FC236}">
                    <a16:creationId xmlns:a16="http://schemas.microsoft.com/office/drawing/2014/main" id="{BC088662-FB1B-4F60-BC64-967E28079879}"/>
                  </a:ext>
                </a:extLst>
              </p:cNvPr>
              <p:cNvSpPr>
                <a:spLocks noChangeShapeType="1"/>
              </p:cNvSpPr>
              <p:nvPr/>
            </p:nvSpPr>
            <p:spPr bwMode="auto">
              <a:xfrm>
                <a:off x="6052460" y="3355746"/>
                <a:ext cx="117119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2" name="Line 145">
                <a:extLst>
                  <a:ext uri="{FF2B5EF4-FFF2-40B4-BE49-F238E27FC236}">
                    <a16:creationId xmlns:a16="http://schemas.microsoft.com/office/drawing/2014/main" id="{DB1ECCC2-8F23-4DF0-ADAC-EEE52D093638}"/>
                  </a:ext>
                </a:extLst>
              </p:cNvPr>
              <p:cNvSpPr>
                <a:spLocks noChangeShapeType="1"/>
              </p:cNvSpPr>
              <p:nvPr/>
            </p:nvSpPr>
            <p:spPr bwMode="auto">
              <a:xfrm>
                <a:off x="1812497" y="4444468"/>
                <a:ext cx="36485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3" name="Line 146">
                <a:extLst>
                  <a:ext uri="{FF2B5EF4-FFF2-40B4-BE49-F238E27FC236}">
                    <a16:creationId xmlns:a16="http://schemas.microsoft.com/office/drawing/2014/main" id="{1A109E14-F86D-4B87-A77F-075A12C52577}"/>
                  </a:ext>
                </a:extLst>
              </p:cNvPr>
              <p:cNvSpPr>
                <a:spLocks noChangeShapeType="1"/>
              </p:cNvSpPr>
              <p:nvPr/>
            </p:nvSpPr>
            <p:spPr bwMode="auto">
              <a:xfrm>
                <a:off x="1794171" y="4791701"/>
                <a:ext cx="364854"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4" name="Line 147">
                <a:extLst>
                  <a:ext uri="{FF2B5EF4-FFF2-40B4-BE49-F238E27FC236}">
                    <a16:creationId xmlns:a16="http://schemas.microsoft.com/office/drawing/2014/main" id="{81D26C9C-F39B-43A8-AF40-C8DEB8947985}"/>
                  </a:ext>
                </a:extLst>
              </p:cNvPr>
              <p:cNvSpPr>
                <a:spLocks noChangeShapeType="1"/>
              </p:cNvSpPr>
              <p:nvPr/>
            </p:nvSpPr>
            <p:spPr bwMode="auto">
              <a:xfrm flipH="1">
                <a:off x="2145697" y="4433617"/>
                <a:ext cx="169932" cy="35446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5" name="Line 148">
                <a:extLst>
                  <a:ext uri="{FF2B5EF4-FFF2-40B4-BE49-F238E27FC236}">
                    <a16:creationId xmlns:a16="http://schemas.microsoft.com/office/drawing/2014/main" id="{A5D683B7-41C2-400C-86CE-06F1F7E0E9F9}"/>
                  </a:ext>
                </a:extLst>
              </p:cNvPr>
              <p:cNvSpPr>
                <a:spLocks noChangeShapeType="1"/>
              </p:cNvSpPr>
              <p:nvPr/>
            </p:nvSpPr>
            <p:spPr bwMode="auto">
              <a:xfrm>
                <a:off x="2169020" y="4444468"/>
                <a:ext cx="119952"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6" name="Line 149">
                <a:extLst>
                  <a:ext uri="{FF2B5EF4-FFF2-40B4-BE49-F238E27FC236}">
                    <a16:creationId xmlns:a16="http://schemas.microsoft.com/office/drawing/2014/main" id="{7984E1EA-044C-4DF0-9325-72CA93467210}"/>
                  </a:ext>
                </a:extLst>
              </p:cNvPr>
              <p:cNvSpPr>
                <a:spLocks noChangeShapeType="1"/>
              </p:cNvSpPr>
              <p:nvPr/>
            </p:nvSpPr>
            <p:spPr bwMode="auto">
              <a:xfrm>
                <a:off x="2328956" y="4442660"/>
                <a:ext cx="57810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7" name="Line 150">
                <a:extLst>
                  <a:ext uri="{FF2B5EF4-FFF2-40B4-BE49-F238E27FC236}">
                    <a16:creationId xmlns:a16="http://schemas.microsoft.com/office/drawing/2014/main" id="{D48E67AD-C06F-4C0D-8D12-ACC1D03CC8C8}"/>
                  </a:ext>
                </a:extLst>
              </p:cNvPr>
              <p:cNvSpPr>
                <a:spLocks noChangeShapeType="1"/>
              </p:cNvSpPr>
              <p:nvPr/>
            </p:nvSpPr>
            <p:spPr bwMode="auto">
              <a:xfrm>
                <a:off x="2282308" y="4780850"/>
                <a:ext cx="61308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8" name="Line 151">
                <a:extLst>
                  <a:ext uri="{FF2B5EF4-FFF2-40B4-BE49-F238E27FC236}">
                    <a16:creationId xmlns:a16="http://schemas.microsoft.com/office/drawing/2014/main" id="{A60E4F3A-225A-41C7-8474-3951D522CDD1}"/>
                  </a:ext>
                </a:extLst>
              </p:cNvPr>
              <p:cNvSpPr>
                <a:spLocks noChangeShapeType="1"/>
              </p:cNvSpPr>
              <p:nvPr/>
            </p:nvSpPr>
            <p:spPr bwMode="auto">
              <a:xfrm>
                <a:off x="2897061" y="4444468"/>
                <a:ext cx="119952"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49" name="Line 152">
                <a:extLst>
                  <a:ext uri="{FF2B5EF4-FFF2-40B4-BE49-F238E27FC236}">
                    <a16:creationId xmlns:a16="http://schemas.microsoft.com/office/drawing/2014/main" id="{3C981B92-73EE-4C94-AF35-072912308FBF}"/>
                  </a:ext>
                </a:extLst>
              </p:cNvPr>
              <p:cNvSpPr>
                <a:spLocks noChangeShapeType="1"/>
              </p:cNvSpPr>
              <p:nvPr/>
            </p:nvSpPr>
            <p:spPr bwMode="auto">
              <a:xfrm flipH="1">
                <a:off x="2907057" y="4455319"/>
                <a:ext cx="119952"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0" name="Line 153">
                <a:extLst>
                  <a:ext uri="{FF2B5EF4-FFF2-40B4-BE49-F238E27FC236}">
                    <a16:creationId xmlns:a16="http://schemas.microsoft.com/office/drawing/2014/main" id="{DC0A9D70-CA1B-408F-A959-D57A9FFC1991}"/>
                  </a:ext>
                </a:extLst>
              </p:cNvPr>
              <p:cNvSpPr>
                <a:spLocks noChangeShapeType="1"/>
              </p:cNvSpPr>
              <p:nvPr/>
            </p:nvSpPr>
            <p:spPr bwMode="auto">
              <a:xfrm>
                <a:off x="3023677" y="4442660"/>
                <a:ext cx="60309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1" name="Line 154">
                <a:extLst>
                  <a:ext uri="{FF2B5EF4-FFF2-40B4-BE49-F238E27FC236}">
                    <a16:creationId xmlns:a16="http://schemas.microsoft.com/office/drawing/2014/main" id="{18D644D3-E801-4E30-9A24-8F985D9AD12D}"/>
                  </a:ext>
                </a:extLst>
              </p:cNvPr>
              <p:cNvSpPr>
                <a:spLocks noChangeShapeType="1"/>
              </p:cNvSpPr>
              <p:nvPr/>
            </p:nvSpPr>
            <p:spPr bwMode="auto">
              <a:xfrm>
                <a:off x="3027009" y="4793510"/>
                <a:ext cx="60142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2" name="Line 155">
                <a:extLst>
                  <a:ext uri="{FF2B5EF4-FFF2-40B4-BE49-F238E27FC236}">
                    <a16:creationId xmlns:a16="http://schemas.microsoft.com/office/drawing/2014/main" id="{F25C4958-9A36-416D-A376-0EE0FE41E796}"/>
                  </a:ext>
                </a:extLst>
              </p:cNvPr>
              <p:cNvSpPr>
                <a:spLocks noChangeShapeType="1"/>
              </p:cNvSpPr>
              <p:nvPr/>
            </p:nvSpPr>
            <p:spPr bwMode="auto">
              <a:xfrm>
                <a:off x="3623436" y="4433617"/>
                <a:ext cx="166600" cy="36712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3" name="Line 156">
                <a:extLst>
                  <a:ext uri="{FF2B5EF4-FFF2-40B4-BE49-F238E27FC236}">
                    <a16:creationId xmlns:a16="http://schemas.microsoft.com/office/drawing/2014/main" id="{2FBC5CF3-58D3-4E58-893E-3FC3A2734EBD}"/>
                  </a:ext>
                </a:extLst>
              </p:cNvPr>
              <p:cNvSpPr>
                <a:spLocks noChangeShapeType="1"/>
              </p:cNvSpPr>
              <p:nvPr/>
            </p:nvSpPr>
            <p:spPr bwMode="auto">
              <a:xfrm flipH="1">
                <a:off x="3628434" y="4446277"/>
                <a:ext cx="121617" cy="36531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4" name="Line 157">
                <a:extLst>
                  <a:ext uri="{FF2B5EF4-FFF2-40B4-BE49-F238E27FC236}">
                    <a16:creationId xmlns:a16="http://schemas.microsoft.com/office/drawing/2014/main" id="{3CFD14FA-4B93-4761-8ABF-2F2D1DDB7707}"/>
                  </a:ext>
                </a:extLst>
              </p:cNvPr>
              <p:cNvSpPr>
                <a:spLocks noChangeShapeType="1"/>
              </p:cNvSpPr>
              <p:nvPr/>
            </p:nvSpPr>
            <p:spPr bwMode="auto">
              <a:xfrm>
                <a:off x="3758382" y="4462553"/>
                <a:ext cx="59476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5" name="Line 158">
                <a:extLst>
                  <a:ext uri="{FF2B5EF4-FFF2-40B4-BE49-F238E27FC236}">
                    <a16:creationId xmlns:a16="http://schemas.microsoft.com/office/drawing/2014/main" id="{EA2FFB43-862E-426C-B720-CC9AD11BCE4F}"/>
                  </a:ext>
                </a:extLst>
              </p:cNvPr>
              <p:cNvSpPr>
                <a:spLocks noChangeShapeType="1"/>
              </p:cNvSpPr>
              <p:nvPr/>
            </p:nvSpPr>
            <p:spPr bwMode="auto">
              <a:xfrm>
                <a:off x="3795034" y="4800744"/>
                <a:ext cx="549779"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6" name="Line 159">
                <a:extLst>
                  <a:ext uri="{FF2B5EF4-FFF2-40B4-BE49-F238E27FC236}">
                    <a16:creationId xmlns:a16="http://schemas.microsoft.com/office/drawing/2014/main" id="{B499F98D-84B3-4E08-A2D2-DABCE12D7C67}"/>
                  </a:ext>
                </a:extLst>
              </p:cNvPr>
              <p:cNvSpPr>
                <a:spLocks noChangeShapeType="1"/>
              </p:cNvSpPr>
              <p:nvPr/>
            </p:nvSpPr>
            <p:spPr bwMode="auto">
              <a:xfrm>
                <a:off x="4364805" y="4466170"/>
                <a:ext cx="139944" cy="338191"/>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7" name="Line 160">
                <a:extLst>
                  <a:ext uri="{FF2B5EF4-FFF2-40B4-BE49-F238E27FC236}">
                    <a16:creationId xmlns:a16="http://schemas.microsoft.com/office/drawing/2014/main" id="{A7E6566B-780C-498B-B225-05D68B8535E4}"/>
                  </a:ext>
                </a:extLst>
              </p:cNvPr>
              <p:cNvSpPr>
                <a:spLocks noChangeShapeType="1"/>
              </p:cNvSpPr>
              <p:nvPr/>
            </p:nvSpPr>
            <p:spPr bwMode="auto">
              <a:xfrm flipH="1">
                <a:off x="4346479" y="4439043"/>
                <a:ext cx="168266" cy="37617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8" name="Line 161">
                <a:extLst>
                  <a:ext uri="{FF2B5EF4-FFF2-40B4-BE49-F238E27FC236}">
                    <a16:creationId xmlns:a16="http://schemas.microsoft.com/office/drawing/2014/main" id="{E77A2740-BC16-4855-ABFE-5B4F5C92E79C}"/>
                  </a:ext>
                </a:extLst>
              </p:cNvPr>
              <p:cNvSpPr>
                <a:spLocks noChangeShapeType="1"/>
              </p:cNvSpPr>
              <p:nvPr/>
            </p:nvSpPr>
            <p:spPr bwMode="auto">
              <a:xfrm>
                <a:off x="4518077" y="4455319"/>
                <a:ext cx="549779"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59" name="Line 162">
                <a:extLst>
                  <a:ext uri="{FF2B5EF4-FFF2-40B4-BE49-F238E27FC236}">
                    <a16:creationId xmlns:a16="http://schemas.microsoft.com/office/drawing/2014/main" id="{603759BE-ADF8-4568-86F8-AD629549CFCD}"/>
                  </a:ext>
                </a:extLst>
              </p:cNvPr>
              <p:cNvSpPr>
                <a:spLocks noChangeShapeType="1"/>
              </p:cNvSpPr>
              <p:nvPr/>
            </p:nvSpPr>
            <p:spPr bwMode="auto">
              <a:xfrm>
                <a:off x="4514745" y="4788084"/>
                <a:ext cx="54811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0" name="Line 163">
                <a:extLst>
                  <a:ext uri="{FF2B5EF4-FFF2-40B4-BE49-F238E27FC236}">
                    <a16:creationId xmlns:a16="http://schemas.microsoft.com/office/drawing/2014/main" id="{4BCAEA4E-333C-4B83-BA48-FC3286422E58}"/>
                  </a:ext>
                </a:extLst>
              </p:cNvPr>
              <p:cNvSpPr>
                <a:spLocks noChangeShapeType="1"/>
              </p:cNvSpPr>
              <p:nvPr/>
            </p:nvSpPr>
            <p:spPr bwMode="auto">
              <a:xfrm flipH="1">
                <a:off x="5031204" y="4451702"/>
                <a:ext cx="208249" cy="34904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1" name="Line 164">
                <a:extLst>
                  <a:ext uri="{FF2B5EF4-FFF2-40B4-BE49-F238E27FC236}">
                    <a16:creationId xmlns:a16="http://schemas.microsoft.com/office/drawing/2014/main" id="{96ED17A1-A90E-48D2-B23A-4311BD679672}"/>
                  </a:ext>
                </a:extLst>
              </p:cNvPr>
              <p:cNvSpPr>
                <a:spLocks noChangeShapeType="1"/>
              </p:cNvSpPr>
              <p:nvPr/>
            </p:nvSpPr>
            <p:spPr bwMode="auto">
              <a:xfrm>
                <a:off x="5066189" y="4462553"/>
                <a:ext cx="139944" cy="35446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2" name="Line 165">
                <a:extLst>
                  <a:ext uri="{FF2B5EF4-FFF2-40B4-BE49-F238E27FC236}">
                    <a16:creationId xmlns:a16="http://schemas.microsoft.com/office/drawing/2014/main" id="{CE1375C3-4F54-4E6B-BD59-148103979F69}"/>
                  </a:ext>
                </a:extLst>
              </p:cNvPr>
              <p:cNvSpPr>
                <a:spLocks noChangeShapeType="1"/>
              </p:cNvSpPr>
              <p:nvPr/>
            </p:nvSpPr>
            <p:spPr bwMode="auto">
              <a:xfrm>
                <a:off x="5241120" y="4460745"/>
                <a:ext cx="549779"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3" name="Line 166">
                <a:extLst>
                  <a:ext uri="{FF2B5EF4-FFF2-40B4-BE49-F238E27FC236}">
                    <a16:creationId xmlns:a16="http://schemas.microsoft.com/office/drawing/2014/main" id="{6226CF95-4BCB-446C-AEE7-BDDE18BA3D1D}"/>
                  </a:ext>
                </a:extLst>
              </p:cNvPr>
              <p:cNvSpPr>
                <a:spLocks noChangeShapeType="1"/>
              </p:cNvSpPr>
              <p:nvPr/>
            </p:nvSpPr>
            <p:spPr bwMode="auto">
              <a:xfrm>
                <a:off x="5217796" y="4806169"/>
                <a:ext cx="56977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4" name="Line 167">
                <a:extLst>
                  <a:ext uri="{FF2B5EF4-FFF2-40B4-BE49-F238E27FC236}">
                    <a16:creationId xmlns:a16="http://schemas.microsoft.com/office/drawing/2014/main" id="{5200FC75-1479-482C-80A0-4CF585F06D34}"/>
                  </a:ext>
                </a:extLst>
              </p:cNvPr>
              <p:cNvSpPr>
                <a:spLocks noChangeShapeType="1"/>
              </p:cNvSpPr>
              <p:nvPr/>
            </p:nvSpPr>
            <p:spPr bwMode="auto">
              <a:xfrm flipH="1">
                <a:off x="5799228" y="4449894"/>
                <a:ext cx="121618" cy="36531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5" name="Line 168">
                <a:extLst>
                  <a:ext uri="{FF2B5EF4-FFF2-40B4-BE49-F238E27FC236}">
                    <a16:creationId xmlns:a16="http://schemas.microsoft.com/office/drawing/2014/main" id="{7487A84E-8E33-47D0-8EB7-B6606013F5D3}"/>
                  </a:ext>
                </a:extLst>
              </p:cNvPr>
              <p:cNvSpPr>
                <a:spLocks noChangeShapeType="1"/>
              </p:cNvSpPr>
              <p:nvPr/>
            </p:nvSpPr>
            <p:spPr bwMode="auto">
              <a:xfrm>
                <a:off x="5805892" y="4460745"/>
                <a:ext cx="116620" cy="32914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6" name="Line 169">
                <a:extLst>
                  <a:ext uri="{FF2B5EF4-FFF2-40B4-BE49-F238E27FC236}">
                    <a16:creationId xmlns:a16="http://schemas.microsoft.com/office/drawing/2014/main" id="{F9495567-D4A6-497C-8CC2-A53A4556F9CE}"/>
                  </a:ext>
                </a:extLst>
              </p:cNvPr>
              <p:cNvSpPr>
                <a:spLocks noChangeShapeType="1"/>
              </p:cNvSpPr>
              <p:nvPr/>
            </p:nvSpPr>
            <p:spPr bwMode="auto">
              <a:xfrm>
                <a:off x="5940839" y="4467979"/>
                <a:ext cx="60309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67" name="Line 170">
                <a:extLst>
                  <a:ext uri="{FF2B5EF4-FFF2-40B4-BE49-F238E27FC236}">
                    <a16:creationId xmlns:a16="http://schemas.microsoft.com/office/drawing/2014/main" id="{EAB627DC-3DDE-44F2-A825-55C1000CDB0F}"/>
                  </a:ext>
                </a:extLst>
              </p:cNvPr>
              <p:cNvSpPr>
                <a:spLocks noChangeShapeType="1"/>
              </p:cNvSpPr>
              <p:nvPr/>
            </p:nvSpPr>
            <p:spPr bwMode="auto">
              <a:xfrm>
                <a:off x="5930843" y="4798935"/>
                <a:ext cx="60309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670" name="Text Box 175">
                <a:extLst>
                  <a:ext uri="{FF2B5EF4-FFF2-40B4-BE49-F238E27FC236}">
                    <a16:creationId xmlns:a16="http://schemas.microsoft.com/office/drawing/2014/main" id="{5C3DA427-E004-4166-A9E5-F58D01A917B4}"/>
                  </a:ext>
                </a:extLst>
              </p:cNvPr>
              <p:cNvSpPr txBox="1">
                <a:spLocks noChangeArrowheads="1"/>
              </p:cNvSpPr>
              <p:nvPr/>
            </p:nvSpPr>
            <p:spPr bwMode="auto">
              <a:xfrm>
                <a:off x="1146098" y="1239792"/>
                <a:ext cx="892975" cy="318297"/>
              </a:xfrm>
              <a:prstGeom prst="rect">
                <a:avLst/>
              </a:prstGeom>
              <a:noFill/>
              <a:ln w="25400">
                <a:noFill/>
                <a:miter lim="800000"/>
                <a:headEnd/>
                <a:tailEnd/>
              </a:ln>
            </p:spPr>
            <p:txBody>
              <a:bodyPr/>
              <a:lstStyle/>
              <a:p>
                <a:pPr>
                  <a:defRPr/>
                </a:pPr>
                <a:r>
                  <a:rPr lang="en-US" sz="1400">
                    <a:latin typeface="+mj-lt"/>
                  </a:rPr>
                  <a:t>CLK</a:t>
                </a:r>
              </a:p>
            </p:txBody>
          </p:sp>
          <p:sp>
            <p:nvSpPr>
              <p:cNvPr id="21671" name="Text Box 176">
                <a:extLst>
                  <a:ext uri="{FF2B5EF4-FFF2-40B4-BE49-F238E27FC236}">
                    <a16:creationId xmlns:a16="http://schemas.microsoft.com/office/drawing/2014/main" id="{00FDB01E-E9EF-4F8A-B261-1BB59CBACF62}"/>
                  </a:ext>
                </a:extLst>
              </p:cNvPr>
              <p:cNvSpPr txBox="1">
                <a:spLocks noChangeArrowheads="1"/>
              </p:cNvSpPr>
              <p:nvPr/>
            </p:nvSpPr>
            <p:spPr bwMode="auto">
              <a:xfrm>
                <a:off x="916190" y="1643090"/>
                <a:ext cx="872983" cy="461169"/>
              </a:xfrm>
              <a:prstGeom prst="rect">
                <a:avLst/>
              </a:prstGeom>
              <a:noFill/>
              <a:ln w="25400">
                <a:noFill/>
                <a:miter lim="800000"/>
                <a:headEnd/>
                <a:tailEnd/>
              </a:ln>
            </p:spPr>
            <p:txBody>
              <a:bodyPr/>
              <a:lstStyle/>
              <a:p>
                <a:pPr>
                  <a:defRPr/>
                </a:pPr>
                <a:r>
                  <a:rPr lang="en-US" sz="1400">
                    <a:latin typeface="+mj-lt"/>
                  </a:rPr>
                  <a:t>CS,</a:t>
                </a:r>
              </a:p>
              <a:p>
                <a:pPr>
                  <a:defRPr/>
                </a:pPr>
                <a:r>
                  <a:rPr lang="en-US" sz="1400">
                    <a:latin typeface="+mj-lt"/>
                  </a:rPr>
                  <a:t>ADDR</a:t>
                </a:r>
              </a:p>
            </p:txBody>
          </p:sp>
          <p:sp>
            <p:nvSpPr>
              <p:cNvPr id="21672" name="Text Box 177">
                <a:extLst>
                  <a:ext uri="{FF2B5EF4-FFF2-40B4-BE49-F238E27FC236}">
                    <a16:creationId xmlns:a16="http://schemas.microsoft.com/office/drawing/2014/main" id="{3BF50AD4-309A-4ADB-9B47-A595F599DF08}"/>
                  </a:ext>
                </a:extLst>
              </p:cNvPr>
              <p:cNvSpPr txBox="1">
                <a:spLocks noChangeArrowheads="1"/>
              </p:cNvSpPr>
              <p:nvPr/>
            </p:nvSpPr>
            <p:spPr bwMode="auto">
              <a:xfrm>
                <a:off x="861212" y="2236281"/>
                <a:ext cx="1122882" cy="461169"/>
              </a:xfrm>
              <a:prstGeom prst="rect">
                <a:avLst/>
              </a:prstGeom>
              <a:noFill/>
              <a:ln w="25400">
                <a:noFill/>
                <a:miter lim="800000"/>
                <a:headEnd/>
                <a:tailEnd/>
              </a:ln>
            </p:spPr>
            <p:txBody>
              <a:bodyPr/>
              <a:lstStyle/>
              <a:p>
                <a:pPr>
                  <a:defRPr/>
                </a:pPr>
                <a:r>
                  <a:rPr lang="en-US" sz="1400">
                    <a:latin typeface="+mj-lt"/>
                  </a:rPr>
                  <a:t>ADS_L</a:t>
                </a:r>
              </a:p>
            </p:txBody>
          </p:sp>
          <p:sp>
            <p:nvSpPr>
              <p:cNvPr id="21673" name="Text Box 178">
                <a:extLst>
                  <a:ext uri="{FF2B5EF4-FFF2-40B4-BE49-F238E27FC236}">
                    <a16:creationId xmlns:a16="http://schemas.microsoft.com/office/drawing/2014/main" id="{0B2C6C63-500D-4568-9AD6-72E930727644}"/>
                  </a:ext>
                </a:extLst>
              </p:cNvPr>
              <p:cNvSpPr txBox="1">
                <a:spLocks noChangeArrowheads="1"/>
              </p:cNvSpPr>
              <p:nvPr/>
            </p:nvSpPr>
            <p:spPr bwMode="auto">
              <a:xfrm>
                <a:off x="916190" y="2720961"/>
                <a:ext cx="1121216" cy="461169"/>
              </a:xfrm>
              <a:prstGeom prst="rect">
                <a:avLst/>
              </a:prstGeom>
              <a:noFill/>
              <a:ln w="25400">
                <a:noFill/>
                <a:miter lim="800000"/>
                <a:headEnd/>
                <a:tailEnd/>
              </a:ln>
            </p:spPr>
            <p:txBody>
              <a:bodyPr/>
              <a:lstStyle/>
              <a:p>
                <a:pPr>
                  <a:defRPr/>
                </a:pPr>
                <a:r>
                  <a:rPr lang="en-US" sz="1400">
                    <a:latin typeface="+mj-lt"/>
                  </a:rPr>
                  <a:t>AREG,</a:t>
                </a:r>
              </a:p>
              <a:p>
                <a:pPr>
                  <a:defRPr/>
                </a:pPr>
                <a:r>
                  <a:rPr lang="en-US" sz="1400">
                    <a:latin typeface="+mj-lt"/>
                  </a:rPr>
                  <a:t>CREG</a:t>
                </a:r>
              </a:p>
            </p:txBody>
          </p:sp>
          <p:sp>
            <p:nvSpPr>
              <p:cNvPr id="21674" name="Text Box 179">
                <a:extLst>
                  <a:ext uri="{FF2B5EF4-FFF2-40B4-BE49-F238E27FC236}">
                    <a16:creationId xmlns:a16="http://schemas.microsoft.com/office/drawing/2014/main" id="{9E32DA35-1062-4451-9CD9-59E3EC475B8B}"/>
                  </a:ext>
                </a:extLst>
              </p:cNvPr>
              <p:cNvSpPr txBox="1">
                <a:spLocks noChangeArrowheads="1"/>
              </p:cNvSpPr>
              <p:nvPr/>
            </p:nvSpPr>
            <p:spPr bwMode="auto">
              <a:xfrm>
                <a:off x="864544" y="3194790"/>
                <a:ext cx="942955" cy="459361"/>
              </a:xfrm>
              <a:prstGeom prst="rect">
                <a:avLst/>
              </a:prstGeom>
              <a:noFill/>
              <a:ln w="25400">
                <a:noFill/>
                <a:miter lim="800000"/>
                <a:headEnd/>
                <a:tailEnd/>
              </a:ln>
            </p:spPr>
            <p:txBody>
              <a:bodyPr/>
              <a:lstStyle/>
              <a:p>
                <a:pPr algn="ctr">
                  <a:defRPr/>
                </a:pPr>
                <a:r>
                  <a:rPr lang="en-US" sz="1400" dirty="0">
                    <a:latin typeface="+mj-lt"/>
                  </a:rPr>
                  <a:t>GW_L</a:t>
                </a:r>
              </a:p>
              <a:p>
                <a:pPr algn="ctr">
                  <a:defRPr/>
                </a:pPr>
                <a:endParaRPr lang="en-US" sz="1400" dirty="0">
                  <a:latin typeface="+mj-lt"/>
                </a:endParaRPr>
              </a:p>
            </p:txBody>
          </p:sp>
          <p:sp>
            <p:nvSpPr>
              <p:cNvPr id="21675" name="Text Box 180">
                <a:extLst>
                  <a:ext uri="{FF2B5EF4-FFF2-40B4-BE49-F238E27FC236}">
                    <a16:creationId xmlns:a16="http://schemas.microsoft.com/office/drawing/2014/main" id="{7B00DFA2-3EE9-4F5F-85C9-D6ADAC287AB4}"/>
                  </a:ext>
                </a:extLst>
              </p:cNvPr>
              <p:cNvSpPr txBox="1">
                <a:spLocks noChangeArrowheads="1"/>
              </p:cNvSpPr>
              <p:nvPr/>
            </p:nvSpPr>
            <p:spPr bwMode="auto">
              <a:xfrm>
                <a:off x="887868" y="3845852"/>
                <a:ext cx="1132878" cy="318297"/>
              </a:xfrm>
              <a:prstGeom prst="rect">
                <a:avLst/>
              </a:prstGeom>
              <a:noFill/>
              <a:ln w="25400">
                <a:noFill/>
                <a:miter lim="800000"/>
                <a:headEnd/>
                <a:tailEnd/>
              </a:ln>
            </p:spPr>
            <p:txBody>
              <a:bodyPr/>
              <a:lstStyle/>
              <a:p>
                <a:pPr>
                  <a:defRPr/>
                </a:pPr>
                <a:r>
                  <a:rPr lang="en-US" sz="1400" dirty="0">
                    <a:latin typeface="+mj-lt"/>
                  </a:rPr>
                  <a:t>DIO (in)</a:t>
                </a:r>
              </a:p>
              <a:p>
                <a:pPr>
                  <a:defRPr/>
                </a:pPr>
                <a:endParaRPr lang="en-US" sz="1400" dirty="0">
                  <a:latin typeface="+mj-lt"/>
                </a:endParaRPr>
              </a:p>
            </p:txBody>
          </p:sp>
          <p:sp>
            <p:nvSpPr>
              <p:cNvPr id="21676" name="Text Box 181">
                <a:extLst>
                  <a:ext uri="{FF2B5EF4-FFF2-40B4-BE49-F238E27FC236}">
                    <a16:creationId xmlns:a16="http://schemas.microsoft.com/office/drawing/2014/main" id="{3171E7ED-BCE8-4C7D-A05A-6D91D975C4FD}"/>
                  </a:ext>
                </a:extLst>
              </p:cNvPr>
              <p:cNvSpPr txBox="1">
                <a:spLocks noChangeArrowheads="1"/>
              </p:cNvSpPr>
              <p:nvPr/>
            </p:nvSpPr>
            <p:spPr bwMode="auto">
              <a:xfrm>
                <a:off x="2099049" y="1749791"/>
                <a:ext cx="399839" cy="314680"/>
              </a:xfrm>
              <a:prstGeom prst="rect">
                <a:avLst/>
              </a:prstGeom>
              <a:noFill/>
              <a:ln w="25400">
                <a:noFill/>
                <a:miter lim="800000"/>
                <a:headEnd/>
                <a:tailEnd/>
              </a:ln>
            </p:spPr>
            <p:txBody>
              <a:bodyPr/>
              <a:lstStyle/>
              <a:p>
                <a:pPr>
                  <a:defRPr/>
                </a:pPr>
                <a:r>
                  <a:rPr lang="en-US" sz="1400">
                    <a:latin typeface="+mj-lt"/>
                  </a:rPr>
                  <a:t>X</a:t>
                </a:r>
              </a:p>
            </p:txBody>
          </p:sp>
          <p:sp>
            <p:nvSpPr>
              <p:cNvPr id="21677" name="Text Box 182">
                <a:extLst>
                  <a:ext uri="{FF2B5EF4-FFF2-40B4-BE49-F238E27FC236}">
                    <a16:creationId xmlns:a16="http://schemas.microsoft.com/office/drawing/2014/main" id="{688548B2-F52D-46F3-AE7C-962196A29A5B}"/>
                  </a:ext>
                </a:extLst>
              </p:cNvPr>
              <p:cNvSpPr txBox="1">
                <a:spLocks noChangeArrowheads="1"/>
              </p:cNvSpPr>
              <p:nvPr/>
            </p:nvSpPr>
            <p:spPr bwMode="auto">
              <a:xfrm>
                <a:off x="3288571" y="1746174"/>
                <a:ext cx="398173" cy="318297"/>
              </a:xfrm>
              <a:prstGeom prst="rect">
                <a:avLst/>
              </a:prstGeom>
              <a:noFill/>
              <a:ln w="25400">
                <a:noFill/>
                <a:miter lim="800000"/>
                <a:headEnd/>
                <a:tailEnd/>
              </a:ln>
            </p:spPr>
            <p:txBody>
              <a:bodyPr/>
              <a:lstStyle/>
              <a:p>
                <a:pPr>
                  <a:defRPr/>
                </a:pPr>
                <a:r>
                  <a:rPr lang="en-US" sz="1400" dirty="0">
                    <a:latin typeface="+mj-lt"/>
                  </a:rPr>
                  <a:t>Y</a:t>
                </a:r>
              </a:p>
            </p:txBody>
          </p:sp>
          <p:sp>
            <p:nvSpPr>
              <p:cNvPr id="21679" name="Text Box 184">
                <a:extLst>
                  <a:ext uri="{FF2B5EF4-FFF2-40B4-BE49-F238E27FC236}">
                    <a16:creationId xmlns:a16="http://schemas.microsoft.com/office/drawing/2014/main" id="{13F7C329-037A-4636-9E48-4F65F692C390}"/>
                  </a:ext>
                </a:extLst>
              </p:cNvPr>
              <p:cNvSpPr txBox="1">
                <a:spLocks noChangeArrowheads="1"/>
              </p:cNvSpPr>
              <p:nvPr/>
            </p:nvSpPr>
            <p:spPr bwMode="auto">
              <a:xfrm>
                <a:off x="2152361" y="2285110"/>
                <a:ext cx="401505" cy="318297"/>
              </a:xfrm>
              <a:prstGeom prst="rect">
                <a:avLst/>
              </a:prstGeom>
              <a:noFill/>
              <a:ln w="25400">
                <a:noFill/>
                <a:miter lim="800000"/>
                <a:headEnd/>
                <a:tailEnd/>
              </a:ln>
            </p:spPr>
            <p:txBody>
              <a:bodyPr/>
              <a:lstStyle/>
              <a:p>
                <a:pPr>
                  <a:defRPr/>
                </a:pPr>
                <a:r>
                  <a:rPr lang="en-US" sz="1400">
                    <a:latin typeface="+mj-lt"/>
                  </a:rPr>
                  <a:t>X</a:t>
                </a:r>
              </a:p>
            </p:txBody>
          </p:sp>
          <p:sp>
            <p:nvSpPr>
              <p:cNvPr id="21680" name="Text Box 185">
                <a:extLst>
                  <a:ext uri="{FF2B5EF4-FFF2-40B4-BE49-F238E27FC236}">
                    <a16:creationId xmlns:a16="http://schemas.microsoft.com/office/drawing/2014/main" id="{B7E4997F-E980-454F-B4D8-732C5C1BA318}"/>
                  </a:ext>
                </a:extLst>
              </p:cNvPr>
              <p:cNvSpPr txBox="1">
                <a:spLocks noChangeArrowheads="1"/>
              </p:cNvSpPr>
              <p:nvPr/>
            </p:nvSpPr>
            <p:spPr bwMode="auto">
              <a:xfrm>
                <a:off x="3516812" y="2267025"/>
                <a:ext cx="398174" cy="273085"/>
              </a:xfrm>
              <a:prstGeom prst="rect">
                <a:avLst/>
              </a:prstGeom>
              <a:noFill/>
              <a:ln w="25400">
                <a:noFill/>
                <a:miter lim="800000"/>
                <a:headEnd/>
                <a:tailEnd/>
              </a:ln>
            </p:spPr>
            <p:txBody>
              <a:bodyPr/>
              <a:lstStyle/>
              <a:p>
                <a:pPr>
                  <a:defRPr/>
                </a:pPr>
                <a:r>
                  <a:rPr lang="en-US" sz="1400" dirty="0">
                    <a:latin typeface="+mj-lt"/>
                  </a:rPr>
                  <a:t>Y</a:t>
                </a:r>
              </a:p>
            </p:txBody>
          </p:sp>
          <p:sp>
            <p:nvSpPr>
              <p:cNvPr id="21681" name="Text Box 186">
                <a:extLst>
                  <a:ext uri="{FF2B5EF4-FFF2-40B4-BE49-F238E27FC236}">
                    <a16:creationId xmlns:a16="http://schemas.microsoft.com/office/drawing/2014/main" id="{83A5C62B-C09C-4148-B775-F169ADB2A552}"/>
                  </a:ext>
                </a:extLst>
              </p:cNvPr>
              <p:cNvSpPr txBox="1">
                <a:spLocks noChangeArrowheads="1"/>
              </p:cNvSpPr>
              <p:nvPr/>
            </p:nvSpPr>
            <p:spPr bwMode="auto">
              <a:xfrm>
                <a:off x="7092042" y="2800535"/>
                <a:ext cx="399839" cy="316488"/>
              </a:xfrm>
              <a:prstGeom prst="rect">
                <a:avLst/>
              </a:prstGeom>
              <a:noFill/>
              <a:ln w="25400">
                <a:noFill/>
                <a:miter lim="800000"/>
                <a:headEnd/>
                <a:tailEnd/>
              </a:ln>
            </p:spPr>
            <p:txBody>
              <a:bodyPr/>
              <a:lstStyle/>
              <a:p>
                <a:pPr>
                  <a:defRPr/>
                </a:pPr>
                <a:r>
                  <a:rPr lang="en-US" sz="1400" dirty="0">
                    <a:latin typeface="+mj-lt"/>
                  </a:rPr>
                  <a:t>Z</a:t>
                </a:r>
              </a:p>
            </p:txBody>
          </p:sp>
          <p:sp>
            <p:nvSpPr>
              <p:cNvPr id="21682" name="Text Box 187">
                <a:extLst>
                  <a:ext uri="{FF2B5EF4-FFF2-40B4-BE49-F238E27FC236}">
                    <a16:creationId xmlns:a16="http://schemas.microsoft.com/office/drawing/2014/main" id="{B1FBF838-7FA8-45EF-A572-505D6D3A8BB4}"/>
                  </a:ext>
                </a:extLst>
              </p:cNvPr>
              <p:cNvSpPr txBox="1">
                <a:spLocks noChangeArrowheads="1"/>
              </p:cNvSpPr>
              <p:nvPr/>
            </p:nvSpPr>
            <p:spPr bwMode="auto">
              <a:xfrm>
                <a:off x="2430582" y="2824045"/>
                <a:ext cx="396507" cy="255000"/>
              </a:xfrm>
              <a:prstGeom prst="rect">
                <a:avLst/>
              </a:prstGeom>
              <a:noFill/>
              <a:ln w="25400">
                <a:noFill/>
                <a:miter lim="800000"/>
                <a:headEnd/>
                <a:tailEnd/>
              </a:ln>
            </p:spPr>
            <p:txBody>
              <a:bodyPr/>
              <a:lstStyle/>
              <a:p>
                <a:pPr>
                  <a:defRPr/>
                </a:pPr>
                <a:r>
                  <a:rPr lang="en-US" sz="1400" dirty="0">
                    <a:latin typeface="+mj-lt"/>
                  </a:rPr>
                  <a:t>X</a:t>
                </a:r>
              </a:p>
            </p:txBody>
          </p:sp>
          <p:sp>
            <p:nvSpPr>
              <p:cNvPr id="21683" name="Text Box 188">
                <a:extLst>
                  <a:ext uri="{FF2B5EF4-FFF2-40B4-BE49-F238E27FC236}">
                    <a16:creationId xmlns:a16="http://schemas.microsoft.com/office/drawing/2014/main" id="{EDC57708-6A2F-4682-8DAC-9CFB691E3AA8}"/>
                  </a:ext>
                </a:extLst>
              </p:cNvPr>
              <p:cNvSpPr txBox="1">
                <a:spLocks noChangeArrowheads="1"/>
              </p:cNvSpPr>
              <p:nvPr/>
            </p:nvSpPr>
            <p:spPr bwMode="auto">
              <a:xfrm>
                <a:off x="3929979" y="2845747"/>
                <a:ext cx="396507" cy="318297"/>
              </a:xfrm>
              <a:prstGeom prst="rect">
                <a:avLst/>
              </a:prstGeom>
              <a:noFill/>
              <a:ln w="25400">
                <a:noFill/>
                <a:miter lim="800000"/>
                <a:headEnd/>
                <a:tailEnd/>
              </a:ln>
            </p:spPr>
            <p:txBody>
              <a:bodyPr/>
              <a:lstStyle/>
              <a:p>
                <a:pPr>
                  <a:defRPr/>
                </a:pPr>
                <a:r>
                  <a:rPr lang="en-US" sz="1400" dirty="0">
                    <a:latin typeface="+mj-lt"/>
                  </a:rPr>
                  <a:t>Y</a:t>
                </a:r>
              </a:p>
            </p:txBody>
          </p:sp>
          <p:sp>
            <p:nvSpPr>
              <p:cNvPr id="21684" name="Text Box 189">
                <a:extLst>
                  <a:ext uri="{FF2B5EF4-FFF2-40B4-BE49-F238E27FC236}">
                    <a16:creationId xmlns:a16="http://schemas.microsoft.com/office/drawing/2014/main" id="{7BCBFEE3-1BC6-4766-9A9A-0B27CF580120}"/>
                  </a:ext>
                </a:extLst>
              </p:cNvPr>
              <p:cNvSpPr txBox="1">
                <a:spLocks noChangeArrowheads="1"/>
              </p:cNvSpPr>
              <p:nvPr/>
            </p:nvSpPr>
            <p:spPr bwMode="auto">
              <a:xfrm>
                <a:off x="4358141" y="2578088"/>
                <a:ext cx="689723" cy="244149"/>
              </a:xfrm>
              <a:prstGeom prst="rect">
                <a:avLst/>
              </a:prstGeom>
              <a:noFill/>
              <a:ln w="25400">
                <a:noFill/>
                <a:miter lim="800000"/>
                <a:headEnd/>
                <a:tailEnd/>
              </a:ln>
            </p:spPr>
            <p:txBody>
              <a:bodyPr/>
              <a:lstStyle/>
              <a:p>
                <a:pPr>
                  <a:defRPr/>
                </a:pPr>
                <a:r>
                  <a:rPr lang="en-US" sz="1400" dirty="0">
                    <a:latin typeface="+mj-lt"/>
                  </a:rPr>
                  <a:t>Y+1</a:t>
                </a:r>
              </a:p>
            </p:txBody>
          </p:sp>
          <p:sp>
            <p:nvSpPr>
              <p:cNvPr id="21686" name="Text Box 191">
                <a:extLst>
                  <a:ext uri="{FF2B5EF4-FFF2-40B4-BE49-F238E27FC236}">
                    <a16:creationId xmlns:a16="http://schemas.microsoft.com/office/drawing/2014/main" id="{1A13D7A6-423F-4388-9238-E6CC942D0301}"/>
                  </a:ext>
                </a:extLst>
              </p:cNvPr>
              <p:cNvSpPr txBox="1">
                <a:spLocks noChangeArrowheads="1"/>
              </p:cNvSpPr>
              <p:nvPr/>
            </p:nvSpPr>
            <p:spPr bwMode="auto">
              <a:xfrm>
                <a:off x="5282769" y="2824045"/>
                <a:ext cx="691389" cy="236915"/>
              </a:xfrm>
              <a:prstGeom prst="rect">
                <a:avLst/>
              </a:prstGeom>
              <a:noFill/>
              <a:ln w="25400">
                <a:noFill/>
                <a:miter lim="800000"/>
                <a:headEnd/>
                <a:tailEnd/>
              </a:ln>
            </p:spPr>
            <p:txBody>
              <a:bodyPr/>
              <a:lstStyle/>
              <a:p>
                <a:pPr>
                  <a:defRPr/>
                </a:pPr>
                <a:r>
                  <a:rPr lang="en-US" sz="1400" dirty="0">
                    <a:latin typeface="+mj-lt"/>
                  </a:rPr>
                  <a:t>Y+1</a:t>
                </a:r>
              </a:p>
            </p:txBody>
          </p:sp>
          <p:sp>
            <p:nvSpPr>
              <p:cNvPr id="21687" name="Text Box 192">
                <a:extLst>
                  <a:ext uri="{FF2B5EF4-FFF2-40B4-BE49-F238E27FC236}">
                    <a16:creationId xmlns:a16="http://schemas.microsoft.com/office/drawing/2014/main" id="{AA5CAC3C-BE00-48AE-AF81-15E2D2EF38E6}"/>
                  </a:ext>
                </a:extLst>
              </p:cNvPr>
              <p:cNvSpPr txBox="1">
                <a:spLocks noChangeArrowheads="1"/>
              </p:cNvSpPr>
              <p:nvPr/>
            </p:nvSpPr>
            <p:spPr bwMode="auto">
              <a:xfrm>
                <a:off x="6017474" y="2805960"/>
                <a:ext cx="696387" cy="255000"/>
              </a:xfrm>
              <a:prstGeom prst="rect">
                <a:avLst/>
              </a:prstGeom>
              <a:noFill/>
              <a:ln w="25400">
                <a:noFill/>
                <a:miter lim="800000"/>
                <a:headEnd/>
                <a:tailEnd/>
              </a:ln>
            </p:spPr>
            <p:txBody>
              <a:bodyPr/>
              <a:lstStyle/>
              <a:p>
                <a:pPr>
                  <a:defRPr/>
                </a:pPr>
                <a:endParaRPr lang="en-US" sz="1400" dirty="0">
                  <a:latin typeface="+mj-lt"/>
                </a:endParaRPr>
              </a:p>
            </p:txBody>
          </p:sp>
          <p:sp>
            <p:nvSpPr>
              <p:cNvPr id="21688" name="Text Box 193">
                <a:extLst>
                  <a:ext uri="{FF2B5EF4-FFF2-40B4-BE49-F238E27FC236}">
                    <a16:creationId xmlns:a16="http://schemas.microsoft.com/office/drawing/2014/main" id="{171F4271-6293-4BEA-9EB7-EA7187112209}"/>
                  </a:ext>
                </a:extLst>
              </p:cNvPr>
              <p:cNvSpPr txBox="1">
                <a:spLocks noChangeArrowheads="1"/>
              </p:cNvSpPr>
              <p:nvPr/>
            </p:nvSpPr>
            <p:spPr bwMode="auto">
              <a:xfrm>
                <a:off x="2780441" y="3303300"/>
                <a:ext cx="399839" cy="320105"/>
              </a:xfrm>
              <a:prstGeom prst="rect">
                <a:avLst/>
              </a:prstGeom>
              <a:noFill/>
              <a:ln w="25400">
                <a:noFill/>
                <a:miter lim="800000"/>
                <a:headEnd/>
                <a:tailEnd/>
              </a:ln>
            </p:spPr>
            <p:txBody>
              <a:bodyPr/>
              <a:lstStyle/>
              <a:p>
                <a:pPr>
                  <a:defRPr/>
                </a:pPr>
                <a:r>
                  <a:rPr lang="en-US" sz="1400" dirty="0">
                    <a:latin typeface="+mj-lt"/>
                  </a:rPr>
                  <a:t>X</a:t>
                </a:r>
              </a:p>
            </p:txBody>
          </p:sp>
          <p:sp>
            <p:nvSpPr>
              <p:cNvPr id="21695" name="Text Box 200">
                <a:extLst>
                  <a:ext uri="{FF2B5EF4-FFF2-40B4-BE49-F238E27FC236}">
                    <a16:creationId xmlns:a16="http://schemas.microsoft.com/office/drawing/2014/main" id="{D926376C-EEC6-485C-AA35-88B79FB89C16}"/>
                  </a:ext>
                </a:extLst>
              </p:cNvPr>
              <p:cNvSpPr txBox="1">
                <a:spLocks noChangeArrowheads="1"/>
              </p:cNvSpPr>
              <p:nvPr/>
            </p:nvSpPr>
            <p:spPr bwMode="auto">
              <a:xfrm>
                <a:off x="3063661" y="4457128"/>
                <a:ext cx="401506" cy="320105"/>
              </a:xfrm>
              <a:prstGeom prst="rect">
                <a:avLst/>
              </a:prstGeom>
              <a:noFill/>
              <a:ln w="25400">
                <a:noFill/>
                <a:miter lim="800000"/>
                <a:headEnd/>
                <a:tailEnd/>
              </a:ln>
            </p:spPr>
            <p:txBody>
              <a:bodyPr/>
              <a:lstStyle/>
              <a:p>
                <a:pPr>
                  <a:defRPr/>
                </a:pPr>
                <a:r>
                  <a:rPr lang="en-US" sz="1400" dirty="0">
                    <a:latin typeface="+mj-lt"/>
                  </a:rPr>
                  <a:t>X</a:t>
                </a:r>
              </a:p>
            </p:txBody>
          </p:sp>
          <p:sp>
            <p:nvSpPr>
              <p:cNvPr id="21698" name="Text Box 203">
                <a:extLst>
                  <a:ext uri="{FF2B5EF4-FFF2-40B4-BE49-F238E27FC236}">
                    <a16:creationId xmlns:a16="http://schemas.microsoft.com/office/drawing/2014/main" id="{C896E97A-90A1-411E-B1D8-CFDDBA475053}"/>
                  </a:ext>
                </a:extLst>
              </p:cNvPr>
              <p:cNvSpPr txBox="1">
                <a:spLocks noChangeArrowheads="1"/>
              </p:cNvSpPr>
              <p:nvPr/>
            </p:nvSpPr>
            <p:spPr bwMode="auto">
              <a:xfrm>
                <a:off x="5207800" y="4467979"/>
                <a:ext cx="696387" cy="245957"/>
              </a:xfrm>
              <a:prstGeom prst="rect">
                <a:avLst/>
              </a:prstGeom>
              <a:noFill/>
              <a:ln w="25400">
                <a:noFill/>
                <a:miter lim="800000"/>
                <a:headEnd/>
                <a:tailEnd/>
              </a:ln>
            </p:spPr>
            <p:txBody>
              <a:bodyPr/>
              <a:lstStyle/>
              <a:p>
                <a:pPr>
                  <a:defRPr/>
                </a:pPr>
                <a:r>
                  <a:rPr lang="en-US" sz="1400" dirty="0">
                    <a:latin typeface="+mj-lt"/>
                  </a:rPr>
                  <a:t>Y+1</a:t>
                </a:r>
              </a:p>
            </p:txBody>
          </p:sp>
          <p:sp>
            <p:nvSpPr>
              <p:cNvPr id="21700" name="Line 205">
                <a:extLst>
                  <a:ext uri="{FF2B5EF4-FFF2-40B4-BE49-F238E27FC236}">
                    <a16:creationId xmlns:a16="http://schemas.microsoft.com/office/drawing/2014/main" id="{517049EE-DB38-44D6-A0CA-0788199FBAC5}"/>
                  </a:ext>
                </a:extLst>
              </p:cNvPr>
              <p:cNvSpPr>
                <a:spLocks noChangeShapeType="1"/>
              </p:cNvSpPr>
              <p:nvPr/>
            </p:nvSpPr>
            <p:spPr bwMode="auto">
              <a:xfrm>
                <a:off x="1809165" y="3932661"/>
                <a:ext cx="42816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1" name="Line 206">
                <a:extLst>
                  <a:ext uri="{FF2B5EF4-FFF2-40B4-BE49-F238E27FC236}">
                    <a16:creationId xmlns:a16="http://schemas.microsoft.com/office/drawing/2014/main" id="{1C6AC2BD-5EEB-4B2C-A4AC-61FE15228B8C}"/>
                  </a:ext>
                </a:extLst>
              </p:cNvPr>
              <p:cNvSpPr>
                <a:spLocks noChangeShapeType="1"/>
              </p:cNvSpPr>
              <p:nvPr/>
            </p:nvSpPr>
            <p:spPr bwMode="auto">
              <a:xfrm>
                <a:off x="1817495" y="4249149"/>
                <a:ext cx="37651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2" name="Line 207">
                <a:extLst>
                  <a:ext uri="{FF2B5EF4-FFF2-40B4-BE49-F238E27FC236}">
                    <a16:creationId xmlns:a16="http://schemas.microsoft.com/office/drawing/2014/main" id="{2723FC75-E0C5-4FE2-9197-7E26E91C5E45}"/>
                  </a:ext>
                </a:extLst>
              </p:cNvPr>
              <p:cNvSpPr>
                <a:spLocks noChangeShapeType="1"/>
              </p:cNvSpPr>
              <p:nvPr/>
            </p:nvSpPr>
            <p:spPr bwMode="auto">
              <a:xfrm flipH="1">
                <a:off x="2154026" y="3921810"/>
                <a:ext cx="168266" cy="35265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3" name="Line 208">
                <a:extLst>
                  <a:ext uri="{FF2B5EF4-FFF2-40B4-BE49-F238E27FC236}">
                    <a16:creationId xmlns:a16="http://schemas.microsoft.com/office/drawing/2014/main" id="{2CC3D028-AE14-4BCA-B839-3366CE6160F1}"/>
                  </a:ext>
                </a:extLst>
              </p:cNvPr>
              <p:cNvSpPr>
                <a:spLocks noChangeShapeType="1"/>
              </p:cNvSpPr>
              <p:nvPr/>
            </p:nvSpPr>
            <p:spPr bwMode="auto">
              <a:xfrm>
                <a:off x="2177350" y="3932661"/>
                <a:ext cx="114954"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4" name="Line 209">
                <a:extLst>
                  <a:ext uri="{FF2B5EF4-FFF2-40B4-BE49-F238E27FC236}">
                    <a16:creationId xmlns:a16="http://schemas.microsoft.com/office/drawing/2014/main" id="{A6C2238C-23A0-4875-8BE4-F74EC50EB9CD}"/>
                  </a:ext>
                </a:extLst>
              </p:cNvPr>
              <p:cNvSpPr>
                <a:spLocks noChangeShapeType="1"/>
              </p:cNvSpPr>
              <p:nvPr/>
            </p:nvSpPr>
            <p:spPr bwMode="auto">
              <a:xfrm>
                <a:off x="2327290" y="3930852"/>
                <a:ext cx="40317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5" name="Line 210">
                <a:extLst>
                  <a:ext uri="{FF2B5EF4-FFF2-40B4-BE49-F238E27FC236}">
                    <a16:creationId xmlns:a16="http://schemas.microsoft.com/office/drawing/2014/main" id="{1C4D1669-8CE6-460C-9147-9EE1F19A3644}"/>
                  </a:ext>
                </a:extLst>
              </p:cNvPr>
              <p:cNvSpPr>
                <a:spLocks noChangeShapeType="1"/>
              </p:cNvSpPr>
              <p:nvPr/>
            </p:nvSpPr>
            <p:spPr bwMode="auto">
              <a:xfrm>
                <a:off x="2310630" y="4272660"/>
                <a:ext cx="41150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6" name="Line 211">
                <a:extLst>
                  <a:ext uri="{FF2B5EF4-FFF2-40B4-BE49-F238E27FC236}">
                    <a16:creationId xmlns:a16="http://schemas.microsoft.com/office/drawing/2014/main" id="{05F9EE72-0677-4C2D-9F3D-808CB7EBD5F7}"/>
                  </a:ext>
                </a:extLst>
              </p:cNvPr>
              <p:cNvSpPr>
                <a:spLocks noChangeShapeType="1"/>
              </p:cNvSpPr>
              <p:nvPr/>
            </p:nvSpPr>
            <p:spPr bwMode="auto">
              <a:xfrm>
                <a:off x="2718800" y="3943512"/>
                <a:ext cx="119952"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7" name="Line 212">
                <a:extLst>
                  <a:ext uri="{FF2B5EF4-FFF2-40B4-BE49-F238E27FC236}">
                    <a16:creationId xmlns:a16="http://schemas.microsoft.com/office/drawing/2014/main" id="{14730322-E998-40FF-8404-445ED34FCA68}"/>
                  </a:ext>
                </a:extLst>
              </p:cNvPr>
              <p:cNvSpPr>
                <a:spLocks noChangeShapeType="1"/>
              </p:cNvSpPr>
              <p:nvPr/>
            </p:nvSpPr>
            <p:spPr bwMode="auto">
              <a:xfrm flipH="1">
                <a:off x="2718800" y="3943512"/>
                <a:ext cx="121617"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08" name="Line 213">
                <a:extLst>
                  <a:ext uri="{FF2B5EF4-FFF2-40B4-BE49-F238E27FC236}">
                    <a16:creationId xmlns:a16="http://schemas.microsoft.com/office/drawing/2014/main" id="{71AB3102-37B6-47CD-BFF9-5E2520995A28}"/>
                  </a:ext>
                </a:extLst>
              </p:cNvPr>
              <p:cNvSpPr>
                <a:spLocks noChangeShapeType="1"/>
              </p:cNvSpPr>
              <p:nvPr/>
            </p:nvSpPr>
            <p:spPr bwMode="auto">
              <a:xfrm>
                <a:off x="2847081" y="3939895"/>
                <a:ext cx="18326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16" name="Line 221">
                <a:extLst>
                  <a:ext uri="{FF2B5EF4-FFF2-40B4-BE49-F238E27FC236}">
                    <a16:creationId xmlns:a16="http://schemas.microsoft.com/office/drawing/2014/main" id="{BF821735-8B10-4808-BCD6-343708490EE2}"/>
                  </a:ext>
                </a:extLst>
              </p:cNvPr>
              <p:cNvSpPr>
                <a:spLocks noChangeShapeType="1"/>
              </p:cNvSpPr>
              <p:nvPr/>
            </p:nvSpPr>
            <p:spPr bwMode="auto">
              <a:xfrm>
                <a:off x="4581385" y="3943512"/>
                <a:ext cx="32820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17" name="Line 222">
                <a:extLst>
                  <a:ext uri="{FF2B5EF4-FFF2-40B4-BE49-F238E27FC236}">
                    <a16:creationId xmlns:a16="http://schemas.microsoft.com/office/drawing/2014/main" id="{74E63D63-1111-41EE-9768-6922A24B66DF}"/>
                  </a:ext>
                </a:extLst>
              </p:cNvPr>
              <p:cNvSpPr>
                <a:spLocks noChangeShapeType="1"/>
              </p:cNvSpPr>
              <p:nvPr/>
            </p:nvSpPr>
            <p:spPr bwMode="auto">
              <a:xfrm>
                <a:off x="4601377" y="4285319"/>
                <a:ext cx="33819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1730" name="Text Box 237">
                <a:extLst>
                  <a:ext uri="{FF2B5EF4-FFF2-40B4-BE49-F238E27FC236}">
                    <a16:creationId xmlns:a16="http://schemas.microsoft.com/office/drawing/2014/main" id="{E1C04012-038F-48ED-8FFF-261364A09E73}"/>
                  </a:ext>
                </a:extLst>
              </p:cNvPr>
              <p:cNvSpPr txBox="1">
                <a:spLocks noChangeArrowheads="1"/>
              </p:cNvSpPr>
              <p:nvPr/>
            </p:nvSpPr>
            <p:spPr bwMode="auto">
              <a:xfrm>
                <a:off x="4601377" y="4448085"/>
                <a:ext cx="403171" cy="318297"/>
              </a:xfrm>
              <a:prstGeom prst="rect">
                <a:avLst/>
              </a:prstGeom>
              <a:noFill/>
              <a:ln w="25400">
                <a:noFill/>
                <a:miter lim="800000"/>
                <a:headEnd/>
                <a:tailEnd/>
              </a:ln>
            </p:spPr>
            <p:txBody>
              <a:bodyPr/>
              <a:lstStyle/>
              <a:p>
                <a:pPr>
                  <a:defRPr/>
                </a:pPr>
                <a:r>
                  <a:rPr lang="en-US" sz="1400" dirty="0">
                    <a:latin typeface="+mj-lt"/>
                  </a:rPr>
                  <a:t>Y</a:t>
                </a:r>
              </a:p>
            </p:txBody>
          </p:sp>
          <p:sp>
            <p:nvSpPr>
              <p:cNvPr id="21734" name="Line 241">
                <a:extLst>
                  <a:ext uri="{FF2B5EF4-FFF2-40B4-BE49-F238E27FC236}">
                    <a16:creationId xmlns:a16="http://schemas.microsoft.com/office/drawing/2014/main" id="{62961042-5B33-4D17-86BA-D1D9DDA025ED}"/>
                  </a:ext>
                </a:extLst>
              </p:cNvPr>
              <p:cNvSpPr>
                <a:spLocks noChangeShapeType="1"/>
              </p:cNvSpPr>
              <p:nvPr/>
            </p:nvSpPr>
            <p:spPr bwMode="auto">
              <a:xfrm>
                <a:off x="5131164" y="1149367"/>
                <a:ext cx="0" cy="4277121"/>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735" name="Line 242">
                <a:extLst>
                  <a:ext uri="{FF2B5EF4-FFF2-40B4-BE49-F238E27FC236}">
                    <a16:creationId xmlns:a16="http://schemas.microsoft.com/office/drawing/2014/main" id="{29032FF2-AC79-4240-887D-2CC288FCA37C}"/>
                  </a:ext>
                </a:extLst>
              </p:cNvPr>
              <p:cNvSpPr>
                <a:spLocks noChangeShapeType="1"/>
              </p:cNvSpPr>
              <p:nvPr/>
            </p:nvSpPr>
            <p:spPr bwMode="auto">
              <a:xfrm>
                <a:off x="5882528" y="1158410"/>
                <a:ext cx="0" cy="4278929"/>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736" name="Line 243">
                <a:extLst>
                  <a:ext uri="{FF2B5EF4-FFF2-40B4-BE49-F238E27FC236}">
                    <a16:creationId xmlns:a16="http://schemas.microsoft.com/office/drawing/2014/main" id="{2DCB3D9A-9F2B-4B1F-9E2F-62EE6FE4C4F8}"/>
                  </a:ext>
                </a:extLst>
              </p:cNvPr>
              <p:cNvSpPr>
                <a:spLocks noChangeShapeType="1"/>
              </p:cNvSpPr>
              <p:nvPr/>
            </p:nvSpPr>
            <p:spPr bwMode="auto">
              <a:xfrm>
                <a:off x="6617234" y="1210856"/>
                <a:ext cx="0" cy="4206589"/>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1737" name="Text Box 244">
                <a:extLst>
                  <a:ext uri="{FF2B5EF4-FFF2-40B4-BE49-F238E27FC236}">
                    <a16:creationId xmlns:a16="http://schemas.microsoft.com/office/drawing/2014/main" id="{CAF37216-5E7D-433D-AEEB-210F4FF856DF}"/>
                  </a:ext>
                </a:extLst>
              </p:cNvPr>
              <p:cNvSpPr txBox="1">
                <a:spLocks noChangeArrowheads="1"/>
              </p:cNvSpPr>
              <p:nvPr/>
            </p:nvSpPr>
            <p:spPr bwMode="auto">
              <a:xfrm>
                <a:off x="1022814" y="4435426"/>
                <a:ext cx="1124548" cy="318297"/>
              </a:xfrm>
              <a:prstGeom prst="rect">
                <a:avLst/>
              </a:prstGeom>
              <a:noFill/>
              <a:ln w="25400">
                <a:noFill/>
                <a:miter lim="800000"/>
                <a:headEnd/>
                <a:tailEnd/>
              </a:ln>
            </p:spPr>
            <p:txBody>
              <a:bodyPr/>
              <a:lstStyle/>
              <a:p>
                <a:pPr>
                  <a:defRPr/>
                </a:pPr>
                <a:r>
                  <a:rPr lang="en-US" sz="1400" dirty="0">
                    <a:latin typeface="+mj-lt"/>
                  </a:rPr>
                  <a:t>INREG</a:t>
                </a:r>
              </a:p>
              <a:p>
                <a:pPr>
                  <a:defRPr/>
                </a:pPr>
                <a:endParaRPr lang="en-US" sz="1400" dirty="0">
                  <a:latin typeface="+mj-lt"/>
                </a:endParaRPr>
              </a:p>
            </p:txBody>
          </p:sp>
        </p:grpSp>
        <p:sp>
          <p:nvSpPr>
            <p:cNvPr id="238" name="Line 57">
              <a:extLst>
                <a:ext uri="{FF2B5EF4-FFF2-40B4-BE49-F238E27FC236}">
                  <a16:creationId xmlns:a16="http://schemas.microsoft.com/office/drawing/2014/main" id="{B30C3DC4-A167-46D5-B686-D77762BBDC32}"/>
                </a:ext>
              </a:extLst>
            </p:cNvPr>
            <p:cNvSpPr>
              <a:spLocks noChangeShapeType="1"/>
            </p:cNvSpPr>
            <p:nvPr/>
          </p:nvSpPr>
          <p:spPr bwMode="auto">
            <a:xfrm>
              <a:off x="2356371" y="1758835"/>
              <a:ext cx="100459" cy="29840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39" name="Line 54">
              <a:extLst>
                <a:ext uri="{FF2B5EF4-FFF2-40B4-BE49-F238E27FC236}">
                  <a16:creationId xmlns:a16="http://schemas.microsoft.com/office/drawing/2014/main" id="{526B88C4-A82E-4572-9F75-F9DEB9347D07}"/>
                </a:ext>
              </a:extLst>
            </p:cNvPr>
            <p:cNvSpPr>
              <a:spLocks noChangeShapeType="1"/>
            </p:cNvSpPr>
            <p:nvPr/>
          </p:nvSpPr>
          <p:spPr bwMode="auto">
            <a:xfrm flipH="1">
              <a:off x="2337953" y="1747984"/>
              <a:ext cx="122225"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40" name="Line 48">
              <a:extLst>
                <a:ext uri="{FF2B5EF4-FFF2-40B4-BE49-F238E27FC236}">
                  <a16:creationId xmlns:a16="http://schemas.microsoft.com/office/drawing/2014/main" id="{26F2DCC1-02EF-4D77-8ABF-FBBF959BDCE2}"/>
                </a:ext>
              </a:extLst>
            </p:cNvPr>
            <p:cNvSpPr>
              <a:spLocks noChangeShapeType="1"/>
            </p:cNvSpPr>
            <p:nvPr/>
          </p:nvSpPr>
          <p:spPr bwMode="auto">
            <a:xfrm>
              <a:off x="2475247" y="1751601"/>
              <a:ext cx="549174"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42" name="Line 54">
              <a:extLst>
                <a:ext uri="{FF2B5EF4-FFF2-40B4-BE49-F238E27FC236}">
                  <a16:creationId xmlns:a16="http://schemas.microsoft.com/office/drawing/2014/main" id="{D9C8ED1A-2F3B-49A6-A10D-44D81C27DF3B}"/>
                </a:ext>
              </a:extLst>
            </p:cNvPr>
            <p:cNvSpPr>
              <a:spLocks noChangeShapeType="1"/>
            </p:cNvSpPr>
            <p:nvPr/>
          </p:nvSpPr>
          <p:spPr bwMode="auto">
            <a:xfrm flipH="1">
              <a:off x="2470224" y="1740750"/>
              <a:ext cx="122224"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43" name="Line 57">
              <a:extLst>
                <a:ext uri="{FF2B5EF4-FFF2-40B4-BE49-F238E27FC236}">
                  <a16:creationId xmlns:a16="http://schemas.microsoft.com/office/drawing/2014/main" id="{7B2532CE-C41E-4428-A58C-0683C212E6BD}"/>
                </a:ext>
              </a:extLst>
            </p:cNvPr>
            <p:cNvSpPr>
              <a:spLocks noChangeShapeType="1"/>
            </p:cNvSpPr>
            <p:nvPr/>
          </p:nvSpPr>
          <p:spPr bwMode="auto">
            <a:xfrm>
              <a:off x="2461852" y="1758835"/>
              <a:ext cx="100459" cy="29840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44" name="Line 64">
              <a:extLst>
                <a:ext uri="{FF2B5EF4-FFF2-40B4-BE49-F238E27FC236}">
                  <a16:creationId xmlns:a16="http://schemas.microsoft.com/office/drawing/2014/main" id="{00B6614C-6C0D-42C7-A04D-A5E8288107CC}"/>
                </a:ext>
              </a:extLst>
            </p:cNvPr>
            <p:cNvSpPr>
              <a:spLocks noChangeShapeType="1"/>
            </p:cNvSpPr>
            <p:nvPr/>
          </p:nvSpPr>
          <p:spPr bwMode="auto">
            <a:xfrm flipH="1">
              <a:off x="2585751" y="1751601"/>
              <a:ext cx="122225"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45" name="Line 65">
              <a:extLst>
                <a:ext uri="{FF2B5EF4-FFF2-40B4-BE49-F238E27FC236}">
                  <a16:creationId xmlns:a16="http://schemas.microsoft.com/office/drawing/2014/main" id="{A69AF842-E689-4321-B218-5FBAC3228FEF}"/>
                </a:ext>
              </a:extLst>
            </p:cNvPr>
            <p:cNvSpPr>
              <a:spLocks noChangeShapeType="1"/>
            </p:cNvSpPr>
            <p:nvPr/>
          </p:nvSpPr>
          <p:spPr bwMode="auto">
            <a:xfrm>
              <a:off x="2617563" y="1757026"/>
              <a:ext cx="98784" cy="30382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46" name="Line 67">
              <a:extLst>
                <a:ext uri="{FF2B5EF4-FFF2-40B4-BE49-F238E27FC236}">
                  <a16:creationId xmlns:a16="http://schemas.microsoft.com/office/drawing/2014/main" id="{7E4F57D3-6E81-4ECF-B0F8-EC12B09325EF}"/>
                </a:ext>
              </a:extLst>
            </p:cNvPr>
            <p:cNvSpPr>
              <a:spLocks noChangeShapeType="1"/>
            </p:cNvSpPr>
            <p:nvPr/>
          </p:nvSpPr>
          <p:spPr bwMode="auto">
            <a:xfrm>
              <a:off x="2716347" y="1760643"/>
              <a:ext cx="102133" cy="30021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48" name="Line 64">
              <a:extLst>
                <a:ext uri="{FF2B5EF4-FFF2-40B4-BE49-F238E27FC236}">
                  <a16:creationId xmlns:a16="http://schemas.microsoft.com/office/drawing/2014/main" id="{CA6D5965-5FDF-4FB1-B9EC-A7D322972E3D}"/>
                </a:ext>
              </a:extLst>
            </p:cNvPr>
            <p:cNvSpPr>
              <a:spLocks noChangeShapeType="1"/>
            </p:cNvSpPr>
            <p:nvPr/>
          </p:nvSpPr>
          <p:spPr bwMode="auto">
            <a:xfrm flipH="1">
              <a:off x="2714673" y="1758835"/>
              <a:ext cx="122224"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49" name="Line 127">
              <a:extLst>
                <a:ext uri="{FF2B5EF4-FFF2-40B4-BE49-F238E27FC236}">
                  <a16:creationId xmlns:a16="http://schemas.microsoft.com/office/drawing/2014/main" id="{927E472A-B0B5-486F-A87A-52D12F5DD810}"/>
                </a:ext>
              </a:extLst>
            </p:cNvPr>
            <p:cNvSpPr>
              <a:spLocks noChangeShapeType="1"/>
            </p:cNvSpPr>
            <p:nvPr/>
          </p:nvSpPr>
          <p:spPr bwMode="auto">
            <a:xfrm>
              <a:off x="4238295" y="3355746"/>
              <a:ext cx="115527"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50" name="Line 132">
              <a:extLst>
                <a:ext uri="{FF2B5EF4-FFF2-40B4-BE49-F238E27FC236}">
                  <a16:creationId xmlns:a16="http://schemas.microsoft.com/office/drawing/2014/main" id="{69DA7C1A-16B3-4349-9A7D-90DC25FEE0E8}"/>
                </a:ext>
              </a:extLst>
            </p:cNvPr>
            <p:cNvSpPr>
              <a:spLocks noChangeShapeType="1"/>
            </p:cNvSpPr>
            <p:nvPr/>
          </p:nvSpPr>
          <p:spPr bwMode="auto">
            <a:xfrm flipH="1">
              <a:off x="5180931" y="3355746"/>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51" name="Line 127">
              <a:extLst>
                <a:ext uri="{FF2B5EF4-FFF2-40B4-BE49-F238E27FC236}">
                  <a16:creationId xmlns:a16="http://schemas.microsoft.com/office/drawing/2014/main" id="{4CAA1200-B7D0-476C-9FF0-DCE207B0337A}"/>
                </a:ext>
              </a:extLst>
            </p:cNvPr>
            <p:cNvSpPr>
              <a:spLocks noChangeShapeType="1"/>
            </p:cNvSpPr>
            <p:nvPr/>
          </p:nvSpPr>
          <p:spPr bwMode="auto">
            <a:xfrm>
              <a:off x="4953225" y="3352129"/>
              <a:ext cx="115528"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52" name="Text Box 194">
              <a:extLst>
                <a:ext uri="{FF2B5EF4-FFF2-40B4-BE49-F238E27FC236}">
                  <a16:creationId xmlns:a16="http://schemas.microsoft.com/office/drawing/2014/main" id="{00AE8D2C-FF6A-4473-A920-CEAC937AF673}"/>
                </a:ext>
              </a:extLst>
            </p:cNvPr>
            <p:cNvSpPr txBox="1">
              <a:spLocks noChangeArrowheads="1"/>
            </p:cNvSpPr>
            <p:nvPr/>
          </p:nvSpPr>
          <p:spPr bwMode="auto">
            <a:xfrm>
              <a:off x="4253363" y="3294257"/>
              <a:ext cx="400161" cy="318297"/>
            </a:xfrm>
            <a:prstGeom prst="rect">
              <a:avLst/>
            </a:prstGeom>
            <a:noFill/>
            <a:ln w="25400">
              <a:noFill/>
              <a:miter lim="800000"/>
              <a:headEnd/>
              <a:tailEnd/>
            </a:ln>
          </p:spPr>
          <p:txBody>
            <a:bodyPr/>
            <a:lstStyle/>
            <a:p>
              <a:pPr>
                <a:defRPr/>
              </a:pPr>
              <a:r>
                <a:rPr lang="en-US" sz="1400" dirty="0">
                  <a:latin typeface="+mj-lt"/>
                </a:rPr>
                <a:t>Y</a:t>
              </a:r>
            </a:p>
          </p:txBody>
        </p:sp>
        <p:sp>
          <p:nvSpPr>
            <p:cNvPr id="253" name="Text Box 194">
              <a:extLst>
                <a:ext uri="{FF2B5EF4-FFF2-40B4-BE49-F238E27FC236}">
                  <a16:creationId xmlns:a16="http://schemas.microsoft.com/office/drawing/2014/main" id="{BB76FFD2-67C3-4C32-B0EC-90C71A5EE941}"/>
                </a:ext>
              </a:extLst>
            </p:cNvPr>
            <p:cNvSpPr txBox="1">
              <a:spLocks noChangeArrowheads="1"/>
            </p:cNvSpPr>
            <p:nvPr/>
          </p:nvSpPr>
          <p:spPr bwMode="auto">
            <a:xfrm>
              <a:off x="5000106" y="3285215"/>
              <a:ext cx="428623" cy="316488"/>
            </a:xfrm>
            <a:prstGeom prst="rect">
              <a:avLst/>
            </a:prstGeom>
            <a:noFill/>
            <a:ln w="25400">
              <a:noFill/>
              <a:miter lim="800000"/>
              <a:headEnd/>
              <a:tailEnd/>
            </a:ln>
          </p:spPr>
          <p:txBody>
            <a:bodyPr/>
            <a:lstStyle/>
            <a:p>
              <a:pPr>
                <a:defRPr/>
              </a:pPr>
              <a:r>
                <a:rPr lang="en-US" sz="1050" dirty="0">
                  <a:latin typeface="+mj-lt"/>
                </a:rPr>
                <a:t>Y+1</a:t>
              </a:r>
            </a:p>
          </p:txBody>
        </p:sp>
        <p:sp>
          <p:nvSpPr>
            <p:cNvPr id="254" name="Text Box 194">
              <a:extLst>
                <a:ext uri="{FF2B5EF4-FFF2-40B4-BE49-F238E27FC236}">
                  <a16:creationId xmlns:a16="http://schemas.microsoft.com/office/drawing/2014/main" id="{7BA233ED-6655-4F20-9539-C6694C52C035}"/>
                </a:ext>
              </a:extLst>
            </p:cNvPr>
            <p:cNvSpPr txBox="1">
              <a:spLocks noChangeArrowheads="1"/>
            </p:cNvSpPr>
            <p:nvPr/>
          </p:nvSpPr>
          <p:spPr bwMode="auto">
            <a:xfrm>
              <a:off x="5624624" y="3281598"/>
              <a:ext cx="428623" cy="318297"/>
            </a:xfrm>
            <a:prstGeom prst="rect">
              <a:avLst/>
            </a:prstGeom>
            <a:noFill/>
            <a:ln w="25400">
              <a:noFill/>
              <a:miter lim="800000"/>
              <a:headEnd/>
              <a:tailEnd/>
            </a:ln>
          </p:spPr>
          <p:txBody>
            <a:bodyPr/>
            <a:lstStyle/>
            <a:p>
              <a:pPr>
                <a:defRPr/>
              </a:pPr>
              <a:r>
                <a:rPr lang="en-US" sz="1050" dirty="0">
                  <a:latin typeface="+mj-lt"/>
                </a:rPr>
                <a:t>Y+2</a:t>
              </a:r>
            </a:p>
          </p:txBody>
        </p:sp>
        <p:sp>
          <p:nvSpPr>
            <p:cNvPr id="255" name="Text Box 191">
              <a:extLst>
                <a:ext uri="{FF2B5EF4-FFF2-40B4-BE49-F238E27FC236}">
                  <a16:creationId xmlns:a16="http://schemas.microsoft.com/office/drawing/2014/main" id="{EB1F8774-944E-48BC-93DC-A306950131B3}"/>
                </a:ext>
              </a:extLst>
            </p:cNvPr>
            <p:cNvSpPr txBox="1">
              <a:spLocks noChangeArrowheads="1"/>
            </p:cNvSpPr>
            <p:nvPr/>
          </p:nvSpPr>
          <p:spPr bwMode="auto">
            <a:xfrm>
              <a:off x="5929348" y="2836705"/>
              <a:ext cx="570939" cy="236914"/>
            </a:xfrm>
            <a:prstGeom prst="rect">
              <a:avLst/>
            </a:prstGeom>
            <a:noFill/>
            <a:ln w="25400">
              <a:noFill/>
              <a:miter lim="800000"/>
              <a:headEnd/>
              <a:tailEnd/>
            </a:ln>
          </p:spPr>
          <p:txBody>
            <a:bodyPr/>
            <a:lstStyle/>
            <a:p>
              <a:pPr>
                <a:defRPr/>
              </a:pPr>
              <a:r>
                <a:rPr lang="en-US" sz="1400" dirty="0">
                  <a:latin typeface="+mj-lt"/>
                </a:rPr>
                <a:t>Y+2</a:t>
              </a:r>
            </a:p>
          </p:txBody>
        </p:sp>
        <p:sp>
          <p:nvSpPr>
            <p:cNvPr id="256" name="Line 105">
              <a:extLst>
                <a:ext uri="{FF2B5EF4-FFF2-40B4-BE49-F238E27FC236}">
                  <a16:creationId xmlns:a16="http://schemas.microsoft.com/office/drawing/2014/main" id="{08758416-0355-494E-B177-3EE5D8DD8AAC}"/>
                </a:ext>
              </a:extLst>
            </p:cNvPr>
            <p:cNvSpPr>
              <a:spLocks noChangeShapeType="1"/>
            </p:cNvSpPr>
            <p:nvPr/>
          </p:nvSpPr>
          <p:spPr bwMode="auto">
            <a:xfrm>
              <a:off x="6429966" y="2294153"/>
              <a:ext cx="98785" cy="30202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57" name="Line 106">
              <a:extLst>
                <a:ext uri="{FF2B5EF4-FFF2-40B4-BE49-F238E27FC236}">
                  <a16:creationId xmlns:a16="http://schemas.microsoft.com/office/drawing/2014/main" id="{46385480-E770-4169-B9A4-3E95149A470B}"/>
                </a:ext>
              </a:extLst>
            </p:cNvPr>
            <p:cNvSpPr>
              <a:spLocks noChangeShapeType="1"/>
            </p:cNvSpPr>
            <p:nvPr/>
          </p:nvSpPr>
          <p:spPr bwMode="auto">
            <a:xfrm>
              <a:off x="6100128" y="2608833"/>
              <a:ext cx="110002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58" name="Line 107">
              <a:extLst>
                <a:ext uri="{FF2B5EF4-FFF2-40B4-BE49-F238E27FC236}">
                  <a16:creationId xmlns:a16="http://schemas.microsoft.com/office/drawing/2014/main" id="{95590D98-3006-41AB-BA23-C5832C7EC3C0}"/>
                </a:ext>
              </a:extLst>
            </p:cNvPr>
            <p:cNvSpPr>
              <a:spLocks noChangeShapeType="1"/>
            </p:cNvSpPr>
            <p:nvPr/>
          </p:nvSpPr>
          <p:spPr bwMode="auto">
            <a:xfrm flipH="1">
              <a:off x="6766503" y="2272451"/>
              <a:ext cx="120550" cy="33457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59" name="Text Box 186">
              <a:extLst>
                <a:ext uri="{FF2B5EF4-FFF2-40B4-BE49-F238E27FC236}">
                  <a16:creationId xmlns:a16="http://schemas.microsoft.com/office/drawing/2014/main" id="{C3D528FD-4C64-4BC3-848C-8EA572BA8DDD}"/>
                </a:ext>
              </a:extLst>
            </p:cNvPr>
            <p:cNvSpPr txBox="1">
              <a:spLocks noChangeArrowheads="1"/>
            </p:cNvSpPr>
            <p:nvPr/>
          </p:nvSpPr>
          <p:spPr bwMode="auto">
            <a:xfrm>
              <a:off x="6543819" y="2205535"/>
              <a:ext cx="401834" cy="318297"/>
            </a:xfrm>
            <a:prstGeom prst="rect">
              <a:avLst/>
            </a:prstGeom>
            <a:noFill/>
            <a:ln w="25400">
              <a:noFill/>
              <a:miter lim="800000"/>
              <a:headEnd/>
              <a:tailEnd/>
            </a:ln>
          </p:spPr>
          <p:txBody>
            <a:bodyPr/>
            <a:lstStyle/>
            <a:p>
              <a:pPr>
                <a:defRPr/>
              </a:pPr>
              <a:r>
                <a:rPr lang="en-US" sz="1400" dirty="0">
                  <a:latin typeface="+mj-lt"/>
                </a:rPr>
                <a:t>Z</a:t>
              </a:r>
            </a:p>
          </p:txBody>
        </p:sp>
        <p:sp>
          <p:nvSpPr>
            <p:cNvPr id="260" name="Line 112">
              <a:extLst>
                <a:ext uri="{FF2B5EF4-FFF2-40B4-BE49-F238E27FC236}">
                  <a16:creationId xmlns:a16="http://schemas.microsoft.com/office/drawing/2014/main" id="{C13302ED-7527-4739-99ED-48B89E174E5C}"/>
                </a:ext>
              </a:extLst>
            </p:cNvPr>
            <p:cNvSpPr>
              <a:spLocks noChangeShapeType="1"/>
            </p:cNvSpPr>
            <p:nvPr/>
          </p:nvSpPr>
          <p:spPr bwMode="auto">
            <a:xfrm flipH="1">
              <a:off x="6409874" y="1747984"/>
              <a:ext cx="120550" cy="33457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61" name="Line 114">
              <a:extLst>
                <a:ext uri="{FF2B5EF4-FFF2-40B4-BE49-F238E27FC236}">
                  <a16:creationId xmlns:a16="http://schemas.microsoft.com/office/drawing/2014/main" id="{7F4E1E33-D27F-4B08-A916-ED1EF278D7AC}"/>
                </a:ext>
              </a:extLst>
            </p:cNvPr>
            <p:cNvSpPr>
              <a:spLocks noChangeShapeType="1"/>
            </p:cNvSpPr>
            <p:nvPr/>
          </p:nvSpPr>
          <p:spPr bwMode="auto">
            <a:xfrm>
              <a:off x="6409874" y="1753408"/>
              <a:ext cx="118877" cy="31829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64" name="Line 30">
              <a:extLst>
                <a:ext uri="{FF2B5EF4-FFF2-40B4-BE49-F238E27FC236}">
                  <a16:creationId xmlns:a16="http://schemas.microsoft.com/office/drawing/2014/main" id="{AF607455-756C-4075-ADEC-394AC80F03FC}"/>
                </a:ext>
              </a:extLst>
            </p:cNvPr>
            <p:cNvSpPr>
              <a:spLocks noChangeShapeType="1"/>
            </p:cNvSpPr>
            <p:nvPr/>
          </p:nvSpPr>
          <p:spPr bwMode="auto">
            <a:xfrm>
              <a:off x="6620837" y="1266921"/>
              <a:ext cx="36332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65" name="Line 31">
              <a:extLst>
                <a:ext uri="{FF2B5EF4-FFF2-40B4-BE49-F238E27FC236}">
                  <a16:creationId xmlns:a16="http://schemas.microsoft.com/office/drawing/2014/main" id="{52783DCD-CE10-4769-92D2-47EBA3C10FA0}"/>
                </a:ext>
              </a:extLst>
            </p:cNvPr>
            <p:cNvSpPr>
              <a:spLocks noChangeShapeType="1"/>
            </p:cNvSpPr>
            <p:nvPr/>
          </p:nvSpPr>
          <p:spPr bwMode="auto">
            <a:xfrm>
              <a:off x="7000906" y="1266921"/>
              <a:ext cx="0" cy="31829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66" name="Line 32">
              <a:extLst>
                <a:ext uri="{FF2B5EF4-FFF2-40B4-BE49-F238E27FC236}">
                  <a16:creationId xmlns:a16="http://schemas.microsoft.com/office/drawing/2014/main" id="{6F5AD6FE-0656-434D-97C6-EC1726D7896F}"/>
                </a:ext>
              </a:extLst>
            </p:cNvPr>
            <p:cNvSpPr>
              <a:spLocks noChangeShapeType="1"/>
            </p:cNvSpPr>
            <p:nvPr/>
          </p:nvSpPr>
          <p:spPr bwMode="auto">
            <a:xfrm>
              <a:off x="7000906" y="1599686"/>
              <a:ext cx="36332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67" name="Line 33">
              <a:extLst>
                <a:ext uri="{FF2B5EF4-FFF2-40B4-BE49-F238E27FC236}">
                  <a16:creationId xmlns:a16="http://schemas.microsoft.com/office/drawing/2014/main" id="{F28D6192-F978-47AA-ABA1-84E5ABEB918A}"/>
                </a:ext>
              </a:extLst>
            </p:cNvPr>
            <p:cNvSpPr>
              <a:spLocks noChangeShapeType="1"/>
            </p:cNvSpPr>
            <p:nvPr/>
          </p:nvSpPr>
          <p:spPr bwMode="auto">
            <a:xfrm>
              <a:off x="7374277" y="1277772"/>
              <a:ext cx="0" cy="31648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68" name="Line 243">
              <a:extLst>
                <a:ext uri="{FF2B5EF4-FFF2-40B4-BE49-F238E27FC236}">
                  <a16:creationId xmlns:a16="http://schemas.microsoft.com/office/drawing/2014/main" id="{4E00528A-AA93-4888-ACFA-AA93EC4B099B}"/>
                </a:ext>
              </a:extLst>
            </p:cNvPr>
            <p:cNvSpPr>
              <a:spLocks noChangeShapeType="1"/>
            </p:cNvSpPr>
            <p:nvPr/>
          </p:nvSpPr>
          <p:spPr bwMode="auto">
            <a:xfrm>
              <a:off x="7377625" y="1214473"/>
              <a:ext cx="0" cy="4208398"/>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69" name="Line 106">
              <a:extLst>
                <a:ext uri="{FF2B5EF4-FFF2-40B4-BE49-F238E27FC236}">
                  <a16:creationId xmlns:a16="http://schemas.microsoft.com/office/drawing/2014/main" id="{332B1452-D6DF-4CAC-BBE4-EA848AAC1689}"/>
                </a:ext>
              </a:extLst>
            </p:cNvPr>
            <p:cNvSpPr>
              <a:spLocks noChangeShapeType="1"/>
            </p:cNvSpPr>
            <p:nvPr/>
          </p:nvSpPr>
          <p:spPr bwMode="auto">
            <a:xfrm>
              <a:off x="6533773" y="1744367"/>
              <a:ext cx="25449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70" name="Line 106">
              <a:extLst>
                <a:ext uri="{FF2B5EF4-FFF2-40B4-BE49-F238E27FC236}">
                  <a16:creationId xmlns:a16="http://schemas.microsoft.com/office/drawing/2014/main" id="{73FCB95E-C1FE-4946-A6BD-C1B6768240DB}"/>
                </a:ext>
              </a:extLst>
            </p:cNvPr>
            <p:cNvSpPr>
              <a:spLocks noChangeShapeType="1"/>
            </p:cNvSpPr>
            <p:nvPr/>
          </p:nvSpPr>
          <p:spPr bwMode="auto">
            <a:xfrm>
              <a:off x="6522054" y="2082557"/>
              <a:ext cx="254495"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71" name="Line 112">
              <a:extLst>
                <a:ext uri="{FF2B5EF4-FFF2-40B4-BE49-F238E27FC236}">
                  <a16:creationId xmlns:a16="http://schemas.microsoft.com/office/drawing/2014/main" id="{0621EE49-A3F6-4C5E-980F-1B28083B27B7}"/>
                </a:ext>
              </a:extLst>
            </p:cNvPr>
            <p:cNvSpPr>
              <a:spLocks noChangeShapeType="1"/>
            </p:cNvSpPr>
            <p:nvPr/>
          </p:nvSpPr>
          <p:spPr bwMode="auto">
            <a:xfrm flipH="1">
              <a:off x="6763154" y="1747984"/>
              <a:ext cx="120550" cy="33457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72" name="Line 114">
              <a:extLst>
                <a:ext uri="{FF2B5EF4-FFF2-40B4-BE49-F238E27FC236}">
                  <a16:creationId xmlns:a16="http://schemas.microsoft.com/office/drawing/2014/main" id="{C618CCB6-022C-4ED3-925C-DEDA7550C4CB}"/>
                </a:ext>
              </a:extLst>
            </p:cNvPr>
            <p:cNvSpPr>
              <a:spLocks noChangeShapeType="1"/>
            </p:cNvSpPr>
            <p:nvPr/>
          </p:nvSpPr>
          <p:spPr bwMode="auto">
            <a:xfrm>
              <a:off x="6786595" y="1758835"/>
              <a:ext cx="117202" cy="316488"/>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73" name="Line 106">
              <a:extLst>
                <a:ext uri="{FF2B5EF4-FFF2-40B4-BE49-F238E27FC236}">
                  <a16:creationId xmlns:a16="http://schemas.microsoft.com/office/drawing/2014/main" id="{015194BE-1806-46E4-ABE3-486901EFA0FE}"/>
                </a:ext>
              </a:extLst>
            </p:cNvPr>
            <p:cNvSpPr>
              <a:spLocks noChangeShapeType="1"/>
            </p:cNvSpPr>
            <p:nvPr/>
          </p:nvSpPr>
          <p:spPr bwMode="auto">
            <a:xfrm>
              <a:off x="6900448" y="1753408"/>
              <a:ext cx="128084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74" name="Line 106">
              <a:extLst>
                <a:ext uri="{FF2B5EF4-FFF2-40B4-BE49-F238E27FC236}">
                  <a16:creationId xmlns:a16="http://schemas.microsoft.com/office/drawing/2014/main" id="{02820DA7-E599-435A-AC9C-605BFDE81462}"/>
                </a:ext>
              </a:extLst>
            </p:cNvPr>
            <p:cNvSpPr>
              <a:spLocks noChangeShapeType="1"/>
            </p:cNvSpPr>
            <p:nvPr/>
          </p:nvSpPr>
          <p:spPr bwMode="auto">
            <a:xfrm>
              <a:off x="6910493" y="2073515"/>
              <a:ext cx="127917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75" name="Line 30">
              <a:extLst>
                <a:ext uri="{FF2B5EF4-FFF2-40B4-BE49-F238E27FC236}">
                  <a16:creationId xmlns:a16="http://schemas.microsoft.com/office/drawing/2014/main" id="{20B541BE-FDB2-4CA5-84A0-64CD011F3777}"/>
                </a:ext>
              </a:extLst>
            </p:cNvPr>
            <p:cNvSpPr>
              <a:spLocks noChangeShapeType="1"/>
            </p:cNvSpPr>
            <p:nvPr/>
          </p:nvSpPr>
          <p:spPr bwMode="auto">
            <a:xfrm>
              <a:off x="7377625" y="1256069"/>
              <a:ext cx="36332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76" name="Line 31">
              <a:extLst>
                <a:ext uri="{FF2B5EF4-FFF2-40B4-BE49-F238E27FC236}">
                  <a16:creationId xmlns:a16="http://schemas.microsoft.com/office/drawing/2014/main" id="{594A39EE-DE1E-4DC1-B8A4-ABED45C443A1}"/>
                </a:ext>
              </a:extLst>
            </p:cNvPr>
            <p:cNvSpPr>
              <a:spLocks noChangeShapeType="1"/>
            </p:cNvSpPr>
            <p:nvPr/>
          </p:nvSpPr>
          <p:spPr bwMode="auto">
            <a:xfrm>
              <a:off x="7757694" y="1256069"/>
              <a:ext cx="0" cy="32010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77" name="Line 32">
              <a:extLst>
                <a:ext uri="{FF2B5EF4-FFF2-40B4-BE49-F238E27FC236}">
                  <a16:creationId xmlns:a16="http://schemas.microsoft.com/office/drawing/2014/main" id="{4243E198-D9DC-4AB9-8ACD-604197FF2D73}"/>
                </a:ext>
              </a:extLst>
            </p:cNvPr>
            <p:cNvSpPr>
              <a:spLocks noChangeShapeType="1"/>
            </p:cNvSpPr>
            <p:nvPr/>
          </p:nvSpPr>
          <p:spPr bwMode="auto">
            <a:xfrm>
              <a:off x="7757694" y="1590643"/>
              <a:ext cx="36500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78" name="Line 33">
              <a:extLst>
                <a:ext uri="{FF2B5EF4-FFF2-40B4-BE49-F238E27FC236}">
                  <a16:creationId xmlns:a16="http://schemas.microsoft.com/office/drawing/2014/main" id="{F6639332-CCB9-4EC9-9585-AB467D1783EF}"/>
                </a:ext>
              </a:extLst>
            </p:cNvPr>
            <p:cNvSpPr>
              <a:spLocks noChangeShapeType="1"/>
            </p:cNvSpPr>
            <p:nvPr/>
          </p:nvSpPr>
          <p:spPr bwMode="auto">
            <a:xfrm>
              <a:off x="8131065" y="1266921"/>
              <a:ext cx="0" cy="31829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79" name="Line 243">
              <a:extLst>
                <a:ext uri="{FF2B5EF4-FFF2-40B4-BE49-F238E27FC236}">
                  <a16:creationId xmlns:a16="http://schemas.microsoft.com/office/drawing/2014/main" id="{C7D83316-7771-430F-9DB6-C5439CBF16BF}"/>
                </a:ext>
              </a:extLst>
            </p:cNvPr>
            <p:cNvSpPr>
              <a:spLocks noChangeShapeType="1"/>
            </p:cNvSpPr>
            <p:nvPr/>
          </p:nvSpPr>
          <p:spPr bwMode="auto">
            <a:xfrm>
              <a:off x="8121019" y="1214473"/>
              <a:ext cx="0" cy="4208398"/>
            </a:xfrm>
            <a:prstGeom prst="line">
              <a:avLst/>
            </a:prstGeom>
            <a:noFill/>
            <a:ln w="19050">
              <a:solidFill>
                <a:srgbClr val="0033CC"/>
              </a:solidFill>
              <a:round/>
              <a:headEnd/>
              <a:tailEnd/>
            </a:ln>
          </p:spPr>
          <p:txBody>
            <a:bodyPr/>
            <a:lstStyle/>
            <a:p>
              <a:pPr eaLnBrk="1" hangingPunct="1">
                <a:defRPr/>
              </a:pPr>
              <a:endParaRPr lang="en-US" sz="1400">
                <a:latin typeface="+mj-lt"/>
              </a:endParaRPr>
            </a:p>
          </p:txBody>
        </p:sp>
        <p:sp>
          <p:nvSpPr>
            <p:cNvPr id="280" name="Line 106">
              <a:extLst>
                <a:ext uri="{FF2B5EF4-FFF2-40B4-BE49-F238E27FC236}">
                  <a16:creationId xmlns:a16="http://schemas.microsoft.com/office/drawing/2014/main" id="{BB8C9865-A5F7-46FC-BB83-8350443CFF8E}"/>
                </a:ext>
              </a:extLst>
            </p:cNvPr>
            <p:cNvSpPr>
              <a:spLocks noChangeShapeType="1"/>
            </p:cNvSpPr>
            <p:nvPr/>
          </p:nvSpPr>
          <p:spPr bwMode="auto">
            <a:xfrm>
              <a:off x="6900448" y="2283302"/>
              <a:ext cx="128084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81" name="Line 106">
              <a:extLst>
                <a:ext uri="{FF2B5EF4-FFF2-40B4-BE49-F238E27FC236}">
                  <a16:creationId xmlns:a16="http://schemas.microsoft.com/office/drawing/2014/main" id="{2695B9BD-3562-4CDB-B84A-83DE99E8E265}"/>
                </a:ext>
              </a:extLst>
            </p:cNvPr>
            <p:cNvSpPr>
              <a:spLocks noChangeShapeType="1"/>
            </p:cNvSpPr>
            <p:nvPr/>
          </p:nvSpPr>
          <p:spPr bwMode="auto">
            <a:xfrm>
              <a:off x="6644278" y="2775216"/>
              <a:ext cx="141814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82" name="Line 106">
              <a:extLst>
                <a:ext uri="{FF2B5EF4-FFF2-40B4-BE49-F238E27FC236}">
                  <a16:creationId xmlns:a16="http://schemas.microsoft.com/office/drawing/2014/main" id="{05BD4F52-4E5C-458F-8212-33C1D188C8B7}"/>
                </a:ext>
              </a:extLst>
            </p:cNvPr>
            <p:cNvSpPr>
              <a:spLocks noChangeShapeType="1"/>
            </p:cNvSpPr>
            <p:nvPr/>
          </p:nvSpPr>
          <p:spPr bwMode="auto">
            <a:xfrm>
              <a:off x="6644278" y="3122449"/>
              <a:ext cx="141814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85" name="Line 123">
              <a:extLst>
                <a:ext uri="{FF2B5EF4-FFF2-40B4-BE49-F238E27FC236}">
                  <a16:creationId xmlns:a16="http://schemas.microsoft.com/office/drawing/2014/main" id="{A7E2710D-38FE-4DA7-ABA6-C2A528AB481C}"/>
                </a:ext>
              </a:extLst>
            </p:cNvPr>
            <p:cNvSpPr>
              <a:spLocks noChangeShapeType="1"/>
            </p:cNvSpPr>
            <p:nvPr/>
          </p:nvSpPr>
          <p:spPr bwMode="auto">
            <a:xfrm>
              <a:off x="8060744" y="2769790"/>
              <a:ext cx="115528" cy="36531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86" name="Line 139">
              <a:extLst>
                <a:ext uri="{FF2B5EF4-FFF2-40B4-BE49-F238E27FC236}">
                  <a16:creationId xmlns:a16="http://schemas.microsoft.com/office/drawing/2014/main" id="{B663CD1C-9FCF-473C-AE4D-8FFC4E60DBAC}"/>
                </a:ext>
              </a:extLst>
            </p:cNvPr>
            <p:cNvSpPr>
              <a:spLocks noChangeShapeType="1"/>
            </p:cNvSpPr>
            <p:nvPr/>
          </p:nvSpPr>
          <p:spPr bwMode="auto">
            <a:xfrm flipH="1">
              <a:off x="7401066" y="3362980"/>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87" name="Line 140">
              <a:extLst>
                <a:ext uri="{FF2B5EF4-FFF2-40B4-BE49-F238E27FC236}">
                  <a16:creationId xmlns:a16="http://schemas.microsoft.com/office/drawing/2014/main" id="{48676735-DD62-4194-9F81-5F9293916202}"/>
                </a:ext>
              </a:extLst>
            </p:cNvPr>
            <p:cNvSpPr>
              <a:spLocks noChangeShapeType="1"/>
            </p:cNvSpPr>
            <p:nvPr/>
          </p:nvSpPr>
          <p:spPr bwMode="auto">
            <a:xfrm>
              <a:off x="7206846" y="3362980"/>
              <a:ext cx="117202"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90" name="Text Box 186">
              <a:extLst>
                <a:ext uri="{FF2B5EF4-FFF2-40B4-BE49-F238E27FC236}">
                  <a16:creationId xmlns:a16="http://schemas.microsoft.com/office/drawing/2014/main" id="{67FF8664-FE10-4E4E-80E9-2BB825893195}"/>
                </a:ext>
              </a:extLst>
            </p:cNvPr>
            <p:cNvSpPr txBox="1">
              <a:spLocks noChangeArrowheads="1"/>
            </p:cNvSpPr>
            <p:nvPr/>
          </p:nvSpPr>
          <p:spPr bwMode="auto">
            <a:xfrm>
              <a:off x="7159965" y="3265321"/>
              <a:ext cx="400161" cy="318297"/>
            </a:xfrm>
            <a:prstGeom prst="rect">
              <a:avLst/>
            </a:prstGeom>
            <a:noFill/>
            <a:ln w="25400">
              <a:noFill/>
              <a:miter lim="800000"/>
              <a:headEnd/>
              <a:tailEnd/>
            </a:ln>
          </p:spPr>
          <p:txBody>
            <a:bodyPr/>
            <a:lstStyle/>
            <a:p>
              <a:pPr>
                <a:defRPr/>
              </a:pPr>
              <a:r>
                <a:rPr lang="en-US" sz="1400" dirty="0">
                  <a:latin typeface="+mj-lt"/>
                </a:rPr>
                <a:t>Z</a:t>
              </a:r>
            </a:p>
          </p:txBody>
        </p:sp>
        <p:sp>
          <p:nvSpPr>
            <p:cNvPr id="291" name="Line 169">
              <a:extLst>
                <a:ext uri="{FF2B5EF4-FFF2-40B4-BE49-F238E27FC236}">
                  <a16:creationId xmlns:a16="http://schemas.microsoft.com/office/drawing/2014/main" id="{8BFDB8A7-41E0-4FD0-89A6-8D27AAEE1045}"/>
                </a:ext>
              </a:extLst>
            </p:cNvPr>
            <p:cNvSpPr>
              <a:spLocks noChangeShapeType="1"/>
            </p:cNvSpPr>
            <p:nvPr/>
          </p:nvSpPr>
          <p:spPr bwMode="auto">
            <a:xfrm>
              <a:off x="7501524" y="3372023"/>
              <a:ext cx="731674"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98" name="Line 231">
              <a:extLst>
                <a:ext uri="{FF2B5EF4-FFF2-40B4-BE49-F238E27FC236}">
                  <a16:creationId xmlns:a16="http://schemas.microsoft.com/office/drawing/2014/main" id="{7AE56423-62AB-4E21-9B53-B29DE439AD23}"/>
                </a:ext>
              </a:extLst>
            </p:cNvPr>
            <p:cNvSpPr>
              <a:spLocks noChangeShapeType="1"/>
            </p:cNvSpPr>
            <p:nvPr/>
          </p:nvSpPr>
          <p:spPr bwMode="auto">
            <a:xfrm>
              <a:off x="6548843" y="4467979"/>
              <a:ext cx="117202"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299" name="Line 232">
              <a:extLst>
                <a:ext uri="{FF2B5EF4-FFF2-40B4-BE49-F238E27FC236}">
                  <a16:creationId xmlns:a16="http://schemas.microsoft.com/office/drawing/2014/main" id="{3C172638-4F14-4A85-A0FF-F69FDAB2710D}"/>
                </a:ext>
              </a:extLst>
            </p:cNvPr>
            <p:cNvSpPr>
              <a:spLocks noChangeShapeType="1"/>
            </p:cNvSpPr>
            <p:nvPr/>
          </p:nvSpPr>
          <p:spPr bwMode="auto">
            <a:xfrm flipH="1">
              <a:off x="6538797" y="4467979"/>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00" name="Line 169">
              <a:extLst>
                <a:ext uri="{FF2B5EF4-FFF2-40B4-BE49-F238E27FC236}">
                  <a16:creationId xmlns:a16="http://schemas.microsoft.com/office/drawing/2014/main" id="{6E08C718-74C5-4168-B50F-D9F4A9A8D4FD}"/>
                </a:ext>
              </a:extLst>
            </p:cNvPr>
            <p:cNvSpPr>
              <a:spLocks noChangeShapeType="1"/>
            </p:cNvSpPr>
            <p:nvPr/>
          </p:nvSpPr>
          <p:spPr bwMode="auto">
            <a:xfrm>
              <a:off x="6654324" y="4466170"/>
              <a:ext cx="64126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01" name="Line 170">
              <a:extLst>
                <a:ext uri="{FF2B5EF4-FFF2-40B4-BE49-F238E27FC236}">
                  <a16:creationId xmlns:a16="http://schemas.microsoft.com/office/drawing/2014/main" id="{56B3196C-AB29-4B62-9F8C-CF2F0432D193}"/>
                </a:ext>
              </a:extLst>
            </p:cNvPr>
            <p:cNvSpPr>
              <a:spLocks noChangeShapeType="1"/>
            </p:cNvSpPr>
            <p:nvPr/>
          </p:nvSpPr>
          <p:spPr bwMode="auto">
            <a:xfrm>
              <a:off x="6674415" y="4807978"/>
              <a:ext cx="63958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02" name="Line 231">
              <a:extLst>
                <a:ext uri="{FF2B5EF4-FFF2-40B4-BE49-F238E27FC236}">
                  <a16:creationId xmlns:a16="http://schemas.microsoft.com/office/drawing/2014/main" id="{ECE5879E-860A-48D5-9ED7-8F1CF85F0AFE}"/>
                </a:ext>
              </a:extLst>
            </p:cNvPr>
            <p:cNvSpPr>
              <a:spLocks noChangeShapeType="1"/>
            </p:cNvSpPr>
            <p:nvPr/>
          </p:nvSpPr>
          <p:spPr bwMode="auto">
            <a:xfrm>
              <a:off x="7300607" y="4462553"/>
              <a:ext cx="118877"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03" name="Line 232">
              <a:extLst>
                <a:ext uri="{FF2B5EF4-FFF2-40B4-BE49-F238E27FC236}">
                  <a16:creationId xmlns:a16="http://schemas.microsoft.com/office/drawing/2014/main" id="{D3409638-20AD-41BC-BB48-E2A1B742CC46}"/>
                </a:ext>
              </a:extLst>
            </p:cNvPr>
            <p:cNvSpPr>
              <a:spLocks noChangeShapeType="1"/>
            </p:cNvSpPr>
            <p:nvPr/>
          </p:nvSpPr>
          <p:spPr bwMode="auto">
            <a:xfrm flipH="1">
              <a:off x="7300607" y="4462553"/>
              <a:ext cx="120550"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04" name="Line 169">
              <a:extLst>
                <a:ext uri="{FF2B5EF4-FFF2-40B4-BE49-F238E27FC236}">
                  <a16:creationId xmlns:a16="http://schemas.microsoft.com/office/drawing/2014/main" id="{E1FC3DDF-3397-48ED-AD25-0339B4A1F0D0}"/>
                </a:ext>
              </a:extLst>
            </p:cNvPr>
            <p:cNvSpPr>
              <a:spLocks noChangeShapeType="1"/>
            </p:cNvSpPr>
            <p:nvPr/>
          </p:nvSpPr>
          <p:spPr bwMode="auto">
            <a:xfrm>
              <a:off x="7417809" y="4480638"/>
              <a:ext cx="63958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05" name="Line 169">
              <a:extLst>
                <a:ext uri="{FF2B5EF4-FFF2-40B4-BE49-F238E27FC236}">
                  <a16:creationId xmlns:a16="http://schemas.microsoft.com/office/drawing/2014/main" id="{9B17F119-AC9C-4CB7-8751-C20E1093E25C}"/>
                </a:ext>
              </a:extLst>
            </p:cNvPr>
            <p:cNvSpPr>
              <a:spLocks noChangeShapeType="1"/>
            </p:cNvSpPr>
            <p:nvPr/>
          </p:nvSpPr>
          <p:spPr bwMode="auto">
            <a:xfrm>
              <a:off x="7417809" y="4807978"/>
              <a:ext cx="63958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06" name="Line 231">
              <a:extLst>
                <a:ext uri="{FF2B5EF4-FFF2-40B4-BE49-F238E27FC236}">
                  <a16:creationId xmlns:a16="http://schemas.microsoft.com/office/drawing/2014/main" id="{995A2B76-12CE-4FD6-BAE3-F5092EA93177}"/>
                </a:ext>
              </a:extLst>
            </p:cNvPr>
            <p:cNvSpPr>
              <a:spLocks noChangeShapeType="1"/>
            </p:cNvSpPr>
            <p:nvPr/>
          </p:nvSpPr>
          <p:spPr bwMode="auto">
            <a:xfrm>
              <a:off x="8044001" y="4462553"/>
              <a:ext cx="117202"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07" name="Line 232">
              <a:extLst>
                <a:ext uri="{FF2B5EF4-FFF2-40B4-BE49-F238E27FC236}">
                  <a16:creationId xmlns:a16="http://schemas.microsoft.com/office/drawing/2014/main" id="{02B04F7A-FD28-4064-8F08-577220030045}"/>
                </a:ext>
              </a:extLst>
            </p:cNvPr>
            <p:cNvSpPr>
              <a:spLocks noChangeShapeType="1"/>
            </p:cNvSpPr>
            <p:nvPr/>
          </p:nvSpPr>
          <p:spPr bwMode="auto">
            <a:xfrm flipH="1">
              <a:off x="8044001" y="4462553"/>
              <a:ext cx="120550"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09" name="Line 211">
              <a:extLst>
                <a:ext uri="{FF2B5EF4-FFF2-40B4-BE49-F238E27FC236}">
                  <a16:creationId xmlns:a16="http://schemas.microsoft.com/office/drawing/2014/main" id="{FBD2EAD5-F65D-4E8C-A420-2ED09EE663E7}"/>
                </a:ext>
              </a:extLst>
            </p:cNvPr>
            <p:cNvSpPr>
              <a:spLocks noChangeShapeType="1"/>
            </p:cNvSpPr>
            <p:nvPr/>
          </p:nvSpPr>
          <p:spPr bwMode="auto">
            <a:xfrm>
              <a:off x="3042838" y="3938086"/>
              <a:ext cx="120550"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10" name="Line 212">
              <a:extLst>
                <a:ext uri="{FF2B5EF4-FFF2-40B4-BE49-F238E27FC236}">
                  <a16:creationId xmlns:a16="http://schemas.microsoft.com/office/drawing/2014/main" id="{9347D080-5FF6-4D65-B6F4-2FA44B9CBDB4}"/>
                </a:ext>
              </a:extLst>
            </p:cNvPr>
            <p:cNvSpPr>
              <a:spLocks noChangeShapeType="1"/>
            </p:cNvSpPr>
            <p:nvPr/>
          </p:nvSpPr>
          <p:spPr bwMode="auto">
            <a:xfrm flipH="1">
              <a:off x="3042838" y="3938086"/>
              <a:ext cx="122224"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11" name="Line 213">
              <a:extLst>
                <a:ext uri="{FF2B5EF4-FFF2-40B4-BE49-F238E27FC236}">
                  <a16:creationId xmlns:a16="http://schemas.microsoft.com/office/drawing/2014/main" id="{CC970CE1-52C5-4E62-9E2B-5E191606336B}"/>
                </a:ext>
              </a:extLst>
            </p:cNvPr>
            <p:cNvSpPr>
              <a:spLocks noChangeShapeType="1"/>
            </p:cNvSpPr>
            <p:nvPr/>
          </p:nvSpPr>
          <p:spPr bwMode="auto">
            <a:xfrm>
              <a:off x="2846943" y="4263617"/>
              <a:ext cx="18250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12" name="Line 209">
              <a:extLst>
                <a:ext uri="{FF2B5EF4-FFF2-40B4-BE49-F238E27FC236}">
                  <a16:creationId xmlns:a16="http://schemas.microsoft.com/office/drawing/2014/main" id="{795BFEBA-563C-4A24-AFC3-407E621C1C32}"/>
                </a:ext>
              </a:extLst>
            </p:cNvPr>
            <p:cNvSpPr>
              <a:spLocks noChangeShapeType="1"/>
            </p:cNvSpPr>
            <p:nvPr/>
          </p:nvSpPr>
          <p:spPr bwMode="auto">
            <a:xfrm>
              <a:off x="3171759" y="3938086"/>
              <a:ext cx="1006261"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13" name="Line 210">
              <a:extLst>
                <a:ext uri="{FF2B5EF4-FFF2-40B4-BE49-F238E27FC236}">
                  <a16:creationId xmlns:a16="http://schemas.microsoft.com/office/drawing/2014/main" id="{C628FC50-404D-479D-83FB-E0E237E089BB}"/>
                </a:ext>
              </a:extLst>
            </p:cNvPr>
            <p:cNvSpPr>
              <a:spLocks noChangeShapeType="1"/>
            </p:cNvSpPr>
            <p:nvPr/>
          </p:nvSpPr>
          <p:spPr bwMode="auto">
            <a:xfrm>
              <a:off x="3176783" y="4276277"/>
              <a:ext cx="100626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14" name="Line 213">
              <a:extLst>
                <a:ext uri="{FF2B5EF4-FFF2-40B4-BE49-F238E27FC236}">
                  <a16:creationId xmlns:a16="http://schemas.microsoft.com/office/drawing/2014/main" id="{B9045557-2944-491A-9FDA-FAE9BFE1EC1B}"/>
                </a:ext>
              </a:extLst>
            </p:cNvPr>
            <p:cNvSpPr>
              <a:spLocks noChangeShapeType="1"/>
            </p:cNvSpPr>
            <p:nvPr/>
          </p:nvSpPr>
          <p:spPr bwMode="auto">
            <a:xfrm>
              <a:off x="4298570" y="3938086"/>
              <a:ext cx="184174"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15" name="Line 211">
              <a:extLst>
                <a:ext uri="{FF2B5EF4-FFF2-40B4-BE49-F238E27FC236}">
                  <a16:creationId xmlns:a16="http://schemas.microsoft.com/office/drawing/2014/main" id="{CEB27042-769F-428D-9A4B-3EF0BDF3BBEB}"/>
                </a:ext>
              </a:extLst>
            </p:cNvPr>
            <p:cNvSpPr>
              <a:spLocks noChangeShapeType="1"/>
            </p:cNvSpPr>
            <p:nvPr/>
          </p:nvSpPr>
          <p:spPr bwMode="auto">
            <a:xfrm>
              <a:off x="4486093" y="3938086"/>
              <a:ext cx="120550"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16" name="Line 212">
              <a:extLst>
                <a:ext uri="{FF2B5EF4-FFF2-40B4-BE49-F238E27FC236}">
                  <a16:creationId xmlns:a16="http://schemas.microsoft.com/office/drawing/2014/main" id="{DE955426-FE31-4E26-A9DB-FF9322D5025A}"/>
                </a:ext>
              </a:extLst>
            </p:cNvPr>
            <p:cNvSpPr>
              <a:spLocks noChangeShapeType="1"/>
            </p:cNvSpPr>
            <p:nvPr/>
          </p:nvSpPr>
          <p:spPr bwMode="auto">
            <a:xfrm flipH="1">
              <a:off x="4486093" y="3938086"/>
              <a:ext cx="122224"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17" name="Line 213">
              <a:extLst>
                <a:ext uri="{FF2B5EF4-FFF2-40B4-BE49-F238E27FC236}">
                  <a16:creationId xmlns:a16="http://schemas.microsoft.com/office/drawing/2014/main" id="{B3EF1522-C194-4D64-95AE-551E0FFF7CAD}"/>
                </a:ext>
              </a:extLst>
            </p:cNvPr>
            <p:cNvSpPr>
              <a:spLocks noChangeShapeType="1"/>
            </p:cNvSpPr>
            <p:nvPr/>
          </p:nvSpPr>
          <p:spPr bwMode="auto">
            <a:xfrm>
              <a:off x="4300244" y="4272660"/>
              <a:ext cx="18250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18" name="Line 212">
              <a:extLst>
                <a:ext uri="{FF2B5EF4-FFF2-40B4-BE49-F238E27FC236}">
                  <a16:creationId xmlns:a16="http://schemas.microsoft.com/office/drawing/2014/main" id="{C8A9E4D7-A51E-4868-8A64-5B7385CF5713}"/>
                </a:ext>
              </a:extLst>
            </p:cNvPr>
            <p:cNvSpPr>
              <a:spLocks noChangeShapeType="1"/>
            </p:cNvSpPr>
            <p:nvPr/>
          </p:nvSpPr>
          <p:spPr bwMode="auto">
            <a:xfrm flipH="1">
              <a:off x="4166299" y="3948937"/>
              <a:ext cx="122225"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19" name="Line 211">
              <a:extLst>
                <a:ext uri="{FF2B5EF4-FFF2-40B4-BE49-F238E27FC236}">
                  <a16:creationId xmlns:a16="http://schemas.microsoft.com/office/drawing/2014/main" id="{4BA20B9A-D802-4497-9ED1-67271412E061}"/>
                </a:ext>
              </a:extLst>
            </p:cNvPr>
            <p:cNvSpPr>
              <a:spLocks noChangeShapeType="1"/>
            </p:cNvSpPr>
            <p:nvPr/>
          </p:nvSpPr>
          <p:spPr bwMode="auto">
            <a:xfrm>
              <a:off x="4161277" y="3941703"/>
              <a:ext cx="122224"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20" name="Line 221">
              <a:extLst>
                <a:ext uri="{FF2B5EF4-FFF2-40B4-BE49-F238E27FC236}">
                  <a16:creationId xmlns:a16="http://schemas.microsoft.com/office/drawing/2014/main" id="{A55A0A0E-FC25-4FA3-A071-F84CF087B586}"/>
                </a:ext>
              </a:extLst>
            </p:cNvPr>
            <p:cNvSpPr>
              <a:spLocks noChangeShapeType="1"/>
            </p:cNvSpPr>
            <p:nvPr/>
          </p:nvSpPr>
          <p:spPr bwMode="auto">
            <a:xfrm>
              <a:off x="5341665" y="3954363"/>
              <a:ext cx="31142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21" name="Line 222">
              <a:extLst>
                <a:ext uri="{FF2B5EF4-FFF2-40B4-BE49-F238E27FC236}">
                  <a16:creationId xmlns:a16="http://schemas.microsoft.com/office/drawing/2014/main" id="{51DB211C-3B3A-4331-8D88-F7CC0F26D4F9}"/>
                </a:ext>
              </a:extLst>
            </p:cNvPr>
            <p:cNvSpPr>
              <a:spLocks noChangeShapeType="1"/>
            </p:cNvSpPr>
            <p:nvPr/>
          </p:nvSpPr>
          <p:spPr bwMode="auto">
            <a:xfrm>
              <a:off x="5358408" y="4287128"/>
              <a:ext cx="30974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22" name="Line 213">
              <a:extLst>
                <a:ext uri="{FF2B5EF4-FFF2-40B4-BE49-F238E27FC236}">
                  <a16:creationId xmlns:a16="http://schemas.microsoft.com/office/drawing/2014/main" id="{A9B58259-BE0A-42AE-B044-08DD5114C8DC}"/>
                </a:ext>
              </a:extLst>
            </p:cNvPr>
            <p:cNvSpPr>
              <a:spLocks noChangeShapeType="1"/>
            </p:cNvSpPr>
            <p:nvPr/>
          </p:nvSpPr>
          <p:spPr bwMode="auto">
            <a:xfrm>
              <a:off x="5038615" y="3950746"/>
              <a:ext cx="182499"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23" name="Line 211">
              <a:extLst>
                <a:ext uri="{FF2B5EF4-FFF2-40B4-BE49-F238E27FC236}">
                  <a16:creationId xmlns:a16="http://schemas.microsoft.com/office/drawing/2014/main" id="{1881B7B7-9DFC-426B-943B-EE5099DC5F55}"/>
                </a:ext>
              </a:extLst>
            </p:cNvPr>
            <p:cNvSpPr>
              <a:spLocks noChangeShapeType="1"/>
            </p:cNvSpPr>
            <p:nvPr/>
          </p:nvSpPr>
          <p:spPr bwMode="auto">
            <a:xfrm>
              <a:off x="5234509" y="3950746"/>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24" name="Line 212">
              <a:extLst>
                <a:ext uri="{FF2B5EF4-FFF2-40B4-BE49-F238E27FC236}">
                  <a16:creationId xmlns:a16="http://schemas.microsoft.com/office/drawing/2014/main" id="{0D5A5AC9-1726-40AB-9FD7-0EBD038913C7}"/>
                </a:ext>
              </a:extLst>
            </p:cNvPr>
            <p:cNvSpPr>
              <a:spLocks noChangeShapeType="1"/>
            </p:cNvSpPr>
            <p:nvPr/>
          </p:nvSpPr>
          <p:spPr bwMode="auto">
            <a:xfrm flipH="1">
              <a:off x="5224463" y="3950746"/>
              <a:ext cx="122225"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25" name="Line 213">
              <a:extLst>
                <a:ext uri="{FF2B5EF4-FFF2-40B4-BE49-F238E27FC236}">
                  <a16:creationId xmlns:a16="http://schemas.microsoft.com/office/drawing/2014/main" id="{9B650228-ACE8-4B7D-8861-69DDB1C63DC2}"/>
                </a:ext>
              </a:extLst>
            </p:cNvPr>
            <p:cNvSpPr>
              <a:spLocks noChangeShapeType="1"/>
            </p:cNvSpPr>
            <p:nvPr/>
          </p:nvSpPr>
          <p:spPr bwMode="auto">
            <a:xfrm>
              <a:off x="5038615" y="4283511"/>
              <a:ext cx="184174"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26" name="Line 212">
              <a:extLst>
                <a:ext uri="{FF2B5EF4-FFF2-40B4-BE49-F238E27FC236}">
                  <a16:creationId xmlns:a16="http://schemas.microsoft.com/office/drawing/2014/main" id="{20B1295E-1B35-4775-A603-ACD4902E7A8F}"/>
                </a:ext>
              </a:extLst>
            </p:cNvPr>
            <p:cNvSpPr>
              <a:spLocks noChangeShapeType="1"/>
            </p:cNvSpPr>
            <p:nvPr/>
          </p:nvSpPr>
          <p:spPr bwMode="auto">
            <a:xfrm flipH="1">
              <a:off x="4914716" y="3959788"/>
              <a:ext cx="122224"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27" name="Line 211">
              <a:extLst>
                <a:ext uri="{FF2B5EF4-FFF2-40B4-BE49-F238E27FC236}">
                  <a16:creationId xmlns:a16="http://schemas.microsoft.com/office/drawing/2014/main" id="{9897B802-6E9C-4305-8820-6B2DA7206D1D}"/>
                </a:ext>
              </a:extLst>
            </p:cNvPr>
            <p:cNvSpPr>
              <a:spLocks noChangeShapeType="1"/>
            </p:cNvSpPr>
            <p:nvPr/>
          </p:nvSpPr>
          <p:spPr bwMode="auto">
            <a:xfrm>
              <a:off x="4919739" y="3954363"/>
              <a:ext cx="120550" cy="33457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28" name="Line 221">
              <a:extLst>
                <a:ext uri="{FF2B5EF4-FFF2-40B4-BE49-F238E27FC236}">
                  <a16:creationId xmlns:a16="http://schemas.microsoft.com/office/drawing/2014/main" id="{AFCF32FC-8CB3-4D79-9678-A2559CF72A7F}"/>
                </a:ext>
              </a:extLst>
            </p:cNvPr>
            <p:cNvSpPr>
              <a:spLocks noChangeShapeType="1"/>
            </p:cNvSpPr>
            <p:nvPr/>
          </p:nvSpPr>
          <p:spPr bwMode="auto">
            <a:xfrm>
              <a:off x="6090082" y="3952554"/>
              <a:ext cx="109667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29" name="Line 222">
              <a:extLst>
                <a:ext uri="{FF2B5EF4-FFF2-40B4-BE49-F238E27FC236}">
                  <a16:creationId xmlns:a16="http://schemas.microsoft.com/office/drawing/2014/main" id="{7488A6E8-6264-4E11-9AA9-E72FFAE12396}"/>
                </a:ext>
              </a:extLst>
            </p:cNvPr>
            <p:cNvSpPr>
              <a:spLocks noChangeShapeType="1"/>
            </p:cNvSpPr>
            <p:nvPr/>
          </p:nvSpPr>
          <p:spPr bwMode="auto">
            <a:xfrm>
              <a:off x="6096779" y="4285319"/>
              <a:ext cx="109667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30" name="Line 213">
              <a:extLst>
                <a:ext uri="{FF2B5EF4-FFF2-40B4-BE49-F238E27FC236}">
                  <a16:creationId xmlns:a16="http://schemas.microsoft.com/office/drawing/2014/main" id="{1116A80C-9625-4FEE-BC10-F13BFDCEE6E0}"/>
                </a:ext>
              </a:extLst>
            </p:cNvPr>
            <p:cNvSpPr>
              <a:spLocks noChangeShapeType="1"/>
            </p:cNvSpPr>
            <p:nvPr/>
          </p:nvSpPr>
          <p:spPr bwMode="auto">
            <a:xfrm>
              <a:off x="5785357" y="3948937"/>
              <a:ext cx="182499"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31" name="Line 211">
              <a:extLst>
                <a:ext uri="{FF2B5EF4-FFF2-40B4-BE49-F238E27FC236}">
                  <a16:creationId xmlns:a16="http://schemas.microsoft.com/office/drawing/2014/main" id="{1B0FA029-5FDC-4135-86E6-05EF736E378E}"/>
                </a:ext>
              </a:extLst>
            </p:cNvPr>
            <p:cNvSpPr>
              <a:spLocks noChangeShapeType="1"/>
            </p:cNvSpPr>
            <p:nvPr/>
          </p:nvSpPr>
          <p:spPr bwMode="auto">
            <a:xfrm>
              <a:off x="5981251" y="3948937"/>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32" name="Line 212">
              <a:extLst>
                <a:ext uri="{FF2B5EF4-FFF2-40B4-BE49-F238E27FC236}">
                  <a16:creationId xmlns:a16="http://schemas.microsoft.com/office/drawing/2014/main" id="{B6629524-59F1-4336-9C42-22309AE43772}"/>
                </a:ext>
              </a:extLst>
            </p:cNvPr>
            <p:cNvSpPr>
              <a:spLocks noChangeShapeType="1"/>
            </p:cNvSpPr>
            <p:nvPr/>
          </p:nvSpPr>
          <p:spPr bwMode="auto">
            <a:xfrm flipH="1">
              <a:off x="5972880" y="3948937"/>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33" name="Line 213">
              <a:extLst>
                <a:ext uri="{FF2B5EF4-FFF2-40B4-BE49-F238E27FC236}">
                  <a16:creationId xmlns:a16="http://schemas.microsoft.com/office/drawing/2014/main" id="{4FCD7A26-3075-4EC9-8A26-66417767A6D7}"/>
                </a:ext>
              </a:extLst>
            </p:cNvPr>
            <p:cNvSpPr>
              <a:spLocks noChangeShapeType="1"/>
            </p:cNvSpPr>
            <p:nvPr/>
          </p:nvSpPr>
          <p:spPr bwMode="auto">
            <a:xfrm>
              <a:off x="5787031" y="4281702"/>
              <a:ext cx="18250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34" name="Line 212">
              <a:extLst>
                <a:ext uri="{FF2B5EF4-FFF2-40B4-BE49-F238E27FC236}">
                  <a16:creationId xmlns:a16="http://schemas.microsoft.com/office/drawing/2014/main" id="{406FE70E-FAC9-4FC6-8399-13329B642444}"/>
                </a:ext>
              </a:extLst>
            </p:cNvPr>
            <p:cNvSpPr>
              <a:spLocks noChangeShapeType="1"/>
            </p:cNvSpPr>
            <p:nvPr/>
          </p:nvSpPr>
          <p:spPr bwMode="auto">
            <a:xfrm flipH="1">
              <a:off x="5663132" y="3957980"/>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35" name="Line 211">
              <a:extLst>
                <a:ext uri="{FF2B5EF4-FFF2-40B4-BE49-F238E27FC236}">
                  <a16:creationId xmlns:a16="http://schemas.microsoft.com/office/drawing/2014/main" id="{26BC2997-7F44-4F9C-A13F-9C1C56CBBB05}"/>
                </a:ext>
              </a:extLst>
            </p:cNvPr>
            <p:cNvSpPr>
              <a:spLocks noChangeShapeType="1"/>
            </p:cNvSpPr>
            <p:nvPr/>
          </p:nvSpPr>
          <p:spPr bwMode="auto">
            <a:xfrm>
              <a:off x="5668156" y="3952554"/>
              <a:ext cx="120550"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36" name="Line 213">
              <a:extLst>
                <a:ext uri="{FF2B5EF4-FFF2-40B4-BE49-F238E27FC236}">
                  <a16:creationId xmlns:a16="http://schemas.microsoft.com/office/drawing/2014/main" id="{DE291A43-D3F0-47C4-9CD4-0821DF76788F}"/>
                </a:ext>
              </a:extLst>
            </p:cNvPr>
            <p:cNvSpPr>
              <a:spLocks noChangeShapeType="1"/>
            </p:cNvSpPr>
            <p:nvPr/>
          </p:nvSpPr>
          <p:spPr bwMode="auto">
            <a:xfrm>
              <a:off x="7298933" y="3948937"/>
              <a:ext cx="182499"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37" name="Line 211">
              <a:extLst>
                <a:ext uri="{FF2B5EF4-FFF2-40B4-BE49-F238E27FC236}">
                  <a16:creationId xmlns:a16="http://schemas.microsoft.com/office/drawing/2014/main" id="{3B0ED130-9FEB-4E31-8C7F-A71386B0FC2E}"/>
                </a:ext>
              </a:extLst>
            </p:cNvPr>
            <p:cNvSpPr>
              <a:spLocks noChangeShapeType="1"/>
            </p:cNvSpPr>
            <p:nvPr/>
          </p:nvSpPr>
          <p:spPr bwMode="auto">
            <a:xfrm>
              <a:off x="7496502" y="3948937"/>
              <a:ext cx="118875"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38" name="Line 212">
              <a:extLst>
                <a:ext uri="{FF2B5EF4-FFF2-40B4-BE49-F238E27FC236}">
                  <a16:creationId xmlns:a16="http://schemas.microsoft.com/office/drawing/2014/main" id="{FC9C64B7-461A-4671-8F74-4CB6AFC51884}"/>
                </a:ext>
              </a:extLst>
            </p:cNvPr>
            <p:cNvSpPr>
              <a:spLocks noChangeShapeType="1"/>
            </p:cNvSpPr>
            <p:nvPr/>
          </p:nvSpPr>
          <p:spPr bwMode="auto">
            <a:xfrm flipH="1">
              <a:off x="7486456" y="3948937"/>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39" name="Line 213">
              <a:extLst>
                <a:ext uri="{FF2B5EF4-FFF2-40B4-BE49-F238E27FC236}">
                  <a16:creationId xmlns:a16="http://schemas.microsoft.com/office/drawing/2014/main" id="{BC7D6FAE-AC52-434D-840D-45B92D1DA903}"/>
                </a:ext>
              </a:extLst>
            </p:cNvPr>
            <p:cNvSpPr>
              <a:spLocks noChangeShapeType="1"/>
            </p:cNvSpPr>
            <p:nvPr/>
          </p:nvSpPr>
          <p:spPr bwMode="auto">
            <a:xfrm>
              <a:off x="7300607" y="4281702"/>
              <a:ext cx="18250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40" name="Line 212">
              <a:extLst>
                <a:ext uri="{FF2B5EF4-FFF2-40B4-BE49-F238E27FC236}">
                  <a16:creationId xmlns:a16="http://schemas.microsoft.com/office/drawing/2014/main" id="{D083DCD4-8C80-46DF-A013-B6E0AFA3C3C7}"/>
                </a:ext>
              </a:extLst>
            </p:cNvPr>
            <p:cNvSpPr>
              <a:spLocks noChangeShapeType="1"/>
            </p:cNvSpPr>
            <p:nvPr/>
          </p:nvSpPr>
          <p:spPr bwMode="auto">
            <a:xfrm flipH="1">
              <a:off x="7176708" y="3957980"/>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41" name="Line 211">
              <a:extLst>
                <a:ext uri="{FF2B5EF4-FFF2-40B4-BE49-F238E27FC236}">
                  <a16:creationId xmlns:a16="http://schemas.microsoft.com/office/drawing/2014/main" id="{7519CCBE-DEC2-4FA7-A20F-187D654B964E}"/>
                </a:ext>
              </a:extLst>
            </p:cNvPr>
            <p:cNvSpPr>
              <a:spLocks noChangeShapeType="1"/>
            </p:cNvSpPr>
            <p:nvPr/>
          </p:nvSpPr>
          <p:spPr bwMode="auto">
            <a:xfrm>
              <a:off x="7181732" y="3952554"/>
              <a:ext cx="118875"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42" name="Line 221">
              <a:extLst>
                <a:ext uri="{FF2B5EF4-FFF2-40B4-BE49-F238E27FC236}">
                  <a16:creationId xmlns:a16="http://schemas.microsoft.com/office/drawing/2014/main" id="{84098D8B-4077-435A-B768-CA176AD94BE0}"/>
                </a:ext>
              </a:extLst>
            </p:cNvPr>
            <p:cNvSpPr>
              <a:spLocks noChangeShapeType="1"/>
            </p:cNvSpPr>
            <p:nvPr/>
          </p:nvSpPr>
          <p:spPr bwMode="auto">
            <a:xfrm>
              <a:off x="7620401" y="3948937"/>
              <a:ext cx="549174"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43" name="Line 221">
              <a:extLst>
                <a:ext uri="{FF2B5EF4-FFF2-40B4-BE49-F238E27FC236}">
                  <a16:creationId xmlns:a16="http://schemas.microsoft.com/office/drawing/2014/main" id="{62D1D944-7308-465E-A29F-F4F2B3D45C6B}"/>
                </a:ext>
              </a:extLst>
            </p:cNvPr>
            <p:cNvSpPr>
              <a:spLocks noChangeShapeType="1"/>
            </p:cNvSpPr>
            <p:nvPr/>
          </p:nvSpPr>
          <p:spPr bwMode="auto">
            <a:xfrm>
              <a:off x="7625423" y="4276277"/>
              <a:ext cx="549174"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44" name="Line 145">
              <a:extLst>
                <a:ext uri="{FF2B5EF4-FFF2-40B4-BE49-F238E27FC236}">
                  <a16:creationId xmlns:a16="http://schemas.microsoft.com/office/drawing/2014/main" id="{16FAB45D-8E51-41FD-99B1-996247C4F537}"/>
                </a:ext>
              </a:extLst>
            </p:cNvPr>
            <p:cNvSpPr>
              <a:spLocks noChangeShapeType="1"/>
            </p:cNvSpPr>
            <p:nvPr/>
          </p:nvSpPr>
          <p:spPr bwMode="auto">
            <a:xfrm>
              <a:off x="1795477" y="4963510"/>
              <a:ext cx="368348"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45" name="Line 146">
              <a:extLst>
                <a:ext uri="{FF2B5EF4-FFF2-40B4-BE49-F238E27FC236}">
                  <a16:creationId xmlns:a16="http://schemas.microsoft.com/office/drawing/2014/main" id="{1BC474E6-9C7F-4FE6-ADDE-E962015AA4DF}"/>
                </a:ext>
              </a:extLst>
            </p:cNvPr>
            <p:cNvSpPr>
              <a:spLocks noChangeShapeType="1"/>
            </p:cNvSpPr>
            <p:nvPr/>
          </p:nvSpPr>
          <p:spPr bwMode="auto">
            <a:xfrm>
              <a:off x="1777060" y="5307126"/>
              <a:ext cx="36500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46" name="Line 147">
              <a:extLst>
                <a:ext uri="{FF2B5EF4-FFF2-40B4-BE49-F238E27FC236}">
                  <a16:creationId xmlns:a16="http://schemas.microsoft.com/office/drawing/2014/main" id="{6A936E4A-07BF-4345-9885-9A9E4BE09D4B}"/>
                </a:ext>
              </a:extLst>
            </p:cNvPr>
            <p:cNvSpPr>
              <a:spLocks noChangeShapeType="1"/>
            </p:cNvSpPr>
            <p:nvPr/>
          </p:nvSpPr>
          <p:spPr bwMode="auto">
            <a:xfrm flipH="1">
              <a:off x="2130339" y="4950850"/>
              <a:ext cx="169106" cy="35446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47" name="Line 148">
              <a:extLst>
                <a:ext uri="{FF2B5EF4-FFF2-40B4-BE49-F238E27FC236}">
                  <a16:creationId xmlns:a16="http://schemas.microsoft.com/office/drawing/2014/main" id="{F8749780-B0EB-4E70-8778-D69D3BC8F73B}"/>
                </a:ext>
              </a:extLst>
            </p:cNvPr>
            <p:cNvSpPr>
              <a:spLocks noChangeShapeType="1"/>
            </p:cNvSpPr>
            <p:nvPr/>
          </p:nvSpPr>
          <p:spPr bwMode="auto">
            <a:xfrm>
              <a:off x="2153779" y="4963510"/>
              <a:ext cx="120550"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48" name="Line 149">
              <a:extLst>
                <a:ext uri="{FF2B5EF4-FFF2-40B4-BE49-F238E27FC236}">
                  <a16:creationId xmlns:a16="http://schemas.microsoft.com/office/drawing/2014/main" id="{F76B8DD1-B898-49B2-BA27-D2A12C2F229A}"/>
                </a:ext>
              </a:extLst>
            </p:cNvPr>
            <p:cNvSpPr>
              <a:spLocks noChangeShapeType="1"/>
            </p:cNvSpPr>
            <p:nvPr/>
          </p:nvSpPr>
          <p:spPr bwMode="auto">
            <a:xfrm>
              <a:off x="2314513" y="4959893"/>
              <a:ext cx="57763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49" name="Line 150">
              <a:extLst>
                <a:ext uri="{FF2B5EF4-FFF2-40B4-BE49-F238E27FC236}">
                  <a16:creationId xmlns:a16="http://schemas.microsoft.com/office/drawing/2014/main" id="{DE652DF3-7E1E-42B7-90C4-6997B779F92E}"/>
                </a:ext>
              </a:extLst>
            </p:cNvPr>
            <p:cNvSpPr>
              <a:spLocks noChangeShapeType="1"/>
            </p:cNvSpPr>
            <p:nvPr/>
          </p:nvSpPr>
          <p:spPr bwMode="auto">
            <a:xfrm>
              <a:off x="2265958" y="5299892"/>
              <a:ext cx="61112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50" name="Line 151">
              <a:extLst>
                <a:ext uri="{FF2B5EF4-FFF2-40B4-BE49-F238E27FC236}">
                  <a16:creationId xmlns:a16="http://schemas.microsoft.com/office/drawing/2014/main" id="{3AB5273B-B217-49AA-9A7A-0A5C3DA2C68C}"/>
                </a:ext>
              </a:extLst>
            </p:cNvPr>
            <p:cNvSpPr>
              <a:spLocks noChangeShapeType="1"/>
            </p:cNvSpPr>
            <p:nvPr/>
          </p:nvSpPr>
          <p:spPr bwMode="auto">
            <a:xfrm>
              <a:off x="2882104" y="4963510"/>
              <a:ext cx="117202"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51" name="Line 152">
              <a:extLst>
                <a:ext uri="{FF2B5EF4-FFF2-40B4-BE49-F238E27FC236}">
                  <a16:creationId xmlns:a16="http://schemas.microsoft.com/office/drawing/2014/main" id="{72626B96-CD53-4B78-8CAE-C32CF1384C5B}"/>
                </a:ext>
              </a:extLst>
            </p:cNvPr>
            <p:cNvSpPr>
              <a:spLocks noChangeShapeType="1"/>
            </p:cNvSpPr>
            <p:nvPr/>
          </p:nvSpPr>
          <p:spPr bwMode="auto">
            <a:xfrm flipH="1">
              <a:off x="2892150" y="4972552"/>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52" name="Line 153">
              <a:extLst>
                <a:ext uri="{FF2B5EF4-FFF2-40B4-BE49-F238E27FC236}">
                  <a16:creationId xmlns:a16="http://schemas.microsoft.com/office/drawing/2014/main" id="{C715CBB7-901F-4D4A-9B6B-4DA55F66AD92}"/>
                </a:ext>
              </a:extLst>
            </p:cNvPr>
            <p:cNvSpPr>
              <a:spLocks noChangeShapeType="1"/>
            </p:cNvSpPr>
            <p:nvPr/>
          </p:nvSpPr>
          <p:spPr bwMode="auto">
            <a:xfrm>
              <a:off x="3009352" y="4959893"/>
              <a:ext cx="60107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53" name="Line 154">
              <a:extLst>
                <a:ext uri="{FF2B5EF4-FFF2-40B4-BE49-F238E27FC236}">
                  <a16:creationId xmlns:a16="http://schemas.microsoft.com/office/drawing/2014/main" id="{9103D9C9-ADA2-4D06-9544-96CB02A42B29}"/>
                </a:ext>
              </a:extLst>
            </p:cNvPr>
            <p:cNvSpPr>
              <a:spLocks noChangeShapeType="1"/>
            </p:cNvSpPr>
            <p:nvPr/>
          </p:nvSpPr>
          <p:spPr bwMode="auto">
            <a:xfrm>
              <a:off x="3012700" y="5310744"/>
              <a:ext cx="60107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54" name="Line 155">
              <a:extLst>
                <a:ext uri="{FF2B5EF4-FFF2-40B4-BE49-F238E27FC236}">
                  <a16:creationId xmlns:a16="http://schemas.microsoft.com/office/drawing/2014/main" id="{991B74AA-7BF2-4793-BCF2-37746AF042A4}"/>
                </a:ext>
              </a:extLst>
            </p:cNvPr>
            <p:cNvSpPr>
              <a:spLocks noChangeShapeType="1"/>
            </p:cNvSpPr>
            <p:nvPr/>
          </p:nvSpPr>
          <p:spPr bwMode="auto">
            <a:xfrm>
              <a:off x="3615452" y="4967127"/>
              <a:ext cx="167431" cy="36531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55" name="Line 156">
              <a:extLst>
                <a:ext uri="{FF2B5EF4-FFF2-40B4-BE49-F238E27FC236}">
                  <a16:creationId xmlns:a16="http://schemas.microsoft.com/office/drawing/2014/main" id="{FC927446-B03B-47D3-80EA-2EA38E7759D2}"/>
                </a:ext>
              </a:extLst>
            </p:cNvPr>
            <p:cNvSpPr>
              <a:spLocks noChangeShapeType="1"/>
            </p:cNvSpPr>
            <p:nvPr/>
          </p:nvSpPr>
          <p:spPr bwMode="auto">
            <a:xfrm flipH="1">
              <a:off x="3612103" y="4963510"/>
              <a:ext cx="120550" cy="36531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56" name="Line 157">
              <a:extLst>
                <a:ext uri="{FF2B5EF4-FFF2-40B4-BE49-F238E27FC236}">
                  <a16:creationId xmlns:a16="http://schemas.microsoft.com/office/drawing/2014/main" id="{C9293F39-35DE-453B-B71C-8385A964A688}"/>
                </a:ext>
              </a:extLst>
            </p:cNvPr>
            <p:cNvSpPr>
              <a:spLocks noChangeShapeType="1"/>
            </p:cNvSpPr>
            <p:nvPr/>
          </p:nvSpPr>
          <p:spPr bwMode="auto">
            <a:xfrm>
              <a:off x="3742700" y="4979786"/>
              <a:ext cx="594379"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57" name="Line 158">
              <a:extLst>
                <a:ext uri="{FF2B5EF4-FFF2-40B4-BE49-F238E27FC236}">
                  <a16:creationId xmlns:a16="http://schemas.microsoft.com/office/drawing/2014/main" id="{FB9980F5-6319-4DD3-9870-04A05AA0808A}"/>
                </a:ext>
              </a:extLst>
            </p:cNvPr>
            <p:cNvSpPr>
              <a:spLocks noChangeShapeType="1"/>
            </p:cNvSpPr>
            <p:nvPr/>
          </p:nvSpPr>
          <p:spPr bwMode="auto">
            <a:xfrm>
              <a:off x="3781208" y="5317978"/>
              <a:ext cx="54750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58" name="Line 159">
              <a:extLst>
                <a:ext uri="{FF2B5EF4-FFF2-40B4-BE49-F238E27FC236}">
                  <a16:creationId xmlns:a16="http://schemas.microsoft.com/office/drawing/2014/main" id="{D86AFD4E-EEF0-4FF7-AB69-6D58CD864AB2}"/>
                </a:ext>
              </a:extLst>
            </p:cNvPr>
            <p:cNvSpPr>
              <a:spLocks noChangeShapeType="1"/>
            </p:cNvSpPr>
            <p:nvPr/>
          </p:nvSpPr>
          <p:spPr bwMode="auto">
            <a:xfrm>
              <a:off x="4343776" y="4976169"/>
              <a:ext cx="138968" cy="336382"/>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59" name="Line 160">
              <a:extLst>
                <a:ext uri="{FF2B5EF4-FFF2-40B4-BE49-F238E27FC236}">
                  <a16:creationId xmlns:a16="http://schemas.microsoft.com/office/drawing/2014/main" id="{683D0F60-E0E5-4664-8465-0CD09ABE6385}"/>
                </a:ext>
              </a:extLst>
            </p:cNvPr>
            <p:cNvSpPr>
              <a:spLocks noChangeShapeType="1"/>
            </p:cNvSpPr>
            <p:nvPr/>
          </p:nvSpPr>
          <p:spPr bwMode="auto">
            <a:xfrm flipH="1">
              <a:off x="4330382" y="4954467"/>
              <a:ext cx="169106" cy="37797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60" name="Line 161">
              <a:extLst>
                <a:ext uri="{FF2B5EF4-FFF2-40B4-BE49-F238E27FC236}">
                  <a16:creationId xmlns:a16="http://schemas.microsoft.com/office/drawing/2014/main" id="{BE567FC1-D471-4A54-9B25-03B33A5AE2C2}"/>
                </a:ext>
              </a:extLst>
            </p:cNvPr>
            <p:cNvSpPr>
              <a:spLocks noChangeShapeType="1"/>
            </p:cNvSpPr>
            <p:nvPr/>
          </p:nvSpPr>
          <p:spPr bwMode="auto">
            <a:xfrm>
              <a:off x="4502836" y="4974361"/>
              <a:ext cx="550847"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61" name="Line 162">
              <a:extLst>
                <a:ext uri="{FF2B5EF4-FFF2-40B4-BE49-F238E27FC236}">
                  <a16:creationId xmlns:a16="http://schemas.microsoft.com/office/drawing/2014/main" id="{95CACAB3-8C26-45CD-BC0E-F53E658F646E}"/>
                </a:ext>
              </a:extLst>
            </p:cNvPr>
            <p:cNvSpPr>
              <a:spLocks noChangeShapeType="1"/>
            </p:cNvSpPr>
            <p:nvPr/>
          </p:nvSpPr>
          <p:spPr bwMode="auto">
            <a:xfrm>
              <a:off x="4484418" y="5305317"/>
              <a:ext cx="549174"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62" name="Line 163">
              <a:extLst>
                <a:ext uri="{FF2B5EF4-FFF2-40B4-BE49-F238E27FC236}">
                  <a16:creationId xmlns:a16="http://schemas.microsoft.com/office/drawing/2014/main" id="{BD44A100-2AA8-418C-985B-C748CB47ECD3}"/>
                </a:ext>
              </a:extLst>
            </p:cNvPr>
            <p:cNvSpPr>
              <a:spLocks noChangeShapeType="1"/>
            </p:cNvSpPr>
            <p:nvPr/>
          </p:nvSpPr>
          <p:spPr bwMode="auto">
            <a:xfrm flipH="1">
              <a:off x="5016849" y="4968935"/>
              <a:ext cx="205941" cy="34904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63" name="Line 164">
              <a:extLst>
                <a:ext uri="{FF2B5EF4-FFF2-40B4-BE49-F238E27FC236}">
                  <a16:creationId xmlns:a16="http://schemas.microsoft.com/office/drawing/2014/main" id="{A0B02B13-3291-4673-94CF-68F2CE3A7228}"/>
                </a:ext>
              </a:extLst>
            </p:cNvPr>
            <p:cNvSpPr>
              <a:spLocks noChangeShapeType="1"/>
            </p:cNvSpPr>
            <p:nvPr/>
          </p:nvSpPr>
          <p:spPr bwMode="auto">
            <a:xfrm>
              <a:off x="5052010" y="4979786"/>
              <a:ext cx="137293" cy="35266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64" name="Line 165">
              <a:extLst>
                <a:ext uri="{FF2B5EF4-FFF2-40B4-BE49-F238E27FC236}">
                  <a16:creationId xmlns:a16="http://schemas.microsoft.com/office/drawing/2014/main" id="{EE43E31B-1C11-4F1B-8A1E-775A3C4290FC}"/>
                </a:ext>
              </a:extLst>
            </p:cNvPr>
            <p:cNvSpPr>
              <a:spLocks noChangeShapeType="1"/>
            </p:cNvSpPr>
            <p:nvPr/>
          </p:nvSpPr>
          <p:spPr bwMode="auto">
            <a:xfrm>
              <a:off x="5226138" y="4979786"/>
              <a:ext cx="549174"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65" name="Line 166">
              <a:extLst>
                <a:ext uri="{FF2B5EF4-FFF2-40B4-BE49-F238E27FC236}">
                  <a16:creationId xmlns:a16="http://schemas.microsoft.com/office/drawing/2014/main" id="{F602F486-B866-4DDA-80D0-5F8E8F8116C7}"/>
                </a:ext>
              </a:extLst>
            </p:cNvPr>
            <p:cNvSpPr>
              <a:spLocks noChangeShapeType="1"/>
            </p:cNvSpPr>
            <p:nvPr/>
          </p:nvSpPr>
          <p:spPr bwMode="auto">
            <a:xfrm>
              <a:off x="5204371" y="5323402"/>
              <a:ext cx="567592"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66" name="Line 167">
              <a:extLst>
                <a:ext uri="{FF2B5EF4-FFF2-40B4-BE49-F238E27FC236}">
                  <a16:creationId xmlns:a16="http://schemas.microsoft.com/office/drawing/2014/main" id="{C3EF8A53-372A-448F-8A53-69F702E10A73}"/>
                </a:ext>
              </a:extLst>
            </p:cNvPr>
            <p:cNvSpPr>
              <a:spLocks noChangeShapeType="1"/>
            </p:cNvSpPr>
            <p:nvPr/>
          </p:nvSpPr>
          <p:spPr bwMode="auto">
            <a:xfrm flipH="1">
              <a:off x="5785357" y="4967127"/>
              <a:ext cx="122224" cy="365319"/>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67" name="Line 168">
              <a:extLst>
                <a:ext uri="{FF2B5EF4-FFF2-40B4-BE49-F238E27FC236}">
                  <a16:creationId xmlns:a16="http://schemas.microsoft.com/office/drawing/2014/main" id="{13DB5675-F4B7-4838-84BE-ED3DEB25ED6B}"/>
                </a:ext>
              </a:extLst>
            </p:cNvPr>
            <p:cNvSpPr>
              <a:spLocks noChangeShapeType="1"/>
            </p:cNvSpPr>
            <p:nvPr/>
          </p:nvSpPr>
          <p:spPr bwMode="auto">
            <a:xfrm>
              <a:off x="5790380" y="4979786"/>
              <a:ext cx="118877" cy="32734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68" name="Line 169">
              <a:extLst>
                <a:ext uri="{FF2B5EF4-FFF2-40B4-BE49-F238E27FC236}">
                  <a16:creationId xmlns:a16="http://schemas.microsoft.com/office/drawing/2014/main" id="{2B851B9E-870B-43A5-8692-45DF4E124987}"/>
                </a:ext>
              </a:extLst>
            </p:cNvPr>
            <p:cNvSpPr>
              <a:spLocks noChangeShapeType="1"/>
            </p:cNvSpPr>
            <p:nvPr/>
          </p:nvSpPr>
          <p:spPr bwMode="auto">
            <a:xfrm>
              <a:off x="5924325" y="4983403"/>
              <a:ext cx="60442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69" name="Line 170">
              <a:extLst>
                <a:ext uri="{FF2B5EF4-FFF2-40B4-BE49-F238E27FC236}">
                  <a16:creationId xmlns:a16="http://schemas.microsoft.com/office/drawing/2014/main" id="{2A860B5C-7C84-4EF0-A075-FC08FC07998E}"/>
                </a:ext>
              </a:extLst>
            </p:cNvPr>
            <p:cNvSpPr>
              <a:spLocks noChangeShapeType="1"/>
            </p:cNvSpPr>
            <p:nvPr/>
          </p:nvSpPr>
          <p:spPr bwMode="auto">
            <a:xfrm>
              <a:off x="5914279" y="5316168"/>
              <a:ext cx="60442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70" name="Text Box 200">
              <a:extLst>
                <a:ext uri="{FF2B5EF4-FFF2-40B4-BE49-F238E27FC236}">
                  <a16:creationId xmlns:a16="http://schemas.microsoft.com/office/drawing/2014/main" id="{B731B044-C553-4E3C-9564-D42A20D7A2B6}"/>
                </a:ext>
              </a:extLst>
            </p:cNvPr>
            <p:cNvSpPr txBox="1">
              <a:spLocks noChangeArrowheads="1"/>
            </p:cNvSpPr>
            <p:nvPr/>
          </p:nvSpPr>
          <p:spPr bwMode="auto">
            <a:xfrm>
              <a:off x="3049535" y="4974361"/>
              <a:ext cx="400159" cy="318297"/>
            </a:xfrm>
            <a:prstGeom prst="rect">
              <a:avLst/>
            </a:prstGeom>
            <a:noFill/>
            <a:ln w="25400">
              <a:noFill/>
              <a:miter lim="800000"/>
              <a:headEnd/>
              <a:tailEnd/>
            </a:ln>
          </p:spPr>
          <p:txBody>
            <a:bodyPr/>
            <a:lstStyle/>
            <a:p>
              <a:pPr>
                <a:defRPr/>
              </a:pPr>
              <a:r>
                <a:rPr lang="en-US" sz="1400">
                  <a:latin typeface="+mj-lt"/>
                </a:rPr>
                <a:t>X</a:t>
              </a:r>
            </a:p>
          </p:txBody>
        </p:sp>
        <p:sp>
          <p:nvSpPr>
            <p:cNvPr id="371" name="Text Box 203">
              <a:extLst>
                <a:ext uri="{FF2B5EF4-FFF2-40B4-BE49-F238E27FC236}">
                  <a16:creationId xmlns:a16="http://schemas.microsoft.com/office/drawing/2014/main" id="{3232FA8C-87AB-4280-960F-A0AF6F2E7C23}"/>
                </a:ext>
              </a:extLst>
            </p:cNvPr>
            <p:cNvSpPr txBox="1">
              <a:spLocks noChangeArrowheads="1"/>
            </p:cNvSpPr>
            <p:nvPr/>
          </p:nvSpPr>
          <p:spPr bwMode="auto">
            <a:xfrm>
              <a:off x="5229487" y="4985212"/>
              <a:ext cx="584334" cy="245957"/>
            </a:xfrm>
            <a:prstGeom prst="rect">
              <a:avLst/>
            </a:prstGeom>
            <a:noFill/>
            <a:ln w="25400">
              <a:noFill/>
              <a:miter lim="800000"/>
              <a:headEnd/>
              <a:tailEnd/>
            </a:ln>
          </p:spPr>
          <p:txBody>
            <a:bodyPr/>
            <a:lstStyle/>
            <a:p>
              <a:pPr>
                <a:defRPr/>
              </a:pPr>
              <a:r>
                <a:rPr lang="en-US" sz="1400" dirty="0">
                  <a:latin typeface="+mj-lt"/>
                </a:rPr>
                <a:t>Y+1</a:t>
              </a:r>
            </a:p>
          </p:txBody>
        </p:sp>
        <p:sp>
          <p:nvSpPr>
            <p:cNvPr id="372" name="Text Box 237">
              <a:extLst>
                <a:ext uri="{FF2B5EF4-FFF2-40B4-BE49-F238E27FC236}">
                  <a16:creationId xmlns:a16="http://schemas.microsoft.com/office/drawing/2014/main" id="{B705F656-902A-4BF5-B596-BA4BA8E15D6C}"/>
                </a:ext>
              </a:extLst>
            </p:cNvPr>
            <p:cNvSpPr txBox="1">
              <a:spLocks noChangeArrowheads="1"/>
            </p:cNvSpPr>
            <p:nvPr/>
          </p:nvSpPr>
          <p:spPr bwMode="auto">
            <a:xfrm>
              <a:off x="4586552" y="4967127"/>
              <a:ext cx="403508" cy="318297"/>
            </a:xfrm>
            <a:prstGeom prst="rect">
              <a:avLst/>
            </a:prstGeom>
            <a:noFill/>
            <a:ln w="25400">
              <a:noFill/>
              <a:miter lim="800000"/>
              <a:headEnd/>
              <a:tailEnd/>
            </a:ln>
          </p:spPr>
          <p:txBody>
            <a:bodyPr/>
            <a:lstStyle/>
            <a:p>
              <a:pPr>
                <a:defRPr/>
              </a:pPr>
              <a:r>
                <a:rPr lang="en-US" sz="1400" dirty="0">
                  <a:latin typeface="+mj-lt"/>
                </a:rPr>
                <a:t>Y</a:t>
              </a:r>
            </a:p>
          </p:txBody>
        </p:sp>
        <p:sp>
          <p:nvSpPr>
            <p:cNvPr id="373" name="Line 231">
              <a:extLst>
                <a:ext uri="{FF2B5EF4-FFF2-40B4-BE49-F238E27FC236}">
                  <a16:creationId xmlns:a16="http://schemas.microsoft.com/office/drawing/2014/main" id="{4CB8E84F-DFCB-467F-9768-CAA338737FF3}"/>
                </a:ext>
              </a:extLst>
            </p:cNvPr>
            <p:cNvSpPr>
              <a:spLocks noChangeShapeType="1"/>
            </p:cNvSpPr>
            <p:nvPr/>
          </p:nvSpPr>
          <p:spPr bwMode="auto">
            <a:xfrm>
              <a:off x="6533773" y="4985212"/>
              <a:ext cx="117202"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74" name="Line 232">
              <a:extLst>
                <a:ext uri="{FF2B5EF4-FFF2-40B4-BE49-F238E27FC236}">
                  <a16:creationId xmlns:a16="http://schemas.microsoft.com/office/drawing/2014/main" id="{98C3D193-1939-4D7D-9C19-C1811FA37AB3}"/>
                </a:ext>
              </a:extLst>
            </p:cNvPr>
            <p:cNvSpPr>
              <a:spLocks noChangeShapeType="1"/>
            </p:cNvSpPr>
            <p:nvPr/>
          </p:nvSpPr>
          <p:spPr bwMode="auto">
            <a:xfrm flipH="1">
              <a:off x="6525402" y="4985212"/>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75" name="Line 169">
              <a:extLst>
                <a:ext uri="{FF2B5EF4-FFF2-40B4-BE49-F238E27FC236}">
                  <a16:creationId xmlns:a16="http://schemas.microsoft.com/office/drawing/2014/main" id="{57738157-63BE-4338-B011-07E47D4C53EB}"/>
                </a:ext>
              </a:extLst>
            </p:cNvPr>
            <p:cNvSpPr>
              <a:spLocks noChangeShapeType="1"/>
            </p:cNvSpPr>
            <p:nvPr/>
          </p:nvSpPr>
          <p:spPr bwMode="auto">
            <a:xfrm>
              <a:off x="6639255" y="4983403"/>
              <a:ext cx="64126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76" name="Line 170">
              <a:extLst>
                <a:ext uri="{FF2B5EF4-FFF2-40B4-BE49-F238E27FC236}">
                  <a16:creationId xmlns:a16="http://schemas.microsoft.com/office/drawing/2014/main" id="{489359E0-D965-485B-AD15-5343CFF10242}"/>
                </a:ext>
              </a:extLst>
            </p:cNvPr>
            <p:cNvSpPr>
              <a:spLocks noChangeShapeType="1"/>
            </p:cNvSpPr>
            <p:nvPr/>
          </p:nvSpPr>
          <p:spPr bwMode="auto">
            <a:xfrm>
              <a:off x="6657672" y="5325212"/>
              <a:ext cx="63958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77" name="Line 231">
              <a:extLst>
                <a:ext uri="{FF2B5EF4-FFF2-40B4-BE49-F238E27FC236}">
                  <a16:creationId xmlns:a16="http://schemas.microsoft.com/office/drawing/2014/main" id="{EC0279D4-8C9B-4EA6-8AFF-05CF9885E588}"/>
                </a:ext>
              </a:extLst>
            </p:cNvPr>
            <p:cNvSpPr>
              <a:spLocks noChangeShapeType="1"/>
            </p:cNvSpPr>
            <p:nvPr/>
          </p:nvSpPr>
          <p:spPr bwMode="auto">
            <a:xfrm>
              <a:off x="7287213" y="4979786"/>
              <a:ext cx="115528" cy="330957"/>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78" name="Line 232">
              <a:extLst>
                <a:ext uri="{FF2B5EF4-FFF2-40B4-BE49-F238E27FC236}">
                  <a16:creationId xmlns:a16="http://schemas.microsoft.com/office/drawing/2014/main" id="{7B09AB74-47C8-4346-B2F6-74B2793195DE}"/>
                </a:ext>
              </a:extLst>
            </p:cNvPr>
            <p:cNvSpPr>
              <a:spLocks noChangeShapeType="1"/>
            </p:cNvSpPr>
            <p:nvPr/>
          </p:nvSpPr>
          <p:spPr bwMode="auto">
            <a:xfrm flipH="1">
              <a:off x="7287213" y="4979786"/>
              <a:ext cx="120550"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79" name="Line 169">
              <a:extLst>
                <a:ext uri="{FF2B5EF4-FFF2-40B4-BE49-F238E27FC236}">
                  <a16:creationId xmlns:a16="http://schemas.microsoft.com/office/drawing/2014/main" id="{E92AD573-745D-48D5-A0E4-841BD1254E4B}"/>
                </a:ext>
              </a:extLst>
            </p:cNvPr>
            <p:cNvSpPr>
              <a:spLocks noChangeShapeType="1"/>
            </p:cNvSpPr>
            <p:nvPr/>
          </p:nvSpPr>
          <p:spPr bwMode="auto">
            <a:xfrm>
              <a:off x="7401066" y="4997871"/>
              <a:ext cx="63958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80" name="Line 169">
              <a:extLst>
                <a:ext uri="{FF2B5EF4-FFF2-40B4-BE49-F238E27FC236}">
                  <a16:creationId xmlns:a16="http://schemas.microsoft.com/office/drawing/2014/main" id="{5D1120F0-64FB-4623-89B8-9B042F264F0B}"/>
                </a:ext>
              </a:extLst>
            </p:cNvPr>
            <p:cNvSpPr>
              <a:spLocks noChangeShapeType="1"/>
            </p:cNvSpPr>
            <p:nvPr/>
          </p:nvSpPr>
          <p:spPr bwMode="auto">
            <a:xfrm>
              <a:off x="7401066" y="5323402"/>
              <a:ext cx="639586"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81" name="Line 231">
              <a:extLst>
                <a:ext uri="{FF2B5EF4-FFF2-40B4-BE49-F238E27FC236}">
                  <a16:creationId xmlns:a16="http://schemas.microsoft.com/office/drawing/2014/main" id="{38A11045-D423-43C4-ABA7-A794C3E863FA}"/>
                </a:ext>
              </a:extLst>
            </p:cNvPr>
            <p:cNvSpPr>
              <a:spLocks noChangeShapeType="1"/>
            </p:cNvSpPr>
            <p:nvPr/>
          </p:nvSpPr>
          <p:spPr bwMode="auto">
            <a:xfrm>
              <a:off x="8044001" y="4994254"/>
              <a:ext cx="117202"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82" name="Line 232">
              <a:extLst>
                <a:ext uri="{FF2B5EF4-FFF2-40B4-BE49-F238E27FC236}">
                  <a16:creationId xmlns:a16="http://schemas.microsoft.com/office/drawing/2014/main" id="{0E0AD842-C360-4BE7-AE96-52E445CA0F54}"/>
                </a:ext>
              </a:extLst>
            </p:cNvPr>
            <p:cNvSpPr>
              <a:spLocks noChangeShapeType="1"/>
            </p:cNvSpPr>
            <p:nvPr/>
          </p:nvSpPr>
          <p:spPr bwMode="auto">
            <a:xfrm flipH="1">
              <a:off x="8030606" y="4979786"/>
              <a:ext cx="120550" cy="334574"/>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83" name="Text Box 186">
              <a:extLst>
                <a:ext uri="{FF2B5EF4-FFF2-40B4-BE49-F238E27FC236}">
                  <a16:creationId xmlns:a16="http://schemas.microsoft.com/office/drawing/2014/main" id="{42F05DBF-B17D-4653-AF8A-BE647A34AFD5}"/>
                </a:ext>
              </a:extLst>
            </p:cNvPr>
            <p:cNvSpPr txBox="1">
              <a:spLocks noChangeArrowheads="1"/>
            </p:cNvSpPr>
            <p:nvPr/>
          </p:nvSpPr>
          <p:spPr bwMode="auto">
            <a:xfrm>
              <a:off x="6533773" y="1704579"/>
              <a:ext cx="400161" cy="316488"/>
            </a:xfrm>
            <a:prstGeom prst="rect">
              <a:avLst/>
            </a:prstGeom>
            <a:noFill/>
            <a:ln w="25400">
              <a:noFill/>
              <a:miter lim="800000"/>
              <a:headEnd/>
              <a:tailEnd/>
            </a:ln>
          </p:spPr>
          <p:txBody>
            <a:bodyPr/>
            <a:lstStyle/>
            <a:p>
              <a:pPr>
                <a:defRPr/>
              </a:pPr>
              <a:r>
                <a:rPr lang="en-US" sz="1400" dirty="0">
                  <a:latin typeface="+mj-lt"/>
                </a:rPr>
                <a:t>Z</a:t>
              </a:r>
            </a:p>
          </p:txBody>
        </p:sp>
        <p:sp>
          <p:nvSpPr>
            <p:cNvPr id="384" name="Line 71">
              <a:extLst>
                <a:ext uri="{FF2B5EF4-FFF2-40B4-BE49-F238E27FC236}">
                  <a16:creationId xmlns:a16="http://schemas.microsoft.com/office/drawing/2014/main" id="{C37EFA51-2DB7-4E79-BF00-43B05DD32F1D}"/>
                </a:ext>
              </a:extLst>
            </p:cNvPr>
            <p:cNvSpPr>
              <a:spLocks noChangeShapeType="1"/>
            </p:cNvSpPr>
            <p:nvPr/>
          </p:nvSpPr>
          <p:spPr bwMode="auto">
            <a:xfrm flipH="1">
              <a:off x="2733090" y="2305004"/>
              <a:ext cx="122225" cy="330956"/>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85" name="Line 69">
              <a:extLst>
                <a:ext uri="{FF2B5EF4-FFF2-40B4-BE49-F238E27FC236}">
                  <a16:creationId xmlns:a16="http://schemas.microsoft.com/office/drawing/2014/main" id="{3AC0787D-7104-4277-80E6-8BD775FC76FD}"/>
                </a:ext>
              </a:extLst>
            </p:cNvPr>
            <p:cNvSpPr>
              <a:spLocks noChangeShapeType="1"/>
            </p:cNvSpPr>
            <p:nvPr/>
          </p:nvSpPr>
          <p:spPr bwMode="auto">
            <a:xfrm>
              <a:off x="2990934" y="2323089"/>
              <a:ext cx="102133" cy="30202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86" name="Line 71">
              <a:extLst>
                <a:ext uri="{FF2B5EF4-FFF2-40B4-BE49-F238E27FC236}">
                  <a16:creationId xmlns:a16="http://schemas.microsoft.com/office/drawing/2014/main" id="{B5C41DC5-F27F-438C-ACF8-FB5B0AA11644}"/>
                </a:ext>
              </a:extLst>
            </p:cNvPr>
            <p:cNvSpPr>
              <a:spLocks noChangeShapeType="1"/>
            </p:cNvSpPr>
            <p:nvPr/>
          </p:nvSpPr>
          <p:spPr bwMode="auto">
            <a:xfrm flipH="1">
              <a:off x="4213180" y="2299578"/>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87" name="Line 69">
              <a:extLst>
                <a:ext uri="{FF2B5EF4-FFF2-40B4-BE49-F238E27FC236}">
                  <a16:creationId xmlns:a16="http://schemas.microsoft.com/office/drawing/2014/main" id="{40247261-9AA1-4A3C-B6FE-A6EC144E70CE}"/>
                </a:ext>
              </a:extLst>
            </p:cNvPr>
            <p:cNvSpPr>
              <a:spLocks noChangeShapeType="1"/>
            </p:cNvSpPr>
            <p:nvPr/>
          </p:nvSpPr>
          <p:spPr bwMode="auto">
            <a:xfrm>
              <a:off x="4469350" y="2310429"/>
              <a:ext cx="103807" cy="302021"/>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88" name="Line 106">
              <a:extLst>
                <a:ext uri="{FF2B5EF4-FFF2-40B4-BE49-F238E27FC236}">
                  <a16:creationId xmlns:a16="http://schemas.microsoft.com/office/drawing/2014/main" id="{D8E5D292-49FD-4B6C-89A6-8AE7F793F702}"/>
                </a:ext>
              </a:extLst>
            </p:cNvPr>
            <p:cNvSpPr>
              <a:spLocks noChangeShapeType="1"/>
            </p:cNvSpPr>
            <p:nvPr/>
          </p:nvSpPr>
          <p:spPr bwMode="auto">
            <a:xfrm>
              <a:off x="4574831" y="2608833"/>
              <a:ext cx="36500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89" name="Line 71">
              <a:extLst>
                <a:ext uri="{FF2B5EF4-FFF2-40B4-BE49-F238E27FC236}">
                  <a16:creationId xmlns:a16="http://schemas.microsoft.com/office/drawing/2014/main" id="{A0E4973B-9CFD-43B4-B63D-5F6BD3D50FF8}"/>
                </a:ext>
              </a:extLst>
            </p:cNvPr>
            <p:cNvSpPr>
              <a:spLocks noChangeShapeType="1"/>
            </p:cNvSpPr>
            <p:nvPr/>
          </p:nvSpPr>
          <p:spPr bwMode="auto">
            <a:xfrm flipH="1">
              <a:off x="4911368" y="2288727"/>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90" name="Line 69">
              <a:extLst>
                <a:ext uri="{FF2B5EF4-FFF2-40B4-BE49-F238E27FC236}">
                  <a16:creationId xmlns:a16="http://schemas.microsoft.com/office/drawing/2014/main" id="{ED70087B-2515-4544-893D-92FC6F585869}"/>
                </a:ext>
              </a:extLst>
            </p:cNvPr>
            <p:cNvSpPr>
              <a:spLocks noChangeShapeType="1"/>
            </p:cNvSpPr>
            <p:nvPr/>
          </p:nvSpPr>
          <p:spPr bwMode="auto">
            <a:xfrm>
              <a:off x="5214417" y="2285110"/>
              <a:ext cx="103807" cy="311063"/>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91" name="Line 106">
              <a:extLst>
                <a:ext uri="{FF2B5EF4-FFF2-40B4-BE49-F238E27FC236}">
                  <a16:creationId xmlns:a16="http://schemas.microsoft.com/office/drawing/2014/main" id="{7EBCC81F-D8D2-49DE-B7D6-E4F6F9A151B8}"/>
                </a:ext>
              </a:extLst>
            </p:cNvPr>
            <p:cNvSpPr>
              <a:spLocks noChangeShapeType="1"/>
            </p:cNvSpPr>
            <p:nvPr/>
          </p:nvSpPr>
          <p:spPr bwMode="auto">
            <a:xfrm>
              <a:off x="5316551" y="2601599"/>
              <a:ext cx="366673"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92" name="Line 71">
              <a:extLst>
                <a:ext uri="{FF2B5EF4-FFF2-40B4-BE49-F238E27FC236}">
                  <a16:creationId xmlns:a16="http://schemas.microsoft.com/office/drawing/2014/main" id="{899614DE-187F-4295-8261-5CD811629104}"/>
                </a:ext>
              </a:extLst>
            </p:cNvPr>
            <p:cNvSpPr>
              <a:spLocks noChangeShapeType="1"/>
            </p:cNvSpPr>
            <p:nvPr/>
          </p:nvSpPr>
          <p:spPr bwMode="auto">
            <a:xfrm flipH="1">
              <a:off x="5676527" y="2285110"/>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93" name="Line 69">
              <a:extLst>
                <a:ext uri="{FF2B5EF4-FFF2-40B4-BE49-F238E27FC236}">
                  <a16:creationId xmlns:a16="http://schemas.microsoft.com/office/drawing/2014/main" id="{785547A5-DE68-4A7C-8314-CFC621945D27}"/>
                </a:ext>
              </a:extLst>
            </p:cNvPr>
            <p:cNvSpPr>
              <a:spLocks noChangeShapeType="1"/>
            </p:cNvSpPr>
            <p:nvPr/>
          </p:nvSpPr>
          <p:spPr bwMode="auto">
            <a:xfrm>
              <a:off x="6001343" y="2301387"/>
              <a:ext cx="102133" cy="30202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95" name="Line 107">
              <a:extLst>
                <a:ext uri="{FF2B5EF4-FFF2-40B4-BE49-F238E27FC236}">
                  <a16:creationId xmlns:a16="http://schemas.microsoft.com/office/drawing/2014/main" id="{677D2E09-A185-47B0-877C-2851E1CC2C75}"/>
                </a:ext>
              </a:extLst>
            </p:cNvPr>
            <p:cNvSpPr>
              <a:spLocks noChangeShapeType="1"/>
            </p:cNvSpPr>
            <p:nvPr/>
          </p:nvSpPr>
          <p:spPr bwMode="auto">
            <a:xfrm flipH="1">
              <a:off x="7185080" y="2277876"/>
              <a:ext cx="120550" cy="332765"/>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96" name="Line 105">
              <a:extLst>
                <a:ext uri="{FF2B5EF4-FFF2-40B4-BE49-F238E27FC236}">
                  <a16:creationId xmlns:a16="http://schemas.microsoft.com/office/drawing/2014/main" id="{840A2D4D-519E-4126-8623-2E14E7F49D71}"/>
                </a:ext>
              </a:extLst>
            </p:cNvPr>
            <p:cNvSpPr>
              <a:spLocks noChangeShapeType="1"/>
            </p:cNvSpPr>
            <p:nvPr/>
          </p:nvSpPr>
          <p:spPr bwMode="auto">
            <a:xfrm>
              <a:off x="7468038" y="2295961"/>
              <a:ext cx="100459" cy="302021"/>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97" name="Line 106">
              <a:extLst>
                <a:ext uri="{FF2B5EF4-FFF2-40B4-BE49-F238E27FC236}">
                  <a16:creationId xmlns:a16="http://schemas.microsoft.com/office/drawing/2014/main" id="{25DD51F8-72B5-428C-AA1A-55EE2C97D3DF}"/>
                </a:ext>
              </a:extLst>
            </p:cNvPr>
            <p:cNvSpPr>
              <a:spLocks noChangeShapeType="1"/>
            </p:cNvSpPr>
            <p:nvPr/>
          </p:nvSpPr>
          <p:spPr bwMode="auto">
            <a:xfrm>
              <a:off x="7576869" y="2594365"/>
              <a:ext cx="641260" cy="0"/>
            </a:xfrm>
            <a:prstGeom prst="line">
              <a:avLst/>
            </a:prstGeom>
            <a:noFill/>
            <a:ln w="25400">
              <a:solidFill>
                <a:srgbClr val="000000"/>
              </a:solidFill>
              <a:round/>
              <a:headEnd/>
              <a:tailEnd/>
            </a:ln>
          </p:spPr>
          <p:txBody>
            <a:bodyPr/>
            <a:lstStyle/>
            <a:p>
              <a:pPr eaLnBrk="1" hangingPunct="1">
                <a:defRPr/>
              </a:pPr>
              <a:endParaRPr lang="en-US" sz="1400">
                <a:latin typeface="+mj-lt"/>
              </a:endParaRPr>
            </a:p>
          </p:txBody>
        </p:sp>
        <p:sp>
          <p:nvSpPr>
            <p:cNvPr id="398" name="Text Box 193">
              <a:extLst>
                <a:ext uri="{FF2B5EF4-FFF2-40B4-BE49-F238E27FC236}">
                  <a16:creationId xmlns:a16="http://schemas.microsoft.com/office/drawing/2014/main" id="{ABC8CDBC-95DD-4FAA-8933-6F0A9417A715}"/>
                </a:ext>
              </a:extLst>
            </p:cNvPr>
            <p:cNvSpPr txBox="1">
              <a:spLocks noChangeArrowheads="1"/>
            </p:cNvSpPr>
            <p:nvPr/>
          </p:nvSpPr>
          <p:spPr bwMode="auto">
            <a:xfrm>
              <a:off x="2771600" y="3938086"/>
              <a:ext cx="398486" cy="318297"/>
            </a:xfrm>
            <a:prstGeom prst="rect">
              <a:avLst/>
            </a:prstGeom>
            <a:noFill/>
            <a:ln w="25400">
              <a:noFill/>
              <a:miter lim="800000"/>
              <a:headEnd/>
              <a:tailEnd/>
            </a:ln>
          </p:spPr>
          <p:txBody>
            <a:bodyPr/>
            <a:lstStyle/>
            <a:p>
              <a:pPr>
                <a:defRPr/>
              </a:pPr>
              <a:r>
                <a:rPr lang="en-US" sz="1400" dirty="0">
                  <a:latin typeface="+mj-lt"/>
                </a:rPr>
                <a:t>X</a:t>
              </a:r>
            </a:p>
          </p:txBody>
        </p:sp>
        <p:sp>
          <p:nvSpPr>
            <p:cNvPr id="399" name="Text Box 194">
              <a:extLst>
                <a:ext uri="{FF2B5EF4-FFF2-40B4-BE49-F238E27FC236}">
                  <a16:creationId xmlns:a16="http://schemas.microsoft.com/office/drawing/2014/main" id="{345C4CE9-EBF8-4D7D-8097-C5881EB5E021}"/>
                </a:ext>
              </a:extLst>
            </p:cNvPr>
            <p:cNvSpPr txBox="1">
              <a:spLocks noChangeArrowheads="1"/>
            </p:cNvSpPr>
            <p:nvPr/>
          </p:nvSpPr>
          <p:spPr bwMode="auto">
            <a:xfrm>
              <a:off x="4214855" y="3947129"/>
              <a:ext cx="400159" cy="318297"/>
            </a:xfrm>
            <a:prstGeom prst="rect">
              <a:avLst/>
            </a:prstGeom>
            <a:noFill/>
            <a:ln w="25400">
              <a:noFill/>
              <a:miter lim="800000"/>
              <a:headEnd/>
              <a:tailEnd/>
            </a:ln>
          </p:spPr>
          <p:txBody>
            <a:bodyPr/>
            <a:lstStyle/>
            <a:p>
              <a:pPr>
                <a:defRPr/>
              </a:pPr>
              <a:r>
                <a:rPr lang="en-US" sz="1400" dirty="0">
                  <a:latin typeface="+mj-lt"/>
                </a:rPr>
                <a:t>Y</a:t>
              </a:r>
            </a:p>
          </p:txBody>
        </p:sp>
        <p:sp>
          <p:nvSpPr>
            <p:cNvPr id="400" name="Text Box 194">
              <a:extLst>
                <a:ext uri="{FF2B5EF4-FFF2-40B4-BE49-F238E27FC236}">
                  <a16:creationId xmlns:a16="http://schemas.microsoft.com/office/drawing/2014/main" id="{E00801E7-20D5-46DB-94D9-4C054B48F28E}"/>
                </a:ext>
              </a:extLst>
            </p:cNvPr>
            <p:cNvSpPr txBox="1">
              <a:spLocks noChangeArrowheads="1"/>
            </p:cNvSpPr>
            <p:nvPr/>
          </p:nvSpPr>
          <p:spPr bwMode="auto">
            <a:xfrm>
              <a:off x="4929785" y="4001384"/>
              <a:ext cx="428623" cy="318297"/>
            </a:xfrm>
            <a:prstGeom prst="rect">
              <a:avLst/>
            </a:prstGeom>
            <a:noFill/>
            <a:ln w="25400">
              <a:noFill/>
              <a:miter lim="800000"/>
              <a:headEnd/>
              <a:tailEnd/>
            </a:ln>
          </p:spPr>
          <p:txBody>
            <a:bodyPr/>
            <a:lstStyle/>
            <a:p>
              <a:pPr>
                <a:defRPr/>
              </a:pPr>
              <a:r>
                <a:rPr lang="en-US" sz="1050" dirty="0">
                  <a:latin typeface="+mj-lt"/>
                </a:rPr>
                <a:t>Y+1</a:t>
              </a:r>
            </a:p>
          </p:txBody>
        </p:sp>
        <p:sp>
          <p:nvSpPr>
            <p:cNvPr id="401" name="Text Box 194">
              <a:extLst>
                <a:ext uri="{FF2B5EF4-FFF2-40B4-BE49-F238E27FC236}">
                  <a16:creationId xmlns:a16="http://schemas.microsoft.com/office/drawing/2014/main" id="{F5279B53-FFB0-40F5-B144-9A9FC67FF290}"/>
                </a:ext>
              </a:extLst>
            </p:cNvPr>
            <p:cNvSpPr txBox="1">
              <a:spLocks noChangeArrowheads="1"/>
            </p:cNvSpPr>
            <p:nvPr/>
          </p:nvSpPr>
          <p:spPr bwMode="auto">
            <a:xfrm>
              <a:off x="5627972" y="3985107"/>
              <a:ext cx="428623" cy="318297"/>
            </a:xfrm>
            <a:prstGeom prst="rect">
              <a:avLst/>
            </a:prstGeom>
            <a:noFill/>
            <a:ln w="25400">
              <a:noFill/>
              <a:miter lim="800000"/>
              <a:headEnd/>
              <a:tailEnd/>
            </a:ln>
          </p:spPr>
          <p:txBody>
            <a:bodyPr/>
            <a:lstStyle/>
            <a:p>
              <a:pPr>
                <a:defRPr/>
              </a:pPr>
              <a:r>
                <a:rPr lang="en-US" sz="1050" dirty="0">
                  <a:latin typeface="+mj-lt"/>
                </a:rPr>
                <a:t>Y+2</a:t>
              </a:r>
            </a:p>
          </p:txBody>
        </p:sp>
        <p:sp>
          <p:nvSpPr>
            <p:cNvPr id="402" name="Text Box 186">
              <a:extLst>
                <a:ext uri="{FF2B5EF4-FFF2-40B4-BE49-F238E27FC236}">
                  <a16:creationId xmlns:a16="http://schemas.microsoft.com/office/drawing/2014/main" id="{296F7EB1-CB21-475D-A273-1BD96C8DC6AD}"/>
                </a:ext>
              </a:extLst>
            </p:cNvPr>
            <p:cNvSpPr txBox="1">
              <a:spLocks noChangeArrowheads="1"/>
            </p:cNvSpPr>
            <p:nvPr/>
          </p:nvSpPr>
          <p:spPr bwMode="auto">
            <a:xfrm>
              <a:off x="7287213" y="3963405"/>
              <a:ext cx="400161" cy="316489"/>
            </a:xfrm>
            <a:prstGeom prst="rect">
              <a:avLst/>
            </a:prstGeom>
            <a:noFill/>
            <a:ln w="25400">
              <a:noFill/>
              <a:miter lim="800000"/>
              <a:headEnd/>
              <a:tailEnd/>
            </a:ln>
          </p:spPr>
          <p:txBody>
            <a:bodyPr/>
            <a:lstStyle/>
            <a:p>
              <a:pPr>
                <a:defRPr/>
              </a:pPr>
              <a:r>
                <a:rPr lang="en-US" sz="1400" dirty="0">
                  <a:latin typeface="+mj-lt"/>
                </a:rPr>
                <a:t>Z</a:t>
              </a:r>
            </a:p>
          </p:txBody>
        </p:sp>
        <p:sp>
          <p:nvSpPr>
            <p:cNvPr id="403" name="Text Box 203">
              <a:extLst>
                <a:ext uri="{FF2B5EF4-FFF2-40B4-BE49-F238E27FC236}">
                  <a16:creationId xmlns:a16="http://schemas.microsoft.com/office/drawing/2014/main" id="{1D361E49-344F-4AC8-BABC-81C424B977ED}"/>
                </a:ext>
              </a:extLst>
            </p:cNvPr>
            <p:cNvSpPr txBox="1">
              <a:spLocks noChangeArrowheads="1"/>
            </p:cNvSpPr>
            <p:nvPr/>
          </p:nvSpPr>
          <p:spPr bwMode="auto">
            <a:xfrm>
              <a:off x="5929348" y="4500532"/>
              <a:ext cx="696513" cy="245957"/>
            </a:xfrm>
            <a:prstGeom prst="rect">
              <a:avLst/>
            </a:prstGeom>
            <a:noFill/>
            <a:ln w="25400">
              <a:noFill/>
              <a:miter lim="800000"/>
              <a:headEnd/>
              <a:tailEnd/>
            </a:ln>
          </p:spPr>
          <p:txBody>
            <a:bodyPr/>
            <a:lstStyle/>
            <a:p>
              <a:pPr>
                <a:defRPr/>
              </a:pPr>
              <a:r>
                <a:rPr lang="en-US" sz="1400" dirty="0">
                  <a:latin typeface="+mj-lt"/>
                </a:rPr>
                <a:t>Y+2</a:t>
              </a:r>
            </a:p>
          </p:txBody>
        </p:sp>
        <p:sp>
          <p:nvSpPr>
            <p:cNvPr id="404" name="Text Box 186">
              <a:extLst>
                <a:ext uri="{FF2B5EF4-FFF2-40B4-BE49-F238E27FC236}">
                  <a16:creationId xmlns:a16="http://schemas.microsoft.com/office/drawing/2014/main" id="{C29BFEA6-2924-47FE-88E8-A77B6072D14D}"/>
                </a:ext>
              </a:extLst>
            </p:cNvPr>
            <p:cNvSpPr txBox="1">
              <a:spLocks noChangeArrowheads="1"/>
            </p:cNvSpPr>
            <p:nvPr/>
          </p:nvSpPr>
          <p:spPr bwMode="auto">
            <a:xfrm>
              <a:off x="7501524" y="4462553"/>
              <a:ext cx="400161" cy="318297"/>
            </a:xfrm>
            <a:prstGeom prst="rect">
              <a:avLst/>
            </a:prstGeom>
            <a:noFill/>
            <a:ln w="25400">
              <a:noFill/>
              <a:miter lim="800000"/>
              <a:headEnd/>
              <a:tailEnd/>
            </a:ln>
          </p:spPr>
          <p:txBody>
            <a:bodyPr/>
            <a:lstStyle/>
            <a:p>
              <a:pPr>
                <a:defRPr/>
              </a:pPr>
              <a:r>
                <a:rPr lang="en-US" sz="1400" dirty="0">
                  <a:latin typeface="+mj-lt"/>
                </a:rPr>
                <a:t>Z</a:t>
              </a:r>
            </a:p>
          </p:txBody>
        </p:sp>
        <p:sp>
          <p:nvSpPr>
            <p:cNvPr id="405" name="Text Box 203">
              <a:extLst>
                <a:ext uri="{FF2B5EF4-FFF2-40B4-BE49-F238E27FC236}">
                  <a16:creationId xmlns:a16="http://schemas.microsoft.com/office/drawing/2014/main" id="{47BFF58C-2979-41B4-8FF8-6F92CBA7A874}"/>
                </a:ext>
              </a:extLst>
            </p:cNvPr>
            <p:cNvSpPr txBox="1">
              <a:spLocks noChangeArrowheads="1"/>
            </p:cNvSpPr>
            <p:nvPr/>
          </p:nvSpPr>
          <p:spPr bwMode="auto">
            <a:xfrm>
              <a:off x="5937719" y="4979786"/>
              <a:ext cx="696513" cy="244149"/>
            </a:xfrm>
            <a:prstGeom prst="rect">
              <a:avLst/>
            </a:prstGeom>
            <a:noFill/>
            <a:ln w="25400">
              <a:noFill/>
              <a:miter lim="800000"/>
              <a:headEnd/>
              <a:tailEnd/>
            </a:ln>
          </p:spPr>
          <p:txBody>
            <a:bodyPr/>
            <a:lstStyle/>
            <a:p>
              <a:pPr>
                <a:defRPr/>
              </a:pPr>
              <a:r>
                <a:rPr lang="en-US" sz="1400" dirty="0">
                  <a:latin typeface="+mj-lt"/>
                </a:rPr>
                <a:t>Y+2</a:t>
              </a:r>
            </a:p>
          </p:txBody>
        </p:sp>
        <p:sp>
          <p:nvSpPr>
            <p:cNvPr id="406" name="Text Box 186">
              <a:extLst>
                <a:ext uri="{FF2B5EF4-FFF2-40B4-BE49-F238E27FC236}">
                  <a16:creationId xmlns:a16="http://schemas.microsoft.com/office/drawing/2014/main" id="{7CCAD1F8-6F6E-4145-B58E-71B6B8D94BDD}"/>
                </a:ext>
              </a:extLst>
            </p:cNvPr>
            <p:cNvSpPr txBox="1">
              <a:spLocks noChangeArrowheads="1"/>
            </p:cNvSpPr>
            <p:nvPr/>
          </p:nvSpPr>
          <p:spPr bwMode="auto">
            <a:xfrm>
              <a:off x="7556777" y="5001488"/>
              <a:ext cx="400159" cy="316489"/>
            </a:xfrm>
            <a:prstGeom prst="rect">
              <a:avLst/>
            </a:prstGeom>
            <a:noFill/>
            <a:ln w="25400">
              <a:noFill/>
              <a:miter lim="800000"/>
              <a:headEnd/>
              <a:tailEnd/>
            </a:ln>
          </p:spPr>
          <p:txBody>
            <a:bodyPr/>
            <a:lstStyle/>
            <a:p>
              <a:pPr>
                <a:defRPr/>
              </a:pPr>
              <a:r>
                <a:rPr lang="en-US" sz="1400" dirty="0">
                  <a:latin typeface="+mj-lt"/>
                </a:rPr>
                <a:t>Z</a:t>
              </a:r>
            </a:p>
          </p:txBody>
        </p:sp>
        <p:sp>
          <p:nvSpPr>
            <p:cNvPr id="407" name="Text Box 187">
              <a:extLst>
                <a:ext uri="{FF2B5EF4-FFF2-40B4-BE49-F238E27FC236}">
                  <a16:creationId xmlns:a16="http://schemas.microsoft.com/office/drawing/2014/main" id="{2C026433-6CBC-496B-AB78-A9391096D528}"/>
                </a:ext>
              </a:extLst>
            </p:cNvPr>
            <p:cNvSpPr txBox="1">
              <a:spLocks noChangeArrowheads="1"/>
            </p:cNvSpPr>
            <p:nvPr/>
          </p:nvSpPr>
          <p:spPr bwMode="auto">
            <a:xfrm>
              <a:off x="1787106" y="4979786"/>
              <a:ext cx="428623" cy="256808"/>
            </a:xfrm>
            <a:prstGeom prst="rect">
              <a:avLst/>
            </a:prstGeom>
            <a:noFill/>
            <a:ln w="25400">
              <a:noFill/>
              <a:miter lim="800000"/>
              <a:headEnd/>
              <a:tailEnd/>
            </a:ln>
          </p:spPr>
          <p:txBody>
            <a:bodyPr/>
            <a:lstStyle/>
            <a:p>
              <a:pPr>
                <a:defRPr/>
              </a:pPr>
              <a:r>
                <a:rPr lang="en-US" sz="1200" dirty="0">
                  <a:latin typeface="+mj-lt"/>
                </a:rPr>
                <a:t>idle</a:t>
              </a:r>
            </a:p>
          </p:txBody>
        </p:sp>
        <p:sp>
          <p:nvSpPr>
            <p:cNvPr id="408" name="Text Box 187">
              <a:extLst>
                <a:ext uri="{FF2B5EF4-FFF2-40B4-BE49-F238E27FC236}">
                  <a16:creationId xmlns:a16="http://schemas.microsoft.com/office/drawing/2014/main" id="{5C2BFCE3-8D7F-40AA-B3B6-BC781F4E855C}"/>
                </a:ext>
              </a:extLst>
            </p:cNvPr>
            <p:cNvSpPr txBox="1">
              <a:spLocks noChangeArrowheads="1"/>
            </p:cNvSpPr>
            <p:nvPr/>
          </p:nvSpPr>
          <p:spPr bwMode="auto">
            <a:xfrm>
              <a:off x="2359720" y="4985212"/>
              <a:ext cx="428623" cy="254999"/>
            </a:xfrm>
            <a:prstGeom prst="rect">
              <a:avLst/>
            </a:prstGeom>
            <a:noFill/>
            <a:ln w="25400">
              <a:noFill/>
              <a:miter lim="800000"/>
              <a:headEnd/>
              <a:tailEnd/>
            </a:ln>
          </p:spPr>
          <p:txBody>
            <a:bodyPr/>
            <a:lstStyle/>
            <a:p>
              <a:pPr>
                <a:defRPr/>
              </a:pPr>
              <a:r>
                <a:rPr lang="en-US" sz="1200" dirty="0">
                  <a:latin typeface="+mj-lt"/>
                </a:rPr>
                <a:t>idle</a:t>
              </a:r>
            </a:p>
          </p:txBody>
        </p:sp>
        <p:sp>
          <p:nvSpPr>
            <p:cNvPr id="409" name="Text Box 187">
              <a:extLst>
                <a:ext uri="{FF2B5EF4-FFF2-40B4-BE49-F238E27FC236}">
                  <a16:creationId xmlns:a16="http://schemas.microsoft.com/office/drawing/2014/main" id="{39D22197-3AD0-49A0-8B64-7C255B4490C2}"/>
                </a:ext>
              </a:extLst>
            </p:cNvPr>
            <p:cNvSpPr txBox="1">
              <a:spLocks noChangeArrowheads="1"/>
            </p:cNvSpPr>
            <p:nvPr/>
          </p:nvSpPr>
          <p:spPr bwMode="auto">
            <a:xfrm>
              <a:off x="3809672" y="4979786"/>
              <a:ext cx="428623" cy="256808"/>
            </a:xfrm>
            <a:prstGeom prst="rect">
              <a:avLst/>
            </a:prstGeom>
            <a:noFill/>
            <a:ln w="25400">
              <a:noFill/>
              <a:miter lim="800000"/>
              <a:headEnd/>
              <a:tailEnd/>
            </a:ln>
          </p:spPr>
          <p:txBody>
            <a:bodyPr/>
            <a:lstStyle/>
            <a:p>
              <a:pPr>
                <a:defRPr/>
              </a:pPr>
              <a:r>
                <a:rPr lang="en-US" sz="1200" dirty="0">
                  <a:latin typeface="+mj-lt"/>
                </a:rPr>
                <a:t>idle</a:t>
              </a:r>
            </a:p>
          </p:txBody>
        </p:sp>
        <p:sp>
          <p:nvSpPr>
            <p:cNvPr id="410" name="Text Box 187">
              <a:extLst>
                <a:ext uri="{FF2B5EF4-FFF2-40B4-BE49-F238E27FC236}">
                  <a16:creationId xmlns:a16="http://schemas.microsoft.com/office/drawing/2014/main" id="{6929CCC7-6449-49C9-BF27-6CD4F3B58D0B}"/>
                </a:ext>
              </a:extLst>
            </p:cNvPr>
            <p:cNvSpPr txBox="1">
              <a:spLocks noChangeArrowheads="1"/>
            </p:cNvSpPr>
            <p:nvPr/>
          </p:nvSpPr>
          <p:spPr bwMode="auto">
            <a:xfrm>
              <a:off x="6764828" y="4996063"/>
              <a:ext cx="428623" cy="256808"/>
            </a:xfrm>
            <a:prstGeom prst="rect">
              <a:avLst/>
            </a:prstGeom>
            <a:noFill/>
            <a:ln w="25400">
              <a:noFill/>
              <a:miter lim="800000"/>
              <a:headEnd/>
              <a:tailEnd/>
            </a:ln>
          </p:spPr>
          <p:txBody>
            <a:bodyPr/>
            <a:lstStyle/>
            <a:p>
              <a:pPr>
                <a:defRPr/>
              </a:pPr>
              <a:r>
                <a:rPr lang="en-US" sz="1200" dirty="0">
                  <a:latin typeface="+mj-lt"/>
                </a:rPr>
                <a:t>idle</a:t>
              </a:r>
            </a:p>
          </p:txBody>
        </p:sp>
        <p:sp>
          <p:nvSpPr>
            <p:cNvPr id="411" name="Text Box 244">
              <a:extLst>
                <a:ext uri="{FF2B5EF4-FFF2-40B4-BE49-F238E27FC236}">
                  <a16:creationId xmlns:a16="http://schemas.microsoft.com/office/drawing/2014/main" id="{30C00C41-2457-4B22-8296-BD043656C285}"/>
                </a:ext>
              </a:extLst>
            </p:cNvPr>
            <p:cNvSpPr txBox="1">
              <a:spLocks noChangeArrowheads="1"/>
            </p:cNvSpPr>
            <p:nvPr/>
          </p:nvSpPr>
          <p:spPr bwMode="auto">
            <a:xfrm>
              <a:off x="1018597" y="4862234"/>
              <a:ext cx="1123462" cy="567871"/>
            </a:xfrm>
            <a:prstGeom prst="rect">
              <a:avLst/>
            </a:prstGeom>
            <a:noFill/>
            <a:ln w="25400">
              <a:noFill/>
              <a:miter lim="800000"/>
              <a:headEnd/>
              <a:tailEnd/>
            </a:ln>
          </p:spPr>
          <p:txBody>
            <a:bodyPr/>
            <a:lstStyle/>
            <a:p>
              <a:pPr>
                <a:defRPr/>
              </a:pPr>
              <a:r>
                <a:rPr lang="en-US" sz="1400" dirty="0">
                  <a:latin typeface="+mj-lt"/>
                </a:rPr>
                <a:t>SRAM </a:t>
              </a:r>
            </a:p>
            <a:p>
              <a:pPr>
                <a:defRPr/>
              </a:pPr>
              <a:r>
                <a:rPr lang="en-US" sz="1400" dirty="0">
                  <a:latin typeface="+mj-lt"/>
                </a:rPr>
                <a:t>writing</a:t>
              </a:r>
            </a:p>
            <a:p>
              <a:pPr>
                <a:defRPr/>
              </a:pPr>
              <a:endParaRPr lang="en-US" sz="1400" dirty="0">
                <a:latin typeface="+mj-lt"/>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57A872F-57C9-BE58-8815-8D1060552258}"/>
              </a:ext>
            </a:extLst>
          </p:cNvPr>
          <p:cNvSpPr>
            <a:spLocks noGrp="1" noChangeArrowheads="1"/>
          </p:cNvSpPr>
          <p:nvPr>
            <p:ph type="title"/>
          </p:nvPr>
        </p:nvSpPr>
        <p:spPr/>
        <p:txBody>
          <a:bodyPr/>
          <a:lstStyle/>
          <a:p>
            <a:r>
              <a:rPr lang="en-US" altLang="en-US"/>
              <a:t>RAM 2</a:t>
            </a:r>
            <a:r>
              <a:rPr lang="en-US" altLang="en-US" baseline="30000"/>
              <a:t>N</a:t>
            </a:r>
            <a:r>
              <a:rPr lang="ru-RU" altLang="en-US">
                <a:sym typeface="Symbol" panose="05050102010706020507" pitchFamily="18" charset="2"/>
              </a:rPr>
              <a:t></a:t>
            </a:r>
            <a:r>
              <a:rPr lang="en-US" altLang="en-US"/>
              <a:t>M Bit  in  Verilog</a:t>
            </a:r>
            <a:endParaRPr lang="ru-RU" altLang="en-US"/>
          </a:p>
        </p:txBody>
      </p:sp>
      <p:sp>
        <p:nvSpPr>
          <p:cNvPr id="43011" name="Content Placeholder 4">
            <a:extLst>
              <a:ext uri="{FF2B5EF4-FFF2-40B4-BE49-F238E27FC236}">
                <a16:creationId xmlns:a16="http://schemas.microsoft.com/office/drawing/2014/main" id="{D2C65A68-C343-F731-948D-6E9CD256264A}"/>
              </a:ext>
            </a:extLst>
          </p:cNvPr>
          <p:cNvSpPr>
            <a:spLocks noGrp="1" noChangeArrowheads="1"/>
          </p:cNvSpPr>
          <p:nvPr>
            <p:ph type="body" sz="quarter" idx="10"/>
          </p:nvPr>
        </p:nvSpPr>
        <p:spPr/>
        <p:txBody>
          <a:bodyPr/>
          <a:lstStyle/>
          <a:p>
            <a:pPr>
              <a:spcBef>
                <a:spcPct val="0"/>
              </a:spcBef>
              <a:buFont typeface="Wingdings" panose="05000000000000000000" pitchFamily="2" charset="2"/>
              <a:buNone/>
            </a:pPr>
            <a:r>
              <a:rPr lang="en-US" altLang="en-US" sz="2000">
                <a:solidFill>
                  <a:srgbClr val="0000FF"/>
                </a:solidFill>
              </a:rPr>
              <a:t>module</a:t>
            </a:r>
            <a:r>
              <a:rPr lang="en-US" altLang="en-US" sz="2000"/>
              <a:t>  ram (clk,we,addr,din,dout);</a:t>
            </a:r>
          </a:p>
          <a:p>
            <a:pPr>
              <a:spcBef>
                <a:spcPct val="0"/>
              </a:spcBef>
              <a:buFont typeface="Wingdings" panose="05000000000000000000" pitchFamily="2" charset="2"/>
              <a:buNone/>
            </a:pPr>
            <a:r>
              <a:rPr lang="en-US" altLang="en-US" sz="2000"/>
              <a:t>	parameter N=11, M=16;</a:t>
            </a:r>
          </a:p>
          <a:p>
            <a:pPr>
              <a:spcBef>
                <a:spcPct val="0"/>
              </a:spcBef>
              <a:buFont typeface="Wingdings" panose="05000000000000000000" pitchFamily="2" charset="2"/>
              <a:buNone/>
            </a:pPr>
            <a:r>
              <a:rPr lang="en-US" altLang="en-US" sz="2000"/>
              <a:t>	input	 clk,we;</a:t>
            </a:r>
          </a:p>
          <a:p>
            <a:pPr>
              <a:spcBef>
                <a:spcPct val="0"/>
              </a:spcBef>
              <a:buFont typeface="Wingdings" panose="05000000000000000000" pitchFamily="2" charset="2"/>
              <a:buNone/>
            </a:pPr>
            <a:r>
              <a:rPr lang="en-US" altLang="en-US" sz="2000"/>
              <a:t>	input	[N-1:0] addr;</a:t>
            </a:r>
          </a:p>
          <a:p>
            <a:pPr>
              <a:spcBef>
                <a:spcPct val="0"/>
              </a:spcBef>
              <a:buFont typeface="Wingdings" panose="05000000000000000000" pitchFamily="2" charset="2"/>
              <a:buNone/>
            </a:pPr>
            <a:r>
              <a:rPr lang="en-US" altLang="en-US" sz="2000"/>
              <a:t>	input	[M-1:0]	din;</a:t>
            </a:r>
          </a:p>
          <a:p>
            <a:pPr>
              <a:spcBef>
                <a:spcPct val="0"/>
              </a:spcBef>
              <a:buFont typeface="Wingdings" panose="05000000000000000000" pitchFamily="2" charset="2"/>
              <a:buNone/>
            </a:pPr>
            <a:r>
              <a:rPr lang="en-US" altLang="en-US" sz="2000"/>
              <a:t>	output  [M-1:0] dout;</a:t>
            </a:r>
          </a:p>
          <a:p>
            <a:pPr>
              <a:spcBef>
                <a:spcPct val="0"/>
              </a:spcBef>
              <a:buFont typeface="Wingdings" panose="05000000000000000000" pitchFamily="2" charset="2"/>
              <a:buNone/>
            </a:pPr>
            <a:r>
              <a:rPr lang="en-US" altLang="en-US" sz="2000">
                <a:solidFill>
                  <a:srgbClr val="0000FF"/>
                </a:solidFill>
              </a:rPr>
              <a:t>reg</a:t>
            </a:r>
            <a:r>
              <a:rPr lang="en-US" altLang="en-US" sz="2000"/>
              <a:t> [M-1:0] mem[2**N-1:0];</a:t>
            </a:r>
          </a:p>
          <a:p>
            <a:pPr>
              <a:spcBef>
                <a:spcPct val="0"/>
              </a:spcBef>
              <a:buFont typeface="Wingdings" panose="05000000000000000000" pitchFamily="2" charset="2"/>
              <a:buNone/>
            </a:pPr>
            <a:r>
              <a:rPr lang="en-US" altLang="en-US" sz="2000">
                <a:solidFill>
                  <a:srgbClr val="0000FF"/>
                </a:solidFill>
              </a:rPr>
              <a:t>always</a:t>
            </a:r>
            <a:r>
              <a:rPr lang="en-US" altLang="en-US" sz="2000"/>
              <a:t> @(posedge clk)</a:t>
            </a:r>
          </a:p>
          <a:p>
            <a:pPr>
              <a:spcBef>
                <a:spcPct val="0"/>
              </a:spcBef>
              <a:spcAft>
                <a:spcPts val="600"/>
              </a:spcAft>
              <a:buNone/>
            </a:pPr>
            <a:r>
              <a:rPr lang="en-US" altLang="en-US" sz="2000">
                <a:solidFill>
                  <a:srgbClr val="0000FF"/>
                </a:solidFill>
              </a:rPr>
              <a:t>if</a:t>
            </a:r>
            <a:r>
              <a:rPr lang="en-US" altLang="en-US" sz="2000"/>
              <a:t> (we)  mem[addr] &lt;= din;</a:t>
            </a:r>
          </a:p>
          <a:p>
            <a:pPr>
              <a:spcBef>
                <a:spcPct val="0"/>
              </a:spcBef>
              <a:spcAft>
                <a:spcPts val="600"/>
              </a:spcAft>
              <a:buNone/>
            </a:pPr>
            <a:r>
              <a:rPr lang="en-US" altLang="en-US" sz="2000">
                <a:solidFill>
                  <a:srgbClr val="0000FF"/>
                </a:solidFill>
              </a:rPr>
              <a:t>assign</a:t>
            </a:r>
            <a:r>
              <a:rPr lang="en-US" altLang="en-US" sz="2000"/>
              <a:t> dout = mem[addr];</a:t>
            </a:r>
          </a:p>
          <a:p>
            <a:pPr>
              <a:spcBef>
                <a:spcPct val="0"/>
              </a:spcBef>
              <a:buFont typeface="Wingdings" panose="05000000000000000000" pitchFamily="2" charset="2"/>
              <a:buNone/>
            </a:pPr>
            <a:r>
              <a:rPr lang="en-US" altLang="en-US" sz="2000">
                <a:solidFill>
                  <a:srgbClr val="0000FF"/>
                </a:solidFill>
              </a:rPr>
              <a:t>endmodule</a:t>
            </a:r>
          </a:p>
          <a:p>
            <a:pPr>
              <a:spcBef>
                <a:spcPct val="0"/>
              </a:spcBef>
              <a:buFont typeface="Wingdings" panose="05000000000000000000" pitchFamily="2" charset="2"/>
              <a:buNone/>
            </a:pPr>
            <a:r>
              <a:rPr lang="en-US" altLang="en-US" sz="2000"/>
              <a:t>Synchronous  Write, </a:t>
            </a:r>
            <a:br>
              <a:rPr lang="en-US" altLang="en-US" sz="2000"/>
            </a:br>
            <a:r>
              <a:rPr lang="en-US" altLang="en-US" sz="2000"/>
              <a:t>asynchronous Read	</a:t>
            </a:r>
            <a:endParaRPr lang="ru-RU" altLang="en-US" sz="2000"/>
          </a:p>
          <a:p>
            <a:pPr>
              <a:spcBef>
                <a:spcPct val="0"/>
              </a:spcBef>
              <a:buFont typeface="Wingdings" panose="05000000000000000000" pitchFamily="2" charset="2"/>
              <a:buNone/>
            </a:pPr>
            <a:endParaRPr lang="en-US" altLang="en-US" sz="2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7F35EDCC-7CDF-B18A-A090-13869375F7E6}"/>
              </a:ext>
            </a:extLst>
          </p:cNvPr>
          <p:cNvSpPr>
            <a:spLocks noGrp="1" noChangeArrowheads="1"/>
          </p:cNvSpPr>
          <p:nvPr>
            <p:ph type="title"/>
          </p:nvPr>
        </p:nvSpPr>
        <p:spPr/>
        <p:txBody>
          <a:bodyPr/>
          <a:lstStyle/>
          <a:p>
            <a:r>
              <a:rPr lang="en-US" altLang="en-US"/>
              <a:t>Pipelined  SSRAM</a:t>
            </a:r>
            <a:endParaRPr lang="en-GB" altLang="en-US"/>
          </a:p>
        </p:txBody>
      </p:sp>
      <p:sp>
        <p:nvSpPr>
          <p:cNvPr id="44035" name="TextBox 2">
            <a:extLst>
              <a:ext uri="{FF2B5EF4-FFF2-40B4-BE49-F238E27FC236}">
                <a16:creationId xmlns:a16="http://schemas.microsoft.com/office/drawing/2014/main" id="{8F7CF90F-5386-F671-79AA-22CC5EE0F32B}"/>
              </a:ext>
            </a:extLst>
          </p:cNvPr>
          <p:cNvSpPr txBox="1">
            <a:spLocks noChangeArrowheads="1"/>
          </p:cNvSpPr>
          <p:nvPr/>
        </p:nvSpPr>
        <p:spPr bwMode="auto">
          <a:xfrm>
            <a:off x="1881189" y="1285875"/>
            <a:ext cx="692943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module</a:t>
            </a:r>
            <a:r>
              <a:rPr lang="en-US" altLang="en-US"/>
              <a:t> SSRAM_pipelined (clk, we, addr, ce, din, dout);</a:t>
            </a:r>
            <a:endParaRPr lang="en-GB" altLang="en-US"/>
          </a:p>
          <a:p>
            <a:pPr eaLnBrk="1" hangingPunct="1"/>
            <a:r>
              <a:rPr lang="en-US" altLang="en-US" b="1"/>
              <a:t>input</a:t>
            </a:r>
            <a:r>
              <a:rPr lang="en-US" altLang="en-US"/>
              <a:t> clk,we,ce;</a:t>
            </a:r>
            <a:endParaRPr lang="en-GB" altLang="en-US"/>
          </a:p>
          <a:p>
            <a:pPr eaLnBrk="1" hangingPunct="1"/>
            <a:r>
              <a:rPr lang="en-US" altLang="en-US" b="1"/>
              <a:t>inpu</a:t>
            </a:r>
            <a:r>
              <a:rPr lang="en-US" altLang="en-US"/>
              <a:t>t [8:0] addr;</a:t>
            </a:r>
            <a:endParaRPr lang="en-GB" altLang="en-US"/>
          </a:p>
          <a:p>
            <a:pPr eaLnBrk="1" hangingPunct="1"/>
            <a:r>
              <a:rPr lang="en-US" altLang="en-US" b="1"/>
              <a:t>input </a:t>
            </a:r>
            <a:r>
              <a:rPr lang="en-US" altLang="en-US"/>
              <a:t>[3:0] din;</a:t>
            </a:r>
            <a:endParaRPr lang="en-GB" altLang="en-US"/>
          </a:p>
          <a:p>
            <a:pPr eaLnBrk="1" hangingPunct="1"/>
            <a:r>
              <a:rPr lang="en-US" altLang="en-US" b="1"/>
              <a:t>output</a:t>
            </a:r>
            <a:r>
              <a:rPr lang="en-US" altLang="en-US"/>
              <a:t>  </a:t>
            </a:r>
            <a:r>
              <a:rPr lang="en-US" altLang="en-US" b="1"/>
              <a:t>reg</a:t>
            </a:r>
            <a:r>
              <a:rPr lang="en-US" altLang="en-US"/>
              <a:t>[3:0] dout;</a:t>
            </a:r>
            <a:endParaRPr lang="en-GB" altLang="en-US"/>
          </a:p>
          <a:p>
            <a:pPr eaLnBrk="1" hangingPunct="1"/>
            <a:r>
              <a:rPr lang="en-US" altLang="en-US" b="1"/>
              <a:t>reg</a:t>
            </a:r>
            <a:r>
              <a:rPr lang="en-US" altLang="en-US"/>
              <a:t> [3:0] RAM [511:0];</a:t>
            </a:r>
            <a:endParaRPr lang="en-GB" altLang="en-US"/>
          </a:p>
          <a:p>
            <a:pPr eaLnBrk="1" hangingPunct="1"/>
            <a:r>
              <a:rPr lang="en-US" altLang="en-US" b="1"/>
              <a:t>reg </a:t>
            </a:r>
            <a:r>
              <a:rPr lang="en-US" altLang="en-US"/>
              <a:t>[3:0] pipe_reg;</a:t>
            </a:r>
            <a:endParaRPr lang="en-GB" altLang="en-US"/>
          </a:p>
          <a:p>
            <a:pPr eaLnBrk="1" hangingPunct="1"/>
            <a:r>
              <a:rPr lang="en-US" altLang="en-US" b="1"/>
              <a:t>always</a:t>
            </a:r>
            <a:r>
              <a:rPr lang="en-US" altLang="en-US"/>
              <a:t> @(</a:t>
            </a:r>
            <a:r>
              <a:rPr lang="en-US" altLang="en-US" b="1"/>
              <a:t>posedge</a:t>
            </a:r>
            <a:r>
              <a:rPr lang="en-US" altLang="en-US"/>
              <a:t> clk)</a:t>
            </a:r>
            <a:endParaRPr lang="en-GB" altLang="en-US"/>
          </a:p>
          <a:p>
            <a:pPr eaLnBrk="1" hangingPunct="1"/>
            <a:r>
              <a:rPr lang="en-US" altLang="en-US" b="1"/>
              <a:t>begin</a:t>
            </a:r>
            <a:r>
              <a:rPr lang="ru-RU" altLang="en-US" b="1"/>
              <a:t> </a:t>
            </a:r>
            <a:r>
              <a:rPr lang="en-US" altLang="en-US" b="1"/>
              <a:t>if</a:t>
            </a:r>
            <a:r>
              <a:rPr lang="en-US" altLang="en-US"/>
              <a:t>(!ce) dout&lt;=4’hz;</a:t>
            </a:r>
            <a:endParaRPr lang="en-GB" altLang="en-US"/>
          </a:p>
          <a:p>
            <a:pPr eaLnBrk="1" hangingPunct="1"/>
            <a:r>
              <a:rPr lang="en-US" altLang="en-US" b="1"/>
              <a:t>else if </a:t>
            </a:r>
            <a:r>
              <a:rPr lang="en-US" altLang="en-US"/>
              <a:t>(we)</a:t>
            </a:r>
            <a:endParaRPr lang="en-GB" altLang="en-US"/>
          </a:p>
          <a:p>
            <a:pPr eaLnBrk="1" hangingPunct="1"/>
            <a:r>
              <a:rPr lang="en-US" altLang="en-US"/>
              <a:t>RAM[addr] &lt;= din;</a:t>
            </a:r>
            <a:endParaRPr lang="en-GB" altLang="en-US"/>
          </a:p>
          <a:p>
            <a:pPr eaLnBrk="1" hangingPunct="1"/>
            <a:r>
              <a:rPr lang="en-US" altLang="en-US" b="1"/>
              <a:t>else begin </a:t>
            </a:r>
            <a:endParaRPr lang="ru-RU" altLang="en-US" b="1"/>
          </a:p>
          <a:p>
            <a:pPr eaLnBrk="1" hangingPunct="1"/>
            <a:r>
              <a:rPr lang="en-US" altLang="en-US"/>
              <a:t>pipe_reg &lt;= RAM[addr]; </a:t>
            </a:r>
          </a:p>
          <a:p>
            <a:pPr eaLnBrk="1" hangingPunct="1"/>
            <a:r>
              <a:rPr lang="en-US" altLang="en-US"/>
              <a:t> dout &lt;= pipe_reg; </a:t>
            </a:r>
            <a:r>
              <a:rPr lang="en-US" altLang="en-US" b="1"/>
              <a:t>end</a:t>
            </a:r>
            <a:endParaRPr lang="en-GB" altLang="en-US" b="1"/>
          </a:p>
          <a:p>
            <a:pPr eaLnBrk="1" hangingPunct="1"/>
            <a:r>
              <a:rPr lang="en-US" altLang="en-US" b="1"/>
              <a:t>end</a:t>
            </a:r>
            <a:endParaRPr lang="en-GB" altLang="en-US"/>
          </a:p>
          <a:p>
            <a:pPr eaLnBrk="1" hangingPunct="1"/>
            <a:r>
              <a:rPr lang="en-US" altLang="en-US" b="1"/>
              <a:t>endmodule</a:t>
            </a:r>
            <a:endParaRPr lang="en-GB" altLang="en-US"/>
          </a:p>
          <a:p>
            <a:pPr eaLnBrk="1" hangingPunct="1"/>
            <a:endParaRPr lang="en-GB"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a:extLst>
              <a:ext uri="{FF2B5EF4-FFF2-40B4-BE49-F238E27FC236}">
                <a16:creationId xmlns:a16="http://schemas.microsoft.com/office/drawing/2014/main" id="{2F54EF19-7292-04BF-D333-D53702BD5CB1}"/>
              </a:ext>
            </a:extLst>
          </p:cNvPr>
          <p:cNvSpPr>
            <a:spLocks noGrp="1" noChangeArrowheads="1"/>
          </p:cNvSpPr>
          <p:nvPr>
            <p:ph type="title"/>
          </p:nvPr>
        </p:nvSpPr>
        <p:spPr/>
        <p:txBody>
          <a:bodyPr/>
          <a:lstStyle/>
          <a:p>
            <a:r>
              <a:rPr lang="en-US" altLang="en-US"/>
              <a:t>Dual-Port Memory </a:t>
            </a:r>
            <a:endParaRPr lang="ru-RU" altLang="en-US"/>
          </a:p>
        </p:txBody>
      </p:sp>
      <p:sp>
        <p:nvSpPr>
          <p:cNvPr id="45059" name="Content Placeholder 3">
            <a:extLst>
              <a:ext uri="{FF2B5EF4-FFF2-40B4-BE49-F238E27FC236}">
                <a16:creationId xmlns:a16="http://schemas.microsoft.com/office/drawing/2014/main" id="{831E8201-F201-FD07-9F74-16040E0996CF}"/>
              </a:ext>
            </a:extLst>
          </p:cNvPr>
          <p:cNvSpPr>
            <a:spLocks noGrp="1" noChangeArrowheads="1"/>
          </p:cNvSpPr>
          <p:nvPr>
            <p:ph type="body" sz="quarter" idx="10"/>
          </p:nvPr>
        </p:nvSpPr>
        <p:spPr/>
        <p:txBody>
          <a:bodyPr/>
          <a:lstStyle/>
          <a:p>
            <a:pPr>
              <a:buFont typeface="Wingdings" panose="05000000000000000000" pitchFamily="2" charset="2"/>
              <a:buNone/>
            </a:pPr>
            <a:r>
              <a:rPr lang="en-US" altLang="en-US" sz="2000"/>
              <a:t>Types of dual-port memory:</a:t>
            </a:r>
          </a:p>
          <a:p>
            <a:r>
              <a:rPr lang="en-US" altLang="en-US" sz="2000">
                <a:solidFill>
                  <a:srgbClr val="0000FF"/>
                </a:solidFill>
              </a:rPr>
              <a:t>True dual-port memory</a:t>
            </a:r>
            <a:r>
              <a:rPr lang="en-US" altLang="en-US" sz="2000"/>
              <a:t>: completely independent access ports A and B (both ports are designated as a Write/Read ports</a:t>
            </a:r>
          </a:p>
          <a:p>
            <a:pPr lvl="1"/>
            <a:r>
              <a:rPr lang="en-US" altLang="en-US" sz="1800"/>
              <a:t>Each port has its own address, data in, data out, clock,  clock enable, and write enable. </a:t>
            </a:r>
          </a:p>
          <a:p>
            <a:r>
              <a:rPr lang="en-US" altLang="en-US" sz="2000"/>
              <a:t> </a:t>
            </a:r>
            <a:r>
              <a:rPr lang="en-US" altLang="en-US" sz="2000">
                <a:solidFill>
                  <a:srgbClr val="0000FF"/>
                </a:solidFill>
              </a:rPr>
              <a:t>Simple dual-port memory</a:t>
            </a:r>
            <a:r>
              <a:rPr lang="en-US" altLang="en-US" sz="2000"/>
              <a:t>: port A is designated as the Read port and port B as the Write port. </a:t>
            </a:r>
          </a:p>
          <a:p>
            <a:pPr lvl="1"/>
            <a:r>
              <a:rPr lang="en-US" altLang="en-US" sz="1800"/>
              <a:t>When the Read and Write port access the same data location at the same time, it is treated as a collision, similar to the port collision in true dual-port mode.</a:t>
            </a:r>
          </a:p>
          <a:p>
            <a:pPr lvl="1"/>
            <a:r>
              <a:rPr lang="en-US" altLang="en-US" sz="1800"/>
              <a:t>Sometimes one port is designated as write/read port and other – as read port (example –distributed memory in FPGA)</a:t>
            </a:r>
            <a:endParaRPr lang="ru-RU" altLang="en-US" sz="1800"/>
          </a:p>
          <a:p>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a:extLst>
              <a:ext uri="{FF2B5EF4-FFF2-40B4-BE49-F238E27FC236}">
                <a16:creationId xmlns:a16="http://schemas.microsoft.com/office/drawing/2014/main" id="{371F0266-A721-C929-CC20-B72221A07B0C}"/>
              </a:ext>
            </a:extLst>
          </p:cNvPr>
          <p:cNvSpPr>
            <a:spLocks noGrp="1" noChangeArrowheads="1"/>
          </p:cNvSpPr>
          <p:nvPr>
            <p:ph type="title"/>
          </p:nvPr>
        </p:nvSpPr>
        <p:spPr/>
        <p:txBody>
          <a:bodyPr/>
          <a:lstStyle/>
          <a:p>
            <a:r>
              <a:rPr lang="en-US" altLang="en-US"/>
              <a:t>Dual-Port Memory (2)</a:t>
            </a:r>
            <a:endParaRPr lang="ru-RU" altLang="en-US"/>
          </a:p>
        </p:txBody>
      </p:sp>
      <p:grpSp>
        <p:nvGrpSpPr>
          <p:cNvPr id="46083" name="Group 36">
            <a:extLst>
              <a:ext uri="{FF2B5EF4-FFF2-40B4-BE49-F238E27FC236}">
                <a16:creationId xmlns:a16="http://schemas.microsoft.com/office/drawing/2014/main" id="{674B0142-AFCE-C46B-E7A4-BC52768B65C3}"/>
              </a:ext>
            </a:extLst>
          </p:cNvPr>
          <p:cNvGrpSpPr>
            <a:grpSpLocks/>
          </p:cNvGrpSpPr>
          <p:nvPr/>
        </p:nvGrpSpPr>
        <p:grpSpPr bwMode="auto">
          <a:xfrm>
            <a:off x="2381250" y="1357314"/>
            <a:ext cx="7321550" cy="4022725"/>
            <a:chOff x="250825" y="1484313"/>
            <a:chExt cx="8642350" cy="4752975"/>
          </a:xfrm>
        </p:grpSpPr>
        <p:sp>
          <p:nvSpPr>
            <p:cNvPr id="40964" name="Rectangle 7">
              <a:extLst>
                <a:ext uri="{FF2B5EF4-FFF2-40B4-BE49-F238E27FC236}">
                  <a16:creationId xmlns:a16="http://schemas.microsoft.com/office/drawing/2014/main" id="{195C7F58-0986-4382-B7B6-D0BB63BFBC94}"/>
                </a:ext>
              </a:extLst>
            </p:cNvPr>
            <p:cNvSpPr>
              <a:spLocks noChangeArrowheads="1"/>
            </p:cNvSpPr>
            <p:nvPr/>
          </p:nvSpPr>
          <p:spPr bwMode="auto">
            <a:xfrm>
              <a:off x="2475125" y="1850070"/>
              <a:ext cx="751427" cy="1279214"/>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400"/>
                <a:t>Port</a:t>
              </a:r>
            </a:p>
            <a:p>
              <a:pPr algn="ctr" eaLnBrk="1" hangingPunct="1">
                <a:defRPr/>
              </a:pPr>
              <a:r>
                <a:rPr lang="ru-RU" sz="1400"/>
                <a:t>A</a:t>
              </a:r>
            </a:p>
          </p:txBody>
        </p:sp>
        <p:sp>
          <p:nvSpPr>
            <p:cNvPr id="40965" name="Rectangle 8">
              <a:extLst>
                <a:ext uri="{FF2B5EF4-FFF2-40B4-BE49-F238E27FC236}">
                  <a16:creationId xmlns:a16="http://schemas.microsoft.com/office/drawing/2014/main" id="{0109F8B0-4644-4682-9D2C-404DABFDBCA6}"/>
                </a:ext>
              </a:extLst>
            </p:cNvPr>
            <p:cNvSpPr>
              <a:spLocks noChangeArrowheads="1"/>
            </p:cNvSpPr>
            <p:nvPr/>
          </p:nvSpPr>
          <p:spPr bwMode="auto">
            <a:xfrm>
              <a:off x="6035503" y="1850070"/>
              <a:ext cx="770165" cy="1279214"/>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400"/>
                <a:t>Port</a:t>
              </a:r>
            </a:p>
            <a:p>
              <a:pPr algn="ctr" eaLnBrk="1" hangingPunct="1">
                <a:defRPr/>
              </a:pPr>
              <a:r>
                <a:rPr lang="ru-RU" sz="1400"/>
                <a:t>B</a:t>
              </a:r>
            </a:p>
            <a:p>
              <a:pPr eaLnBrk="1" hangingPunct="1">
                <a:defRPr/>
              </a:pPr>
              <a:endParaRPr lang="ru-RU" sz="1400"/>
            </a:p>
          </p:txBody>
        </p:sp>
        <p:sp>
          <p:nvSpPr>
            <p:cNvPr id="40966" name="Rectangle 9">
              <a:extLst>
                <a:ext uri="{FF2B5EF4-FFF2-40B4-BE49-F238E27FC236}">
                  <a16:creationId xmlns:a16="http://schemas.microsoft.com/office/drawing/2014/main" id="{816CA65B-C8BB-4787-96B2-7307D4A5D670}"/>
                </a:ext>
              </a:extLst>
            </p:cNvPr>
            <p:cNvSpPr>
              <a:spLocks noChangeArrowheads="1"/>
            </p:cNvSpPr>
            <p:nvPr/>
          </p:nvSpPr>
          <p:spPr bwMode="auto">
            <a:xfrm>
              <a:off x="2475125" y="3678859"/>
              <a:ext cx="751427" cy="1279214"/>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400"/>
                <a:t>DC</a:t>
              </a:r>
            </a:p>
            <a:p>
              <a:pPr algn="ctr" eaLnBrk="1" hangingPunct="1">
                <a:defRPr/>
              </a:pPr>
              <a:r>
                <a:rPr lang="ru-RU" sz="1400"/>
                <a:t>A</a:t>
              </a:r>
            </a:p>
          </p:txBody>
        </p:sp>
        <p:sp>
          <p:nvSpPr>
            <p:cNvPr id="40967" name="Rectangle 10">
              <a:extLst>
                <a:ext uri="{FF2B5EF4-FFF2-40B4-BE49-F238E27FC236}">
                  <a16:creationId xmlns:a16="http://schemas.microsoft.com/office/drawing/2014/main" id="{D0D7323B-82F0-4789-8724-B42D3FC971DE}"/>
                </a:ext>
              </a:extLst>
            </p:cNvPr>
            <p:cNvSpPr>
              <a:spLocks noChangeArrowheads="1"/>
            </p:cNvSpPr>
            <p:nvPr/>
          </p:nvSpPr>
          <p:spPr bwMode="auto">
            <a:xfrm>
              <a:off x="6084224" y="3678859"/>
              <a:ext cx="753301" cy="1279214"/>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400"/>
                <a:t>DC</a:t>
              </a:r>
            </a:p>
            <a:p>
              <a:pPr algn="ctr" eaLnBrk="1" hangingPunct="1">
                <a:defRPr/>
              </a:pPr>
              <a:r>
                <a:rPr lang="ru-RU" sz="1400"/>
                <a:t>B</a:t>
              </a:r>
            </a:p>
            <a:p>
              <a:pPr eaLnBrk="1" hangingPunct="1">
                <a:defRPr/>
              </a:pPr>
              <a:endParaRPr lang="ru-RU" sz="1400"/>
            </a:p>
          </p:txBody>
        </p:sp>
        <p:sp>
          <p:nvSpPr>
            <p:cNvPr id="40968" name="Rectangle 11">
              <a:extLst>
                <a:ext uri="{FF2B5EF4-FFF2-40B4-BE49-F238E27FC236}">
                  <a16:creationId xmlns:a16="http://schemas.microsoft.com/office/drawing/2014/main" id="{A9C4ABDA-67DC-4C5D-A740-26B4A5E4EAAC}"/>
                </a:ext>
              </a:extLst>
            </p:cNvPr>
            <p:cNvSpPr>
              <a:spLocks noChangeArrowheads="1"/>
            </p:cNvSpPr>
            <p:nvPr/>
          </p:nvSpPr>
          <p:spPr bwMode="auto">
            <a:xfrm>
              <a:off x="3792465" y="3495043"/>
              <a:ext cx="1693991" cy="1463031"/>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400"/>
                <a:t>DUAL/PORT</a:t>
              </a:r>
            </a:p>
            <a:p>
              <a:pPr algn="ctr" eaLnBrk="1" hangingPunct="1">
                <a:defRPr/>
              </a:pPr>
              <a:r>
                <a:rPr lang="ru-RU" sz="1400"/>
                <a:t>RAM</a:t>
              </a:r>
            </a:p>
            <a:p>
              <a:pPr algn="ctr" eaLnBrk="1" hangingPunct="1">
                <a:defRPr/>
              </a:pPr>
              <a:r>
                <a:rPr lang="ru-RU" sz="1400"/>
                <a:t>MEMORY</a:t>
              </a:r>
            </a:p>
            <a:p>
              <a:pPr algn="ctr" eaLnBrk="1" hangingPunct="1">
                <a:defRPr/>
              </a:pPr>
              <a:r>
                <a:rPr lang="ru-RU" sz="1400"/>
                <a:t>CELLS</a:t>
              </a:r>
            </a:p>
          </p:txBody>
        </p:sp>
        <p:sp>
          <p:nvSpPr>
            <p:cNvPr id="46089" name="Rectangle 12">
              <a:extLst>
                <a:ext uri="{FF2B5EF4-FFF2-40B4-BE49-F238E27FC236}">
                  <a16:creationId xmlns:a16="http://schemas.microsoft.com/office/drawing/2014/main" id="{363348ED-C79C-554F-35FB-64DDD12D129A}"/>
                </a:ext>
              </a:extLst>
            </p:cNvPr>
            <p:cNvSpPr>
              <a:spLocks noChangeArrowheads="1"/>
            </p:cNvSpPr>
            <p:nvPr/>
          </p:nvSpPr>
          <p:spPr bwMode="auto">
            <a:xfrm>
              <a:off x="2035175" y="1484313"/>
              <a:ext cx="5226050" cy="4752975"/>
            </a:xfrm>
            <a:prstGeom prst="rect">
              <a:avLst/>
            </a:prstGeom>
            <a:noFill/>
            <a:ln w="2540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46090" name="Line 13">
              <a:extLst>
                <a:ext uri="{FF2B5EF4-FFF2-40B4-BE49-F238E27FC236}">
                  <a16:creationId xmlns:a16="http://schemas.microsoft.com/office/drawing/2014/main" id="{D00FC861-8576-556B-E1EF-83496CA6A1B4}"/>
                </a:ext>
              </a:extLst>
            </p:cNvPr>
            <p:cNvSpPr>
              <a:spLocks noChangeShapeType="1"/>
            </p:cNvSpPr>
            <p:nvPr/>
          </p:nvSpPr>
          <p:spPr bwMode="auto">
            <a:xfrm>
              <a:off x="3225800" y="4225925"/>
              <a:ext cx="561975" cy="158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6091" name="Line 14">
              <a:extLst>
                <a:ext uri="{FF2B5EF4-FFF2-40B4-BE49-F238E27FC236}">
                  <a16:creationId xmlns:a16="http://schemas.microsoft.com/office/drawing/2014/main" id="{A6CB13C6-FFF4-9F08-9095-4E689970D091}"/>
                </a:ext>
              </a:extLst>
            </p:cNvPr>
            <p:cNvSpPr>
              <a:spLocks noChangeShapeType="1"/>
            </p:cNvSpPr>
            <p:nvPr/>
          </p:nvSpPr>
          <p:spPr bwMode="auto">
            <a:xfrm>
              <a:off x="5486400" y="4225925"/>
              <a:ext cx="565150" cy="1588"/>
            </a:xfrm>
            <a:prstGeom prst="line">
              <a:avLst/>
            </a:prstGeom>
            <a:noFill/>
            <a:ln w="254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40972" name="Rectangle 15">
              <a:extLst>
                <a:ext uri="{FF2B5EF4-FFF2-40B4-BE49-F238E27FC236}">
                  <a16:creationId xmlns:a16="http://schemas.microsoft.com/office/drawing/2014/main" id="{4227A73E-3A79-474B-962C-2D2C9FED964C}"/>
                </a:ext>
              </a:extLst>
            </p:cNvPr>
            <p:cNvSpPr>
              <a:spLocks noChangeArrowheads="1"/>
            </p:cNvSpPr>
            <p:nvPr/>
          </p:nvSpPr>
          <p:spPr bwMode="auto">
            <a:xfrm>
              <a:off x="2471377" y="5509524"/>
              <a:ext cx="4330544" cy="483926"/>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400"/>
                <a:t>CONTROL</a:t>
              </a:r>
              <a:r>
                <a:rPr lang="en-US" sz="1400"/>
                <a:t>  </a:t>
              </a:r>
              <a:r>
                <a:rPr lang="ru-RU" sz="1400"/>
                <a:t> LOGIC</a:t>
              </a:r>
            </a:p>
          </p:txBody>
        </p:sp>
        <p:sp>
          <p:nvSpPr>
            <p:cNvPr id="46093" name="Line 16">
              <a:extLst>
                <a:ext uri="{FF2B5EF4-FFF2-40B4-BE49-F238E27FC236}">
                  <a16:creationId xmlns:a16="http://schemas.microsoft.com/office/drawing/2014/main" id="{96518922-977B-8698-A306-08F852F7A9FD}"/>
                </a:ext>
              </a:extLst>
            </p:cNvPr>
            <p:cNvSpPr>
              <a:spLocks noChangeShapeType="1"/>
            </p:cNvSpPr>
            <p:nvPr/>
          </p:nvSpPr>
          <p:spPr bwMode="auto">
            <a:xfrm>
              <a:off x="2851150" y="4957763"/>
              <a:ext cx="0" cy="547687"/>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6094" name="Line 17">
              <a:extLst>
                <a:ext uri="{FF2B5EF4-FFF2-40B4-BE49-F238E27FC236}">
                  <a16:creationId xmlns:a16="http://schemas.microsoft.com/office/drawing/2014/main" id="{2F58D70D-6D73-F7D2-8C9C-4EBACF2527B9}"/>
                </a:ext>
              </a:extLst>
            </p:cNvPr>
            <p:cNvSpPr>
              <a:spLocks noChangeShapeType="1"/>
            </p:cNvSpPr>
            <p:nvPr/>
          </p:nvSpPr>
          <p:spPr bwMode="auto">
            <a:xfrm>
              <a:off x="6459538" y="4957763"/>
              <a:ext cx="0" cy="547687"/>
            </a:xfrm>
            <a:prstGeom prst="line">
              <a:avLst/>
            </a:prstGeom>
            <a:noFill/>
            <a:ln w="254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75" name="Rectangle 18">
              <a:extLst>
                <a:ext uri="{FF2B5EF4-FFF2-40B4-BE49-F238E27FC236}">
                  <a16:creationId xmlns:a16="http://schemas.microsoft.com/office/drawing/2014/main" id="{590262F0-2EBB-4DD2-8B75-0B5339FAA4B6}"/>
                </a:ext>
              </a:extLst>
            </p:cNvPr>
            <p:cNvSpPr>
              <a:spLocks noChangeArrowheads="1"/>
            </p:cNvSpPr>
            <p:nvPr/>
          </p:nvSpPr>
          <p:spPr bwMode="auto">
            <a:xfrm>
              <a:off x="250825" y="1850070"/>
              <a:ext cx="901338" cy="3108004"/>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400" dirty="0"/>
                <a:t>CPU or I/O  device</a:t>
              </a:r>
            </a:p>
          </p:txBody>
        </p:sp>
        <p:sp>
          <p:nvSpPr>
            <p:cNvPr id="40976" name="Rectangle 19">
              <a:extLst>
                <a:ext uri="{FF2B5EF4-FFF2-40B4-BE49-F238E27FC236}">
                  <a16:creationId xmlns:a16="http://schemas.microsoft.com/office/drawing/2014/main" id="{D2833CDA-49A8-42EC-84AE-69240B05735F}"/>
                </a:ext>
              </a:extLst>
            </p:cNvPr>
            <p:cNvSpPr>
              <a:spLocks noChangeArrowheads="1"/>
            </p:cNvSpPr>
            <p:nvPr/>
          </p:nvSpPr>
          <p:spPr bwMode="auto">
            <a:xfrm>
              <a:off x="8027441" y="1850070"/>
              <a:ext cx="865734" cy="3108004"/>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400"/>
                <a:t>CPU or I/O  device</a:t>
              </a:r>
            </a:p>
            <a:p>
              <a:pPr eaLnBrk="1" hangingPunct="1">
                <a:defRPr/>
              </a:pPr>
              <a:endParaRPr lang="ru-RU" sz="1400"/>
            </a:p>
          </p:txBody>
        </p:sp>
        <p:sp>
          <p:nvSpPr>
            <p:cNvPr id="46097" name="Line 20">
              <a:extLst>
                <a:ext uri="{FF2B5EF4-FFF2-40B4-BE49-F238E27FC236}">
                  <a16:creationId xmlns:a16="http://schemas.microsoft.com/office/drawing/2014/main" id="{EF8EB07D-44CB-A2A7-083C-E88222E0EE91}"/>
                </a:ext>
              </a:extLst>
            </p:cNvPr>
            <p:cNvSpPr>
              <a:spLocks noChangeShapeType="1"/>
            </p:cNvSpPr>
            <p:nvPr/>
          </p:nvSpPr>
          <p:spPr bwMode="auto">
            <a:xfrm flipH="1">
              <a:off x="3225800" y="2474913"/>
              <a:ext cx="996950" cy="1587"/>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6098" name="Line 21">
              <a:extLst>
                <a:ext uri="{FF2B5EF4-FFF2-40B4-BE49-F238E27FC236}">
                  <a16:creationId xmlns:a16="http://schemas.microsoft.com/office/drawing/2014/main" id="{613745BD-73C2-3E76-E170-D957700AD313}"/>
                </a:ext>
              </a:extLst>
            </p:cNvPr>
            <p:cNvSpPr>
              <a:spLocks noChangeShapeType="1"/>
            </p:cNvSpPr>
            <p:nvPr/>
          </p:nvSpPr>
          <p:spPr bwMode="auto">
            <a:xfrm flipH="1">
              <a:off x="5018088" y="2474913"/>
              <a:ext cx="993775" cy="1587"/>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46099" name="Line 22">
              <a:extLst>
                <a:ext uri="{FF2B5EF4-FFF2-40B4-BE49-F238E27FC236}">
                  <a16:creationId xmlns:a16="http://schemas.microsoft.com/office/drawing/2014/main" id="{C5A22AD6-C3CC-CD50-BF21-C074D80662FC}"/>
                </a:ext>
              </a:extLst>
            </p:cNvPr>
            <p:cNvSpPr>
              <a:spLocks noChangeShapeType="1"/>
            </p:cNvSpPr>
            <p:nvPr/>
          </p:nvSpPr>
          <p:spPr bwMode="auto">
            <a:xfrm>
              <a:off x="4216400" y="2474913"/>
              <a:ext cx="0" cy="1030287"/>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6100" name="Line 23">
              <a:extLst>
                <a:ext uri="{FF2B5EF4-FFF2-40B4-BE49-F238E27FC236}">
                  <a16:creationId xmlns:a16="http://schemas.microsoft.com/office/drawing/2014/main" id="{05262053-6375-680D-C743-AD9B44A64AE7}"/>
                </a:ext>
              </a:extLst>
            </p:cNvPr>
            <p:cNvSpPr>
              <a:spLocks noChangeShapeType="1"/>
            </p:cNvSpPr>
            <p:nvPr/>
          </p:nvSpPr>
          <p:spPr bwMode="auto">
            <a:xfrm>
              <a:off x="5030788" y="2474913"/>
              <a:ext cx="0" cy="1042987"/>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6101" name="Line 24">
              <a:extLst>
                <a:ext uri="{FF2B5EF4-FFF2-40B4-BE49-F238E27FC236}">
                  <a16:creationId xmlns:a16="http://schemas.microsoft.com/office/drawing/2014/main" id="{4DE8C242-0687-D2B6-0FAC-5874BDA180C9}"/>
                </a:ext>
              </a:extLst>
            </p:cNvPr>
            <p:cNvSpPr>
              <a:spLocks noChangeShapeType="1"/>
            </p:cNvSpPr>
            <p:nvPr/>
          </p:nvSpPr>
          <p:spPr bwMode="auto">
            <a:xfrm>
              <a:off x="6805613" y="2474913"/>
              <a:ext cx="1238250" cy="1587"/>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6102" name="Line 25">
              <a:extLst>
                <a:ext uri="{FF2B5EF4-FFF2-40B4-BE49-F238E27FC236}">
                  <a16:creationId xmlns:a16="http://schemas.microsoft.com/office/drawing/2014/main" id="{A9321DA6-9CFE-EC8B-7663-C497D4750C23}"/>
                </a:ext>
              </a:extLst>
            </p:cNvPr>
            <p:cNvSpPr>
              <a:spLocks noChangeShapeType="1"/>
            </p:cNvSpPr>
            <p:nvPr/>
          </p:nvSpPr>
          <p:spPr bwMode="auto">
            <a:xfrm>
              <a:off x="1165225" y="2474913"/>
              <a:ext cx="1298575" cy="1587"/>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6103" name="Line 26">
              <a:extLst>
                <a:ext uri="{FF2B5EF4-FFF2-40B4-BE49-F238E27FC236}">
                  <a16:creationId xmlns:a16="http://schemas.microsoft.com/office/drawing/2014/main" id="{09E7E2C3-69CF-84FD-AA4B-955CC02961E5}"/>
                </a:ext>
              </a:extLst>
            </p:cNvPr>
            <p:cNvSpPr>
              <a:spLocks noChangeShapeType="1"/>
            </p:cNvSpPr>
            <p:nvPr/>
          </p:nvSpPr>
          <p:spPr bwMode="auto">
            <a:xfrm>
              <a:off x="1165225" y="4225925"/>
              <a:ext cx="1298575" cy="1588"/>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6104" name="Line 27">
              <a:extLst>
                <a:ext uri="{FF2B5EF4-FFF2-40B4-BE49-F238E27FC236}">
                  <a16:creationId xmlns:a16="http://schemas.microsoft.com/office/drawing/2014/main" id="{A6D81EE7-6AB9-3DCA-99FA-BC6B6D93AF6B}"/>
                </a:ext>
              </a:extLst>
            </p:cNvPr>
            <p:cNvSpPr>
              <a:spLocks noChangeShapeType="1"/>
            </p:cNvSpPr>
            <p:nvPr/>
          </p:nvSpPr>
          <p:spPr bwMode="auto">
            <a:xfrm>
              <a:off x="6821488" y="4225925"/>
              <a:ext cx="1238250" cy="1588"/>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6105" name="Line 28">
              <a:extLst>
                <a:ext uri="{FF2B5EF4-FFF2-40B4-BE49-F238E27FC236}">
                  <a16:creationId xmlns:a16="http://schemas.microsoft.com/office/drawing/2014/main" id="{CE9D61C3-6ADD-04D8-C97E-9B289B50C59C}"/>
                </a:ext>
              </a:extLst>
            </p:cNvPr>
            <p:cNvSpPr>
              <a:spLocks noChangeShapeType="1"/>
            </p:cNvSpPr>
            <p:nvPr/>
          </p:nvSpPr>
          <p:spPr bwMode="auto">
            <a:xfrm flipV="1">
              <a:off x="7500938" y="4162425"/>
              <a:ext cx="138112" cy="1317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6" name="Line 29">
              <a:extLst>
                <a:ext uri="{FF2B5EF4-FFF2-40B4-BE49-F238E27FC236}">
                  <a16:creationId xmlns:a16="http://schemas.microsoft.com/office/drawing/2014/main" id="{256C6E0A-525C-7102-B7D9-041F85C6FA46}"/>
                </a:ext>
              </a:extLst>
            </p:cNvPr>
            <p:cNvSpPr>
              <a:spLocks noChangeShapeType="1"/>
            </p:cNvSpPr>
            <p:nvPr/>
          </p:nvSpPr>
          <p:spPr bwMode="auto">
            <a:xfrm>
              <a:off x="8547100" y="4957763"/>
              <a:ext cx="0" cy="788987"/>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46107" name="Line 30">
              <a:extLst>
                <a:ext uri="{FF2B5EF4-FFF2-40B4-BE49-F238E27FC236}">
                  <a16:creationId xmlns:a16="http://schemas.microsoft.com/office/drawing/2014/main" id="{9C0DC4CE-A5D9-1E40-87BC-154E55646FD0}"/>
                </a:ext>
              </a:extLst>
            </p:cNvPr>
            <p:cNvSpPr>
              <a:spLocks noChangeShapeType="1"/>
            </p:cNvSpPr>
            <p:nvPr/>
          </p:nvSpPr>
          <p:spPr bwMode="auto">
            <a:xfrm flipH="1">
              <a:off x="6805613" y="5749925"/>
              <a:ext cx="1744662" cy="158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6108" name="Line 31">
              <a:extLst>
                <a:ext uri="{FF2B5EF4-FFF2-40B4-BE49-F238E27FC236}">
                  <a16:creationId xmlns:a16="http://schemas.microsoft.com/office/drawing/2014/main" id="{13E9BF7A-8994-7F91-A98E-CCE7572ADC3A}"/>
                </a:ext>
              </a:extLst>
            </p:cNvPr>
            <p:cNvSpPr>
              <a:spLocks noChangeShapeType="1"/>
            </p:cNvSpPr>
            <p:nvPr/>
          </p:nvSpPr>
          <p:spPr bwMode="auto">
            <a:xfrm>
              <a:off x="698500" y="4957763"/>
              <a:ext cx="0" cy="788987"/>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46109" name="Line 32">
              <a:extLst>
                <a:ext uri="{FF2B5EF4-FFF2-40B4-BE49-F238E27FC236}">
                  <a16:creationId xmlns:a16="http://schemas.microsoft.com/office/drawing/2014/main" id="{C365E3DA-167C-5664-B975-7BC7A8E6A3DC}"/>
                </a:ext>
              </a:extLst>
            </p:cNvPr>
            <p:cNvSpPr>
              <a:spLocks noChangeShapeType="1"/>
            </p:cNvSpPr>
            <p:nvPr/>
          </p:nvSpPr>
          <p:spPr bwMode="auto">
            <a:xfrm flipH="1">
              <a:off x="698500" y="5749925"/>
              <a:ext cx="1743075" cy="1588"/>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46110" name="Line 33">
              <a:extLst>
                <a:ext uri="{FF2B5EF4-FFF2-40B4-BE49-F238E27FC236}">
                  <a16:creationId xmlns:a16="http://schemas.microsoft.com/office/drawing/2014/main" id="{62D0E594-BED4-1F43-489E-41B39E596AD4}"/>
                </a:ext>
              </a:extLst>
            </p:cNvPr>
            <p:cNvSpPr>
              <a:spLocks noChangeShapeType="1"/>
            </p:cNvSpPr>
            <p:nvPr/>
          </p:nvSpPr>
          <p:spPr bwMode="auto">
            <a:xfrm flipV="1">
              <a:off x="7408863" y="2413000"/>
              <a:ext cx="136525" cy="1333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1" name="Line 34">
              <a:extLst>
                <a:ext uri="{FF2B5EF4-FFF2-40B4-BE49-F238E27FC236}">
                  <a16:creationId xmlns:a16="http://schemas.microsoft.com/office/drawing/2014/main" id="{CB546373-E49B-AC9F-3FBC-52ECEABD9E78}"/>
                </a:ext>
              </a:extLst>
            </p:cNvPr>
            <p:cNvSpPr>
              <a:spLocks noChangeShapeType="1"/>
            </p:cNvSpPr>
            <p:nvPr/>
          </p:nvSpPr>
          <p:spPr bwMode="auto">
            <a:xfrm flipV="1">
              <a:off x="1703388" y="2413000"/>
              <a:ext cx="136525" cy="1333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2" name="Line 35">
              <a:extLst>
                <a:ext uri="{FF2B5EF4-FFF2-40B4-BE49-F238E27FC236}">
                  <a16:creationId xmlns:a16="http://schemas.microsoft.com/office/drawing/2014/main" id="{D5FC9411-5C13-6757-6CE1-C2A7FC0B9662}"/>
                </a:ext>
              </a:extLst>
            </p:cNvPr>
            <p:cNvSpPr>
              <a:spLocks noChangeShapeType="1"/>
            </p:cNvSpPr>
            <p:nvPr/>
          </p:nvSpPr>
          <p:spPr bwMode="auto">
            <a:xfrm flipV="1">
              <a:off x="1671638" y="4165600"/>
              <a:ext cx="136525" cy="1317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3" name="Text Box 36">
              <a:extLst>
                <a:ext uri="{FF2B5EF4-FFF2-40B4-BE49-F238E27FC236}">
                  <a16:creationId xmlns:a16="http://schemas.microsoft.com/office/drawing/2014/main" id="{BBD798EC-04FF-CE01-678C-546F84D3B424}"/>
                </a:ext>
              </a:extLst>
            </p:cNvPr>
            <p:cNvSpPr txBox="1">
              <a:spLocks noChangeArrowheads="1"/>
            </p:cNvSpPr>
            <p:nvPr/>
          </p:nvSpPr>
          <p:spPr bwMode="auto">
            <a:xfrm>
              <a:off x="7239000" y="2046288"/>
              <a:ext cx="8461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Data</a:t>
              </a:r>
              <a:endParaRPr lang="ru-RU" altLang="en-US" sz="1400"/>
            </a:p>
          </p:txBody>
        </p:sp>
        <p:sp>
          <p:nvSpPr>
            <p:cNvPr id="46114" name="Text Box 37">
              <a:extLst>
                <a:ext uri="{FF2B5EF4-FFF2-40B4-BE49-F238E27FC236}">
                  <a16:creationId xmlns:a16="http://schemas.microsoft.com/office/drawing/2014/main" id="{D3B1B094-9B24-E3C0-9649-80C988E86E5D}"/>
                </a:ext>
              </a:extLst>
            </p:cNvPr>
            <p:cNvSpPr txBox="1">
              <a:spLocks noChangeArrowheads="1"/>
            </p:cNvSpPr>
            <p:nvPr/>
          </p:nvSpPr>
          <p:spPr bwMode="auto">
            <a:xfrm>
              <a:off x="1262063" y="2047875"/>
              <a:ext cx="9175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Data</a:t>
              </a:r>
              <a:endParaRPr lang="ru-RU" altLang="en-US" sz="1400"/>
            </a:p>
          </p:txBody>
        </p:sp>
        <p:sp>
          <p:nvSpPr>
            <p:cNvPr id="46115" name="Text Box 38">
              <a:extLst>
                <a:ext uri="{FF2B5EF4-FFF2-40B4-BE49-F238E27FC236}">
                  <a16:creationId xmlns:a16="http://schemas.microsoft.com/office/drawing/2014/main" id="{F2EF193E-063A-B1F6-98F0-8918D64150CA}"/>
                </a:ext>
              </a:extLst>
            </p:cNvPr>
            <p:cNvSpPr txBox="1">
              <a:spLocks noChangeArrowheads="1"/>
            </p:cNvSpPr>
            <p:nvPr/>
          </p:nvSpPr>
          <p:spPr bwMode="auto">
            <a:xfrm>
              <a:off x="1125685" y="3814763"/>
              <a:ext cx="1128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Address</a:t>
              </a:r>
              <a:endParaRPr lang="ru-RU" altLang="en-US" sz="1400"/>
            </a:p>
          </p:txBody>
        </p:sp>
        <p:sp>
          <p:nvSpPr>
            <p:cNvPr id="46116" name="Text Box 39">
              <a:extLst>
                <a:ext uri="{FF2B5EF4-FFF2-40B4-BE49-F238E27FC236}">
                  <a16:creationId xmlns:a16="http://schemas.microsoft.com/office/drawing/2014/main" id="{2B0BF458-D7EA-1854-8C26-0DEF889A26C9}"/>
                </a:ext>
              </a:extLst>
            </p:cNvPr>
            <p:cNvSpPr txBox="1">
              <a:spLocks noChangeArrowheads="1"/>
            </p:cNvSpPr>
            <p:nvPr/>
          </p:nvSpPr>
          <p:spPr bwMode="auto">
            <a:xfrm>
              <a:off x="6873875" y="3800475"/>
              <a:ext cx="11303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Address</a:t>
              </a:r>
              <a:endParaRPr lang="ru-RU" altLang="en-US" sz="1400"/>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a:extLst>
              <a:ext uri="{FF2B5EF4-FFF2-40B4-BE49-F238E27FC236}">
                <a16:creationId xmlns:a16="http://schemas.microsoft.com/office/drawing/2014/main" id="{24F05674-3CE7-6D15-CB42-9AB2ECBF04B3}"/>
              </a:ext>
            </a:extLst>
          </p:cNvPr>
          <p:cNvSpPr>
            <a:spLocks noGrp="1" noChangeArrowheads="1"/>
          </p:cNvSpPr>
          <p:nvPr>
            <p:ph type="title"/>
          </p:nvPr>
        </p:nvSpPr>
        <p:spPr/>
        <p:txBody>
          <a:bodyPr/>
          <a:lstStyle/>
          <a:p>
            <a:r>
              <a:rPr lang="en-US" altLang="en-US"/>
              <a:t>Dual-Port  SRAM  Cell (8T)</a:t>
            </a:r>
            <a:endParaRPr lang="ru-RU" altLang="en-US"/>
          </a:p>
        </p:txBody>
      </p:sp>
      <p:grpSp>
        <p:nvGrpSpPr>
          <p:cNvPr id="47107" name="Group 99">
            <a:extLst>
              <a:ext uri="{FF2B5EF4-FFF2-40B4-BE49-F238E27FC236}">
                <a16:creationId xmlns:a16="http://schemas.microsoft.com/office/drawing/2014/main" id="{22C30667-6725-AE05-213D-D06780F8B09A}"/>
              </a:ext>
            </a:extLst>
          </p:cNvPr>
          <p:cNvGrpSpPr>
            <a:grpSpLocks/>
          </p:cNvGrpSpPr>
          <p:nvPr/>
        </p:nvGrpSpPr>
        <p:grpSpPr bwMode="auto">
          <a:xfrm>
            <a:off x="2166938" y="1643063"/>
            <a:ext cx="8107362" cy="3776662"/>
            <a:chOff x="203" y="1197"/>
            <a:chExt cx="5461" cy="2379"/>
          </a:xfrm>
        </p:grpSpPr>
        <p:sp>
          <p:nvSpPr>
            <p:cNvPr id="47108" name="Line 6">
              <a:extLst>
                <a:ext uri="{FF2B5EF4-FFF2-40B4-BE49-F238E27FC236}">
                  <a16:creationId xmlns:a16="http://schemas.microsoft.com/office/drawing/2014/main" id="{B9D8B36A-0359-97C1-A15A-4675119FBB0D}"/>
                </a:ext>
              </a:extLst>
            </p:cNvPr>
            <p:cNvSpPr>
              <a:spLocks noChangeShapeType="1"/>
            </p:cNvSpPr>
            <p:nvPr/>
          </p:nvSpPr>
          <p:spPr bwMode="auto">
            <a:xfrm>
              <a:off x="1083" y="1387"/>
              <a:ext cx="34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09" name="Line 7">
              <a:extLst>
                <a:ext uri="{FF2B5EF4-FFF2-40B4-BE49-F238E27FC236}">
                  <a16:creationId xmlns:a16="http://schemas.microsoft.com/office/drawing/2014/main" id="{5B8DBDE3-C00F-2CA8-E960-453B5E1012AC}"/>
                </a:ext>
              </a:extLst>
            </p:cNvPr>
            <p:cNvSpPr>
              <a:spLocks noChangeShapeType="1"/>
            </p:cNvSpPr>
            <p:nvPr/>
          </p:nvSpPr>
          <p:spPr bwMode="auto">
            <a:xfrm>
              <a:off x="2198" y="1689"/>
              <a:ext cx="88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0" name="Line 8">
              <a:extLst>
                <a:ext uri="{FF2B5EF4-FFF2-40B4-BE49-F238E27FC236}">
                  <a16:creationId xmlns:a16="http://schemas.microsoft.com/office/drawing/2014/main" id="{E164101B-7180-4458-699B-872E24E9C231}"/>
                </a:ext>
              </a:extLst>
            </p:cNvPr>
            <p:cNvSpPr>
              <a:spLocks noChangeShapeType="1"/>
            </p:cNvSpPr>
            <p:nvPr/>
          </p:nvSpPr>
          <p:spPr bwMode="auto">
            <a:xfrm flipV="1">
              <a:off x="2648" y="1559"/>
              <a:ext cx="0" cy="124"/>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7111" name="AutoShape 9">
              <a:extLst>
                <a:ext uri="{FF2B5EF4-FFF2-40B4-BE49-F238E27FC236}">
                  <a16:creationId xmlns:a16="http://schemas.microsoft.com/office/drawing/2014/main" id="{179595A5-7E35-48B9-6C8D-53DB4E78FE99}"/>
                </a:ext>
              </a:extLst>
            </p:cNvPr>
            <p:cNvSpPr>
              <a:spLocks noChangeArrowheads="1"/>
            </p:cNvSpPr>
            <p:nvPr/>
          </p:nvSpPr>
          <p:spPr bwMode="auto">
            <a:xfrm>
              <a:off x="2607" y="1476"/>
              <a:ext cx="80" cy="82"/>
            </a:xfrm>
            <a:prstGeom prst="flowChartConnector">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47112" name="Line 10">
              <a:extLst>
                <a:ext uri="{FF2B5EF4-FFF2-40B4-BE49-F238E27FC236}">
                  <a16:creationId xmlns:a16="http://schemas.microsoft.com/office/drawing/2014/main" id="{A9C0BDB1-5133-1697-9770-68A76A9A7679}"/>
                </a:ext>
              </a:extLst>
            </p:cNvPr>
            <p:cNvSpPr>
              <a:spLocks noChangeShapeType="1"/>
            </p:cNvSpPr>
            <p:nvPr/>
          </p:nvSpPr>
          <p:spPr bwMode="auto">
            <a:xfrm>
              <a:off x="2192" y="1689"/>
              <a:ext cx="0" cy="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3" name="Line 11">
              <a:extLst>
                <a:ext uri="{FF2B5EF4-FFF2-40B4-BE49-F238E27FC236}">
                  <a16:creationId xmlns:a16="http://schemas.microsoft.com/office/drawing/2014/main" id="{02BC65A4-F0B1-6FBC-9215-E9C954AF8AF7}"/>
                </a:ext>
              </a:extLst>
            </p:cNvPr>
            <p:cNvSpPr>
              <a:spLocks noChangeShapeType="1"/>
            </p:cNvSpPr>
            <p:nvPr/>
          </p:nvSpPr>
          <p:spPr bwMode="auto">
            <a:xfrm>
              <a:off x="3097" y="1682"/>
              <a:ext cx="0" cy="17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4" name="Line 12">
              <a:extLst>
                <a:ext uri="{FF2B5EF4-FFF2-40B4-BE49-F238E27FC236}">
                  <a16:creationId xmlns:a16="http://schemas.microsoft.com/office/drawing/2014/main" id="{92101407-EDFF-FE11-1E68-6E636A1D3A25}"/>
                </a:ext>
              </a:extLst>
            </p:cNvPr>
            <p:cNvSpPr>
              <a:spLocks noChangeShapeType="1"/>
            </p:cNvSpPr>
            <p:nvPr/>
          </p:nvSpPr>
          <p:spPr bwMode="auto">
            <a:xfrm flipV="1">
              <a:off x="2190" y="1858"/>
              <a:ext cx="1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5" name="Line 13">
              <a:extLst>
                <a:ext uri="{FF2B5EF4-FFF2-40B4-BE49-F238E27FC236}">
                  <a16:creationId xmlns:a16="http://schemas.microsoft.com/office/drawing/2014/main" id="{6C065F66-4B71-48E9-75D3-A327DCD759BD}"/>
                </a:ext>
              </a:extLst>
            </p:cNvPr>
            <p:cNvSpPr>
              <a:spLocks noChangeShapeType="1"/>
            </p:cNvSpPr>
            <p:nvPr/>
          </p:nvSpPr>
          <p:spPr bwMode="auto">
            <a:xfrm flipH="1">
              <a:off x="2315" y="1858"/>
              <a:ext cx="0" cy="25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6" name="Line 14">
              <a:extLst>
                <a:ext uri="{FF2B5EF4-FFF2-40B4-BE49-F238E27FC236}">
                  <a16:creationId xmlns:a16="http://schemas.microsoft.com/office/drawing/2014/main" id="{9B37E846-E6BA-3568-C69A-D52D884CE2C4}"/>
                </a:ext>
              </a:extLst>
            </p:cNvPr>
            <p:cNvSpPr>
              <a:spLocks noChangeShapeType="1"/>
            </p:cNvSpPr>
            <p:nvPr/>
          </p:nvSpPr>
          <p:spPr bwMode="auto">
            <a:xfrm flipH="1">
              <a:off x="2366" y="1856"/>
              <a:ext cx="0" cy="2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7" name="Line 15">
              <a:extLst>
                <a:ext uri="{FF2B5EF4-FFF2-40B4-BE49-F238E27FC236}">
                  <a16:creationId xmlns:a16="http://schemas.microsoft.com/office/drawing/2014/main" id="{D1FA4476-6977-175E-B84F-7E2599DDBF70}"/>
                </a:ext>
              </a:extLst>
            </p:cNvPr>
            <p:cNvSpPr>
              <a:spLocks noChangeShapeType="1"/>
            </p:cNvSpPr>
            <p:nvPr/>
          </p:nvSpPr>
          <p:spPr bwMode="auto">
            <a:xfrm flipV="1">
              <a:off x="2190" y="2103"/>
              <a:ext cx="1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8" name="Line 16">
              <a:extLst>
                <a:ext uri="{FF2B5EF4-FFF2-40B4-BE49-F238E27FC236}">
                  <a16:creationId xmlns:a16="http://schemas.microsoft.com/office/drawing/2014/main" id="{F1651B08-8BF6-08F9-B994-12C35C2C6A7E}"/>
                </a:ext>
              </a:extLst>
            </p:cNvPr>
            <p:cNvSpPr>
              <a:spLocks noChangeShapeType="1"/>
            </p:cNvSpPr>
            <p:nvPr/>
          </p:nvSpPr>
          <p:spPr bwMode="auto">
            <a:xfrm>
              <a:off x="2366" y="1965"/>
              <a:ext cx="1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9" name="AutoShape 17">
              <a:extLst>
                <a:ext uri="{FF2B5EF4-FFF2-40B4-BE49-F238E27FC236}">
                  <a16:creationId xmlns:a16="http://schemas.microsoft.com/office/drawing/2014/main" id="{1DA6E75E-1A3E-693A-87E1-F11F9E968EED}"/>
                </a:ext>
              </a:extLst>
            </p:cNvPr>
            <p:cNvSpPr>
              <a:spLocks noChangeArrowheads="1"/>
            </p:cNvSpPr>
            <p:nvPr/>
          </p:nvSpPr>
          <p:spPr bwMode="auto">
            <a:xfrm>
              <a:off x="2357" y="1937"/>
              <a:ext cx="67" cy="68"/>
            </a:xfrm>
            <a:prstGeom prst="flowChartConnector">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47120" name="Line 18">
              <a:extLst>
                <a:ext uri="{FF2B5EF4-FFF2-40B4-BE49-F238E27FC236}">
                  <a16:creationId xmlns:a16="http://schemas.microsoft.com/office/drawing/2014/main" id="{CAFC4167-D533-4CCC-B168-45E2B79E0304}"/>
                </a:ext>
              </a:extLst>
            </p:cNvPr>
            <p:cNvSpPr>
              <a:spLocks noChangeShapeType="1"/>
            </p:cNvSpPr>
            <p:nvPr/>
          </p:nvSpPr>
          <p:spPr bwMode="auto">
            <a:xfrm flipV="1">
              <a:off x="2966" y="1858"/>
              <a:ext cx="1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1" name="Line 19">
              <a:extLst>
                <a:ext uri="{FF2B5EF4-FFF2-40B4-BE49-F238E27FC236}">
                  <a16:creationId xmlns:a16="http://schemas.microsoft.com/office/drawing/2014/main" id="{6DF73CE9-599C-0F42-5485-1A47FCC241F1}"/>
                </a:ext>
              </a:extLst>
            </p:cNvPr>
            <p:cNvSpPr>
              <a:spLocks noChangeShapeType="1"/>
            </p:cNvSpPr>
            <p:nvPr/>
          </p:nvSpPr>
          <p:spPr bwMode="auto">
            <a:xfrm flipH="1">
              <a:off x="2966" y="1856"/>
              <a:ext cx="0" cy="2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2" name="Line 20">
              <a:extLst>
                <a:ext uri="{FF2B5EF4-FFF2-40B4-BE49-F238E27FC236}">
                  <a16:creationId xmlns:a16="http://schemas.microsoft.com/office/drawing/2014/main" id="{9F21C688-FD20-B632-5F05-B75CD086DD1F}"/>
                </a:ext>
              </a:extLst>
            </p:cNvPr>
            <p:cNvSpPr>
              <a:spLocks noChangeShapeType="1"/>
            </p:cNvSpPr>
            <p:nvPr/>
          </p:nvSpPr>
          <p:spPr bwMode="auto">
            <a:xfrm flipH="1">
              <a:off x="2916" y="1854"/>
              <a:ext cx="0" cy="2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3" name="Line 21">
              <a:extLst>
                <a:ext uri="{FF2B5EF4-FFF2-40B4-BE49-F238E27FC236}">
                  <a16:creationId xmlns:a16="http://schemas.microsoft.com/office/drawing/2014/main" id="{3011A21F-1308-10BF-6C33-8905D0957B3D}"/>
                </a:ext>
              </a:extLst>
            </p:cNvPr>
            <p:cNvSpPr>
              <a:spLocks noChangeShapeType="1"/>
            </p:cNvSpPr>
            <p:nvPr/>
          </p:nvSpPr>
          <p:spPr bwMode="auto">
            <a:xfrm flipV="1">
              <a:off x="2970" y="2108"/>
              <a:ext cx="1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4" name="Line 22">
              <a:extLst>
                <a:ext uri="{FF2B5EF4-FFF2-40B4-BE49-F238E27FC236}">
                  <a16:creationId xmlns:a16="http://schemas.microsoft.com/office/drawing/2014/main" id="{19CF35B3-F2F3-5572-BEDA-6229A92B2C0B}"/>
                </a:ext>
              </a:extLst>
            </p:cNvPr>
            <p:cNvSpPr>
              <a:spLocks noChangeShapeType="1"/>
            </p:cNvSpPr>
            <p:nvPr/>
          </p:nvSpPr>
          <p:spPr bwMode="auto">
            <a:xfrm flipH="1" flipV="1">
              <a:off x="2746" y="1962"/>
              <a:ext cx="170" cy="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5" name="AutoShape 23">
              <a:extLst>
                <a:ext uri="{FF2B5EF4-FFF2-40B4-BE49-F238E27FC236}">
                  <a16:creationId xmlns:a16="http://schemas.microsoft.com/office/drawing/2014/main" id="{C8FD0F8A-FCC2-028F-AA19-128D500382EB}"/>
                </a:ext>
              </a:extLst>
            </p:cNvPr>
            <p:cNvSpPr>
              <a:spLocks noChangeArrowheads="1"/>
            </p:cNvSpPr>
            <p:nvPr/>
          </p:nvSpPr>
          <p:spPr bwMode="auto">
            <a:xfrm>
              <a:off x="2839" y="1926"/>
              <a:ext cx="67" cy="68"/>
            </a:xfrm>
            <a:prstGeom prst="flowChartConnector">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47126" name="Line 24">
              <a:extLst>
                <a:ext uri="{FF2B5EF4-FFF2-40B4-BE49-F238E27FC236}">
                  <a16:creationId xmlns:a16="http://schemas.microsoft.com/office/drawing/2014/main" id="{9DBC7778-5D39-5D49-779A-218CE17F0FF9}"/>
                </a:ext>
              </a:extLst>
            </p:cNvPr>
            <p:cNvSpPr>
              <a:spLocks noChangeShapeType="1"/>
            </p:cNvSpPr>
            <p:nvPr/>
          </p:nvSpPr>
          <p:spPr bwMode="auto">
            <a:xfrm>
              <a:off x="2192" y="2108"/>
              <a:ext cx="0" cy="44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7" name="Line 25">
              <a:extLst>
                <a:ext uri="{FF2B5EF4-FFF2-40B4-BE49-F238E27FC236}">
                  <a16:creationId xmlns:a16="http://schemas.microsoft.com/office/drawing/2014/main" id="{C96275DA-736F-5B58-DC02-3FD40C118BD6}"/>
                </a:ext>
              </a:extLst>
            </p:cNvPr>
            <p:cNvSpPr>
              <a:spLocks noChangeShapeType="1"/>
            </p:cNvSpPr>
            <p:nvPr/>
          </p:nvSpPr>
          <p:spPr bwMode="auto">
            <a:xfrm>
              <a:off x="3091" y="2111"/>
              <a:ext cx="0" cy="44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8" name="Line 26">
              <a:extLst>
                <a:ext uri="{FF2B5EF4-FFF2-40B4-BE49-F238E27FC236}">
                  <a16:creationId xmlns:a16="http://schemas.microsoft.com/office/drawing/2014/main" id="{77482001-C6F9-7D98-E3E8-1FEE9FF13A4E}"/>
                </a:ext>
              </a:extLst>
            </p:cNvPr>
            <p:cNvSpPr>
              <a:spLocks noChangeShapeType="1"/>
            </p:cNvSpPr>
            <p:nvPr/>
          </p:nvSpPr>
          <p:spPr bwMode="auto">
            <a:xfrm flipV="1">
              <a:off x="2190" y="2546"/>
              <a:ext cx="1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9" name="Line 27">
              <a:extLst>
                <a:ext uri="{FF2B5EF4-FFF2-40B4-BE49-F238E27FC236}">
                  <a16:creationId xmlns:a16="http://schemas.microsoft.com/office/drawing/2014/main" id="{1A3ACF83-1D82-4495-3C7B-B452FC15F79C}"/>
                </a:ext>
              </a:extLst>
            </p:cNvPr>
            <p:cNvSpPr>
              <a:spLocks noChangeShapeType="1"/>
            </p:cNvSpPr>
            <p:nvPr/>
          </p:nvSpPr>
          <p:spPr bwMode="auto">
            <a:xfrm flipH="1">
              <a:off x="2315" y="2545"/>
              <a:ext cx="0" cy="2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0" name="Line 28">
              <a:extLst>
                <a:ext uri="{FF2B5EF4-FFF2-40B4-BE49-F238E27FC236}">
                  <a16:creationId xmlns:a16="http://schemas.microsoft.com/office/drawing/2014/main" id="{A048B246-A7F1-1411-C320-BB7ACB3FA144}"/>
                </a:ext>
              </a:extLst>
            </p:cNvPr>
            <p:cNvSpPr>
              <a:spLocks noChangeShapeType="1"/>
            </p:cNvSpPr>
            <p:nvPr/>
          </p:nvSpPr>
          <p:spPr bwMode="auto">
            <a:xfrm flipH="1">
              <a:off x="2366" y="2542"/>
              <a:ext cx="0" cy="2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1" name="Line 29">
              <a:extLst>
                <a:ext uri="{FF2B5EF4-FFF2-40B4-BE49-F238E27FC236}">
                  <a16:creationId xmlns:a16="http://schemas.microsoft.com/office/drawing/2014/main" id="{6CBDD6B1-D912-B29D-50AA-DA93118933E9}"/>
                </a:ext>
              </a:extLst>
            </p:cNvPr>
            <p:cNvSpPr>
              <a:spLocks noChangeShapeType="1"/>
            </p:cNvSpPr>
            <p:nvPr/>
          </p:nvSpPr>
          <p:spPr bwMode="auto">
            <a:xfrm flipV="1">
              <a:off x="2190" y="2790"/>
              <a:ext cx="1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2" name="Line 30">
              <a:extLst>
                <a:ext uri="{FF2B5EF4-FFF2-40B4-BE49-F238E27FC236}">
                  <a16:creationId xmlns:a16="http://schemas.microsoft.com/office/drawing/2014/main" id="{442A2879-E1E7-3D06-172E-4ED61E0A125E}"/>
                </a:ext>
              </a:extLst>
            </p:cNvPr>
            <p:cNvSpPr>
              <a:spLocks noChangeShapeType="1"/>
            </p:cNvSpPr>
            <p:nvPr/>
          </p:nvSpPr>
          <p:spPr bwMode="auto">
            <a:xfrm>
              <a:off x="2366" y="2650"/>
              <a:ext cx="1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3" name="Line 31">
              <a:extLst>
                <a:ext uri="{FF2B5EF4-FFF2-40B4-BE49-F238E27FC236}">
                  <a16:creationId xmlns:a16="http://schemas.microsoft.com/office/drawing/2014/main" id="{97D763FA-431B-A08E-6A99-B69991BFC9AC}"/>
                </a:ext>
              </a:extLst>
            </p:cNvPr>
            <p:cNvSpPr>
              <a:spLocks noChangeShapeType="1"/>
            </p:cNvSpPr>
            <p:nvPr/>
          </p:nvSpPr>
          <p:spPr bwMode="auto">
            <a:xfrm flipV="1">
              <a:off x="2979" y="2557"/>
              <a:ext cx="1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4" name="Line 32">
              <a:extLst>
                <a:ext uri="{FF2B5EF4-FFF2-40B4-BE49-F238E27FC236}">
                  <a16:creationId xmlns:a16="http://schemas.microsoft.com/office/drawing/2014/main" id="{3F78B063-0450-FE52-629F-F4652F528722}"/>
                </a:ext>
              </a:extLst>
            </p:cNvPr>
            <p:cNvSpPr>
              <a:spLocks noChangeShapeType="1"/>
            </p:cNvSpPr>
            <p:nvPr/>
          </p:nvSpPr>
          <p:spPr bwMode="auto">
            <a:xfrm flipH="1">
              <a:off x="2979" y="2555"/>
              <a:ext cx="0" cy="2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5" name="Line 33">
              <a:extLst>
                <a:ext uri="{FF2B5EF4-FFF2-40B4-BE49-F238E27FC236}">
                  <a16:creationId xmlns:a16="http://schemas.microsoft.com/office/drawing/2014/main" id="{2FBFD29C-B997-2CCF-C73D-3B7F9C6AA8BB}"/>
                </a:ext>
              </a:extLst>
            </p:cNvPr>
            <p:cNvSpPr>
              <a:spLocks noChangeShapeType="1"/>
            </p:cNvSpPr>
            <p:nvPr/>
          </p:nvSpPr>
          <p:spPr bwMode="auto">
            <a:xfrm flipH="1">
              <a:off x="2929" y="2553"/>
              <a:ext cx="0" cy="2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6" name="Line 34">
              <a:extLst>
                <a:ext uri="{FF2B5EF4-FFF2-40B4-BE49-F238E27FC236}">
                  <a16:creationId xmlns:a16="http://schemas.microsoft.com/office/drawing/2014/main" id="{F258263E-32B7-862E-FEB1-99DC58C82401}"/>
                </a:ext>
              </a:extLst>
            </p:cNvPr>
            <p:cNvSpPr>
              <a:spLocks noChangeShapeType="1"/>
            </p:cNvSpPr>
            <p:nvPr/>
          </p:nvSpPr>
          <p:spPr bwMode="auto">
            <a:xfrm flipV="1">
              <a:off x="2983" y="2805"/>
              <a:ext cx="1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7" name="Line 35">
              <a:extLst>
                <a:ext uri="{FF2B5EF4-FFF2-40B4-BE49-F238E27FC236}">
                  <a16:creationId xmlns:a16="http://schemas.microsoft.com/office/drawing/2014/main" id="{78CF0E53-ECAB-3855-6DE0-FDC79591AE92}"/>
                </a:ext>
              </a:extLst>
            </p:cNvPr>
            <p:cNvSpPr>
              <a:spLocks noChangeShapeType="1"/>
            </p:cNvSpPr>
            <p:nvPr/>
          </p:nvSpPr>
          <p:spPr bwMode="auto">
            <a:xfrm flipH="1" flipV="1">
              <a:off x="2751" y="2657"/>
              <a:ext cx="17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8" name="Line 36">
              <a:extLst>
                <a:ext uri="{FF2B5EF4-FFF2-40B4-BE49-F238E27FC236}">
                  <a16:creationId xmlns:a16="http://schemas.microsoft.com/office/drawing/2014/main" id="{9B34CFAB-AFB0-E2F6-D5A2-8CFD3E07B0EF}"/>
                </a:ext>
              </a:extLst>
            </p:cNvPr>
            <p:cNvSpPr>
              <a:spLocks noChangeShapeType="1"/>
            </p:cNvSpPr>
            <p:nvPr/>
          </p:nvSpPr>
          <p:spPr bwMode="auto">
            <a:xfrm>
              <a:off x="2543" y="1965"/>
              <a:ext cx="0" cy="6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9" name="Line 37">
              <a:extLst>
                <a:ext uri="{FF2B5EF4-FFF2-40B4-BE49-F238E27FC236}">
                  <a16:creationId xmlns:a16="http://schemas.microsoft.com/office/drawing/2014/main" id="{0482F0DB-42E3-F430-4D02-C6EBEC4EB84D}"/>
                </a:ext>
              </a:extLst>
            </p:cNvPr>
            <p:cNvSpPr>
              <a:spLocks noChangeShapeType="1"/>
            </p:cNvSpPr>
            <p:nvPr/>
          </p:nvSpPr>
          <p:spPr bwMode="auto">
            <a:xfrm>
              <a:off x="2746" y="1965"/>
              <a:ext cx="0" cy="6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40" name="Line 38">
              <a:extLst>
                <a:ext uri="{FF2B5EF4-FFF2-40B4-BE49-F238E27FC236}">
                  <a16:creationId xmlns:a16="http://schemas.microsoft.com/office/drawing/2014/main" id="{2A05776E-C9CA-6B87-B3B3-D5C1F2B5EA72}"/>
                </a:ext>
              </a:extLst>
            </p:cNvPr>
            <p:cNvSpPr>
              <a:spLocks noChangeShapeType="1"/>
            </p:cNvSpPr>
            <p:nvPr/>
          </p:nvSpPr>
          <p:spPr bwMode="auto">
            <a:xfrm>
              <a:off x="2190" y="2223"/>
              <a:ext cx="550" cy="0"/>
            </a:xfrm>
            <a:prstGeom prst="line">
              <a:avLst/>
            </a:prstGeom>
            <a:noFill/>
            <a:ln w="25400">
              <a:solidFill>
                <a:srgbClr val="000000"/>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47141" name="Line 39">
              <a:extLst>
                <a:ext uri="{FF2B5EF4-FFF2-40B4-BE49-F238E27FC236}">
                  <a16:creationId xmlns:a16="http://schemas.microsoft.com/office/drawing/2014/main" id="{4E252669-BDBD-8D3F-CB6C-801132BB526B}"/>
                </a:ext>
              </a:extLst>
            </p:cNvPr>
            <p:cNvSpPr>
              <a:spLocks noChangeShapeType="1"/>
            </p:cNvSpPr>
            <p:nvPr/>
          </p:nvSpPr>
          <p:spPr bwMode="auto">
            <a:xfrm>
              <a:off x="2543" y="2378"/>
              <a:ext cx="537" cy="0"/>
            </a:xfrm>
            <a:prstGeom prst="line">
              <a:avLst/>
            </a:prstGeom>
            <a:noFill/>
            <a:ln w="25400">
              <a:solidFill>
                <a:srgbClr val="000000"/>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47142" name="Line 40">
              <a:extLst>
                <a:ext uri="{FF2B5EF4-FFF2-40B4-BE49-F238E27FC236}">
                  <a16:creationId xmlns:a16="http://schemas.microsoft.com/office/drawing/2014/main" id="{B82C5D6B-01ED-9FA8-26D8-D887F0B65AC9}"/>
                </a:ext>
              </a:extLst>
            </p:cNvPr>
            <p:cNvSpPr>
              <a:spLocks noChangeShapeType="1"/>
            </p:cNvSpPr>
            <p:nvPr/>
          </p:nvSpPr>
          <p:spPr bwMode="auto">
            <a:xfrm rot="5400000" flipV="1">
              <a:off x="4281" y="1962"/>
              <a:ext cx="11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43" name="Line 41">
              <a:extLst>
                <a:ext uri="{FF2B5EF4-FFF2-40B4-BE49-F238E27FC236}">
                  <a16:creationId xmlns:a16="http://schemas.microsoft.com/office/drawing/2014/main" id="{76B06C4C-7FF4-7B68-0031-0EFFE76AEFAD}"/>
                </a:ext>
              </a:extLst>
            </p:cNvPr>
            <p:cNvSpPr>
              <a:spLocks noChangeShapeType="1"/>
            </p:cNvSpPr>
            <p:nvPr/>
          </p:nvSpPr>
          <p:spPr bwMode="auto">
            <a:xfrm rot="5400000" flipH="1">
              <a:off x="3550" y="2205"/>
              <a:ext cx="0" cy="2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44" name="Line 42">
              <a:extLst>
                <a:ext uri="{FF2B5EF4-FFF2-40B4-BE49-F238E27FC236}">
                  <a16:creationId xmlns:a16="http://schemas.microsoft.com/office/drawing/2014/main" id="{E8886F28-1611-66CA-908D-E948A2ED10BD}"/>
                </a:ext>
              </a:extLst>
            </p:cNvPr>
            <p:cNvSpPr>
              <a:spLocks noChangeShapeType="1"/>
            </p:cNvSpPr>
            <p:nvPr/>
          </p:nvSpPr>
          <p:spPr bwMode="auto">
            <a:xfrm rot="5400000" flipH="1">
              <a:off x="4212" y="1763"/>
              <a:ext cx="0" cy="27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45" name="Line 43">
              <a:extLst>
                <a:ext uri="{FF2B5EF4-FFF2-40B4-BE49-F238E27FC236}">
                  <a16:creationId xmlns:a16="http://schemas.microsoft.com/office/drawing/2014/main" id="{CB223C0B-34DA-B686-C41E-D9448928CDF4}"/>
                </a:ext>
              </a:extLst>
            </p:cNvPr>
            <p:cNvSpPr>
              <a:spLocks noChangeShapeType="1"/>
            </p:cNvSpPr>
            <p:nvPr/>
          </p:nvSpPr>
          <p:spPr bwMode="auto">
            <a:xfrm rot="5400000" flipV="1">
              <a:off x="3368" y="2275"/>
              <a:ext cx="11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46" name="Line 44">
              <a:extLst>
                <a:ext uri="{FF2B5EF4-FFF2-40B4-BE49-F238E27FC236}">
                  <a16:creationId xmlns:a16="http://schemas.microsoft.com/office/drawing/2014/main" id="{09A78CC7-7F98-C6F3-D97D-064DCF984D82}"/>
                </a:ext>
              </a:extLst>
            </p:cNvPr>
            <p:cNvSpPr>
              <a:spLocks noChangeShapeType="1"/>
            </p:cNvSpPr>
            <p:nvPr/>
          </p:nvSpPr>
          <p:spPr bwMode="auto">
            <a:xfrm rot="5400000" flipV="1">
              <a:off x="1160" y="1965"/>
              <a:ext cx="11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47" name="Line 45">
              <a:extLst>
                <a:ext uri="{FF2B5EF4-FFF2-40B4-BE49-F238E27FC236}">
                  <a16:creationId xmlns:a16="http://schemas.microsoft.com/office/drawing/2014/main" id="{71D81929-5A1C-E05F-3A44-4A1A4AC6E417}"/>
                </a:ext>
              </a:extLst>
            </p:cNvPr>
            <p:cNvSpPr>
              <a:spLocks noChangeShapeType="1"/>
            </p:cNvSpPr>
            <p:nvPr/>
          </p:nvSpPr>
          <p:spPr bwMode="auto">
            <a:xfrm rot="5400000" flipH="1">
              <a:off x="1092" y="1774"/>
              <a:ext cx="0" cy="27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48" name="Line 46">
              <a:extLst>
                <a:ext uri="{FF2B5EF4-FFF2-40B4-BE49-F238E27FC236}">
                  <a16:creationId xmlns:a16="http://schemas.microsoft.com/office/drawing/2014/main" id="{B067E299-F62F-FCB0-0362-D9FD0BE1F6F4}"/>
                </a:ext>
              </a:extLst>
            </p:cNvPr>
            <p:cNvSpPr>
              <a:spLocks noChangeShapeType="1"/>
            </p:cNvSpPr>
            <p:nvPr/>
          </p:nvSpPr>
          <p:spPr bwMode="auto">
            <a:xfrm rot="5400000" flipH="1">
              <a:off x="1092" y="1725"/>
              <a:ext cx="0" cy="2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49" name="Line 47">
              <a:extLst>
                <a:ext uri="{FF2B5EF4-FFF2-40B4-BE49-F238E27FC236}">
                  <a16:creationId xmlns:a16="http://schemas.microsoft.com/office/drawing/2014/main" id="{B8532ADF-4600-607D-99EC-69895F45A597}"/>
                </a:ext>
              </a:extLst>
            </p:cNvPr>
            <p:cNvSpPr>
              <a:spLocks noChangeShapeType="1"/>
            </p:cNvSpPr>
            <p:nvPr/>
          </p:nvSpPr>
          <p:spPr bwMode="auto">
            <a:xfrm rot="5400000" flipV="1">
              <a:off x="904" y="1970"/>
              <a:ext cx="11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50" name="Line 48">
              <a:extLst>
                <a:ext uri="{FF2B5EF4-FFF2-40B4-BE49-F238E27FC236}">
                  <a16:creationId xmlns:a16="http://schemas.microsoft.com/office/drawing/2014/main" id="{5FAD4418-4412-2FDE-2DB0-E7A36E7B43BC}"/>
                </a:ext>
              </a:extLst>
            </p:cNvPr>
            <p:cNvSpPr>
              <a:spLocks noChangeShapeType="1"/>
            </p:cNvSpPr>
            <p:nvPr/>
          </p:nvSpPr>
          <p:spPr bwMode="auto">
            <a:xfrm flipV="1">
              <a:off x="1085" y="1387"/>
              <a:ext cx="0" cy="463"/>
            </a:xfrm>
            <a:prstGeom prst="line">
              <a:avLst/>
            </a:prstGeom>
            <a:noFill/>
            <a:ln w="25400">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47151" name="Line 49">
              <a:extLst>
                <a:ext uri="{FF2B5EF4-FFF2-40B4-BE49-F238E27FC236}">
                  <a16:creationId xmlns:a16="http://schemas.microsoft.com/office/drawing/2014/main" id="{EAAB1576-7EBA-E142-BFBE-E35282B03121}"/>
                </a:ext>
              </a:extLst>
            </p:cNvPr>
            <p:cNvSpPr>
              <a:spLocks noChangeShapeType="1"/>
            </p:cNvSpPr>
            <p:nvPr/>
          </p:nvSpPr>
          <p:spPr bwMode="auto">
            <a:xfrm flipV="1">
              <a:off x="4210" y="1385"/>
              <a:ext cx="0" cy="462"/>
            </a:xfrm>
            <a:prstGeom prst="line">
              <a:avLst/>
            </a:prstGeom>
            <a:noFill/>
            <a:ln w="25400">
              <a:solidFill>
                <a:srgbClr val="000000"/>
              </a:solidFill>
              <a:round/>
              <a:headEnd type="none" w="sm" len="med"/>
              <a:tailEnd type="oval" w="sm" len="sm"/>
            </a:ln>
            <a:extLst>
              <a:ext uri="{909E8E84-426E-40DD-AFC4-6F175D3DCCD1}">
                <a14:hiddenFill xmlns:a14="http://schemas.microsoft.com/office/drawing/2010/main">
                  <a:noFill/>
                </a14:hiddenFill>
              </a:ext>
            </a:extLst>
          </p:spPr>
          <p:txBody>
            <a:bodyPr/>
            <a:lstStyle/>
            <a:p>
              <a:endParaRPr lang="en-US"/>
            </a:p>
          </p:txBody>
        </p:sp>
        <p:sp>
          <p:nvSpPr>
            <p:cNvPr id="47152" name="Line 50">
              <a:extLst>
                <a:ext uri="{FF2B5EF4-FFF2-40B4-BE49-F238E27FC236}">
                  <a16:creationId xmlns:a16="http://schemas.microsoft.com/office/drawing/2014/main" id="{0A18FA20-DEC9-859F-4077-C3587DD9D5CB}"/>
                </a:ext>
              </a:extLst>
            </p:cNvPr>
            <p:cNvSpPr>
              <a:spLocks noChangeShapeType="1"/>
            </p:cNvSpPr>
            <p:nvPr/>
          </p:nvSpPr>
          <p:spPr bwMode="auto">
            <a:xfrm flipH="1" flipV="1">
              <a:off x="3093" y="2222"/>
              <a:ext cx="326"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47153" name="Line 51">
              <a:extLst>
                <a:ext uri="{FF2B5EF4-FFF2-40B4-BE49-F238E27FC236}">
                  <a16:creationId xmlns:a16="http://schemas.microsoft.com/office/drawing/2014/main" id="{9EF3D07B-2C18-3388-50AB-B43B4928A586}"/>
                </a:ext>
              </a:extLst>
            </p:cNvPr>
            <p:cNvSpPr>
              <a:spLocks noChangeShapeType="1"/>
            </p:cNvSpPr>
            <p:nvPr/>
          </p:nvSpPr>
          <p:spPr bwMode="auto">
            <a:xfrm flipH="1">
              <a:off x="1867" y="2228"/>
              <a:ext cx="317"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7154" name="Line 52">
              <a:extLst>
                <a:ext uri="{FF2B5EF4-FFF2-40B4-BE49-F238E27FC236}">
                  <a16:creationId xmlns:a16="http://schemas.microsoft.com/office/drawing/2014/main" id="{39BDC9C7-DFB1-7F17-DD12-160017114496}"/>
                </a:ext>
              </a:extLst>
            </p:cNvPr>
            <p:cNvSpPr>
              <a:spLocks noChangeShapeType="1"/>
            </p:cNvSpPr>
            <p:nvPr/>
          </p:nvSpPr>
          <p:spPr bwMode="auto">
            <a:xfrm>
              <a:off x="2192" y="2801"/>
              <a:ext cx="0"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55" name="Line 53">
              <a:extLst>
                <a:ext uri="{FF2B5EF4-FFF2-40B4-BE49-F238E27FC236}">
                  <a16:creationId xmlns:a16="http://schemas.microsoft.com/office/drawing/2014/main" id="{DED8A6EA-61AE-AE50-2F16-5BC9DB093329}"/>
                </a:ext>
              </a:extLst>
            </p:cNvPr>
            <p:cNvSpPr>
              <a:spLocks noChangeShapeType="1"/>
            </p:cNvSpPr>
            <p:nvPr/>
          </p:nvSpPr>
          <p:spPr bwMode="auto">
            <a:xfrm>
              <a:off x="3102" y="2805"/>
              <a:ext cx="0" cy="15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56" name="Line 54">
              <a:extLst>
                <a:ext uri="{FF2B5EF4-FFF2-40B4-BE49-F238E27FC236}">
                  <a16:creationId xmlns:a16="http://schemas.microsoft.com/office/drawing/2014/main" id="{A9FAAAD9-7871-2396-73A2-53F468BB6AFB}"/>
                </a:ext>
              </a:extLst>
            </p:cNvPr>
            <p:cNvSpPr>
              <a:spLocks noChangeShapeType="1"/>
            </p:cNvSpPr>
            <p:nvPr/>
          </p:nvSpPr>
          <p:spPr bwMode="auto">
            <a:xfrm>
              <a:off x="2190" y="2965"/>
              <a:ext cx="91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57" name="Line 55">
              <a:extLst>
                <a:ext uri="{FF2B5EF4-FFF2-40B4-BE49-F238E27FC236}">
                  <a16:creationId xmlns:a16="http://schemas.microsoft.com/office/drawing/2014/main" id="{053BDB58-F4D5-FF12-D179-8D7EF01688FD}"/>
                </a:ext>
              </a:extLst>
            </p:cNvPr>
            <p:cNvSpPr>
              <a:spLocks noChangeShapeType="1"/>
            </p:cNvSpPr>
            <p:nvPr/>
          </p:nvSpPr>
          <p:spPr bwMode="auto">
            <a:xfrm>
              <a:off x="2648" y="2962"/>
              <a:ext cx="0" cy="141"/>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7158" name="Line 56">
              <a:extLst>
                <a:ext uri="{FF2B5EF4-FFF2-40B4-BE49-F238E27FC236}">
                  <a16:creationId xmlns:a16="http://schemas.microsoft.com/office/drawing/2014/main" id="{AAD0A34E-DFB5-1678-9CFA-4C052520AF0C}"/>
                </a:ext>
              </a:extLst>
            </p:cNvPr>
            <p:cNvSpPr>
              <a:spLocks noChangeShapeType="1"/>
            </p:cNvSpPr>
            <p:nvPr/>
          </p:nvSpPr>
          <p:spPr bwMode="auto">
            <a:xfrm>
              <a:off x="2577" y="3102"/>
              <a:ext cx="14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59" name="Line 57">
              <a:extLst>
                <a:ext uri="{FF2B5EF4-FFF2-40B4-BE49-F238E27FC236}">
                  <a16:creationId xmlns:a16="http://schemas.microsoft.com/office/drawing/2014/main" id="{BBB7454C-6410-531C-5AB7-ED621DF5BBE3}"/>
                </a:ext>
              </a:extLst>
            </p:cNvPr>
            <p:cNvSpPr>
              <a:spLocks noChangeShapeType="1"/>
            </p:cNvSpPr>
            <p:nvPr/>
          </p:nvSpPr>
          <p:spPr bwMode="auto">
            <a:xfrm flipV="1">
              <a:off x="4337" y="2020"/>
              <a:ext cx="248"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47160" name="Line 58">
              <a:extLst>
                <a:ext uri="{FF2B5EF4-FFF2-40B4-BE49-F238E27FC236}">
                  <a16:creationId xmlns:a16="http://schemas.microsoft.com/office/drawing/2014/main" id="{9CD68616-8884-9152-84CF-A4A1F2D5423F}"/>
                </a:ext>
              </a:extLst>
            </p:cNvPr>
            <p:cNvSpPr>
              <a:spLocks noChangeShapeType="1"/>
            </p:cNvSpPr>
            <p:nvPr/>
          </p:nvSpPr>
          <p:spPr bwMode="auto">
            <a:xfrm flipH="1" flipV="1">
              <a:off x="720" y="2032"/>
              <a:ext cx="243"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47161" name="Line 59">
              <a:extLst>
                <a:ext uri="{FF2B5EF4-FFF2-40B4-BE49-F238E27FC236}">
                  <a16:creationId xmlns:a16="http://schemas.microsoft.com/office/drawing/2014/main" id="{8BA39269-552E-6951-DCAE-A6BB3B4A3B5A}"/>
                </a:ext>
              </a:extLst>
            </p:cNvPr>
            <p:cNvSpPr>
              <a:spLocks noChangeShapeType="1"/>
            </p:cNvSpPr>
            <p:nvPr/>
          </p:nvSpPr>
          <p:spPr bwMode="auto">
            <a:xfrm>
              <a:off x="720" y="1885"/>
              <a:ext cx="0" cy="6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62" name="Line 60">
              <a:extLst>
                <a:ext uri="{FF2B5EF4-FFF2-40B4-BE49-F238E27FC236}">
                  <a16:creationId xmlns:a16="http://schemas.microsoft.com/office/drawing/2014/main" id="{D9A291F4-E5DE-D477-595C-D2CC9E5F1BCE}"/>
                </a:ext>
              </a:extLst>
            </p:cNvPr>
            <p:cNvSpPr>
              <a:spLocks noChangeShapeType="1"/>
            </p:cNvSpPr>
            <p:nvPr/>
          </p:nvSpPr>
          <p:spPr bwMode="auto">
            <a:xfrm>
              <a:off x="4585" y="1841"/>
              <a:ext cx="0" cy="6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63" name="Text Box 61">
              <a:extLst>
                <a:ext uri="{FF2B5EF4-FFF2-40B4-BE49-F238E27FC236}">
                  <a16:creationId xmlns:a16="http://schemas.microsoft.com/office/drawing/2014/main" id="{AE3C6321-8BC4-B719-34FB-6664334034B0}"/>
                </a:ext>
              </a:extLst>
            </p:cNvPr>
            <p:cNvSpPr txBox="1">
              <a:spLocks noChangeArrowheads="1"/>
            </p:cNvSpPr>
            <p:nvPr/>
          </p:nvSpPr>
          <p:spPr bwMode="auto">
            <a:xfrm>
              <a:off x="4526" y="1197"/>
              <a:ext cx="1138"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Word Line B</a:t>
              </a:r>
            </a:p>
            <a:p>
              <a:pPr eaLnBrk="1" hangingPunct="1"/>
              <a:endParaRPr lang="ru-RU" altLang="en-US" sz="1600"/>
            </a:p>
          </p:txBody>
        </p:sp>
        <p:sp>
          <p:nvSpPr>
            <p:cNvPr id="47164" name="Text Box 62">
              <a:extLst>
                <a:ext uri="{FF2B5EF4-FFF2-40B4-BE49-F238E27FC236}">
                  <a16:creationId xmlns:a16="http://schemas.microsoft.com/office/drawing/2014/main" id="{9BCBD6FE-14D6-22CD-1BB7-67512A0964E6}"/>
                </a:ext>
              </a:extLst>
            </p:cNvPr>
            <p:cNvSpPr txBox="1">
              <a:spLocks noChangeArrowheads="1"/>
            </p:cNvSpPr>
            <p:nvPr/>
          </p:nvSpPr>
          <p:spPr bwMode="auto">
            <a:xfrm>
              <a:off x="2234" y="1398"/>
              <a:ext cx="396"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V</a:t>
              </a:r>
              <a:r>
                <a:rPr lang="ru-RU" altLang="en-US" sz="1600" baseline="-25000"/>
                <a:t>DD</a:t>
              </a:r>
              <a:endParaRPr lang="ru-RU" altLang="en-US" sz="1600"/>
            </a:p>
          </p:txBody>
        </p:sp>
        <p:sp>
          <p:nvSpPr>
            <p:cNvPr id="47165" name="Line 63">
              <a:extLst>
                <a:ext uri="{FF2B5EF4-FFF2-40B4-BE49-F238E27FC236}">
                  <a16:creationId xmlns:a16="http://schemas.microsoft.com/office/drawing/2014/main" id="{9249EC97-AB40-ED11-CCFD-22B51B04EA10}"/>
                </a:ext>
              </a:extLst>
            </p:cNvPr>
            <p:cNvSpPr>
              <a:spLocks noChangeShapeType="1"/>
            </p:cNvSpPr>
            <p:nvPr/>
          </p:nvSpPr>
          <p:spPr bwMode="auto">
            <a:xfrm>
              <a:off x="2589" y="3103"/>
              <a:ext cx="61" cy="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66" name="Line 64">
              <a:extLst>
                <a:ext uri="{FF2B5EF4-FFF2-40B4-BE49-F238E27FC236}">
                  <a16:creationId xmlns:a16="http://schemas.microsoft.com/office/drawing/2014/main" id="{4EEABA07-9A54-06E8-828D-2BBDAA54D957}"/>
                </a:ext>
              </a:extLst>
            </p:cNvPr>
            <p:cNvSpPr>
              <a:spLocks noChangeShapeType="1"/>
            </p:cNvSpPr>
            <p:nvPr/>
          </p:nvSpPr>
          <p:spPr bwMode="auto">
            <a:xfrm flipH="1">
              <a:off x="2648" y="3104"/>
              <a:ext cx="71" cy="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67" name="Line 65">
              <a:extLst>
                <a:ext uri="{FF2B5EF4-FFF2-40B4-BE49-F238E27FC236}">
                  <a16:creationId xmlns:a16="http://schemas.microsoft.com/office/drawing/2014/main" id="{906E6149-9ACA-F26F-A930-579504ECB0E0}"/>
                </a:ext>
              </a:extLst>
            </p:cNvPr>
            <p:cNvSpPr>
              <a:spLocks noChangeShapeType="1"/>
            </p:cNvSpPr>
            <p:nvPr/>
          </p:nvSpPr>
          <p:spPr bwMode="auto">
            <a:xfrm rot="5400000" flipV="1">
              <a:off x="1794" y="2275"/>
              <a:ext cx="11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68" name="Line 66">
              <a:extLst>
                <a:ext uri="{FF2B5EF4-FFF2-40B4-BE49-F238E27FC236}">
                  <a16:creationId xmlns:a16="http://schemas.microsoft.com/office/drawing/2014/main" id="{E69420F9-FCA6-D15D-03C9-106DB12291A9}"/>
                </a:ext>
              </a:extLst>
            </p:cNvPr>
            <p:cNvSpPr>
              <a:spLocks noChangeShapeType="1"/>
            </p:cNvSpPr>
            <p:nvPr/>
          </p:nvSpPr>
          <p:spPr bwMode="auto">
            <a:xfrm rot="5400000" flipH="1">
              <a:off x="1723" y="2204"/>
              <a:ext cx="0" cy="2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69" name="Line 67">
              <a:extLst>
                <a:ext uri="{FF2B5EF4-FFF2-40B4-BE49-F238E27FC236}">
                  <a16:creationId xmlns:a16="http://schemas.microsoft.com/office/drawing/2014/main" id="{D15033E3-3007-50DE-0CCE-A7EAE60F3A25}"/>
                </a:ext>
              </a:extLst>
            </p:cNvPr>
            <p:cNvSpPr>
              <a:spLocks noChangeShapeType="1"/>
            </p:cNvSpPr>
            <p:nvPr/>
          </p:nvSpPr>
          <p:spPr bwMode="auto">
            <a:xfrm rot="5400000" flipV="1">
              <a:off x="3621" y="2275"/>
              <a:ext cx="11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70" name="Line 68">
              <a:extLst>
                <a:ext uri="{FF2B5EF4-FFF2-40B4-BE49-F238E27FC236}">
                  <a16:creationId xmlns:a16="http://schemas.microsoft.com/office/drawing/2014/main" id="{77BDA455-356A-0C88-9A46-70A2F04B1859}"/>
                </a:ext>
              </a:extLst>
            </p:cNvPr>
            <p:cNvSpPr>
              <a:spLocks noChangeShapeType="1"/>
            </p:cNvSpPr>
            <p:nvPr/>
          </p:nvSpPr>
          <p:spPr bwMode="auto">
            <a:xfrm rot="5400000" flipV="1">
              <a:off x="1540" y="2275"/>
              <a:ext cx="11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71" name="Line 69">
              <a:extLst>
                <a:ext uri="{FF2B5EF4-FFF2-40B4-BE49-F238E27FC236}">
                  <a16:creationId xmlns:a16="http://schemas.microsoft.com/office/drawing/2014/main" id="{3E0AC9EA-6349-AF10-1F4F-CEB47A3A1948}"/>
                </a:ext>
              </a:extLst>
            </p:cNvPr>
            <p:cNvSpPr>
              <a:spLocks noChangeShapeType="1"/>
            </p:cNvSpPr>
            <p:nvPr/>
          </p:nvSpPr>
          <p:spPr bwMode="auto">
            <a:xfrm>
              <a:off x="3689" y="2216"/>
              <a:ext cx="203"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47172" name="Line 70">
              <a:extLst>
                <a:ext uri="{FF2B5EF4-FFF2-40B4-BE49-F238E27FC236}">
                  <a16:creationId xmlns:a16="http://schemas.microsoft.com/office/drawing/2014/main" id="{2B1239B5-A3F9-54AF-74F4-5FB142B184EB}"/>
                </a:ext>
              </a:extLst>
            </p:cNvPr>
            <p:cNvSpPr>
              <a:spLocks noChangeShapeType="1"/>
            </p:cNvSpPr>
            <p:nvPr/>
          </p:nvSpPr>
          <p:spPr bwMode="auto">
            <a:xfrm rot="5400000" flipH="1">
              <a:off x="3550" y="2266"/>
              <a:ext cx="0" cy="2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73" name="Line 71">
              <a:extLst>
                <a:ext uri="{FF2B5EF4-FFF2-40B4-BE49-F238E27FC236}">
                  <a16:creationId xmlns:a16="http://schemas.microsoft.com/office/drawing/2014/main" id="{85F6AFD5-BDCA-274E-E2B7-D2957EB50FEB}"/>
                </a:ext>
              </a:extLst>
            </p:cNvPr>
            <p:cNvSpPr>
              <a:spLocks noChangeShapeType="1"/>
            </p:cNvSpPr>
            <p:nvPr/>
          </p:nvSpPr>
          <p:spPr bwMode="auto">
            <a:xfrm rot="5400000" flipH="1">
              <a:off x="1723" y="2265"/>
              <a:ext cx="0" cy="2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74" name="Line 72">
              <a:extLst>
                <a:ext uri="{FF2B5EF4-FFF2-40B4-BE49-F238E27FC236}">
                  <a16:creationId xmlns:a16="http://schemas.microsoft.com/office/drawing/2014/main" id="{12E8091C-AA29-1551-016C-71465BD9200F}"/>
                </a:ext>
              </a:extLst>
            </p:cNvPr>
            <p:cNvSpPr>
              <a:spLocks noChangeShapeType="1"/>
            </p:cNvSpPr>
            <p:nvPr/>
          </p:nvSpPr>
          <p:spPr bwMode="auto">
            <a:xfrm>
              <a:off x="3900" y="1863"/>
              <a:ext cx="0" cy="7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75" name="Line 73">
              <a:extLst>
                <a:ext uri="{FF2B5EF4-FFF2-40B4-BE49-F238E27FC236}">
                  <a16:creationId xmlns:a16="http://schemas.microsoft.com/office/drawing/2014/main" id="{B9F7FC7E-56BA-08C4-58D3-A31D1BE757BD}"/>
                </a:ext>
              </a:extLst>
            </p:cNvPr>
            <p:cNvSpPr>
              <a:spLocks noChangeShapeType="1"/>
            </p:cNvSpPr>
            <p:nvPr/>
          </p:nvSpPr>
          <p:spPr bwMode="auto">
            <a:xfrm>
              <a:off x="3553" y="2389"/>
              <a:ext cx="0" cy="8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76" name="Line 74">
              <a:extLst>
                <a:ext uri="{FF2B5EF4-FFF2-40B4-BE49-F238E27FC236}">
                  <a16:creationId xmlns:a16="http://schemas.microsoft.com/office/drawing/2014/main" id="{3EEB6947-5670-5E49-C46F-53D1EEBEA6DB}"/>
                </a:ext>
              </a:extLst>
            </p:cNvPr>
            <p:cNvSpPr>
              <a:spLocks noChangeShapeType="1"/>
            </p:cNvSpPr>
            <p:nvPr/>
          </p:nvSpPr>
          <p:spPr bwMode="auto">
            <a:xfrm>
              <a:off x="1718" y="2389"/>
              <a:ext cx="0" cy="882"/>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47177" name="Line 75">
              <a:extLst>
                <a:ext uri="{FF2B5EF4-FFF2-40B4-BE49-F238E27FC236}">
                  <a16:creationId xmlns:a16="http://schemas.microsoft.com/office/drawing/2014/main" id="{0826427F-06B0-A00B-40D1-B61760056951}"/>
                </a:ext>
              </a:extLst>
            </p:cNvPr>
            <p:cNvSpPr>
              <a:spLocks noChangeShapeType="1"/>
            </p:cNvSpPr>
            <p:nvPr/>
          </p:nvSpPr>
          <p:spPr bwMode="auto">
            <a:xfrm flipH="1">
              <a:off x="914" y="3277"/>
              <a:ext cx="26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78" name="Line 76">
              <a:extLst>
                <a:ext uri="{FF2B5EF4-FFF2-40B4-BE49-F238E27FC236}">
                  <a16:creationId xmlns:a16="http://schemas.microsoft.com/office/drawing/2014/main" id="{C65D82DD-F904-58A8-D1E8-9511F6FD7E1A}"/>
                </a:ext>
              </a:extLst>
            </p:cNvPr>
            <p:cNvSpPr>
              <a:spLocks noChangeShapeType="1"/>
            </p:cNvSpPr>
            <p:nvPr/>
          </p:nvSpPr>
          <p:spPr bwMode="auto">
            <a:xfrm>
              <a:off x="1388" y="2216"/>
              <a:ext cx="203" cy="0"/>
            </a:xfrm>
            <a:prstGeom prst="line">
              <a:avLst/>
            </a:prstGeom>
            <a:noFill/>
            <a:ln w="25400">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7179" name="Line 77">
              <a:extLst>
                <a:ext uri="{FF2B5EF4-FFF2-40B4-BE49-F238E27FC236}">
                  <a16:creationId xmlns:a16="http://schemas.microsoft.com/office/drawing/2014/main" id="{5D8D83CD-5D2A-BA4E-ACE4-10C091EDBB97}"/>
                </a:ext>
              </a:extLst>
            </p:cNvPr>
            <p:cNvSpPr>
              <a:spLocks noChangeShapeType="1"/>
            </p:cNvSpPr>
            <p:nvPr/>
          </p:nvSpPr>
          <p:spPr bwMode="auto">
            <a:xfrm>
              <a:off x="1388" y="1872"/>
              <a:ext cx="0" cy="7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80" name="Line 78">
              <a:extLst>
                <a:ext uri="{FF2B5EF4-FFF2-40B4-BE49-F238E27FC236}">
                  <a16:creationId xmlns:a16="http://schemas.microsoft.com/office/drawing/2014/main" id="{06A574B8-216A-9FD5-C8A2-CA8F213A6929}"/>
                </a:ext>
              </a:extLst>
            </p:cNvPr>
            <p:cNvSpPr>
              <a:spLocks noChangeShapeType="1"/>
            </p:cNvSpPr>
            <p:nvPr/>
          </p:nvSpPr>
          <p:spPr bwMode="auto">
            <a:xfrm flipV="1">
              <a:off x="3274" y="2018"/>
              <a:ext cx="0" cy="192"/>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7181" name="Line 79">
              <a:extLst>
                <a:ext uri="{FF2B5EF4-FFF2-40B4-BE49-F238E27FC236}">
                  <a16:creationId xmlns:a16="http://schemas.microsoft.com/office/drawing/2014/main" id="{E47AF3D3-9C8C-3780-B9A6-D7A93DEA6427}"/>
                </a:ext>
              </a:extLst>
            </p:cNvPr>
            <p:cNvSpPr>
              <a:spLocks noChangeShapeType="1"/>
            </p:cNvSpPr>
            <p:nvPr/>
          </p:nvSpPr>
          <p:spPr bwMode="auto">
            <a:xfrm flipV="1">
              <a:off x="2031" y="2027"/>
              <a:ext cx="0" cy="192"/>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7182" name="Line 80">
              <a:extLst>
                <a:ext uri="{FF2B5EF4-FFF2-40B4-BE49-F238E27FC236}">
                  <a16:creationId xmlns:a16="http://schemas.microsoft.com/office/drawing/2014/main" id="{34A4EF9E-9A20-5F63-15EA-E4B2F27D70BE}"/>
                </a:ext>
              </a:extLst>
            </p:cNvPr>
            <p:cNvSpPr>
              <a:spLocks noChangeShapeType="1"/>
            </p:cNvSpPr>
            <p:nvPr/>
          </p:nvSpPr>
          <p:spPr bwMode="auto">
            <a:xfrm>
              <a:off x="3274" y="2018"/>
              <a:ext cx="8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83" name="Line 81">
              <a:extLst>
                <a:ext uri="{FF2B5EF4-FFF2-40B4-BE49-F238E27FC236}">
                  <a16:creationId xmlns:a16="http://schemas.microsoft.com/office/drawing/2014/main" id="{6A8609FE-A375-8E02-121E-C4792BD7334F}"/>
                </a:ext>
              </a:extLst>
            </p:cNvPr>
            <p:cNvSpPr>
              <a:spLocks noChangeShapeType="1"/>
            </p:cNvSpPr>
            <p:nvPr/>
          </p:nvSpPr>
          <p:spPr bwMode="auto">
            <a:xfrm rot="5400000" flipV="1">
              <a:off x="4027" y="1965"/>
              <a:ext cx="11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84" name="Line 82">
              <a:extLst>
                <a:ext uri="{FF2B5EF4-FFF2-40B4-BE49-F238E27FC236}">
                  <a16:creationId xmlns:a16="http://schemas.microsoft.com/office/drawing/2014/main" id="{8D80D676-4372-5FFF-5607-98E0A7127ABC}"/>
                </a:ext>
              </a:extLst>
            </p:cNvPr>
            <p:cNvSpPr>
              <a:spLocks noChangeShapeType="1"/>
            </p:cNvSpPr>
            <p:nvPr/>
          </p:nvSpPr>
          <p:spPr bwMode="auto">
            <a:xfrm rot="5400000" flipH="1">
              <a:off x="4210" y="1722"/>
              <a:ext cx="0" cy="2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85" name="Line 83">
              <a:extLst>
                <a:ext uri="{FF2B5EF4-FFF2-40B4-BE49-F238E27FC236}">
                  <a16:creationId xmlns:a16="http://schemas.microsoft.com/office/drawing/2014/main" id="{92099D5F-B054-09A9-DAD7-7D7866BE8AEC}"/>
                </a:ext>
              </a:extLst>
            </p:cNvPr>
            <p:cNvSpPr>
              <a:spLocks noChangeShapeType="1"/>
            </p:cNvSpPr>
            <p:nvPr/>
          </p:nvSpPr>
          <p:spPr bwMode="auto">
            <a:xfrm>
              <a:off x="1219" y="2018"/>
              <a:ext cx="8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86" name="Text Box 85">
              <a:extLst>
                <a:ext uri="{FF2B5EF4-FFF2-40B4-BE49-F238E27FC236}">
                  <a16:creationId xmlns:a16="http://schemas.microsoft.com/office/drawing/2014/main" id="{CFC2CFFD-5719-7252-B620-FA977A70834D}"/>
                </a:ext>
              </a:extLst>
            </p:cNvPr>
            <p:cNvSpPr txBox="1">
              <a:spLocks noChangeArrowheads="1"/>
            </p:cNvSpPr>
            <p:nvPr/>
          </p:nvSpPr>
          <p:spPr bwMode="auto">
            <a:xfrm>
              <a:off x="4416" y="1604"/>
              <a:ext cx="91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Data-Port B</a:t>
              </a:r>
            </a:p>
            <a:p>
              <a:pPr eaLnBrk="1" hangingPunct="1"/>
              <a:endParaRPr lang="ru-RU" altLang="en-US" sz="1600"/>
            </a:p>
          </p:txBody>
        </p:sp>
        <p:sp>
          <p:nvSpPr>
            <p:cNvPr id="47187" name="Line 86">
              <a:extLst>
                <a:ext uri="{FF2B5EF4-FFF2-40B4-BE49-F238E27FC236}">
                  <a16:creationId xmlns:a16="http://schemas.microsoft.com/office/drawing/2014/main" id="{CA825ED8-7EC8-88F3-1F98-B64BDC86ECA0}"/>
                </a:ext>
              </a:extLst>
            </p:cNvPr>
            <p:cNvSpPr>
              <a:spLocks noChangeShapeType="1"/>
            </p:cNvSpPr>
            <p:nvPr/>
          </p:nvSpPr>
          <p:spPr bwMode="auto">
            <a:xfrm>
              <a:off x="4484" y="1613"/>
              <a:ext cx="7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88" name="Text Box 88">
              <a:extLst>
                <a:ext uri="{FF2B5EF4-FFF2-40B4-BE49-F238E27FC236}">
                  <a16:creationId xmlns:a16="http://schemas.microsoft.com/office/drawing/2014/main" id="{D68AD36A-2054-AB56-1788-9BF59D6EB6F4}"/>
                </a:ext>
              </a:extLst>
            </p:cNvPr>
            <p:cNvSpPr txBox="1">
              <a:spLocks noChangeArrowheads="1"/>
            </p:cNvSpPr>
            <p:nvPr/>
          </p:nvSpPr>
          <p:spPr bwMode="auto">
            <a:xfrm>
              <a:off x="3714" y="2656"/>
              <a:ext cx="91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Data-Port A</a:t>
              </a:r>
            </a:p>
            <a:p>
              <a:pPr eaLnBrk="1" hangingPunct="1"/>
              <a:endParaRPr lang="ru-RU" altLang="en-US" sz="1600"/>
            </a:p>
          </p:txBody>
        </p:sp>
        <p:sp>
          <p:nvSpPr>
            <p:cNvPr id="47189" name="Line 89">
              <a:extLst>
                <a:ext uri="{FF2B5EF4-FFF2-40B4-BE49-F238E27FC236}">
                  <a16:creationId xmlns:a16="http://schemas.microsoft.com/office/drawing/2014/main" id="{6639AB74-5386-1DF4-A110-69BE6906458A}"/>
                </a:ext>
              </a:extLst>
            </p:cNvPr>
            <p:cNvSpPr>
              <a:spLocks noChangeShapeType="1"/>
            </p:cNvSpPr>
            <p:nvPr/>
          </p:nvSpPr>
          <p:spPr bwMode="auto">
            <a:xfrm>
              <a:off x="3782" y="2674"/>
              <a:ext cx="7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90" name="Text Box 90">
              <a:extLst>
                <a:ext uri="{FF2B5EF4-FFF2-40B4-BE49-F238E27FC236}">
                  <a16:creationId xmlns:a16="http://schemas.microsoft.com/office/drawing/2014/main" id="{D8871DD6-A580-A461-2908-24F9D667186E}"/>
                </a:ext>
              </a:extLst>
            </p:cNvPr>
            <p:cNvSpPr txBox="1">
              <a:spLocks noChangeArrowheads="1"/>
            </p:cNvSpPr>
            <p:nvPr/>
          </p:nvSpPr>
          <p:spPr bwMode="auto">
            <a:xfrm>
              <a:off x="203" y="1665"/>
              <a:ext cx="108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Data-Port B</a:t>
              </a:r>
            </a:p>
            <a:p>
              <a:pPr eaLnBrk="1" hangingPunct="1"/>
              <a:endParaRPr lang="ru-RU" altLang="en-US" sz="1600"/>
            </a:p>
          </p:txBody>
        </p:sp>
        <p:sp>
          <p:nvSpPr>
            <p:cNvPr id="47191" name="Text Box 91">
              <a:extLst>
                <a:ext uri="{FF2B5EF4-FFF2-40B4-BE49-F238E27FC236}">
                  <a16:creationId xmlns:a16="http://schemas.microsoft.com/office/drawing/2014/main" id="{6F4E4C3C-1222-3015-9E82-2E79322897DC}"/>
                </a:ext>
              </a:extLst>
            </p:cNvPr>
            <p:cNvSpPr txBox="1">
              <a:spLocks noChangeArrowheads="1"/>
            </p:cNvSpPr>
            <p:nvPr/>
          </p:nvSpPr>
          <p:spPr bwMode="auto">
            <a:xfrm>
              <a:off x="909" y="2654"/>
              <a:ext cx="91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Data-Port A</a:t>
              </a:r>
            </a:p>
            <a:p>
              <a:pPr eaLnBrk="1" hangingPunct="1"/>
              <a:endParaRPr lang="ru-RU" altLang="en-US" sz="1600"/>
            </a:p>
          </p:txBody>
        </p:sp>
        <p:sp>
          <p:nvSpPr>
            <p:cNvPr id="47192" name="Text Box 92">
              <a:extLst>
                <a:ext uri="{FF2B5EF4-FFF2-40B4-BE49-F238E27FC236}">
                  <a16:creationId xmlns:a16="http://schemas.microsoft.com/office/drawing/2014/main" id="{71C0A70E-1085-B9CF-EC6C-068D8EF768D7}"/>
                </a:ext>
              </a:extLst>
            </p:cNvPr>
            <p:cNvSpPr txBox="1">
              <a:spLocks noChangeArrowheads="1"/>
            </p:cNvSpPr>
            <p:nvPr/>
          </p:nvSpPr>
          <p:spPr bwMode="auto">
            <a:xfrm>
              <a:off x="468" y="3293"/>
              <a:ext cx="1111"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Word Line A</a:t>
              </a:r>
            </a:p>
            <a:p>
              <a:pPr eaLnBrk="1" hangingPunct="1"/>
              <a:endParaRPr lang="ru-RU" altLang="en-US" sz="1600"/>
            </a:p>
          </p:txBody>
        </p:sp>
        <p:sp>
          <p:nvSpPr>
            <p:cNvPr id="47193" name="Text Box 93">
              <a:extLst>
                <a:ext uri="{FF2B5EF4-FFF2-40B4-BE49-F238E27FC236}">
                  <a16:creationId xmlns:a16="http://schemas.microsoft.com/office/drawing/2014/main" id="{470423A4-5A9E-1D5C-B56D-F853701A4CAE}"/>
                </a:ext>
              </a:extLst>
            </p:cNvPr>
            <p:cNvSpPr txBox="1">
              <a:spLocks noChangeArrowheads="1"/>
            </p:cNvSpPr>
            <p:nvPr/>
          </p:nvSpPr>
          <p:spPr bwMode="auto">
            <a:xfrm>
              <a:off x="3909" y="3266"/>
              <a:ext cx="50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T5</a:t>
              </a:r>
            </a:p>
          </p:txBody>
        </p:sp>
        <p:sp>
          <p:nvSpPr>
            <p:cNvPr id="47194" name="Text Box 94">
              <a:extLst>
                <a:ext uri="{FF2B5EF4-FFF2-40B4-BE49-F238E27FC236}">
                  <a16:creationId xmlns:a16="http://schemas.microsoft.com/office/drawing/2014/main" id="{9C0707F6-C29A-DA76-0B37-7984A761E2E1}"/>
                </a:ext>
              </a:extLst>
            </p:cNvPr>
            <p:cNvSpPr txBox="1">
              <a:spLocks noChangeArrowheads="1"/>
            </p:cNvSpPr>
            <p:nvPr/>
          </p:nvSpPr>
          <p:spPr bwMode="auto">
            <a:xfrm>
              <a:off x="1694" y="2396"/>
              <a:ext cx="50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T5</a:t>
              </a:r>
            </a:p>
          </p:txBody>
        </p:sp>
        <p:sp>
          <p:nvSpPr>
            <p:cNvPr id="47195" name="Text Box 95">
              <a:extLst>
                <a:ext uri="{FF2B5EF4-FFF2-40B4-BE49-F238E27FC236}">
                  <a16:creationId xmlns:a16="http://schemas.microsoft.com/office/drawing/2014/main" id="{96110181-CABE-5B5C-5ABE-A1ACA32A237F}"/>
                </a:ext>
              </a:extLst>
            </p:cNvPr>
            <p:cNvSpPr txBox="1">
              <a:spLocks noChangeArrowheads="1"/>
            </p:cNvSpPr>
            <p:nvPr/>
          </p:nvSpPr>
          <p:spPr bwMode="auto">
            <a:xfrm>
              <a:off x="3556" y="2379"/>
              <a:ext cx="50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T6</a:t>
              </a:r>
            </a:p>
          </p:txBody>
        </p:sp>
        <p:sp>
          <p:nvSpPr>
            <p:cNvPr id="47196" name="Text Box 96">
              <a:extLst>
                <a:ext uri="{FF2B5EF4-FFF2-40B4-BE49-F238E27FC236}">
                  <a16:creationId xmlns:a16="http://schemas.microsoft.com/office/drawing/2014/main" id="{BA5E007B-DE36-89C4-E945-3C8E86478248}"/>
                </a:ext>
              </a:extLst>
            </p:cNvPr>
            <p:cNvSpPr txBox="1">
              <a:spLocks noChangeArrowheads="1"/>
            </p:cNvSpPr>
            <p:nvPr/>
          </p:nvSpPr>
          <p:spPr bwMode="auto">
            <a:xfrm>
              <a:off x="1219" y="1626"/>
              <a:ext cx="41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T7</a:t>
              </a:r>
            </a:p>
          </p:txBody>
        </p:sp>
        <p:sp>
          <p:nvSpPr>
            <p:cNvPr id="47197" name="Text Box 97">
              <a:extLst>
                <a:ext uri="{FF2B5EF4-FFF2-40B4-BE49-F238E27FC236}">
                  <a16:creationId xmlns:a16="http://schemas.microsoft.com/office/drawing/2014/main" id="{B8367A74-2864-8138-F873-4A447BE4F0EC}"/>
                </a:ext>
              </a:extLst>
            </p:cNvPr>
            <p:cNvSpPr txBox="1">
              <a:spLocks noChangeArrowheads="1"/>
            </p:cNvSpPr>
            <p:nvPr/>
          </p:nvSpPr>
          <p:spPr bwMode="auto">
            <a:xfrm>
              <a:off x="3917" y="1637"/>
              <a:ext cx="29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T8</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a:extLst>
              <a:ext uri="{FF2B5EF4-FFF2-40B4-BE49-F238E27FC236}">
                <a16:creationId xmlns:a16="http://schemas.microsoft.com/office/drawing/2014/main" id="{3CAEB864-2750-5226-FDA0-7463AE178D8F}"/>
              </a:ext>
            </a:extLst>
          </p:cNvPr>
          <p:cNvSpPr>
            <a:spLocks noGrp="1" noChangeArrowheads="1"/>
          </p:cNvSpPr>
          <p:nvPr>
            <p:ph type="title"/>
          </p:nvPr>
        </p:nvSpPr>
        <p:spPr/>
        <p:txBody>
          <a:bodyPr/>
          <a:lstStyle/>
          <a:p>
            <a:r>
              <a:rPr lang="en-US" altLang="en-US"/>
              <a:t>Asyncronous Dual-Port RAM Arbiter</a:t>
            </a:r>
            <a:endParaRPr lang="ru-RU" altLang="en-US"/>
          </a:p>
        </p:txBody>
      </p:sp>
      <p:grpSp>
        <p:nvGrpSpPr>
          <p:cNvPr id="48131" name="Group 86">
            <a:extLst>
              <a:ext uri="{FF2B5EF4-FFF2-40B4-BE49-F238E27FC236}">
                <a16:creationId xmlns:a16="http://schemas.microsoft.com/office/drawing/2014/main" id="{DB13DCF3-745D-2FA3-9649-72F3A121BCDE}"/>
              </a:ext>
            </a:extLst>
          </p:cNvPr>
          <p:cNvGrpSpPr>
            <a:grpSpLocks/>
          </p:cNvGrpSpPr>
          <p:nvPr/>
        </p:nvGrpSpPr>
        <p:grpSpPr bwMode="auto">
          <a:xfrm>
            <a:off x="1938339" y="1314451"/>
            <a:ext cx="8459787" cy="4264025"/>
            <a:chOff x="431" y="1026"/>
            <a:chExt cx="5329" cy="2686"/>
          </a:xfrm>
        </p:grpSpPr>
        <p:sp>
          <p:nvSpPr>
            <p:cNvPr id="48132" name="Oval 6">
              <a:extLst>
                <a:ext uri="{FF2B5EF4-FFF2-40B4-BE49-F238E27FC236}">
                  <a16:creationId xmlns:a16="http://schemas.microsoft.com/office/drawing/2014/main" id="{7E49F4AE-ECB9-177D-FD30-36FF6B8ADCDE}"/>
                </a:ext>
              </a:extLst>
            </p:cNvPr>
            <p:cNvSpPr>
              <a:spLocks noChangeArrowheads="1"/>
            </p:cNvSpPr>
            <p:nvPr/>
          </p:nvSpPr>
          <p:spPr bwMode="auto">
            <a:xfrm>
              <a:off x="3845" y="1915"/>
              <a:ext cx="79" cy="92"/>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48133" name="AutoShape 7">
              <a:extLst>
                <a:ext uri="{FF2B5EF4-FFF2-40B4-BE49-F238E27FC236}">
                  <a16:creationId xmlns:a16="http://schemas.microsoft.com/office/drawing/2014/main" id="{0A222D95-44A0-A95C-0F99-2A653380397A}"/>
                </a:ext>
              </a:extLst>
            </p:cNvPr>
            <p:cNvSpPr>
              <a:spLocks noChangeArrowheads="1"/>
            </p:cNvSpPr>
            <p:nvPr/>
          </p:nvSpPr>
          <p:spPr bwMode="auto">
            <a:xfrm>
              <a:off x="3535" y="1778"/>
              <a:ext cx="314" cy="367"/>
            </a:xfrm>
            <a:prstGeom prst="flowChartDelay">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48134" name="Oval 8">
              <a:extLst>
                <a:ext uri="{FF2B5EF4-FFF2-40B4-BE49-F238E27FC236}">
                  <a16:creationId xmlns:a16="http://schemas.microsoft.com/office/drawing/2014/main" id="{2CC2EFE7-B8FC-A949-D90C-737509CE90C5}"/>
                </a:ext>
              </a:extLst>
            </p:cNvPr>
            <p:cNvSpPr>
              <a:spLocks noChangeArrowheads="1"/>
            </p:cNvSpPr>
            <p:nvPr/>
          </p:nvSpPr>
          <p:spPr bwMode="auto">
            <a:xfrm>
              <a:off x="3850" y="2642"/>
              <a:ext cx="79" cy="93"/>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48135" name="AutoShape 9">
              <a:extLst>
                <a:ext uri="{FF2B5EF4-FFF2-40B4-BE49-F238E27FC236}">
                  <a16:creationId xmlns:a16="http://schemas.microsoft.com/office/drawing/2014/main" id="{06BC1876-DEBF-F7EC-77BB-DA96F8686D6A}"/>
                </a:ext>
              </a:extLst>
            </p:cNvPr>
            <p:cNvSpPr>
              <a:spLocks noChangeArrowheads="1"/>
            </p:cNvSpPr>
            <p:nvPr/>
          </p:nvSpPr>
          <p:spPr bwMode="auto">
            <a:xfrm>
              <a:off x="3540" y="2505"/>
              <a:ext cx="315" cy="368"/>
            </a:xfrm>
            <a:prstGeom prst="flowChartDelay">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48136" name="Line 10">
              <a:extLst>
                <a:ext uri="{FF2B5EF4-FFF2-40B4-BE49-F238E27FC236}">
                  <a16:creationId xmlns:a16="http://schemas.microsoft.com/office/drawing/2014/main" id="{4E448C0E-5709-149B-E2F1-D411D2021B92}"/>
                </a:ext>
              </a:extLst>
            </p:cNvPr>
            <p:cNvSpPr>
              <a:spLocks noChangeShapeType="1"/>
            </p:cNvSpPr>
            <p:nvPr/>
          </p:nvSpPr>
          <p:spPr bwMode="auto">
            <a:xfrm>
              <a:off x="3919" y="1952"/>
              <a:ext cx="1236"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8137" name="Line 11">
              <a:extLst>
                <a:ext uri="{FF2B5EF4-FFF2-40B4-BE49-F238E27FC236}">
                  <a16:creationId xmlns:a16="http://schemas.microsoft.com/office/drawing/2014/main" id="{A2D7E84D-89E3-274A-21AF-857BA129D039}"/>
                </a:ext>
              </a:extLst>
            </p:cNvPr>
            <p:cNvSpPr>
              <a:spLocks noChangeShapeType="1"/>
            </p:cNvSpPr>
            <p:nvPr/>
          </p:nvSpPr>
          <p:spPr bwMode="auto">
            <a:xfrm>
              <a:off x="3915" y="2690"/>
              <a:ext cx="1237"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8138" name="Line 12">
              <a:extLst>
                <a:ext uri="{FF2B5EF4-FFF2-40B4-BE49-F238E27FC236}">
                  <a16:creationId xmlns:a16="http://schemas.microsoft.com/office/drawing/2014/main" id="{1E2C94AB-586C-1E70-1722-9A18357993F8}"/>
                </a:ext>
              </a:extLst>
            </p:cNvPr>
            <p:cNvSpPr>
              <a:spLocks noChangeShapeType="1"/>
            </p:cNvSpPr>
            <p:nvPr/>
          </p:nvSpPr>
          <p:spPr bwMode="auto">
            <a:xfrm>
              <a:off x="4058" y="1952"/>
              <a:ext cx="0" cy="246"/>
            </a:xfrm>
            <a:prstGeom prst="line">
              <a:avLst/>
            </a:prstGeom>
            <a:noFill/>
            <a:ln w="25400">
              <a:solidFill>
                <a:srgbClr val="000000"/>
              </a:solidFill>
              <a:round/>
              <a:headEnd type="oval" w="med"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48139" name="Line 13">
              <a:extLst>
                <a:ext uri="{FF2B5EF4-FFF2-40B4-BE49-F238E27FC236}">
                  <a16:creationId xmlns:a16="http://schemas.microsoft.com/office/drawing/2014/main" id="{F507616C-9CDC-9235-EA30-A95227E710A3}"/>
                </a:ext>
              </a:extLst>
            </p:cNvPr>
            <p:cNvSpPr>
              <a:spLocks noChangeShapeType="1"/>
            </p:cNvSpPr>
            <p:nvPr/>
          </p:nvSpPr>
          <p:spPr bwMode="auto">
            <a:xfrm>
              <a:off x="4063" y="2444"/>
              <a:ext cx="0" cy="246"/>
            </a:xfrm>
            <a:prstGeom prst="line">
              <a:avLst/>
            </a:prstGeom>
            <a:noFill/>
            <a:ln w="25400">
              <a:solidFill>
                <a:srgbClr val="000000"/>
              </a:solidFill>
              <a:round/>
              <a:headEnd type="none" w="sm" len="sm"/>
              <a:tailEnd type="oval" w="med" len="med"/>
            </a:ln>
            <a:extLst>
              <a:ext uri="{909E8E84-426E-40DD-AFC4-6F175D3DCCD1}">
                <a14:hiddenFill xmlns:a14="http://schemas.microsoft.com/office/drawing/2010/main">
                  <a:noFill/>
                </a14:hiddenFill>
              </a:ext>
            </a:extLst>
          </p:spPr>
          <p:txBody>
            <a:bodyPr/>
            <a:lstStyle/>
            <a:p>
              <a:endParaRPr lang="en-US"/>
            </a:p>
          </p:txBody>
        </p:sp>
        <p:sp>
          <p:nvSpPr>
            <p:cNvPr id="48140" name="Line 14">
              <a:extLst>
                <a:ext uri="{FF2B5EF4-FFF2-40B4-BE49-F238E27FC236}">
                  <a16:creationId xmlns:a16="http://schemas.microsoft.com/office/drawing/2014/main" id="{A8223AB3-FE6A-1648-BCD6-65FBD7653ABA}"/>
                </a:ext>
              </a:extLst>
            </p:cNvPr>
            <p:cNvSpPr>
              <a:spLocks noChangeShapeType="1"/>
            </p:cNvSpPr>
            <p:nvPr/>
          </p:nvSpPr>
          <p:spPr bwMode="auto">
            <a:xfrm>
              <a:off x="3342" y="2598"/>
              <a:ext cx="19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1" name="Line 15">
              <a:extLst>
                <a:ext uri="{FF2B5EF4-FFF2-40B4-BE49-F238E27FC236}">
                  <a16:creationId xmlns:a16="http://schemas.microsoft.com/office/drawing/2014/main" id="{1F199A2F-5276-DF6C-0E5C-53541CB33D00}"/>
                </a:ext>
              </a:extLst>
            </p:cNvPr>
            <p:cNvSpPr>
              <a:spLocks noChangeShapeType="1"/>
            </p:cNvSpPr>
            <p:nvPr/>
          </p:nvSpPr>
          <p:spPr bwMode="auto">
            <a:xfrm>
              <a:off x="3339" y="2044"/>
              <a:ext cx="1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2" name="Line 16">
              <a:extLst>
                <a:ext uri="{FF2B5EF4-FFF2-40B4-BE49-F238E27FC236}">
                  <a16:creationId xmlns:a16="http://schemas.microsoft.com/office/drawing/2014/main" id="{1404B3D3-4C76-B1C8-6BD0-9328C048B32C}"/>
                </a:ext>
              </a:extLst>
            </p:cNvPr>
            <p:cNvSpPr>
              <a:spLocks noChangeShapeType="1"/>
            </p:cNvSpPr>
            <p:nvPr/>
          </p:nvSpPr>
          <p:spPr bwMode="auto">
            <a:xfrm>
              <a:off x="3343" y="2053"/>
              <a:ext cx="0" cy="2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3" name="Line 17">
              <a:extLst>
                <a:ext uri="{FF2B5EF4-FFF2-40B4-BE49-F238E27FC236}">
                  <a16:creationId xmlns:a16="http://schemas.microsoft.com/office/drawing/2014/main" id="{76554FEC-310D-3DB9-3115-907D8D66CFC0}"/>
                </a:ext>
              </a:extLst>
            </p:cNvPr>
            <p:cNvSpPr>
              <a:spLocks noChangeShapeType="1"/>
            </p:cNvSpPr>
            <p:nvPr/>
          </p:nvSpPr>
          <p:spPr bwMode="auto">
            <a:xfrm>
              <a:off x="3334" y="2259"/>
              <a:ext cx="725" cy="1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4" name="Line 18">
              <a:extLst>
                <a:ext uri="{FF2B5EF4-FFF2-40B4-BE49-F238E27FC236}">
                  <a16:creationId xmlns:a16="http://schemas.microsoft.com/office/drawing/2014/main" id="{0403FA85-7C5F-D96F-A096-8E05E6BF5F9D}"/>
                </a:ext>
              </a:extLst>
            </p:cNvPr>
            <p:cNvSpPr>
              <a:spLocks noChangeShapeType="1"/>
            </p:cNvSpPr>
            <p:nvPr/>
          </p:nvSpPr>
          <p:spPr bwMode="auto">
            <a:xfrm>
              <a:off x="3339" y="2391"/>
              <a:ext cx="0" cy="2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5" name="Line 19">
              <a:extLst>
                <a:ext uri="{FF2B5EF4-FFF2-40B4-BE49-F238E27FC236}">
                  <a16:creationId xmlns:a16="http://schemas.microsoft.com/office/drawing/2014/main" id="{059619CA-D864-EC16-C4FC-2F42DA5A9593}"/>
                </a:ext>
              </a:extLst>
            </p:cNvPr>
            <p:cNvSpPr>
              <a:spLocks noChangeShapeType="1"/>
            </p:cNvSpPr>
            <p:nvPr/>
          </p:nvSpPr>
          <p:spPr bwMode="auto">
            <a:xfrm flipV="1">
              <a:off x="3339" y="2198"/>
              <a:ext cx="719" cy="19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6" name="Line 20">
              <a:extLst>
                <a:ext uri="{FF2B5EF4-FFF2-40B4-BE49-F238E27FC236}">
                  <a16:creationId xmlns:a16="http://schemas.microsoft.com/office/drawing/2014/main" id="{FF63B135-6A68-53FE-6828-C9C0A882FC22}"/>
                </a:ext>
              </a:extLst>
            </p:cNvPr>
            <p:cNvSpPr>
              <a:spLocks noChangeShapeType="1"/>
            </p:cNvSpPr>
            <p:nvPr/>
          </p:nvSpPr>
          <p:spPr bwMode="auto">
            <a:xfrm>
              <a:off x="2487" y="1952"/>
              <a:ext cx="10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7" name="Line 21">
              <a:extLst>
                <a:ext uri="{FF2B5EF4-FFF2-40B4-BE49-F238E27FC236}">
                  <a16:creationId xmlns:a16="http://schemas.microsoft.com/office/drawing/2014/main" id="{1A9F59C3-5EC3-8815-54CD-397E2F5C25AA}"/>
                </a:ext>
              </a:extLst>
            </p:cNvPr>
            <p:cNvSpPr>
              <a:spLocks noChangeShapeType="1"/>
            </p:cNvSpPr>
            <p:nvPr/>
          </p:nvSpPr>
          <p:spPr bwMode="auto">
            <a:xfrm>
              <a:off x="2487" y="2700"/>
              <a:ext cx="104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8" name="Line 22">
              <a:extLst>
                <a:ext uri="{FF2B5EF4-FFF2-40B4-BE49-F238E27FC236}">
                  <a16:creationId xmlns:a16="http://schemas.microsoft.com/office/drawing/2014/main" id="{0E499236-5578-0F89-540B-F6D0047D12DD}"/>
                </a:ext>
              </a:extLst>
            </p:cNvPr>
            <p:cNvSpPr>
              <a:spLocks noChangeShapeType="1"/>
            </p:cNvSpPr>
            <p:nvPr/>
          </p:nvSpPr>
          <p:spPr bwMode="auto">
            <a:xfrm flipH="1">
              <a:off x="2906" y="1850"/>
              <a:ext cx="62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9" name="Line 23">
              <a:extLst>
                <a:ext uri="{FF2B5EF4-FFF2-40B4-BE49-F238E27FC236}">
                  <a16:creationId xmlns:a16="http://schemas.microsoft.com/office/drawing/2014/main" id="{2E32C6AC-51AE-59B6-AC75-A8FA0DC0C0C4}"/>
                </a:ext>
              </a:extLst>
            </p:cNvPr>
            <p:cNvSpPr>
              <a:spLocks noChangeShapeType="1"/>
            </p:cNvSpPr>
            <p:nvPr/>
          </p:nvSpPr>
          <p:spPr bwMode="auto">
            <a:xfrm flipH="1">
              <a:off x="2915" y="2803"/>
              <a:ext cx="62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0" name="Rectangle 24">
              <a:extLst>
                <a:ext uri="{FF2B5EF4-FFF2-40B4-BE49-F238E27FC236}">
                  <a16:creationId xmlns:a16="http://schemas.microsoft.com/office/drawing/2014/main" id="{090A715D-DA7D-68CC-6FAA-6A2B0D2BA621}"/>
                </a:ext>
              </a:extLst>
            </p:cNvPr>
            <p:cNvSpPr>
              <a:spLocks noChangeArrowheads="1"/>
            </p:cNvSpPr>
            <p:nvPr/>
          </p:nvSpPr>
          <p:spPr bwMode="auto">
            <a:xfrm>
              <a:off x="1964" y="1102"/>
              <a:ext cx="628" cy="57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ru-RU" altLang="en-US" sz="1600"/>
                <a:t>= =</a:t>
              </a:r>
            </a:p>
            <a:p>
              <a:pPr algn="ctr" eaLnBrk="1" hangingPunct="1"/>
              <a:r>
                <a:rPr lang="ru-RU" altLang="en-US" sz="1600"/>
                <a:t>Comp</a:t>
              </a:r>
              <a:r>
                <a:rPr lang="ru-RU" altLang="en-US" sz="1600" baseline="-25000"/>
                <a:t>A</a:t>
              </a:r>
              <a:endParaRPr lang="ru-RU" altLang="en-US" sz="1600"/>
            </a:p>
          </p:txBody>
        </p:sp>
        <p:sp>
          <p:nvSpPr>
            <p:cNvPr id="48151" name="Rectangle 25">
              <a:extLst>
                <a:ext uri="{FF2B5EF4-FFF2-40B4-BE49-F238E27FC236}">
                  <a16:creationId xmlns:a16="http://schemas.microsoft.com/office/drawing/2014/main" id="{5684B1D5-7963-4D26-F196-BF418DFE6D26}"/>
                </a:ext>
              </a:extLst>
            </p:cNvPr>
            <p:cNvSpPr>
              <a:spLocks noChangeArrowheads="1"/>
            </p:cNvSpPr>
            <p:nvPr/>
          </p:nvSpPr>
          <p:spPr bwMode="auto">
            <a:xfrm>
              <a:off x="1964" y="3028"/>
              <a:ext cx="628" cy="57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ru-RU" altLang="en-US" sz="1600"/>
                <a:t>= =</a:t>
              </a:r>
            </a:p>
            <a:p>
              <a:pPr algn="ctr" eaLnBrk="1" hangingPunct="1"/>
              <a:r>
                <a:rPr lang="ru-RU" altLang="en-US" sz="1600"/>
                <a:t>Comp</a:t>
              </a:r>
              <a:r>
                <a:rPr lang="ru-RU" altLang="en-US" sz="1600" baseline="-25000"/>
                <a:t>B</a:t>
              </a:r>
            </a:p>
            <a:p>
              <a:pPr eaLnBrk="1" hangingPunct="1"/>
              <a:endParaRPr lang="ru-RU" altLang="en-US" sz="1600"/>
            </a:p>
          </p:txBody>
        </p:sp>
        <p:sp>
          <p:nvSpPr>
            <p:cNvPr id="48152" name="Line 26">
              <a:extLst>
                <a:ext uri="{FF2B5EF4-FFF2-40B4-BE49-F238E27FC236}">
                  <a16:creationId xmlns:a16="http://schemas.microsoft.com/office/drawing/2014/main" id="{AA7C0C7B-654B-7512-3123-79F7808F29AE}"/>
                </a:ext>
              </a:extLst>
            </p:cNvPr>
            <p:cNvSpPr>
              <a:spLocks noChangeShapeType="1"/>
            </p:cNvSpPr>
            <p:nvPr/>
          </p:nvSpPr>
          <p:spPr bwMode="auto">
            <a:xfrm>
              <a:off x="637" y="1214"/>
              <a:ext cx="1316"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8153" name="Line 27">
              <a:extLst>
                <a:ext uri="{FF2B5EF4-FFF2-40B4-BE49-F238E27FC236}">
                  <a16:creationId xmlns:a16="http://schemas.microsoft.com/office/drawing/2014/main" id="{A5F06894-5200-1369-E014-BE0068847D63}"/>
                </a:ext>
              </a:extLst>
            </p:cNvPr>
            <p:cNvSpPr>
              <a:spLocks noChangeShapeType="1"/>
            </p:cNvSpPr>
            <p:nvPr/>
          </p:nvSpPr>
          <p:spPr bwMode="auto">
            <a:xfrm>
              <a:off x="646" y="3467"/>
              <a:ext cx="1316"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8154" name="Rectangle 28">
              <a:extLst>
                <a:ext uri="{FF2B5EF4-FFF2-40B4-BE49-F238E27FC236}">
                  <a16:creationId xmlns:a16="http://schemas.microsoft.com/office/drawing/2014/main" id="{B0AFDECA-6A3E-3A3A-A05C-5B5C33132854}"/>
                </a:ext>
              </a:extLst>
            </p:cNvPr>
            <p:cNvSpPr>
              <a:spLocks noChangeArrowheads="1"/>
            </p:cNvSpPr>
            <p:nvPr/>
          </p:nvSpPr>
          <p:spPr bwMode="auto">
            <a:xfrm rot="5400000">
              <a:off x="1280" y="1221"/>
              <a:ext cx="269" cy="522"/>
            </a:xfrm>
            <a:prstGeom prst="rect">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600"/>
            </a:p>
          </p:txBody>
        </p:sp>
        <p:sp>
          <p:nvSpPr>
            <p:cNvPr id="48155" name="Line 29">
              <a:extLst>
                <a:ext uri="{FF2B5EF4-FFF2-40B4-BE49-F238E27FC236}">
                  <a16:creationId xmlns:a16="http://schemas.microsoft.com/office/drawing/2014/main" id="{B298EBFA-DAAD-734E-2E5D-F57BEA501B19}"/>
                </a:ext>
              </a:extLst>
            </p:cNvPr>
            <p:cNvSpPr>
              <a:spLocks noChangeShapeType="1"/>
            </p:cNvSpPr>
            <p:nvPr/>
          </p:nvSpPr>
          <p:spPr bwMode="auto">
            <a:xfrm>
              <a:off x="992" y="1225"/>
              <a:ext cx="0" cy="1983"/>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8156" name="Line 30">
              <a:extLst>
                <a:ext uri="{FF2B5EF4-FFF2-40B4-BE49-F238E27FC236}">
                  <a16:creationId xmlns:a16="http://schemas.microsoft.com/office/drawing/2014/main" id="{CF4DE449-B341-D176-7E7E-67121B70096E}"/>
                </a:ext>
              </a:extLst>
            </p:cNvPr>
            <p:cNvSpPr>
              <a:spLocks noChangeShapeType="1"/>
            </p:cNvSpPr>
            <p:nvPr/>
          </p:nvSpPr>
          <p:spPr bwMode="auto">
            <a:xfrm>
              <a:off x="1001" y="3202"/>
              <a:ext cx="19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8157" name="Line 31">
              <a:extLst>
                <a:ext uri="{FF2B5EF4-FFF2-40B4-BE49-F238E27FC236}">
                  <a16:creationId xmlns:a16="http://schemas.microsoft.com/office/drawing/2014/main" id="{B5EB7AB6-1CAD-B0BD-3724-DC692627E783}"/>
                </a:ext>
              </a:extLst>
            </p:cNvPr>
            <p:cNvSpPr>
              <a:spLocks noChangeShapeType="1"/>
            </p:cNvSpPr>
            <p:nvPr/>
          </p:nvSpPr>
          <p:spPr bwMode="auto">
            <a:xfrm>
              <a:off x="2592" y="1368"/>
              <a:ext cx="31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8" name="Line 32">
              <a:extLst>
                <a:ext uri="{FF2B5EF4-FFF2-40B4-BE49-F238E27FC236}">
                  <a16:creationId xmlns:a16="http://schemas.microsoft.com/office/drawing/2014/main" id="{AC7E93AB-C88C-8E31-CB06-A29C3F727F41}"/>
                </a:ext>
              </a:extLst>
            </p:cNvPr>
            <p:cNvSpPr>
              <a:spLocks noChangeShapeType="1"/>
            </p:cNvSpPr>
            <p:nvPr/>
          </p:nvSpPr>
          <p:spPr bwMode="auto">
            <a:xfrm>
              <a:off x="2906" y="1368"/>
              <a:ext cx="0" cy="4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9" name="Line 33">
              <a:extLst>
                <a:ext uri="{FF2B5EF4-FFF2-40B4-BE49-F238E27FC236}">
                  <a16:creationId xmlns:a16="http://schemas.microsoft.com/office/drawing/2014/main" id="{99F88101-E585-1DEA-8F44-96064941AE5B}"/>
                </a:ext>
              </a:extLst>
            </p:cNvPr>
            <p:cNvSpPr>
              <a:spLocks noChangeShapeType="1"/>
            </p:cNvSpPr>
            <p:nvPr/>
          </p:nvSpPr>
          <p:spPr bwMode="auto">
            <a:xfrm>
              <a:off x="2915" y="2813"/>
              <a:ext cx="0" cy="4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60" name="Line 34">
              <a:extLst>
                <a:ext uri="{FF2B5EF4-FFF2-40B4-BE49-F238E27FC236}">
                  <a16:creationId xmlns:a16="http://schemas.microsoft.com/office/drawing/2014/main" id="{15040058-679D-5414-A7FA-BB93206A95B1}"/>
                </a:ext>
              </a:extLst>
            </p:cNvPr>
            <p:cNvSpPr>
              <a:spLocks noChangeShapeType="1"/>
            </p:cNvSpPr>
            <p:nvPr/>
          </p:nvSpPr>
          <p:spPr bwMode="auto">
            <a:xfrm flipH="1">
              <a:off x="2592" y="3305"/>
              <a:ext cx="3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61" name="Line 35">
              <a:extLst>
                <a:ext uri="{FF2B5EF4-FFF2-40B4-BE49-F238E27FC236}">
                  <a16:creationId xmlns:a16="http://schemas.microsoft.com/office/drawing/2014/main" id="{7429C5C6-9820-29F9-F071-6E15469A99D0}"/>
                </a:ext>
              </a:extLst>
            </p:cNvPr>
            <p:cNvSpPr>
              <a:spLocks noChangeShapeType="1"/>
            </p:cNvSpPr>
            <p:nvPr/>
          </p:nvSpPr>
          <p:spPr bwMode="auto">
            <a:xfrm>
              <a:off x="1719" y="3192"/>
              <a:ext cx="24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8162" name="Line 36">
              <a:extLst>
                <a:ext uri="{FF2B5EF4-FFF2-40B4-BE49-F238E27FC236}">
                  <a16:creationId xmlns:a16="http://schemas.microsoft.com/office/drawing/2014/main" id="{F3BD019F-F0A0-FFE2-C08C-3350B5D1610E}"/>
                </a:ext>
              </a:extLst>
            </p:cNvPr>
            <p:cNvSpPr>
              <a:spLocks noChangeShapeType="1"/>
            </p:cNvSpPr>
            <p:nvPr/>
          </p:nvSpPr>
          <p:spPr bwMode="auto">
            <a:xfrm>
              <a:off x="1686" y="1460"/>
              <a:ext cx="277"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8163" name="Line 37">
              <a:extLst>
                <a:ext uri="{FF2B5EF4-FFF2-40B4-BE49-F238E27FC236}">
                  <a16:creationId xmlns:a16="http://schemas.microsoft.com/office/drawing/2014/main" id="{38D4121E-8759-F3B6-75FB-1C82D031DFDB}"/>
                </a:ext>
              </a:extLst>
            </p:cNvPr>
            <p:cNvSpPr>
              <a:spLocks noChangeShapeType="1"/>
            </p:cNvSpPr>
            <p:nvPr/>
          </p:nvSpPr>
          <p:spPr bwMode="auto">
            <a:xfrm>
              <a:off x="856" y="1460"/>
              <a:ext cx="279"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8164" name="Line 38">
              <a:extLst>
                <a:ext uri="{FF2B5EF4-FFF2-40B4-BE49-F238E27FC236}">
                  <a16:creationId xmlns:a16="http://schemas.microsoft.com/office/drawing/2014/main" id="{D6588F25-03E9-D981-BD64-1433762F734B}"/>
                </a:ext>
              </a:extLst>
            </p:cNvPr>
            <p:cNvSpPr>
              <a:spLocks noChangeShapeType="1"/>
            </p:cNvSpPr>
            <p:nvPr/>
          </p:nvSpPr>
          <p:spPr bwMode="auto">
            <a:xfrm>
              <a:off x="863" y="1460"/>
              <a:ext cx="0" cy="2006"/>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8165" name="Text Box 39">
              <a:extLst>
                <a:ext uri="{FF2B5EF4-FFF2-40B4-BE49-F238E27FC236}">
                  <a16:creationId xmlns:a16="http://schemas.microsoft.com/office/drawing/2014/main" id="{830C3502-27A1-BA5C-9D77-66EEC7D648B7}"/>
                </a:ext>
              </a:extLst>
            </p:cNvPr>
            <p:cNvSpPr txBox="1">
              <a:spLocks noChangeArrowheads="1"/>
            </p:cNvSpPr>
            <p:nvPr/>
          </p:nvSpPr>
          <p:spPr bwMode="auto">
            <a:xfrm>
              <a:off x="431" y="1026"/>
              <a:ext cx="838"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A address</a:t>
              </a:r>
            </a:p>
          </p:txBody>
        </p:sp>
        <p:sp>
          <p:nvSpPr>
            <p:cNvPr id="48166" name="Text Box 40">
              <a:extLst>
                <a:ext uri="{FF2B5EF4-FFF2-40B4-BE49-F238E27FC236}">
                  <a16:creationId xmlns:a16="http://schemas.microsoft.com/office/drawing/2014/main" id="{B657FAF6-6B7E-93A5-E6C9-E40AB4F843CE}"/>
                </a:ext>
              </a:extLst>
            </p:cNvPr>
            <p:cNvSpPr txBox="1">
              <a:spLocks noChangeArrowheads="1"/>
            </p:cNvSpPr>
            <p:nvPr/>
          </p:nvSpPr>
          <p:spPr bwMode="auto">
            <a:xfrm>
              <a:off x="439" y="3467"/>
              <a:ext cx="838"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B address</a:t>
              </a:r>
            </a:p>
          </p:txBody>
        </p:sp>
        <p:sp>
          <p:nvSpPr>
            <p:cNvPr id="48167" name="Text Box 41">
              <a:extLst>
                <a:ext uri="{FF2B5EF4-FFF2-40B4-BE49-F238E27FC236}">
                  <a16:creationId xmlns:a16="http://schemas.microsoft.com/office/drawing/2014/main" id="{6C9AAF20-1CC8-03E6-DBD1-22245110A438}"/>
                </a:ext>
              </a:extLst>
            </p:cNvPr>
            <p:cNvSpPr txBox="1">
              <a:spLocks noChangeArrowheads="1"/>
            </p:cNvSpPr>
            <p:nvPr/>
          </p:nvSpPr>
          <p:spPr bwMode="auto">
            <a:xfrm>
              <a:off x="4992" y="1198"/>
              <a:ext cx="62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~BusyA</a:t>
              </a:r>
            </a:p>
          </p:txBody>
        </p:sp>
        <p:sp>
          <p:nvSpPr>
            <p:cNvPr id="48168" name="Text Box 42">
              <a:extLst>
                <a:ext uri="{FF2B5EF4-FFF2-40B4-BE49-F238E27FC236}">
                  <a16:creationId xmlns:a16="http://schemas.microsoft.com/office/drawing/2014/main" id="{736A3238-3329-51A0-2FE6-D13BAE6F56D8}"/>
                </a:ext>
              </a:extLst>
            </p:cNvPr>
            <p:cNvSpPr txBox="1">
              <a:spLocks noChangeArrowheads="1"/>
            </p:cNvSpPr>
            <p:nvPr/>
          </p:nvSpPr>
          <p:spPr bwMode="auto">
            <a:xfrm>
              <a:off x="2129" y="2546"/>
              <a:ext cx="463"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CE</a:t>
              </a:r>
              <a:r>
                <a:rPr lang="ru-RU" altLang="en-US" sz="1600" baseline="-25000"/>
                <a:t>A</a:t>
              </a:r>
              <a:endParaRPr lang="ru-RU" altLang="en-US" sz="1600"/>
            </a:p>
          </p:txBody>
        </p:sp>
        <p:sp>
          <p:nvSpPr>
            <p:cNvPr id="48169" name="Oval 43">
              <a:extLst>
                <a:ext uri="{FF2B5EF4-FFF2-40B4-BE49-F238E27FC236}">
                  <a16:creationId xmlns:a16="http://schemas.microsoft.com/office/drawing/2014/main" id="{6BA30427-3B1D-FA0D-ADFA-8550B64A9DD3}"/>
                </a:ext>
              </a:extLst>
            </p:cNvPr>
            <p:cNvSpPr>
              <a:spLocks noChangeArrowheads="1"/>
            </p:cNvSpPr>
            <p:nvPr/>
          </p:nvSpPr>
          <p:spPr bwMode="auto">
            <a:xfrm>
              <a:off x="4822" y="1443"/>
              <a:ext cx="79" cy="93"/>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48170" name="AutoShape 44">
              <a:extLst>
                <a:ext uri="{FF2B5EF4-FFF2-40B4-BE49-F238E27FC236}">
                  <a16:creationId xmlns:a16="http://schemas.microsoft.com/office/drawing/2014/main" id="{B1DB03E3-CBAE-86BF-1702-B15FC552A276}"/>
                </a:ext>
              </a:extLst>
            </p:cNvPr>
            <p:cNvSpPr>
              <a:spLocks noChangeArrowheads="1"/>
            </p:cNvSpPr>
            <p:nvPr/>
          </p:nvSpPr>
          <p:spPr bwMode="auto">
            <a:xfrm>
              <a:off x="4501" y="1296"/>
              <a:ext cx="314" cy="368"/>
            </a:xfrm>
            <a:prstGeom prst="flowChartDelay">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48171" name="Oval 45">
              <a:extLst>
                <a:ext uri="{FF2B5EF4-FFF2-40B4-BE49-F238E27FC236}">
                  <a16:creationId xmlns:a16="http://schemas.microsoft.com/office/drawing/2014/main" id="{B6369474-CBF0-ABDC-8361-0D33324FB3E9}"/>
                </a:ext>
              </a:extLst>
            </p:cNvPr>
            <p:cNvSpPr>
              <a:spLocks noChangeArrowheads="1"/>
            </p:cNvSpPr>
            <p:nvPr/>
          </p:nvSpPr>
          <p:spPr bwMode="auto">
            <a:xfrm>
              <a:off x="4836" y="3124"/>
              <a:ext cx="79" cy="92"/>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48172" name="AutoShape 46">
              <a:extLst>
                <a:ext uri="{FF2B5EF4-FFF2-40B4-BE49-F238E27FC236}">
                  <a16:creationId xmlns:a16="http://schemas.microsoft.com/office/drawing/2014/main" id="{604C6D37-E5AC-5505-466D-0985E79E813C}"/>
                </a:ext>
              </a:extLst>
            </p:cNvPr>
            <p:cNvSpPr>
              <a:spLocks noChangeArrowheads="1"/>
            </p:cNvSpPr>
            <p:nvPr/>
          </p:nvSpPr>
          <p:spPr bwMode="auto">
            <a:xfrm>
              <a:off x="4517" y="2987"/>
              <a:ext cx="315" cy="367"/>
            </a:xfrm>
            <a:prstGeom prst="flowChartDelay">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48173" name="Line 47">
              <a:extLst>
                <a:ext uri="{FF2B5EF4-FFF2-40B4-BE49-F238E27FC236}">
                  <a16:creationId xmlns:a16="http://schemas.microsoft.com/office/drawing/2014/main" id="{E36ACAEC-E379-FA02-8CB6-36A6EC8CCE6A}"/>
                </a:ext>
              </a:extLst>
            </p:cNvPr>
            <p:cNvSpPr>
              <a:spLocks noChangeShapeType="1"/>
            </p:cNvSpPr>
            <p:nvPr/>
          </p:nvSpPr>
          <p:spPr bwMode="auto">
            <a:xfrm flipV="1">
              <a:off x="4058" y="1583"/>
              <a:ext cx="0" cy="3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8174" name="Group 48">
              <a:extLst>
                <a:ext uri="{FF2B5EF4-FFF2-40B4-BE49-F238E27FC236}">
                  <a16:creationId xmlns:a16="http://schemas.microsoft.com/office/drawing/2014/main" id="{04844CED-578F-727C-1D65-46BE04B40B15}"/>
                </a:ext>
              </a:extLst>
            </p:cNvPr>
            <p:cNvGrpSpPr>
              <a:grpSpLocks/>
            </p:cNvGrpSpPr>
            <p:nvPr/>
          </p:nvGrpSpPr>
          <p:grpSpPr bwMode="auto">
            <a:xfrm>
              <a:off x="4163" y="1460"/>
              <a:ext cx="205" cy="256"/>
              <a:chOff x="10341" y="2934"/>
              <a:chExt cx="353" cy="374"/>
            </a:xfrm>
          </p:grpSpPr>
          <p:sp>
            <p:nvSpPr>
              <p:cNvPr id="48210" name="AutoShape 49">
                <a:extLst>
                  <a:ext uri="{FF2B5EF4-FFF2-40B4-BE49-F238E27FC236}">
                    <a16:creationId xmlns:a16="http://schemas.microsoft.com/office/drawing/2014/main" id="{37B7B536-E143-CBC7-24A2-3F2872907624}"/>
                  </a:ext>
                </a:extLst>
              </p:cNvPr>
              <p:cNvSpPr>
                <a:spLocks noChangeArrowheads="1"/>
              </p:cNvSpPr>
              <p:nvPr/>
            </p:nvSpPr>
            <p:spPr bwMode="auto">
              <a:xfrm rot="5435204">
                <a:off x="10279" y="2996"/>
                <a:ext cx="374" cy="249"/>
              </a:xfrm>
              <a:prstGeom prst="triangle">
                <a:avLst>
                  <a:gd name="adj" fmla="val 50000"/>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48211" name="Oval 50">
                <a:extLst>
                  <a:ext uri="{FF2B5EF4-FFF2-40B4-BE49-F238E27FC236}">
                    <a16:creationId xmlns:a16="http://schemas.microsoft.com/office/drawing/2014/main" id="{0E0E337D-1CF3-B0C5-FAA3-D8717F5F562F}"/>
                  </a:ext>
                </a:extLst>
              </p:cNvPr>
              <p:cNvSpPr>
                <a:spLocks noChangeArrowheads="1"/>
              </p:cNvSpPr>
              <p:nvPr/>
            </p:nvSpPr>
            <p:spPr bwMode="auto">
              <a:xfrm>
                <a:off x="10581" y="3069"/>
                <a:ext cx="113" cy="113"/>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grpSp>
        <p:sp>
          <p:nvSpPr>
            <p:cNvPr id="48175" name="Line 51">
              <a:extLst>
                <a:ext uri="{FF2B5EF4-FFF2-40B4-BE49-F238E27FC236}">
                  <a16:creationId xmlns:a16="http://schemas.microsoft.com/office/drawing/2014/main" id="{01A42B12-9003-6713-D7B4-C57328D9E189}"/>
                </a:ext>
              </a:extLst>
            </p:cNvPr>
            <p:cNvSpPr>
              <a:spLocks noChangeShapeType="1"/>
            </p:cNvSpPr>
            <p:nvPr/>
          </p:nvSpPr>
          <p:spPr bwMode="auto">
            <a:xfrm>
              <a:off x="4058" y="1583"/>
              <a:ext cx="10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76" name="Line 52">
              <a:extLst>
                <a:ext uri="{FF2B5EF4-FFF2-40B4-BE49-F238E27FC236}">
                  <a16:creationId xmlns:a16="http://schemas.microsoft.com/office/drawing/2014/main" id="{4DC88B85-E27E-B395-B256-B1A969F9F2B1}"/>
                </a:ext>
              </a:extLst>
            </p:cNvPr>
            <p:cNvSpPr>
              <a:spLocks noChangeShapeType="1"/>
            </p:cNvSpPr>
            <p:nvPr/>
          </p:nvSpPr>
          <p:spPr bwMode="auto">
            <a:xfrm>
              <a:off x="4378" y="1583"/>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77" name="Line 53">
              <a:extLst>
                <a:ext uri="{FF2B5EF4-FFF2-40B4-BE49-F238E27FC236}">
                  <a16:creationId xmlns:a16="http://schemas.microsoft.com/office/drawing/2014/main" id="{44998929-2039-9880-4F48-555C3129C880}"/>
                </a:ext>
              </a:extLst>
            </p:cNvPr>
            <p:cNvSpPr>
              <a:spLocks noChangeShapeType="1"/>
            </p:cNvSpPr>
            <p:nvPr/>
          </p:nvSpPr>
          <p:spPr bwMode="auto">
            <a:xfrm flipV="1">
              <a:off x="3168" y="1370"/>
              <a:ext cx="0" cy="1325"/>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8178" name="Line 54">
              <a:extLst>
                <a:ext uri="{FF2B5EF4-FFF2-40B4-BE49-F238E27FC236}">
                  <a16:creationId xmlns:a16="http://schemas.microsoft.com/office/drawing/2014/main" id="{BF715B4A-E785-4914-95AD-717B2B7DBEBD}"/>
                </a:ext>
              </a:extLst>
            </p:cNvPr>
            <p:cNvSpPr>
              <a:spLocks noChangeShapeType="1"/>
            </p:cNvSpPr>
            <p:nvPr/>
          </p:nvSpPr>
          <p:spPr bwMode="auto">
            <a:xfrm>
              <a:off x="3177" y="1376"/>
              <a:ext cx="13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79" name="Line 55">
              <a:extLst>
                <a:ext uri="{FF2B5EF4-FFF2-40B4-BE49-F238E27FC236}">
                  <a16:creationId xmlns:a16="http://schemas.microsoft.com/office/drawing/2014/main" id="{7FD6AA63-6CD4-8015-17E5-8A9CC4AA44FB}"/>
                </a:ext>
              </a:extLst>
            </p:cNvPr>
            <p:cNvSpPr>
              <a:spLocks noChangeShapeType="1"/>
            </p:cNvSpPr>
            <p:nvPr/>
          </p:nvSpPr>
          <p:spPr bwMode="auto">
            <a:xfrm>
              <a:off x="4912" y="1481"/>
              <a:ext cx="244"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8180" name="Line 56">
              <a:extLst>
                <a:ext uri="{FF2B5EF4-FFF2-40B4-BE49-F238E27FC236}">
                  <a16:creationId xmlns:a16="http://schemas.microsoft.com/office/drawing/2014/main" id="{B6AA65FA-DCAF-DBCD-7EBC-FDA14156D985}"/>
                </a:ext>
              </a:extLst>
            </p:cNvPr>
            <p:cNvSpPr>
              <a:spLocks noChangeShapeType="1"/>
            </p:cNvSpPr>
            <p:nvPr/>
          </p:nvSpPr>
          <p:spPr bwMode="auto">
            <a:xfrm flipV="1">
              <a:off x="4067" y="2700"/>
              <a:ext cx="0" cy="3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8181" name="Group 57">
              <a:extLst>
                <a:ext uri="{FF2B5EF4-FFF2-40B4-BE49-F238E27FC236}">
                  <a16:creationId xmlns:a16="http://schemas.microsoft.com/office/drawing/2014/main" id="{52CC27BF-CD04-C24D-E7A4-5F4BA8598728}"/>
                </a:ext>
              </a:extLst>
            </p:cNvPr>
            <p:cNvGrpSpPr>
              <a:grpSpLocks/>
            </p:cNvGrpSpPr>
            <p:nvPr/>
          </p:nvGrpSpPr>
          <p:grpSpPr bwMode="auto">
            <a:xfrm>
              <a:off x="4180" y="2946"/>
              <a:ext cx="206" cy="255"/>
              <a:chOff x="10341" y="2934"/>
              <a:chExt cx="353" cy="374"/>
            </a:xfrm>
          </p:grpSpPr>
          <p:sp>
            <p:nvSpPr>
              <p:cNvPr id="48208" name="AutoShape 58">
                <a:extLst>
                  <a:ext uri="{FF2B5EF4-FFF2-40B4-BE49-F238E27FC236}">
                    <a16:creationId xmlns:a16="http://schemas.microsoft.com/office/drawing/2014/main" id="{E50DCA13-04F4-C566-CDE8-D08808FBCB95}"/>
                  </a:ext>
                </a:extLst>
              </p:cNvPr>
              <p:cNvSpPr>
                <a:spLocks noChangeArrowheads="1"/>
              </p:cNvSpPr>
              <p:nvPr/>
            </p:nvSpPr>
            <p:spPr bwMode="auto">
              <a:xfrm rot="5435204">
                <a:off x="10279" y="2996"/>
                <a:ext cx="374" cy="249"/>
              </a:xfrm>
              <a:prstGeom prst="triangle">
                <a:avLst>
                  <a:gd name="adj" fmla="val 50000"/>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48209" name="Oval 59">
                <a:extLst>
                  <a:ext uri="{FF2B5EF4-FFF2-40B4-BE49-F238E27FC236}">
                    <a16:creationId xmlns:a16="http://schemas.microsoft.com/office/drawing/2014/main" id="{8C083FF8-243A-E564-6590-BD140C01C774}"/>
                  </a:ext>
                </a:extLst>
              </p:cNvPr>
              <p:cNvSpPr>
                <a:spLocks noChangeArrowheads="1"/>
              </p:cNvSpPr>
              <p:nvPr/>
            </p:nvSpPr>
            <p:spPr bwMode="auto">
              <a:xfrm>
                <a:off x="10581" y="3069"/>
                <a:ext cx="113" cy="113"/>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grpSp>
        <p:sp>
          <p:nvSpPr>
            <p:cNvPr id="48182" name="Line 60">
              <a:extLst>
                <a:ext uri="{FF2B5EF4-FFF2-40B4-BE49-F238E27FC236}">
                  <a16:creationId xmlns:a16="http://schemas.microsoft.com/office/drawing/2014/main" id="{600D530D-9906-04E7-9514-93819017D2CA}"/>
                </a:ext>
              </a:extLst>
            </p:cNvPr>
            <p:cNvSpPr>
              <a:spLocks noChangeShapeType="1"/>
            </p:cNvSpPr>
            <p:nvPr/>
          </p:nvSpPr>
          <p:spPr bwMode="auto">
            <a:xfrm>
              <a:off x="4076" y="3069"/>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83" name="Line 61">
              <a:extLst>
                <a:ext uri="{FF2B5EF4-FFF2-40B4-BE49-F238E27FC236}">
                  <a16:creationId xmlns:a16="http://schemas.microsoft.com/office/drawing/2014/main" id="{C5697EEC-65E3-A654-829C-8791AD0EB809}"/>
                </a:ext>
              </a:extLst>
            </p:cNvPr>
            <p:cNvSpPr>
              <a:spLocks noChangeShapeType="1"/>
            </p:cNvSpPr>
            <p:nvPr/>
          </p:nvSpPr>
          <p:spPr bwMode="auto">
            <a:xfrm>
              <a:off x="4395" y="3069"/>
              <a:ext cx="10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84" name="Line 62">
              <a:extLst>
                <a:ext uri="{FF2B5EF4-FFF2-40B4-BE49-F238E27FC236}">
                  <a16:creationId xmlns:a16="http://schemas.microsoft.com/office/drawing/2014/main" id="{64B22E09-33F3-93B0-75B9-FC4339DF9B7B}"/>
                </a:ext>
              </a:extLst>
            </p:cNvPr>
            <p:cNvSpPr>
              <a:spLocks noChangeShapeType="1"/>
            </p:cNvSpPr>
            <p:nvPr/>
          </p:nvSpPr>
          <p:spPr bwMode="auto">
            <a:xfrm flipH="1" flipV="1">
              <a:off x="3063" y="1952"/>
              <a:ext cx="0" cy="1340"/>
            </a:xfrm>
            <a:prstGeom prst="line">
              <a:avLst/>
            </a:prstGeom>
            <a:noFill/>
            <a:ln w="25400">
              <a:solidFill>
                <a:srgbClr val="000000"/>
              </a:solidFill>
              <a:round/>
              <a:headEnd type="none" w="sm" len="sm"/>
              <a:tailEnd type="oval" w="med" len="med"/>
            </a:ln>
            <a:extLst>
              <a:ext uri="{909E8E84-426E-40DD-AFC4-6F175D3DCCD1}">
                <a14:hiddenFill xmlns:a14="http://schemas.microsoft.com/office/drawing/2010/main">
                  <a:noFill/>
                </a14:hiddenFill>
              </a:ext>
            </a:extLst>
          </p:spPr>
          <p:txBody>
            <a:bodyPr/>
            <a:lstStyle/>
            <a:p>
              <a:endParaRPr lang="en-US"/>
            </a:p>
          </p:txBody>
        </p:sp>
        <p:sp>
          <p:nvSpPr>
            <p:cNvPr id="48185" name="Line 63">
              <a:extLst>
                <a:ext uri="{FF2B5EF4-FFF2-40B4-BE49-F238E27FC236}">
                  <a16:creationId xmlns:a16="http://schemas.microsoft.com/office/drawing/2014/main" id="{255C2279-09A9-F9E5-A0F3-83FFC37C69EC}"/>
                </a:ext>
              </a:extLst>
            </p:cNvPr>
            <p:cNvSpPr>
              <a:spLocks noChangeShapeType="1"/>
            </p:cNvSpPr>
            <p:nvPr/>
          </p:nvSpPr>
          <p:spPr bwMode="auto">
            <a:xfrm>
              <a:off x="3072" y="3284"/>
              <a:ext cx="14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86" name="Line 64">
              <a:extLst>
                <a:ext uri="{FF2B5EF4-FFF2-40B4-BE49-F238E27FC236}">
                  <a16:creationId xmlns:a16="http://schemas.microsoft.com/office/drawing/2014/main" id="{BD90C095-E8A8-C338-C357-D6A422C8519B}"/>
                </a:ext>
              </a:extLst>
            </p:cNvPr>
            <p:cNvSpPr>
              <a:spLocks noChangeShapeType="1"/>
            </p:cNvSpPr>
            <p:nvPr/>
          </p:nvSpPr>
          <p:spPr bwMode="auto">
            <a:xfrm>
              <a:off x="4922" y="3161"/>
              <a:ext cx="24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8187" name="Text Box 65">
              <a:extLst>
                <a:ext uri="{FF2B5EF4-FFF2-40B4-BE49-F238E27FC236}">
                  <a16:creationId xmlns:a16="http://schemas.microsoft.com/office/drawing/2014/main" id="{C0944896-04D9-3E32-D330-C166D3420FA5}"/>
                </a:ext>
              </a:extLst>
            </p:cNvPr>
            <p:cNvSpPr txBox="1">
              <a:spLocks noChangeArrowheads="1"/>
            </p:cNvSpPr>
            <p:nvPr/>
          </p:nvSpPr>
          <p:spPr bwMode="auto">
            <a:xfrm>
              <a:off x="5071" y="3190"/>
              <a:ext cx="62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~BusyB</a:t>
              </a:r>
            </a:p>
          </p:txBody>
        </p:sp>
        <p:sp>
          <p:nvSpPr>
            <p:cNvPr id="48188" name="Text Box 66">
              <a:extLst>
                <a:ext uri="{FF2B5EF4-FFF2-40B4-BE49-F238E27FC236}">
                  <a16:creationId xmlns:a16="http://schemas.microsoft.com/office/drawing/2014/main" id="{437D7579-86D0-5647-9CFD-D725B8F24DC4}"/>
                </a:ext>
              </a:extLst>
            </p:cNvPr>
            <p:cNvSpPr txBox="1">
              <a:spLocks noChangeArrowheads="1"/>
            </p:cNvSpPr>
            <p:nvPr/>
          </p:nvSpPr>
          <p:spPr bwMode="auto">
            <a:xfrm>
              <a:off x="2100" y="1768"/>
              <a:ext cx="62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CE</a:t>
              </a:r>
              <a:r>
                <a:rPr lang="ru-RU" altLang="en-US" sz="1600" baseline="-25000"/>
                <a:t>B</a:t>
              </a:r>
              <a:endParaRPr lang="ru-RU" altLang="en-US" sz="1600"/>
            </a:p>
          </p:txBody>
        </p:sp>
        <p:sp>
          <p:nvSpPr>
            <p:cNvPr id="48189" name="Rectangle 67">
              <a:extLst>
                <a:ext uri="{FF2B5EF4-FFF2-40B4-BE49-F238E27FC236}">
                  <a16:creationId xmlns:a16="http://schemas.microsoft.com/office/drawing/2014/main" id="{57A49E78-9D2E-5BC9-AFC3-E89A51F155E9}"/>
                </a:ext>
              </a:extLst>
            </p:cNvPr>
            <p:cNvSpPr>
              <a:spLocks noChangeArrowheads="1"/>
            </p:cNvSpPr>
            <p:nvPr/>
          </p:nvSpPr>
          <p:spPr bwMode="auto">
            <a:xfrm rot="5400000">
              <a:off x="1316" y="2929"/>
              <a:ext cx="281" cy="521"/>
            </a:xfrm>
            <a:prstGeom prst="rect">
              <a:avLst/>
            </a:prstGeom>
            <a:solidFill>
              <a:srgbClr val="FFFFFF"/>
            </a:solidFill>
            <a:ln w="25400">
              <a:solidFill>
                <a:srgbClr val="000000"/>
              </a:solidFill>
              <a:miter lim="800000"/>
              <a:headEnd/>
              <a:tailEnd/>
            </a:ln>
          </p:spPr>
          <p:txBody>
            <a:bodyPr rot="10800000" vert="eaVe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600"/>
            </a:p>
          </p:txBody>
        </p:sp>
        <p:sp>
          <p:nvSpPr>
            <p:cNvPr id="48190" name="Text Box 68">
              <a:extLst>
                <a:ext uri="{FF2B5EF4-FFF2-40B4-BE49-F238E27FC236}">
                  <a16:creationId xmlns:a16="http://schemas.microsoft.com/office/drawing/2014/main" id="{F5896708-36C5-622F-D299-2ECF4B3D1037}"/>
                </a:ext>
              </a:extLst>
            </p:cNvPr>
            <p:cNvSpPr txBox="1">
              <a:spLocks noChangeArrowheads="1"/>
            </p:cNvSpPr>
            <p:nvPr/>
          </p:nvSpPr>
          <p:spPr bwMode="auto">
            <a:xfrm>
              <a:off x="4966" y="1951"/>
              <a:ext cx="733"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~Write InhibitA</a:t>
              </a:r>
            </a:p>
          </p:txBody>
        </p:sp>
        <p:sp>
          <p:nvSpPr>
            <p:cNvPr id="48191" name="Text Box 69">
              <a:extLst>
                <a:ext uri="{FF2B5EF4-FFF2-40B4-BE49-F238E27FC236}">
                  <a16:creationId xmlns:a16="http://schemas.microsoft.com/office/drawing/2014/main" id="{5C69A9F3-04BC-B6D4-A0F9-CCCB1CB34FC7}"/>
                </a:ext>
              </a:extLst>
            </p:cNvPr>
            <p:cNvSpPr txBox="1">
              <a:spLocks noChangeArrowheads="1"/>
            </p:cNvSpPr>
            <p:nvPr/>
          </p:nvSpPr>
          <p:spPr bwMode="auto">
            <a:xfrm>
              <a:off x="5027" y="2679"/>
              <a:ext cx="73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~Write InhibitB</a:t>
              </a:r>
            </a:p>
          </p:txBody>
        </p:sp>
        <p:sp>
          <p:nvSpPr>
            <p:cNvPr id="48192" name="Rectangle 70">
              <a:extLst>
                <a:ext uri="{FF2B5EF4-FFF2-40B4-BE49-F238E27FC236}">
                  <a16:creationId xmlns:a16="http://schemas.microsoft.com/office/drawing/2014/main" id="{E5729497-545B-4FBE-A9E6-60B6B71DDAC6}"/>
                </a:ext>
              </a:extLst>
            </p:cNvPr>
            <p:cNvSpPr>
              <a:spLocks noChangeArrowheads="1"/>
            </p:cNvSpPr>
            <p:nvPr/>
          </p:nvSpPr>
          <p:spPr bwMode="auto">
            <a:xfrm>
              <a:off x="3248" y="1700"/>
              <a:ext cx="880" cy="1230"/>
            </a:xfrm>
            <a:prstGeom prst="rect">
              <a:avLst/>
            </a:prstGeom>
            <a:noFill/>
            <a:ln w="2540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48193" name="Line 71">
              <a:extLst>
                <a:ext uri="{FF2B5EF4-FFF2-40B4-BE49-F238E27FC236}">
                  <a16:creationId xmlns:a16="http://schemas.microsoft.com/office/drawing/2014/main" id="{F708C465-B000-BBB5-560A-D1462E2D458A}"/>
                </a:ext>
              </a:extLst>
            </p:cNvPr>
            <p:cNvSpPr>
              <a:spLocks noChangeShapeType="1"/>
            </p:cNvSpPr>
            <p:nvPr/>
          </p:nvSpPr>
          <p:spPr bwMode="auto">
            <a:xfrm>
              <a:off x="4128" y="2223"/>
              <a:ext cx="10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94" name="Text Box 72">
              <a:extLst>
                <a:ext uri="{FF2B5EF4-FFF2-40B4-BE49-F238E27FC236}">
                  <a16:creationId xmlns:a16="http://schemas.microsoft.com/office/drawing/2014/main" id="{0D9BBA59-FCE1-EC98-AB20-BA2E6DD41AA5}"/>
                </a:ext>
              </a:extLst>
            </p:cNvPr>
            <p:cNvSpPr txBox="1">
              <a:spLocks noChangeArrowheads="1"/>
            </p:cNvSpPr>
            <p:nvPr/>
          </p:nvSpPr>
          <p:spPr bwMode="auto">
            <a:xfrm>
              <a:off x="4233" y="2100"/>
              <a:ext cx="62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Latch</a:t>
              </a:r>
            </a:p>
          </p:txBody>
        </p:sp>
        <p:sp>
          <p:nvSpPr>
            <p:cNvPr id="48195" name="Oval 73">
              <a:extLst>
                <a:ext uri="{FF2B5EF4-FFF2-40B4-BE49-F238E27FC236}">
                  <a16:creationId xmlns:a16="http://schemas.microsoft.com/office/drawing/2014/main" id="{11C0CA5A-54DC-EAA7-E9F6-041199514918}"/>
                </a:ext>
              </a:extLst>
            </p:cNvPr>
            <p:cNvSpPr>
              <a:spLocks noChangeArrowheads="1"/>
            </p:cNvSpPr>
            <p:nvPr/>
          </p:nvSpPr>
          <p:spPr bwMode="auto">
            <a:xfrm>
              <a:off x="2653" y="2981"/>
              <a:ext cx="244" cy="245"/>
            </a:xfrm>
            <a:prstGeom prst="ellipse">
              <a:avLst/>
            </a:prstGeom>
            <a:solidFill>
              <a:srgbClr val="FFFFFF"/>
            </a:solidFill>
            <a:ln w="1905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3</a:t>
              </a:r>
            </a:p>
          </p:txBody>
        </p:sp>
        <p:sp>
          <p:nvSpPr>
            <p:cNvPr id="48196" name="Oval 74">
              <a:extLst>
                <a:ext uri="{FF2B5EF4-FFF2-40B4-BE49-F238E27FC236}">
                  <a16:creationId xmlns:a16="http://schemas.microsoft.com/office/drawing/2014/main" id="{121F337B-F1BF-010C-0D28-00DFD11262F2}"/>
                </a:ext>
              </a:extLst>
            </p:cNvPr>
            <p:cNvSpPr>
              <a:spLocks noChangeArrowheads="1"/>
            </p:cNvSpPr>
            <p:nvPr/>
          </p:nvSpPr>
          <p:spPr bwMode="auto">
            <a:xfrm>
              <a:off x="2311" y="2305"/>
              <a:ext cx="244" cy="245"/>
            </a:xfrm>
            <a:prstGeom prst="ellipse">
              <a:avLst/>
            </a:prstGeom>
            <a:solidFill>
              <a:srgbClr val="FFFFFF"/>
            </a:solidFill>
            <a:ln w="1905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a:t>
              </a:r>
            </a:p>
          </p:txBody>
        </p:sp>
        <p:sp>
          <p:nvSpPr>
            <p:cNvPr id="48197" name="Oval 75">
              <a:extLst>
                <a:ext uri="{FF2B5EF4-FFF2-40B4-BE49-F238E27FC236}">
                  <a16:creationId xmlns:a16="http://schemas.microsoft.com/office/drawing/2014/main" id="{BE4D765E-32F0-DA44-9AE6-A96BE768813E}"/>
                </a:ext>
              </a:extLst>
            </p:cNvPr>
            <p:cNvSpPr>
              <a:spLocks noChangeArrowheads="1"/>
            </p:cNvSpPr>
            <p:nvPr/>
          </p:nvSpPr>
          <p:spPr bwMode="auto">
            <a:xfrm>
              <a:off x="4154" y="2387"/>
              <a:ext cx="245" cy="245"/>
            </a:xfrm>
            <a:prstGeom prst="ellipse">
              <a:avLst/>
            </a:prstGeom>
            <a:solidFill>
              <a:srgbClr val="FFFFFF"/>
            </a:solidFill>
            <a:ln w="1905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4</a:t>
              </a:r>
            </a:p>
          </p:txBody>
        </p:sp>
        <p:sp>
          <p:nvSpPr>
            <p:cNvPr id="48198" name="Text Box 76">
              <a:extLst>
                <a:ext uri="{FF2B5EF4-FFF2-40B4-BE49-F238E27FC236}">
                  <a16:creationId xmlns:a16="http://schemas.microsoft.com/office/drawing/2014/main" id="{FFD04900-A4E5-C616-1D8C-D3A024BC7AF2}"/>
                </a:ext>
              </a:extLst>
            </p:cNvPr>
            <p:cNvSpPr txBox="1">
              <a:spLocks noChangeArrowheads="1"/>
            </p:cNvSpPr>
            <p:nvPr/>
          </p:nvSpPr>
          <p:spPr bwMode="auto">
            <a:xfrm>
              <a:off x="4177" y="1731"/>
              <a:ext cx="62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А</a:t>
              </a:r>
            </a:p>
          </p:txBody>
        </p:sp>
        <p:sp>
          <p:nvSpPr>
            <p:cNvPr id="48199" name="Text Box 77">
              <a:extLst>
                <a:ext uri="{FF2B5EF4-FFF2-40B4-BE49-F238E27FC236}">
                  <a16:creationId xmlns:a16="http://schemas.microsoft.com/office/drawing/2014/main" id="{A8C13976-F763-4432-3349-A95A8B9F8879}"/>
                </a:ext>
              </a:extLst>
            </p:cNvPr>
            <p:cNvSpPr txBox="1">
              <a:spLocks noChangeArrowheads="1"/>
            </p:cNvSpPr>
            <p:nvPr/>
          </p:nvSpPr>
          <p:spPr bwMode="auto">
            <a:xfrm>
              <a:off x="4207" y="2684"/>
              <a:ext cx="62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B</a:t>
              </a:r>
            </a:p>
          </p:txBody>
        </p:sp>
        <p:sp>
          <p:nvSpPr>
            <p:cNvPr id="48200" name="Oval 78">
              <a:extLst>
                <a:ext uri="{FF2B5EF4-FFF2-40B4-BE49-F238E27FC236}">
                  <a16:creationId xmlns:a16="http://schemas.microsoft.com/office/drawing/2014/main" id="{5AD1DED5-4C4A-0B7F-D81E-834D63A6B3BC}"/>
                </a:ext>
              </a:extLst>
            </p:cNvPr>
            <p:cNvSpPr>
              <a:spLocks noChangeArrowheads="1"/>
            </p:cNvSpPr>
            <p:nvPr/>
          </p:nvSpPr>
          <p:spPr bwMode="auto">
            <a:xfrm>
              <a:off x="2285" y="1978"/>
              <a:ext cx="244" cy="245"/>
            </a:xfrm>
            <a:prstGeom prst="ellipse">
              <a:avLst/>
            </a:prstGeom>
            <a:solidFill>
              <a:srgbClr val="FFFFFF"/>
            </a:solidFill>
            <a:ln w="1905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2</a:t>
              </a:r>
            </a:p>
          </p:txBody>
        </p:sp>
        <p:sp>
          <p:nvSpPr>
            <p:cNvPr id="48201" name="Text Box 79">
              <a:extLst>
                <a:ext uri="{FF2B5EF4-FFF2-40B4-BE49-F238E27FC236}">
                  <a16:creationId xmlns:a16="http://schemas.microsoft.com/office/drawing/2014/main" id="{0F7BF6F9-F014-2045-4E59-4E94A06C1612}"/>
                </a:ext>
              </a:extLst>
            </p:cNvPr>
            <p:cNvSpPr txBox="1">
              <a:spLocks noChangeArrowheads="1"/>
            </p:cNvSpPr>
            <p:nvPr/>
          </p:nvSpPr>
          <p:spPr bwMode="auto">
            <a:xfrm>
              <a:off x="2513" y="2469"/>
              <a:ext cx="52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0</a:t>
              </a:r>
              <a:r>
                <a:rPr lang="ru-RU" altLang="en-US" sz="1600">
                  <a:sym typeface="Symbol" panose="05050102010706020507" pitchFamily="18" charset="2"/>
                </a:rPr>
                <a:t></a:t>
              </a:r>
              <a:r>
                <a:rPr lang="ru-RU" altLang="en-US" sz="1600"/>
                <a:t>1</a:t>
              </a:r>
            </a:p>
          </p:txBody>
        </p:sp>
        <p:sp>
          <p:nvSpPr>
            <p:cNvPr id="48202" name="Text Box 80">
              <a:extLst>
                <a:ext uri="{FF2B5EF4-FFF2-40B4-BE49-F238E27FC236}">
                  <a16:creationId xmlns:a16="http://schemas.microsoft.com/office/drawing/2014/main" id="{37A52C98-6964-157F-C290-E4DD7BE3D211}"/>
                </a:ext>
              </a:extLst>
            </p:cNvPr>
            <p:cNvSpPr txBox="1">
              <a:spLocks noChangeArrowheads="1"/>
            </p:cNvSpPr>
            <p:nvPr/>
          </p:nvSpPr>
          <p:spPr bwMode="auto">
            <a:xfrm>
              <a:off x="2557" y="1936"/>
              <a:ext cx="5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0</a:t>
              </a:r>
              <a:r>
                <a:rPr lang="ru-RU" altLang="en-US" sz="1600">
                  <a:sym typeface="Symbol" panose="05050102010706020507" pitchFamily="18" charset="2"/>
                </a:rPr>
                <a:t></a:t>
              </a:r>
              <a:r>
                <a:rPr lang="ru-RU" altLang="en-US" sz="1600"/>
                <a:t>1</a:t>
              </a:r>
            </a:p>
          </p:txBody>
        </p:sp>
        <p:sp>
          <p:nvSpPr>
            <p:cNvPr id="48203" name="Text Box 81">
              <a:extLst>
                <a:ext uri="{FF2B5EF4-FFF2-40B4-BE49-F238E27FC236}">
                  <a16:creationId xmlns:a16="http://schemas.microsoft.com/office/drawing/2014/main" id="{47879F1A-28C5-E94B-9A33-8D1E9D5DFC62}"/>
                </a:ext>
              </a:extLst>
            </p:cNvPr>
            <p:cNvSpPr txBox="1">
              <a:spLocks noChangeArrowheads="1"/>
            </p:cNvSpPr>
            <p:nvPr/>
          </p:nvSpPr>
          <p:spPr bwMode="auto">
            <a:xfrm>
              <a:off x="2583" y="3288"/>
              <a:ext cx="52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0</a:t>
              </a:r>
              <a:r>
                <a:rPr lang="ru-RU" altLang="en-US" sz="1600">
                  <a:sym typeface="Symbol" panose="05050102010706020507" pitchFamily="18" charset="2"/>
                </a:rPr>
                <a:t></a:t>
              </a:r>
              <a:r>
                <a:rPr lang="ru-RU" altLang="en-US" sz="1600"/>
                <a:t>1</a:t>
              </a:r>
            </a:p>
          </p:txBody>
        </p:sp>
        <p:sp>
          <p:nvSpPr>
            <p:cNvPr id="48204" name="Text Box 82">
              <a:extLst>
                <a:ext uri="{FF2B5EF4-FFF2-40B4-BE49-F238E27FC236}">
                  <a16:creationId xmlns:a16="http://schemas.microsoft.com/office/drawing/2014/main" id="{688E9E2D-9CB7-BB9F-0F0E-25AB1C4E57F5}"/>
                </a:ext>
              </a:extLst>
            </p:cNvPr>
            <p:cNvSpPr txBox="1">
              <a:spLocks noChangeArrowheads="1"/>
            </p:cNvSpPr>
            <p:nvPr/>
          </p:nvSpPr>
          <p:spPr bwMode="auto">
            <a:xfrm>
              <a:off x="4404" y="2387"/>
              <a:ext cx="52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a:t>
              </a:r>
              <a:r>
                <a:rPr lang="ru-RU" altLang="en-US" sz="1600">
                  <a:sym typeface="Symbol" panose="05050102010706020507" pitchFamily="18" charset="2"/>
                </a:rPr>
                <a:t></a:t>
              </a:r>
              <a:r>
                <a:rPr lang="ru-RU" altLang="en-US" sz="1600"/>
                <a:t>0</a:t>
              </a:r>
            </a:p>
          </p:txBody>
        </p:sp>
        <p:sp>
          <p:nvSpPr>
            <p:cNvPr id="48205" name="Text Box 83">
              <a:extLst>
                <a:ext uri="{FF2B5EF4-FFF2-40B4-BE49-F238E27FC236}">
                  <a16:creationId xmlns:a16="http://schemas.microsoft.com/office/drawing/2014/main" id="{F21074D2-1BD9-E71C-D753-D3446846868E}"/>
                </a:ext>
              </a:extLst>
            </p:cNvPr>
            <p:cNvSpPr txBox="1">
              <a:spLocks noChangeArrowheads="1"/>
            </p:cNvSpPr>
            <p:nvPr/>
          </p:nvSpPr>
          <p:spPr bwMode="auto">
            <a:xfrm>
              <a:off x="2602" y="1137"/>
              <a:ext cx="52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0</a:t>
              </a:r>
              <a:r>
                <a:rPr lang="ru-RU" altLang="en-US" sz="1600">
                  <a:sym typeface="Symbol" panose="05050102010706020507" pitchFamily="18" charset="2"/>
                </a:rPr>
                <a:t></a:t>
              </a:r>
              <a:r>
                <a:rPr lang="ru-RU" altLang="en-US" sz="1600"/>
                <a:t>1</a:t>
              </a:r>
            </a:p>
          </p:txBody>
        </p:sp>
        <p:sp>
          <p:nvSpPr>
            <p:cNvPr id="48206" name="Text Box 84">
              <a:extLst>
                <a:ext uri="{FF2B5EF4-FFF2-40B4-BE49-F238E27FC236}">
                  <a16:creationId xmlns:a16="http://schemas.microsoft.com/office/drawing/2014/main" id="{BE32490D-81B0-AC39-A157-D1BB4E7C2653}"/>
                </a:ext>
              </a:extLst>
            </p:cNvPr>
            <p:cNvSpPr txBox="1">
              <a:spLocks noChangeArrowheads="1"/>
            </p:cNvSpPr>
            <p:nvPr/>
          </p:nvSpPr>
          <p:spPr bwMode="auto">
            <a:xfrm>
              <a:off x="1202" y="1389"/>
              <a:ext cx="49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Delay</a:t>
              </a:r>
              <a:endParaRPr lang="ru-RU" altLang="en-US" sz="1600"/>
            </a:p>
          </p:txBody>
        </p:sp>
        <p:sp>
          <p:nvSpPr>
            <p:cNvPr id="48207" name="Text Box 85">
              <a:extLst>
                <a:ext uri="{FF2B5EF4-FFF2-40B4-BE49-F238E27FC236}">
                  <a16:creationId xmlns:a16="http://schemas.microsoft.com/office/drawing/2014/main" id="{10CB455B-4036-4EDC-30D7-69A4524BC287}"/>
                </a:ext>
              </a:extLst>
            </p:cNvPr>
            <p:cNvSpPr txBox="1">
              <a:spLocks noChangeArrowheads="1"/>
            </p:cNvSpPr>
            <p:nvPr/>
          </p:nvSpPr>
          <p:spPr bwMode="auto">
            <a:xfrm>
              <a:off x="1211" y="3071"/>
              <a:ext cx="49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Delay</a:t>
              </a:r>
              <a:endParaRPr lang="ru-RU" altLang="en-US" sz="1600"/>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E27C796D-37F4-834E-E8B4-9AB4A81A5622}"/>
              </a:ext>
            </a:extLst>
          </p:cNvPr>
          <p:cNvSpPr>
            <a:spLocks noGrp="1" noChangeArrowheads="1"/>
          </p:cNvSpPr>
          <p:nvPr>
            <p:ph type="title"/>
          </p:nvPr>
        </p:nvSpPr>
        <p:spPr/>
        <p:txBody>
          <a:bodyPr/>
          <a:lstStyle/>
          <a:p>
            <a:r>
              <a:rPr lang="en-US" altLang="en-US"/>
              <a:t>Conflict Situations</a:t>
            </a:r>
            <a:r>
              <a:rPr lang="ru-RU" altLang="en-US"/>
              <a:t> </a:t>
            </a:r>
            <a:endParaRPr lang="en-US" altLang="en-US"/>
          </a:p>
        </p:txBody>
      </p:sp>
      <p:sp>
        <p:nvSpPr>
          <p:cNvPr id="49155" name="Content Placeholder 2">
            <a:extLst>
              <a:ext uri="{FF2B5EF4-FFF2-40B4-BE49-F238E27FC236}">
                <a16:creationId xmlns:a16="http://schemas.microsoft.com/office/drawing/2014/main" id="{8766BAD4-63BF-8F28-6D43-3AB874BD3E1C}"/>
              </a:ext>
            </a:extLst>
          </p:cNvPr>
          <p:cNvSpPr>
            <a:spLocks noGrp="1" noChangeArrowheads="1"/>
          </p:cNvSpPr>
          <p:nvPr>
            <p:ph type="body" sz="quarter" idx="10"/>
          </p:nvPr>
        </p:nvSpPr>
        <p:spPr>
          <a:xfrm>
            <a:off x="457200" y="1199606"/>
            <a:ext cx="11277922" cy="5185186"/>
          </a:xfrm>
        </p:spPr>
        <p:txBody>
          <a:bodyPr/>
          <a:lstStyle/>
          <a:p>
            <a:pPr>
              <a:buFont typeface="Wingdings" panose="05000000000000000000" pitchFamily="2" charset="2"/>
              <a:buNone/>
            </a:pPr>
            <a:r>
              <a:rPr lang="en-US" altLang="en-US" sz="2000"/>
              <a:t>Conflicts occur while handling two independent active devices to the same memory location in the following operations:</a:t>
            </a:r>
          </a:p>
          <a:p>
            <a:pPr>
              <a:buFont typeface="Arial" panose="020B0604020202020204" pitchFamily="34" charset="0"/>
              <a:buAutoNum type="arabicPeriod"/>
            </a:pPr>
            <a:r>
              <a:rPr lang="en-US" altLang="en-US" sz="2000"/>
              <a:t>Writing using Port A</a:t>
            </a:r>
            <a:r>
              <a:rPr lang="ru-RU" altLang="en-US" sz="2000"/>
              <a:t> </a:t>
            </a:r>
            <a:r>
              <a:rPr lang="en-US" altLang="en-US" sz="2000"/>
              <a:t>- Writing using Port B</a:t>
            </a:r>
          </a:p>
          <a:p>
            <a:pPr>
              <a:buFont typeface="Arial" panose="020B0604020202020204" pitchFamily="34" charset="0"/>
              <a:buAutoNum type="arabicPeriod"/>
            </a:pPr>
            <a:r>
              <a:rPr lang="en-US" altLang="en-US" sz="2000"/>
              <a:t>Writing using Port B - Reading using the Port A</a:t>
            </a:r>
            <a:r>
              <a:rPr lang="ru-RU" altLang="en-US" sz="2000"/>
              <a:t>  </a:t>
            </a:r>
            <a:endParaRPr lang="en-US" altLang="en-US" sz="2000"/>
          </a:p>
          <a:p>
            <a:pPr>
              <a:buFont typeface="Arial" panose="020B0604020202020204" pitchFamily="34" charset="0"/>
              <a:buAutoNum type="arabicPeriod"/>
            </a:pPr>
            <a:r>
              <a:rPr lang="en-US" altLang="en-US" sz="2000"/>
              <a:t>Writing using Port A - Reading using the Port B</a:t>
            </a:r>
          </a:p>
          <a:p>
            <a:pPr>
              <a:buFont typeface="Wingdings" panose="05000000000000000000" pitchFamily="2" charset="2"/>
              <a:buNone/>
            </a:pPr>
            <a:r>
              <a:rPr lang="en-US" altLang="en-US" sz="2000"/>
              <a:t>These situations are rare and account for about 0.1%. </a:t>
            </a:r>
          </a:p>
          <a:p>
            <a:pPr>
              <a:buFont typeface="Wingdings" panose="05000000000000000000" pitchFamily="2" charset="2"/>
              <a:buNone/>
            </a:pPr>
            <a:r>
              <a:rPr lang="en-US" altLang="en-US" sz="2000"/>
              <a:t>Despite this, there is an asynchronous memory arbitration scheme</a:t>
            </a:r>
            <a:r>
              <a:rPr lang="ru-RU" altLang="en-US" sz="2000"/>
              <a:t> </a:t>
            </a:r>
          </a:p>
          <a:p>
            <a:pPr>
              <a:buFont typeface="Wingdings" panose="05000000000000000000" pitchFamily="2" charset="2"/>
              <a:buNone/>
            </a:pPr>
            <a:r>
              <a:rPr lang="en-US" altLang="en-US" sz="2000"/>
              <a:t>Software arbiters – semaphores.</a:t>
            </a:r>
          </a:p>
          <a:p>
            <a:pPr>
              <a:buFont typeface="Wingdings" panose="05000000000000000000" pitchFamily="2" charset="2"/>
              <a:buNone/>
            </a:pPr>
            <a:r>
              <a:rPr lang="en-US" altLang="en-US" sz="2000"/>
              <a:t>Semaphores regulate the order of handling two or more independent active devices to a shared resource.</a:t>
            </a:r>
          </a:p>
          <a:p>
            <a:pPr>
              <a:buFont typeface="Wingdings" panose="05000000000000000000" pitchFamily="2" charset="2"/>
              <a:buNone/>
            </a:pPr>
            <a:r>
              <a:rPr lang="en-US" altLang="en-US" sz="2000"/>
              <a:t>For synchronous memory  additional logic (arbitration, semaphores or interrupts) for conflict resolution is not required.</a:t>
            </a:r>
            <a:r>
              <a:rPr lang="ru-RU" altLang="en-US" sz="2000"/>
              <a:t>   </a:t>
            </a:r>
          </a:p>
          <a:p>
            <a:endParaRPr lang="en-US" altLang="en-US" sz="20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a:extLst>
              <a:ext uri="{FF2B5EF4-FFF2-40B4-BE49-F238E27FC236}">
                <a16:creationId xmlns:a16="http://schemas.microsoft.com/office/drawing/2014/main" id="{48EA3A48-8EA9-FCFF-9C42-B301D6A19D82}"/>
              </a:ext>
            </a:extLst>
          </p:cNvPr>
          <p:cNvSpPr>
            <a:spLocks noGrp="1" noChangeArrowheads="1"/>
          </p:cNvSpPr>
          <p:nvPr>
            <p:ph type="title"/>
          </p:nvPr>
        </p:nvSpPr>
        <p:spPr/>
        <p:txBody>
          <a:bodyPr/>
          <a:lstStyle/>
          <a:p>
            <a:r>
              <a:rPr lang="en-US" altLang="en-US"/>
              <a:t>Associative Memory </a:t>
            </a:r>
            <a:endParaRPr lang="ru-RU" altLang="en-US"/>
          </a:p>
        </p:txBody>
      </p:sp>
      <p:grpSp>
        <p:nvGrpSpPr>
          <p:cNvPr id="2" name="Group 55">
            <a:extLst>
              <a:ext uri="{FF2B5EF4-FFF2-40B4-BE49-F238E27FC236}">
                <a16:creationId xmlns:a16="http://schemas.microsoft.com/office/drawing/2014/main" id="{45DF4DB5-B108-4B24-87FE-53EBC25D8EE1}"/>
              </a:ext>
            </a:extLst>
          </p:cNvPr>
          <p:cNvGrpSpPr/>
          <p:nvPr/>
        </p:nvGrpSpPr>
        <p:grpSpPr bwMode="auto">
          <a:xfrm>
            <a:off x="2618714" y="1054739"/>
            <a:ext cx="7205024" cy="3875834"/>
            <a:chOff x="971550" y="1484313"/>
            <a:chExt cx="6985000" cy="4392612"/>
          </a:xfrm>
          <a:noFill/>
        </p:grpSpPr>
        <p:sp>
          <p:nvSpPr>
            <p:cNvPr id="180230" name="Rectangle 6">
              <a:extLst>
                <a:ext uri="{FF2B5EF4-FFF2-40B4-BE49-F238E27FC236}">
                  <a16:creationId xmlns:a16="http://schemas.microsoft.com/office/drawing/2014/main" id="{47DADC1A-64B1-4119-9577-B783657BC1EE}"/>
                </a:ext>
              </a:extLst>
            </p:cNvPr>
            <p:cNvSpPr>
              <a:spLocks noChangeArrowheads="1"/>
            </p:cNvSpPr>
            <p:nvPr/>
          </p:nvSpPr>
          <p:spPr bwMode="auto">
            <a:xfrm>
              <a:off x="4770438" y="2787650"/>
              <a:ext cx="3186112" cy="3089275"/>
            </a:xfrm>
            <a:prstGeom prst="rect">
              <a:avLst/>
            </a:prstGeom>
            <a:grpFill/>
            <a:ln w="25400">
              <a:solidFill>
                <a:srgbClr val="000000"/>
              </a:solidFill>
              <a:prstDash val="dash"/>
              <a:miter lim="800000"/>
              <a:headEnd/>
              <a:tailEnd/>
            </a:ln>
          </p:spPr>
          <p:txBody>
            <a:bodyPr/>
            <a:lstStyle/>
            <a:p>
              <a:pPr eaLnBrk="1" hangingPunct="1">
                <a:defRPr/>
              </a:pPr>
              <a:r>
                <a:rPr lang="ru-RU" sz="1600"/>
                <a:t>SRAM</a:t>
              </a:r>
            </a:p>
          </p:txBody>
        </p:sp>
        <p:sp>
          <p:nvSpPr>
            <p:cNvPr id="180231" name="Rectangle 7">
              <a:extLst>
                <a:ext uri="{FF2B5EF4-FFF2-40B4-BE49-F238E27FC236}">
                  <a16:creationId xmlns:a16="http://schemas.microsoft.com/office/drawing/2014/main" id="{057B0160-97E6-4BFD-BCBD-A6B26E536050}"/>
                </a:ext>
              </a:extLst>
            </p:cNvPr>
            <p:cNvSpPr>
              <a:spLocks noChangeArrowheads="1"/>
            </p:cNvSpPr>
            <p:nvPr/>
          </p:nvSpPr>
          <p:spPr bwMode="auto">
            <a:xfrm>
              <a:off x="976313" y="1881187"/>
              <a:ext cx="1670050" cy="614363"/>
            </a:xfrm>
            <a:prstGeom prst="rect">
              <a:avLst/>
            </a:prstGeom>
            <a:grpFill/>
            <a:ln w="25400">
              <a:solidFill>
                <a:srgbClr val="000000"/>
              </a:solidFill>
              <a:miter lim="800000"/>
              <a:headEnd/>
              <a:tailEnd/>
            </a:ln>
          </p:spPr>
          <p:txBody>
            <a:bodyPr/>
            <a:lstStyle/>
            <a:p>
              <a:pPr algn="ctr" eaLnBrk="1" hangingPunct="1">
                <a:defRPr/>
              </a:pPr>
              <a:r>
                <a:rPr lang="en-US" sz="1600" dirty="0"/>
                <a:t>Search argument</a:t>
              </a:r>
              <a:endParaRPr lang="ru-RU" sz="1600" dirty="0"/>
            </a:p>
          </p:txBody>
        </p:sp>
        <p:sp>
          <p:nvSpPr>
            <p:cNvPr id="180232" name="Rectangle 8">
              <a:extLst>
                <a:ext uri="{FF2B5EF4-FFF2-40B4-BE49-F238E27FC236}">
                  <a16:creationId xmlns:a16="http://schemas.microsoft.com/office/drawing/2014/main" id="{8F460665-82FA-483F-8601-810456E6A5DD}"/>
                </a:ext>
              </a:extLst>
            </p:cNvPr>
            <p:cNvSpPr>
              <a:spLocks noChangeArrowheads="1"/>
            </p:cNvSpPr>
            <p:nvPr/>
          </p:nvSpPr>
          <p:spPr bwMode="auto">
            <a:xfrm>
              <a:off x="976313" y="3167063"/>
              <a:ext cx="1670050" cy="2336800"/>
            </a:xfrm>
            <a:prstGeom prst="rect">
              <a:avLst/>
            </a:prstGeom>
            <a:grpFill/>
            <a:ln w="25400">
              <a:solidFill>
                <a:srgbClr val="000000"/>
              </a:solidFill>
              <a:miter lim="800000"/>
              <a:headEnd/>
              <a:tailEnd/>
            </a:ln>
          </p:spPr>
          <p:txBody>
            <a:bodyPr/>
            <a:lstStyle/>
            <a:p>
              <a:pPr eaLnBrk="1" hangingPunct="1">
                <a:defRPr/>
              </a:pPr>
              <a:endParaRPr lang="en-US" sz="1600"/>
            </a:p>
          </p:txBody>
        </p:sp>
        <p:sp>
          <p:nvSpPr>
            <p:cNvPr id="180233" name="Line 9">
              <a:extLst>
                <a:ext uri="{FF2B5EF4-FFF2-40B4-BE49-F238E27FC236}">
                  <a16:creationId xmlns:a16="http://schemas.microsoft.com/office/drawing/2014/main" id="{4820BB47-BE90-408F-A621-8BA8975A395C}"/>
                </a:ext>
              </a:extLst>
            </p:cNvPr>
            <p:cNvSpPr>
              <a:spLocks noChangeShapeType="1"/>
            </p:cNvSpPr>
            <p:nvPr/>
          </p:nvSpPr>
          <p:spPr bwMode="auto">
            <a:xfrm>
              <a:off x="976313" y="3622675"/>
              <a:ext cx="1670050" cy="0"/>
            </a:xfrm>
            <a:prstGeom prst="line">
              <a:avLst/>
            </a:prstGeom>
            <a:grpFill/>
            <a:ln w="25400">
              <a:solidFill>
                <a:srgbClr val="000000"/>
              </a:solidFill>
              <a:round/>
              <a:headEnd/>
              <a:tailEnd/>
            </a:ln>
          </p:spPr>
          <p:txBody>
            <a:bodyPr/>
            <a:lstStyle/>
            <a:p>
              <a:pPr eaLnBrk="1" hangingPunct="1">
                <a:defRPr/>
              </a:pPr>
              <a:endParaRPr lang="en-US" sz="1600"/>
            </a:p>
          </p:txBody>
        </p:sp>
        <p:sp>
          <p:nvSpPr>
            <p:cNvPr id="180234" name="Line 10">
              <a:extLst>
                <a:ext uri="{FF2B5EF4-FFF2-40B4-BE49-F238E27FC236}">
                  <a16:creationId xmlns:a16="http://schemas.microsoft.com/office/drawing/2014/main" id="{2C9BA22E-C416-42C2-9C0C-2AE3FB13BB77}"/>
                </a:ext>
              </a:extLst>
            </p:cNvPr>
            <p:cNvSpPr>
              <a:spLocks noChangeShapeType="1"/>
            </p:cNvSpPr>
            <p:nvPr/>
          </p:nvSpPr>
          <p:spPr bwMode="auto">
            <a:xfrm>
              <a:off x="971550" y="4059238"/>
              <a:ext cx="1668463" cy="0"/>
            </a:xfrm>
            <a:prstGeom prst="line">
              <a:avLst/>
            </a:prstGeom>
            <a:grpFill/>
            <a:ln w="25400">
              <a:solidFill>
                <a:srgbClr val="000000"/>
              </a:solidFill>
              <a:round/>
              <a:headEnd/>
              <a:tailEnd/>
            </a:ln>
          </p:spPr>
          <p:txBody>
            <a:bodyPr/>
            <a:lstStyle/>
            <a:p>
              <a:pPr eaLnBrk="1" hangingPunct="1">
                <a:defRPr/>
              </a:pPr>
              <a:endParaRPr lang="en-US" sz="1600"/>
            </a:p>
          </p:txBody>
        </p:sp>
        <p:sp>
          <p:nvSpPr>
            <p:cNvPr id="180235" name="Line 11">
              <a:extLst>
                <a:ext uri="{FF2B5EF4-FFF2-40B4-BE49-F238E27FC236}">
                  <a16:creationId xmlns:a16="http://schemas.microsoft.com/office/drawing/2014/main" id="{8F7E3C72-4AB2-4E33-9557-DD5C9D9B4FB7}"/>
                </a:ext>
              </a:extLst>
            </p:cNvPr>
            <p:cNvSpPr>
              <a:spLocks noChangeShapeType="1"/>
            </p:cNvSpPr>
            <p:nvPr/>
          </p:nvSpPr>
          <p:spPr bwMode="auto">
            <a:xfrm>
              <a:off x="979488" y="4494213"/>
              <a:ext cx="1668462" cy="0"/>
            </a:xfrm>
            <a:prstGeom prst="line">
              <a:avLst/>
            </a:prstGeom>
            <a:grpFill/>
            <a:ln w="25400">
              <a:solidFill>
                <a:srgbClr val="000000"/>
              </a:solidFill>
              <a:round/>
              <a:headEnd/>
              <a:tailEnd/>
            </a:ln>
          </p:spPr>
          <p:txBody>
            <a:bodyPr/>
            <a:lstStyle/>
            <a:p>
              <a:pPr eaLnBrk="1" hangingPunct="1">
                <a:defRPr/>
              </a:pPr>
              <a:endParaRPr lang="en-US" sz="1600"/>
            </a:p>
          </p:txBody>
        </p:sp>
        <p:sp>
          <p:nvSpPr>
            <p:cNvPr id="180236" name="Line 12">
              <a:extLst>
                <a:ext uri="{FF2B5EF4-FFF2-40B4-BE49-F238E27FC236}">
                  <a16:creationId xmlns:a16="http://schemas.microsoft.com/office/drawing/2014/main" id="{8650F28A-CB0C-4203-8BB9-2D622015E2C8}"/>
                </a:ext>
              </a:extLst>
            </p:cNvPr>
            <p:cNvSpPr>
              <a:spLocks noChangeShapeType="1"/>
            </p:cNvSpPr>
            <p:nvPr/>
          </p:nvSpPr>
          <p:spPr bwMode="auto">
            <a:xfrm>
              <a:off x="981075" y="5010150"/>
              <a:ext cx="1670050" cy="0"/>
            </a:xfrm>
            <a:prstGeom prst="line">
              <a:avLst/>
            </a:prstGeom>
            <a:grpFill/>
            <a:ln w="25400">
              <a:solidFill>
                <a:srgbClr val="000000"/>
              </a:solidFill>
              <a:round/>
              <a:headEnd/>
              <a:tailEnd/>
            </a:ln>
          </p:spPr>
          <p:txBody>
            <a:bodyPr/>
            <a:lstStyle/>
            <a:p>
              <a:pPr eaLnBrk="1" hangingPunct="1">
                <a:defRPr/>
              </a:pPr>
              <a:endParaRPr lang="en-US" sz="1600"/>
            </a:p>
          </p:txBody>
        </p:sp>
        <p:sp>
          <p:nvSpPr>
            <p:cNvPr id="180237" name="Rectangle 13">
              <a:extLst>
                <a:ext uri="{FF2B5EF4-FFF2-40B4-BE49-F238E27FC236}">
                  <a16:creationId xmlns:a16="http://schemas.microsoft.com/office/drawing/2014/main" id="{1F56B592-619F-4189-9698-4D2F61B942B3}"/>
                </a:ext>
              </a:extLst>
            </p:cNvPr>
            <p:cNvSpPr>
              <a:spLocks noChangeArrowheads="1"/>
            </p:cNvSpPr>
            <p:nvPr/>
          </p:nvSpPr>
          <p:spPr bwMode="auto">
            <a:xfrm>
              <a:off x="3338513" y="3187700"/>
              <a:ext cx="496887" cy="2335213"/>
            </a:xfrm>
            <a:prstGeom prst="rect">
              <a:avLst/>
            </a:prstGeom>
            <a:grpFill/>
            <a:ln w="25400">
              <a:solidFill>
                <a:srgbClr val="000000"/>
              </a:solidFill>
              <a:miter lim="800000"/>
              <a:headEnd/>
              <a:tailEnd/>
            </a:ln>
          </p:spPr>
          <p:txBody>
            <a:bodyPr/>
            <a:lstStyle/>
            <a:p>
              <a:pPr eaLnBrk="1" hangingPunct="1">
                <a:defRPr/>
              </a:pPr>
              <a:endParaRPr lang="en-US" sz="1600"/>
            </a:p>
          </p:txBody>
        </p:sp>
        <p:sp>
          <p:nvSpPr>
            <p:cNvPr id="180238" name="Line 14">
              <a:extLst>
                <a:ext uri="{FF2B5EF4-FFF2-40B4-BE49-F238E27FC236}">
                  <a16:creationId xmlns:a16="http://schemas.microsoft.com/office/drawing/2014/main" id="{EEF4CC78-2E94-4E39-9C99-87C6C0C7D16A}"/>
                </a:ext>
              </a:extLst>
            </p:cNvPr>
            <p:cNvSpPr>
              <a:spLocks noChangeShapeType="1"/>
            </p:cNvSpPr>
            <p:nvPr/>
          </p:nvSpPr>
          <p:spPr bwMode="auto">
            <a:xfrm>
              <a:off x="3328988" y="3603625"/>
              <a:ext cx="496887" cy="0"/>
            </a:xfrm>
            <a:prstGeom prst="line">
              <a:avLst/>
            </a:prstGeom>
            <a:grpFill/>
            <a:ln w="25400">
              <a:solidFill>
                <a:srgbClr val="000000"/>
              </a:solidFill>
              <a:round/>
              <a:headEnd/>
              <a:tailEnd/>
            </a:ln>
          </p:spPr>
          <p:txBody>
            <a:bodyPr/>
            <a:lstStyle/>
            <a:p>
              <a:pPr eaLnBrk="1" hangingPunct="1">
                <a:defRPr/>
              </a:pPr>
              <a:endParaRPr lang="en-US" sz="1600"/>
            </a:p>
          </p:txBody>
        </p:sp>
        <p:sp>
          <p:nvSpPr>
            <p:cNvPr id="180239" name="Line 15">
              <a:extLst>
                <a:ext uri="{FF2B5EF4-FFF2-40B4-BE49-F238E27FC236}">
                  <a16:creationId xmlns:a16="http://schemas.microsoft.com/office/drawing/2014/main" id="{60453C6E-10B2-4FAC-96CB-7BD920B4D403}"/>
                </a:ext>
              </a:extLst>
            </p:cNvPr>
            <p:cNvSpPr>
              <a:spLocks noChangeShapeType="1"/>
            </p:cNvSpPr>
            <p:nvPr/>
          </p:nvSpPr>
          <p:spPr bwMode="auto">
            <a:xfrm>
              <a:off x="3324225" y="4019550"/>
              <a:ext cx="496888" cy="0"/>
            </a:xfrm>
            <a:prstGeom prst="line">
              <a:avLst/>
            </a:prstGeom>
            <a:grpFill/>
            <a:ln w="25400">
              <a:solidFill>
                <a:srgbClr val="000000"/>
              </a:solidFill>
              <a:round/>
              <a:headEnd/>
              <a:tailEnd/>
            </a:ln>
          </p:spPr>
          <p:txBody>
            <a:bodyPr/>
            <a:lstStyle/>
            <a:p>
              <a:pPr eaLnBrk="1" hangingPunct="1">
                <a:defRPr/>
              </a:pPr>
              <a:endParaRPr lang="en-US" sz="1600"/>
            </a:p>
          </p:txBody>
        </p:sp>
        <p:sp>
          <p:nvSpPr>
            <p:cNvPr id="180240" name="Line 16">
              <a:extLst>
                <a:ext uri="{FF2B5EF4-FFF2-40B4-BE49-F238E27FC236}">
                  <a16:creationId xmlns:a16="http://schemas.microsoft.com/office/drawing/2014/main" id="{B44BBF48-28E3-41EA-A205-5D5ADB2E1D58}"/>
                </a:ext>
              </a:extLst>
            </p:cNvPr>
            <p:cNvSpPr>
              <a:spLocks noChangeShapeType="1"/>
            </p:cNvSpPr>
            <p:nvPr/>
          </p:nvSpPr>
          <p:spPr bwMode="auto">
            <a:xfrm>
              <a:off x="3343275" y="4454525"/>
              <a:ext cx="498475" cy="0"/>
            </a:xfrm>
            <a:prstGeom prst="line">
              <a:avLst/>
            </a:prstGeom>
            <a:grpFill/>
            <a:ln w="25400">
              <a:solidFill>
                <a:srgbClr val="000000"/>
              </a:solidFill>
              <a:round/>
              <a:headEnd/>
              <a:tailEnd/>
            </a:ln>
          </p:spPr>
          <p:txBody>
            <a:bodyPr/>
            <a:lstStyle/>
            <a:p>
              <a:pPr eaLnBrk="1" hangingPunct="1">
                <a:defRPr/>
              </a:pPr>
              <a:endParaRPr lang="en-US" sz="1600"/>
            </a:p>
          </p:txBody>
        </p:sp>
        <p:sp>
          <p:nvSpPr>
            <p:cNvPr id="180241" name="Line 17">
              <a:extLst>
                <a:ext uri="{FF2B5EF4-FFF2-40B4-BE49-F238E27FC236}">
                  <a16:creationId xmlns:a16="http://schemas.microsoft.com/office/drawing/2014/main" id="{A918AE60-BFAA-4158-AFA8-D5ED118E7DD3}"/>
                </a:ext>
              </a:extLst>
            </p:cNvPr>
            <p:cNvSpPr>
              <a:spLocks noChangeShapeType="1"/>
            </p:cNvSpPr>
            <p:nvPr/>
          </p:nvSpPr>
          <p:spPr bwMode="auto">
            <a:xfrm>
              <a:off x="3341688" y="4930775"/>
              <a:ext cx="496887" cy="0"/>
            </a:xfrm>
            <a:prstGeom prst="line">
              <a:avLst/>
            </a:prstGeom>
            <a:grpFill/>
            <a:ln w="25400">
              <a:solidFill>
                <a:srgbClr val="000000"/>
              </a:solidFill>
              <a:round/>
              <a:headEnd/>
              <a:tailEnd/>
            </a:ln>
          </p:spPr>
          <p:txBody>
            <a:bodyPr/>
            <a:lstStyle/>
            <a:p>
              <a:pPr eaLnBrk="1" hangingPunct="1">
                <a:defRPr/>
              </a:pPr>
              <a:endParaRPr lang="en-US" sz="1600"/>
            </a:p>
          </p:txBody>
        </p:sp>
        <p:sp>
          <p:nvSpPr>
            <p:cNvPr id="180242" name="Text Box 18">
              <a:extLst>
                <a:ext uri="{FF2B5EF4-FFF2-40B4-BE49-F238E27FC236}">
                  <a16:creationId xmlns:a16="http://schemas.microsoft.com/office/drawing/2014/main" id="{C6E1144B-DB88-468F-B6F3-31BB93FD5CE7}"/>
                </a:ext>
              </a:extLst>
            </p:cNvPr>
            <p:cNvSpPr txBox="1">
              <a:spLocks noChangeArrowheads="1"/>
            </p:cNvSpPr>
            <p:nvPr/>
          </p:nvSpPr>
          <p:spPr bwMode="auto">
            <a:xfrm>
              <a:off x="1470025" y="4217988"/>
              <a:ext cx="758825" cy="712787"/>
            </a:xfrm>
            <a:prstGeom prst="rect">
              <a:avLst/>
            </a:prstGeom>
            <a:grpFill/>
            <a:ln w="25400">
              <a:noFill/>
              <a:miter lim="800000"/>
              <a:headEnd/>
              <a:tailEnd/>
            </a:ln>
          </p:spPr>
          <p:txBody>
            <a:bodyPr/>
            <a:lstStyle/>
            <a:p>
              <a:pPr eaLnBrk="1" hangingPunct="1">
                <a:defRPr/>
              </a:pPr>
              <a:r>
                <a:rPr lang="ru-RU" sz="1600"/>
                <a:t>. . .</a:t>
              </a:r>
            </a:p>
          </p:txBody>
        </p:sp>
        <p:sp>
          <p:nvSpPr>
            <p:cNvPr id="180243" name="Text Box 19">
              <a:extLst>
                <a:ext uri="{FF2B5EF4-FFF2-40B4-BE49-F238E27FC236}">
                  <a16:creationId xmlns:a16="http://schemas.microsoft.com/office/drawing/2014/main" id="{296BA2C4-A53B-43B0-8D3D-77586505051E}"/>
                </a:ext>
              </a:extLst>
            </p:cNvPr>
            <p:cNvSpPr txBox="1">
              <a:spLocks noChangeArrowheads="1"/>
            </p:cNvSpPr>
            <p:nvPr/>
          </p:nvSpPr>
          <p:spPr bwMode="auto">
            <a:xfrm>
              <a:off x="3328988" y="3148013"/>
              <a:ext cx="606425" cy="474662"/>
            </a:xfrm>
            <a:prstGeom prst="rect">
              <a:avLst/>
            </a:prstGeom>
            <a:grpFill/>
            <a:ln w="25400">
              <a:noFill/>
              <a:miter lim="800000"/>
              <a:headEnd/>
              <a:tailEnd/>
            </a:ln>
          </p:spPr>
          <p:txBody>
            <a:bodyPr/>
            <a:lstStyle/>
            <a:p>
              <a:pPr eaLnBrk="1" hangingPunct="1">
                <a:defRPr/>
              </a:pPr>
              <a:r>
                <a:rPr lang="ru-RU" sz="1600" dirty="0"/>
                <a:t>= =</a:t>
              </a:r>
            </a:p>
          </p:txBody>
        </p:sp>
        <p:sp>
          <p:nvSpPr>
            <p:cNvPr id="180244" name="Text Box 20">
              <a:extLst>
                <a:ext uri="{FF2B5EF4-FFF2-40B4-BE49-F238E27FC236}">
                  <a16:creationId xmlns:a16="http://schemas.microsoft.com/office/drawing/2014/main" id="{E0B4CAC1-26EC-451A-AC20-7BE1FC32D1A9}"/>
                </a:ext>
              </a:extLst>
            </p:cNvPr>
            <p:cNvSpPr txBox="1">
              <a:spLocks noChangeArrowheads="1"/>
            </p:cNvSpPr>
            <p:nvPr/>
          </p:nvSpPr>
          <p:spPr bwMode="auto">
            <a:xfrm>
              <a:off x="3324225" y="3563938"/>
              <a:ext cx="606425" cy="474662"/>
            </a:xfrm>
            <a:prstGeom prst="rect">
              <a:avLst/>
            </a:prstGeom>
            <a:grpFill/>
            <a:ln w="25400">
              <a:noFill/>
              <a:miter lim="800000"/>
              <a:headEnd/>
              <a:tailEnd/>
            </a:ln>
          </p:spPr>
          <p:txBody>
            <a:bodyPr/>
            <a:lstStyle/>
            <a:p>
              <a:pPr eaLnBrk="1" hangingPunct="1">
                <a:defRPr/>
              </a:pPr>
              <a:r>
                <a:rPr lang="ru-RU" sz="1600"/>
                <a:t>= =</a:t>
              </a:r>
            </a:p>
          </p:txBody>
        </p:sp>
        <p:sp>
          <p:nvSpPr>
            <p:cNvPr id="180245" name="Text Box 21">
              <a:extLst>
                <a:ext uri="{FF2B5EF4-FFF2-40B4-BE49-F238E27FC236}">
                  <a16:creationId xmlns:a16="http://schemas.microsoft.com/office/drawing/2014/main" id="{E115FA8C-1B04-4B07-B314-536AFD090DC0}"/>
                </a:ext>
              </a:extLst>
            </p:cNvPr>
            <p:cNvSpPr txBox="1">
              <a:spLocks noChangeArrowheads="1"/>
            </p:cNvSpPr>
            <p:nvPr/>
          </p:nvSpPr>
          <p:spPr bwMode="auto">
            <a:xfrm>
              <a:off x="3343275" y="3979863"/>
              <a:ext cx="608013" cy="474662"/>
            </a:xfrm>
            <a:prstGeom prst="rect">
              <a:avLst/>
            </a:prstGeom>
            <a:grpFill/>
            <a:ln w="25400">
              <a:noFill/>
              <a:miter lim="800000"/>
              <a:headEnd/>
              <a:tailEnd/>
            </a:ln>
          </p:spPr>
          <p:txBody>
            <a:bodyPr/>
            <a:lstStyle/>
            <a:p>
              <a:pPr eaLnBrk="1" hangingPunct="1">
                <a:defRPr/>
              </a:pPr>
              <a:r>
                <a:rPr lang="ru-RU" sz="1600" dirty="0"/>
                <a:t>= =</a:t>
              </a:r>
            </a:p>
          </p:txBody>
        </p:sp>
        <p:sp>
          <p:nvSpPr>
            <p:cNvPr id="180246" name="Text Box 22">
              <a:extLst>
                <a:ext uri="{FF2B5EF4-FFF2-40B4-BE49-F238E27FC236}">
                  <a16:creationId xmlns:a16="http://schemas.microsoft.com/office/drawing/2014/main" id="{81C36EE2-2E69-4692-B3C3-234F6BFA3D45}"/>
                </a:ext>
              </a:extLst>
            </p:cNvPr>
            <p:cNvSpPr txBox="1">
              <a:spLocks noChangeArrowheads="1"/>
            </p:cNvSpPr>
            <p:nvPr/>
          </p:nvSpPr>
          <p:spPr bwMode="auto">
            <a:xfrm>
              <a:off x="3290888" y="4910138"/>
              <a:ext cx="606425" cy="476250"/>
            </a:xfrm>
            <a:prstGeom prst="rect">
              <a:avLst/>
            </a:prstGeom>
            <a:grpFill/>
            <a:ln w="25400">
              <a:noFill/>
              <a:miter lim="800000"/>
              <a:headEnd/>
              <a:tailEnd/>
            </a:ln>
          </p:spPr>
          <p:txBody>
            <a:bodyPr/>
            <a:lstStyle/>
            <a:p>
              <a:pPr eaLnBrk="1" hangingPunct="1">
                <a:defRPr/>
              </a:pPr>
              <a:r>
                <a:rPr lang="ru-RU" sz="1600"/>
                <a:t>= =</a:t>
              </a:r>
            </a:p>
          </p:txBody>
        </p:sp>
        <p:sp>
          <p:nvSpPr>
            <p:cNvPr id="180247" name="Line 23">
              <a:extLst>
                <a:ext uri="{FF2B5EF4-FFF2-40B4-BE49-F238E27FC236}">
                  <a16:creationId xmlns:a16="http://schemas.microsoft.com/office/drawing/2014/main" id="{55D44690-64AF-43A8-9A7C-457583FDE3CD}"/>
                </a:ext>
              </a:extLst>
            </p:cNvPr>
            <p:cNvSpPr>
              <a:spLocks noChangeShapeType="1"/>
            </p:cNvSpPr>
            <p:nvPr/>
          </p:nvSpPr>
          <p:spPr bwMode="auto">
            <a:xfrm>
              <a:off x="1862138" y="2454275"/>
              <a:ext cx="0" cy="404813"/>
            </a:xfrm>
            <a:prstGeom prst="line">
              <a:avLst/>
            </a:prstGeom>
            <a:grpFill/>
            <a:ln w="25400">
              <a:solidFill>
                <a:srgbClr val="000000"/>
              </a:solidFill>
              <a:round/>
              <a:headEnd/>
              <a:tailEnd/>
            </a:ln>
          </p:spPr>
          <p:txBody>
            <a:bodyPr/>
            <a:lstStyle/>
            <a:p>
              <a:pPr eaLnBrk="1" hangingPunct="1">
                <a:defRPr/>
              </a:pPr>
              <a:endParaRPr lang="en-US" sz="1600"/>
            </a:p>
          </p:txBody>
        </p:sp>
        <p:sp>
          <p:nvSpPr>
            <p:cNvPr id="180248" name="Line 24">
              <a:extLst>
                <a:ext uri="{FF2B5EF4-FFF2-40B4-BE49-F238E27FC236}">
                  <a16:creationId xmlns:a16="http://schemas.microsoft.com/office/drawing/2014/main" id="{5B64FF39-F5BC-4C52-ABF6-D1B20F0A749D}"/>
                </a:ext>
              </a:extLst>
            </p:cNvPr>
            <p:cNvSpPr>
              <a:spLocks noChangeShapeType="1"/>
            </p:cNvSpPr>
            <p:nvPr/>
          </p:nvSpPr>
          <p:spPr bwMode="auto">
            <a:xfrm>
              <a:off x="1862138" y="2851150"/>
              <a:ext cx="1155700" cy="0"/>
            </a:xfrm>
            <a:prstGeom prst="line">
              <a:avLst/>
            </a:prstGeom>
            <a:grpFill/>
            <a:ln w="25400">
              <a:solidFill>
                <a:srgbClr val="000000"/>
              </a:solidFill>
              <a:round/>
              <a:headEnd/>
              <a:tailEnd/>
            </a:ln>
          </p:spPr>
          <p:txBody>
            <a:bodyPr/>
            <a:lstStyle/>
            <a:p>
              <a:pPr eaLnBrk="1" hangingPunct="1">
                <a:defRPr/>
              </a:pPr>
              <a:endParaRPr lang="en-US" sz="1600"/>
            </a:p>
          </p:txBody>
        </p:sp>
        <p:sp>
          <p:nvSpPr>
            <p:cNvPr id="180249" name="Line 25">
              <a:extLst>
                <a:ext uri="{FF2B5EF4-FFF2-40B4-BE49-F238E27FC236}">
                  <a16:creationId xmlns:a16="http://schemas.microsoft.com/office/drawing/2014/main" id="{0CEF47D0-4A45-4B30-A141-B52FF84B7A49}"/>
                </a:ext>
              </a:extLst>
            </p:cNvPr>
            <p:cNvSpPr>
              <a:spLocks noChangeShapeType="1"/>
            </p:cNvSpPr>
            <p:nvPr/>
          </p:nvSpPr>
          <p:spPr bwMode="auto">
            <a:xfrm>
              <a:off x="3025775" y="2851150"/>
              <a:ext cx="0" cy="2282825"/>
            </a:xfrm>
            <a:prstGeom prst="line">
              <a:avLst/>
            </a:prstGeom>
            <a:grpFill/>
            <a:ln w="25400">
              <a:solidFill>
                <a:srgbClr val="000000"/>
              </a:solidFill>
              <a:round/>
              <a:headEnd/>
              <a:tailEnd/>
            </a:ln>
          </p:spPr>
          <p:txBody>
            <a:bodyPr/>
            <a:lstStyle/>
            <a:p>
              <a:pPr eaLnBrk="1" hangingPunct="1">
                <a:defRPr/>
              </a:pPr>
              <a:endParaRPr lang="en-US" sz="1600"/>
            </a:p>
          </p:txBody>
        </p:sp>
        <p:sp>
          <p:nvSpPr>
            <p:cNvPr id="180250" name="Line 26">
              <a:extLst>
                <a:ext uri="{FF2B5EF4-FFF2-40B4-BE49-F238E27FC236}">
                  <a16:creationId xmlns:a16="http://schemas.microsoft.com/office/drawing/2014/main" id="{95861414-AE7B-4940-BAF3-68A40D936926}"/>
                </a:ext>
              </a:extLst>
            </p:cNvPr>
            <p:cNvSpPr>
              <a:spLocks noChangeShapeType="1"/>
            </p:cNvSpPr>
            <p:nvPr/>
          </p:nvSpPr>
          <p:spPr bwMode="auto">
            <a:xfrm>
              <a:off x="3022600" y="3290888"/>
              <a:ext cx="306388" cy="0"/>
            </a:xfrm>
            <a:prstGeom prst="line">
              <a:avLst/>
            </a:prstGeom>
            <a:grpFill/>
            <a:ln w="25400">
              <a:solidFill>
                <a:srgbClr val="000000"/>
              </a:solidFill>
              <a:round/>
              <a:headEnd type="oval" w="sm" len="sm"/>
              <a:tailEnd type="triangle" w="med" len="med"/>
            </a:ln>
          </p:spPr>
          <p:txBody>
            <a:bodyPr/>
            <a:lstStyle/>
            <a:p>
              <a:pPr eaLnBrk="1" hangingPunct="1">
                <a:defRPr/>
              </a:pPr>
              <a:endParaRPr lang="en-US" sz="1600"/>
            </a:p>
          </p:txBody>
        </p:sp>
        <p:sp>
          <p:nvSpPr>
            <p:cNvPr id="180251" name="Line 27">
              <a:extLst>
                <a:ext uri="{FF2B5EF4-FFF2-40B4-BE49-F238E27FC236}">
                  <a16:creationId xmlns:a16="http://schemas.microsoft.com/office/drawing/2014/main" id="{9C6CB791-A01B-4A77-B0D7-823A8C8CCF70}"/>
                </a:ext>
              </a:extLst>
            </p:cNvPr>
            <p:cNvSpPr>
              <a:spLocks noChangeShapeType="1"/>
            </p:cNvSpPr>
            <p:nvPr/>
          </p:nvSpPr>
          <p:spPr bwMode="auto">
            <a:xfrm>
              <a:off x="3030538" y="3725863"/>
              <a:ext cx="306387" cy="0"/>
            </a:xfrm>
            <a:prstGeom prst="line">
              <a:avLst/>
            </a:prstGeom>
            <a:grpFill/>
            <a:ln w="25400">
              <a:solidFill>
                <a:srgbClr val="000000"/>
              </a:solidFill>
              <a:round/>
              <a:headEnd type="oval" w="sm" len="sm"/>
              <a:tailEnd type="triangle" w="med" len="med"/>
            </a:ln>
          </p:spPr>
          <p:txBody>
            <a:bodyPr/>
            <a:lstStyle/>
            <a:p>
              <a:pPr eaLnBrk="1" hangingPunct="1">
                <a:defRPr/>
              </a:pPr>
              <a:endParaRPr lang="en-US" sz="1600"/>
            </a:p>
          </p:txBody>
        </p:sp>
        <p:sp>
          <p:nvSpPr>
            <p:cNvPr id="180252" name="Line 28">
              <a:extLst>
                <a:ext uri="{FF2B5EF4-FFF2-40B4-BE49-F238E27FC236}">
                  <a16:creationId xmlns:a16="http://schemas.microsoft.com/office/drawing/2014/main" id="{B4203956-6EAB-4A74-A0A9-2721929D7C80}"/>
                </a:ext>
              </a:extLst>
            </p:cNvPr>
            <p:cNvSpPr>
              <a:spLocks noChangeShapeType="1"/>
            </p:cNvSpPr>
            <p:nvPr/>
          </p:nvSpPr>
          <p:spPr bwMode="auto">
            <a:xfrm>
              <a:off x="3025775" y="4162425"/>
              <a:ext cx="304800" cy="0"/>
            </a:xfrm>
            <a:prstGeom prst="line">
              <a:avLst/>
            </a:prstGeom>
            <a:grpFill/>
            <a:ln w="25400">
              <a:solidFill>
                <a:srgbClr val="000000"/>
              </a:solidFill>
              <a:round/>
              <a:headEnd type="oval" w="sm" len="sm"/>
              <a:tailEnd type="triangle" w="med" len="med"/>
            </a:ln>
          </p:spPr>
          <p:txBody>
            <a:bodyPr/>
            <a:lstStyle/>
            <a:p>
              <a:pPr eaLnBrk="1" hangingPunct="1">
                <a:defRPr/>
              </a:pPr>
              <a:endParaRPr lang="en-US" sz="1600"/>
            </a:p>
          </p:txBody>
        </p:sp>
        <p:sp>
          <p:nvSpPr>
            <p:cNvPr id="180253" name="Line 29">
              <a:extLst>
                <a:ext uri="{FF2B5EF4-FFF2-40B4-BE49-F238E27FC236}">
                  <a16:creationId xmlns:a16="http://schemas.microsoft.com/office/drawing/2014/main" id="{5A4D2B95-4CEF-4907-8979-5AEB2A216DB5}"/>
                </a:ext>
              </a:extLst>
            </p:cNvPr>
            <p:cNvSpPr>
              <a:spLocks noChangeShapeType="1"/>
            </p:cNvSpPr>
            <p:nvPr/>
          </p:nvSpPr>
          <p:spPr bwMode="auto">
            <a:xfrm>
              <a:off x="3025775" y="5108575"/>
              <a:ext cx="304800" cy="0"/>
            </a:xfrm>
            <a:prstGeom prst="line">
              <a:avLst/>
            </a:prstGeom>
            <a:grpFill/>
            <a:ln w="25400">
              <a:solidFill>
                <a:srgbClr val="000000"/>
              </a:solidFill>
              <a:round/>
              <a:headEnd type="none" w="sm" len="sm"/>
              <a:tailEnd type="triangle" w="med" len="med"/>
            </a:ln>
          </p:spPr>
          <p:txBody>
            <a:bodyPr/>
            <a:lstStyle/>
            <a:p>
              <a:pPr eaLnBrk="1" hangingPunct="1">
                <a:defRPr/>
              </a:pPr>
              <a:endParaRPr lang="en-US" sz="1600"/>
            </a:p>
          </p:txBody>
        </p:sp>
        <p:sp>
          <p:nvSpPr>
            <p:cNvPr id="180254" name="Line 30">
              <a:extLst>
                <a:ext uri="{FF2B5EF4-FFF2-40B4-BE49-F238E27FC236}">
                  <a16:creationId xmlns:a16="http://schemas.microsoft.com/office/drawing/2014/main" id="{ADB7E79F-62B1-4C7E-B8FE-1D805494937D}"/>
                </a:ext>
              </a:extLst>
            </p:cNvPr>
            <p:cNvSpPr>
              <a:spLocks noChangeShapeType="1"/>
            </p:cNvSpPr>
            <p:nvPr/>
          </p:nvSpPr>
          <p:spPr bwMode="auto">
            <a:xfrm>
              <a:off x="1849438" y="3484563"/>
              <a:ext cx="1471612"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0255" name="Line 31">
              <a:extLst>
                <a:ext uri="{FF2B5EF4-FFF2-40B4-BE49-F238E27FC236}">
                  <a16:creationId xmlns:a16="http://schemas.microsoft.com/office/drawing/2014/main" id="{C290F8AB-A6C6-4B6C-9BAD-80A400F3E910}"/>
                </a:ext>
              </a:extLst>
            </p:cNvPr>
            <p:cNvSpPr>
              <a:spLocks noChangeShapeType="1"/>
            </p:cNvSpPr>
            <p:nvPr/>
          </p:nvSpPr>
          <p:spPr bwMode="auto">
            <a:xfrm>
              <a:off x="1857375" y="3940175"/>
              <a:ext cx="1471613"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0256" name="Line 32">
              <a:extLst>
                <a:ext uri="{FF2B5EF4-FFF2-40B4-BE49-F238E27FC236}">
                  <a16:creationId xmlns:a16="http://schemas.microsoft.com/office/drawing/2014/main" id="{44F25BB4-95FF-43F7-9011-F0541597D216}"/>
                </a:ext>
              </a:extLst>
            </p:cNvPr>
            <p:cNvSpPr>
              <a:spLocks noChangeShapeType="1"/>
            </p:cNvSpPr>
            <p:nvPr/>
          </p:nvSpPr>
          <p:spPr bwMode="auto">
            <a:xfrm>
              <a:off x="1851025" y="4356100"/>
              <a:ext cx="1473200"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0257" name="Line 33">
              <a:extLst>
                <a:ext uri="{FF2B5EF4-FFF2-40B4-BE49-F238E27FC236}">
                  <a16:creationId xmlns:a16="http://schemas.microsoft.com/office/drawing/2014/main" id="{334C054F-7C5F-4209-B948-45743388301F}"/>
                </a:ext>
              </a:extLst>
            </p:cNvPr>
            <p:cNvSpPr>
              <a:spLocks noChangeShapeType="1"/>
            </p:cNvSpPr>
            <p:nvPr/>
          </p:nvSpPr>
          <p:spPr bwMode="auto">
            <a:xfrm>
              <a:off x="1887538" y="5307013"/>
              <a:ext cx="1471612"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0258" name="Rectangle 34">
              <a:extLst>
                <a:ext uri="{FF2B5EF4-FFF2-40B4-BE49-F238E27FC236}">
                  <a16:creationId xmlns:a16="http://schemas.microsoft.com/office/drawing/2014/main" id="{FB777AA8-A2FF-4873-B223-1615E9D8D2A9}"/>
                </a:ext>
              </a:extLst>
            </p:cNvPr>
            <p:cNvSpPr>
              <a:spLocks noChangeArrowheads="1"/>
            </p:cNvSpPr>
            <p:nvPr/>
          </p:nvSpPr>
          <p:spPr bwMode="auto">
            <a:xfrm>
              <a:off x="5741988" y="3267075"/>
              <a:ext cx="1806575" cy="2335213"/>
            </a:xfrm>
            <a:prstGeom prst="rect">
              <a:avLst/>
            </a:prstGeom>
            <a:grpFill/>
            <a:ln w="25400">
              <a:solidFill>
                <a:srgbClr val="000000"/>
              </a:solidFill>
              <a:miter lim="800000"/>
              <a:headEnd/>
              <a:tailEnd/>
            </a:ln>
          </p:spPr>
          <p:txBody>
            <a:bodyPr/>
            <a:lstStyle/>
            <a:p>
              <a:pPr eaLnBrk="1" hangingPunct="1">
                <a:defRPr/>
              </a:pPr>
              <a:endParaRPr lang="en-US" sz="1600"/>
            </a:p>
          </p:txBody>
        </p:sp>
        <p:sp>
          <p:nvSpPr>
            <p:cNvPr id="180259" name="Line 35">
              <a:extLst>
                <a:ext uri="{FF2B5EF4-FFF2-40B4-BE49-F238E27FC236}">
                  <a16:creationId xmlns:a16="http://schemas.microsoft.com/office/drawing/2014/main" id="{91CE336C-DA37-4EBF-805F-7B8A76158B58}"/>
                </a:ext>
              </a:extLst>
            </p:cNvPr>
            <p:cNvSpPr>
              <a:spLocks noChangeShapeType="1"/>
            </p:cNvSpPr>
            <p:nvPr/>
          </p:nvSpPr>
          <p:spPr bwMode="auto">
            <a:xfrm>
              <a:off x="5741988" y="3722688"/>
              <a:ext cx="1806575" cy="0"/>
            </a:xfrm>
            <a:prstGeom prst="line">
              <a:avLst/>
            </a:prstGeom>
            <a:grpFill/>
            <a:ln w="25400">
              <a:solidFill>
                <a:srgbClr val="000000"/>
              </a:solidFill>
              <a:round/>
              <a:headEnd/>
              <a:tailEnd/>
            </a:ln>
          </p:spPr>
          <p:txBody>
            <a:bodyPr/>
            <a:lstStyle/>
            <a:p>
              <a:pPr eaLnBrk="1" hangingPunct="1">
                <a:defRPr/>
              </a:pPr>
              <a:endParaRPr lang="en-US" sz="1600"/>
            </a:p>
          </p:txBody>
        </p:sp>
        <p:sp>
          <p:nvSpPr>
            <p:cNvPr id="180260" name="Line 36">
              <a:extLst>
                <a:ext uri="{FF2B5EF4-FFF2-40B4-BE49-F238E27FC236}">
                  <a16:creationId xmlns:a16="http://schemas.microsoft.com/office/drawing/2014/main" id="{3BB2E367-58DB-4FEE-8980-E113BD4F140D}"/>
                </a:ext>
              </a:extLst>
            </p:cNvPr>
            <p:cNvSpPr>
              <a:spLocks noChangeShapeType="1"/>
            </p:cNvSpPr>
            <p:nvPr/>
          </p:nvSpPr>
          <p:spPr bwMode="auto">
            <a:xfrm>
              <a:off x="5748338" y="4157663"/>
              <a:ext cx="1806575" cy="0"/>
            </a:xfrm>
            <a:prstGeom prst="line">
              <a:avLst/>
            </a:prstGeom>
            <a:grpFill/>
            <a:ln w="25400">
              <a:solidFill>
                <a:srgbClr val="000000"/>
              </a:solidFill>
              <a:round/>
              <a:headEnd/>
              <a:tailEnd/>
            </a:ln>
          </p:spPr>
          <p:txBody>
            <a:bodyPr/>
            <a:lstStyle/>
            <a:p>
              <a:pPr eaLnBrk="1" hangingPunct="1">
                <a:defRPr/>
              </a:pPr>
              <a:endParaRPr lang="en-US" sz="1600"/>
            </a:p>
          </p:txBody>
        </p:sp>
        <p:sp>
          <p:nvSpPr>
            <p:cNvPr id="180261" name="Line 37">
              <a:extLst>
                <a:ext uri="{FF2B5EF4-FFF2-40B4-BE49-F238E27FC236}">
                  <a16:creationId xmlns:a16="http://schemas.microsoft.com/office/drawing/2014/main" id="{D3A457C2-7249-4F02-BE44-3149523B9DAE}"/>
                </a:ext>
              </a:extLst>
            </p:cNvPr>
            <p:cNvSpPr>
              <a:spLocks noChangeShapeType="1"/>
            </p:cNvSpPr>
            <p:nvPr/>
          </p:nvSpPr>
          <p:spPr bwMode="auto">
            <a:xfrm>
              <a:off x="5745163" y="4594225"/>
              <a:ext cx="1806575" cy="0"/>
            </a:xfrm>
            <a:prstGeom prst="line">
              <a:avLst/>
            </a:prstGeom>
            <a:grpFill/>
            <a:ln w="25400">
              <a:solidFill>
                <a:srgbClr val="000000"/>
              </a:solidFill>
              <a:round/>
              <a:headEnd/>
              <a:tailEnd/>
            </a:ln>
          </p:spPr>
          <p:txBody>
            <a:bodyPr/>
            <a:lstStyle/>
            <a:p>
              <a:pPr eaLnBrk="1" hangingPunct="1">
                <a:defRPr/>
              </a:pPr>
              <a:endParaRPr lang="en-US" sz="1600"/>
            </a:p>
          </p:txBody>
        </p:sp>
        <p:sp>
          <p:nvSpPr>
            <p:cNvPr id="180262" name="Line 38">
              <a:extLst>
                <a:ext uri="{FF2B5EF4-FFF2-40B4-BE49-F238E27FC236}">
                  <a16:creationId xmlns:a16="http://schemas.microsoft.com/office/drawing/2014/main" id="{E050FC34-7C38-4532-90BF-81DDABF71869}"/>
                </a:ext>
              </a:extLst>
            </p:cNvPr>
            <p:cNvSpPr>
              <a:spLocks noChangeShapeType="1"/>
            </p:cNvSpPr>
            <p:nvPr/>
          </p:nvSpPr>
          <p:spPr bwMode="auto">
            <a:xfrm>
              <a:off x="5743575" y="5127625"/>
              <a:ext cx="1806575" cy="0"/>
            </a:xfrm>
            <a:prstGeom prst="line">
              <a:avLst/>
            </a:prstGeom>
            <a:grpFill/>
            <a:ln w="25400">
              <a:solidFill>
                <a:srgbClr val="000000"/>
              </a:solidFill>
              <a:round/>
              <a:headEnd/>
              <a:tailEnd/>
            </a:ln>
          </p:spPr>
          <p:txBody>
            <a:bodyPr/>
            <a:lstStyle/>
            <a:p>
              <a:pPr eaLnBrk="1" hangingPunct="1">
                <a:defRPr/>
              </a:pPr>
              <a:endParaRPr lang="en-US" sz="1600"/>
            </a:p>
          </p:txBody>
        </p:sp>
        <p:sp>
          <p:nvSpPr>
            <p:cNvPr id="180263" name="Text Box 39">
              <a:extLst>
                <a:ext uri="{FF2B5EF4-FFF2-40B4-BE49-F238E27FC236}">
                  <a16:creationId xmlns:a16="http://schemas.microsoft.com/office/drawing/2014/main" id="{63CE94A7-4FB8-4A16-89D1-5BDDCCC5B2C9}"/>
                </a:ext>
              </a:extLst>
            </p:cNvPr>
            <p:cNvSpPr txBox="1">
              <a:spLocks noChangeArrowheads="1"/>
            </p:cNvSpPr>
            <p:nvPr/>
          </p:nvSpPr>
          <p:spPr bwMode="auto">
            <a:xfrm>
              <a:off x="6264275" y="4356100"/>
              <a:ext cx="930275" cy="712788"/>
            </a:xfrm>
            <a:prstGeom prst="rect">
              <a:avLst/>
            </a:prstGeom>
            <a:grpFill/>
            <a:ln w="25400">
              <a:noFill/>
              <a:miter lim="800000"/>
              <a:headEnd/>
              <a:tailEnd/>
            </a:ln>
          </p:spPr>
          <p:txBody>
            <a:bodyPr/>
            <a:lstStyle/>
            <a:p>
              <a:pPr eaLnBrk="1" hangingPunct="1">
                <a:defRPr/>
              </a:pPr>
              <a:r>
                <a:rPr lang="ru-RU" sz="1600"/>
                <a:t>. . .</a:t>
              </a:r>
            </a:p>
          </p:txBody>
        </p:sp>
        <p:sp>
          <p:nvSpPr>
            <p:cNvPr id="180264" name="Text Box 40">
              <a:extLst>
                <a:ext uri="{FF2B5EF4-FFF2-40B4-BE49-F238E27FC236}">
                  <a16:creationId xmlns:a16="http://schemas.microsoft.com/office/drawing/2014/main" id="{9790BD47-4DD4-454C-B072-28BFEA236142}"/>
                </a:ext>
              </a:extLst>
            </p:cNvPr>
            <p:cNvSpPr txBox="1">
              <a:spLocks noChangeArrowheads="1"/>
            </p:cNvSpPr>
            <p:nvPr/>
          </p:nvSpPr>
          <p:spPr bwMode="auto">
            <a:xfrm>
              <a:off x="1254125" y="3167063"/>
              <a:ext cx="911225" cy="712787"/>
            </a:xfrm>
            <a:prstGeom prst="rect">
              <a:avLst/>
            </a:prstGeom>
            <a:grpFill/>
            <a:ln w="25400">
              <a:noFill/>
              <a:miter lim="800000"/>
              <a:headEnd/>
              <a:tailEnd/>
            </a:ln>
          </p:spPr>
          <p:txBody>
            <a:bodyPr/>
            <a:lstStyle/>
            <a:p>
              <a:pPr eaLnBrk="1" hangingPunct="1">
                <a:defRPr/>
              </a:pPr>
              <a:r>
                <a:rPr lang="ru-RU" sz="1600"/>
                <a:t>Tag 1</a:t>
              </a:r>
            </a:p>
          </p:txBody>
        </p:sp>
        <p:sp>
          <p:nvSpPr>
            <p:cNvPr id="180265" name="Text Box 41">
              <a:extLst>
                <a:ext uri="{FF2B5EF4-FFF2-40B4-BE49-F238E27FC236}">
                  <a16:creationId xmlns:a16="http://schemas.microsoft.com/office/drawing/2014/main" id="{50841A06-386F-40D2-8A60-D4C383D5E4FA}"/>
                </a:ext>
              </a:extLst>
            </p:cNvPr>
            <p:cNvSpPr txBox="1">
              <a:spLocks noChangeArrowheads="1"/>
            </p:cNvSpPr>
            <p:nvPr/>
          </p:nvSpPr>
          <p:spPr bwMode="auto">
            <a:xfrm>
              <a:off x="1262063" y="3582988"/>
              <a:ext cx="911225" cy="712787"/>
            </a:xfrm>
            <a:prstGeom prst="rect">
              <a:avLst/>
            </a:prstGeom>
            <a:grpFill/>
            <a:ln w="25400">
              <a:noFill/>
              <a:miter lim="800000"/>
              <a:headEnd/>
              <a:tailEnd/>
            </a:ln>
          </p:spPr>
          <p:txBody>
            <a:bodyPr/>
            <a:lstStyle/>
            <a:p>
              <a:pPr eaLnBrk="1" hangingPunct="1">
                <a:defRPr/>
              </a:pPr>
              <a:r>
                <a:rPr lang="ru-RU" sz="1600"/>
                <a:t>Tag 2</a:t>
              </a:r>
            </a:p>
          </p:txBody>
        </p:sp>
        <p:sp>
          <p:nvSpPr>
            <p:cNvPr id="180266" name="Text Box 42">
              <a:extLst>
                <a:ext uri="{FF2B5EF4-FFF2-40B4-BE49-F238E27FC236}">
                  <a16:creationId xmlns:a16="http://schemas.microsoft.com/office/drawing/2014/main" id="{A1E031C0-15E4-4C8E-85B4-4E7A45534FC6}"/>
                </a:ext>
              </a:extLst>
            </p:cNvPr>
            <p:cNvSpPr txBox="1">
              <a:spLocks noChangeArrowheads="1"/>
            </p:cNvSpPr>
            <p:nvPr/>
          </p:nvSpPr>
          <p:spPr bwMode="auto">
            <a:xfrm>
              <a:off x="1270000" y="4038600"/>
              <a:ext cx="909638" cy="712788"/>
            </a:xfrm>
            <a:prstGeom prst="rect">
              <a:avLst/>
            </a:prstGeom>
            <a:grpFill/>
            <a:ln w="25400">
              <a:noFill/>
              <a:miter lim="800000"/>
              <a:headEnd/>
              <a:tailEnd/>
            </a:ln>
          </p:spPr>
          <p:txBody>
            <a:bodyPr/>
            <a:lstStyle/>
            <a:p>
              <a:pPr eaLnBrk="1" hangingPunct="1">
                <a:defRPr/>
              </a:pPr>
              <a:r>
                <a:rPr lang="ru-RU" sz="1600"/>
                <a:t>Tag 3</a:t>
              </a:r>
            </a:p>
          </p:txBody>
        </p:sp>
        <p:sp>
          <p:nvSpPr>
            <p:cNvPr id="180267" name="Text Box 43">
              <a:extLst>
                <a:ext uri="{FF2B5EF4-FFF2-40B4-BE49-F238E27FC236}">
                  <a16:creationId xmlns:a16="http://schemas.microsoft.com/office/drawing/2014/main" id="{F5C6443E-A585-4E7F-BE93-AC9D5172869B}"/>
                </a:ext>
              </a:extLst>
            </p:cNvPr>
            <p:cNvSpPr txBox="1">
              <a:spLocks noChangeArrowheads="1"/>
            </p:cNvSpPr>
            <p:nvPr/>
          </p:nvSpPr>
          <p:spPr bwMode="auto">
            <a:xfrm>
              <a:off x="1279525" y="4930775"/>
              <a:ext cx="911225" cy="712788"/>
            </a:xfrm>
            <a:prstGeom prst="rect">
              <a:avLst/>
            </a:prstGeom>
            <a:grpFill/>
            <a:ln w="25400">
              <a:noFill/>
              <a:miter lim="800000"/>
              <a:headEnd/>
              <a:tailEnd/>
            </a:ln>
          </p:spPr>
          <p:txBody>
            <a:bodyPr/>
            <a:lstStyle/>
            <a:p>
              <a:pPr eaLnBrk="1" hangingPunct="1">
                <a:defRPr/>
              </a:pPr>
              <a:r>
                <a:rPr lang="ru-RU" sz="1600"/>
                <a:t>Tag i</a:t>
              </a:r>
            </a:p>
          </p:txBody>
        </p:sp>
        <p:sp>
          <p:nvSpPr>
            <p:cNvPr id="180268" name="Text Box 44">
              <a:extLst>
                <a:ext uri="{FF2B5EF4-FFF2-40B4-BE49-F238E27FC236}">
                  <a16:creationId xmlns:a16="http://schemas.microsoft.com/office/drawing/2014/main" id="{293C37A5-2481-4A8D-8161-5C480503E2AD}"/>
                </a:ext>
              </a:extLst>
            </p:cNvPr>
            <p:cNvSpPr txBox="1">
              <a:spLocks noChangeArrowheads="1"/>
            </p:cNvSpPr>
            <p:nvPr/>
          </p:nvSpPr>
          <p:spPr bwMode="auto">
            <a:xfrm>
              <a:off x="6191250" y="3267075"/>
              <a:ext cx="911225" cy="712788"/>
            </a:xfrm>
            <a:prstGeom prst="rect">
              <a:avLst/>
            </a:prstGeom>
            <a:grpFill/>
            <a:ln w="25400">
              <a:noFill/>
              <a:miter lim="800000"/>
              <a:headEnd/>
              <a:tailEnd/>
            </a:ln>
          </p:spPr>
          <p:txBody>
            <a:bodyPr/>
            <a:lstStyle/>
            <a:p>
              <a:pPr eaLnBrk="1" hangingPunct="1">
                <a:defRPr/>
              </a:pPr>
              <a:r>
                <a:rPr lang="ru-RU" sz="1600"/>
                <a:t>Data 1</a:t>
              </a:r>
            </a:p>
          </p:txBody>
        </p:sp>
        <p:sp>
          <p:nvSpPr>
            <p:cNvPr id="180269" name="Text Box 45">
              <a:extLst>
                <a:ext uri="{FF2B5EF4-FFF2-40B4-BE49-F238E27FC236}">
                  <a16:creationId xmlns:a16="http://schemas.microsoft.com/office/drawing/2014/main" id="{5CC9F84A-4D72-40B1-AB33-BB0A04EB3268}"/>
                </a:ext>
              </a:extLst>
            </p:cNvPr>
            <p:cNvSpPr txBox="1">
              <a:spLocks noChangeArrowheads="1"/>
            </p:cNvSpPr>
            <p:nvPr/>
          </p:nvSpPr>
          <p:spPr bwMode="auto">
            <a:xfrm>
              <a:off x="6199188" y="3643313"/>
              <a:ext cx="909637" cy="712787"/>
            </a:xfrm>
            <a:prstGeom prst="rect">
              <a:avLst/>
            </a:prstGeom>
            <a:grpFill/>
            <a:ln w="25400">
              <a:noFill/>
              <a:miter lim="800000"/>
              <a:headEnd/>
              <a:tailEnd/>
            </a:ln>
          </p:spPr>
          <p:txBody>
            <a:bodyPr/>
            <a:lstStyle/>
            <a:p>
              <a:pPr eaLnBrk="1" hangingPunct="1">
                <a:defRPr/>
              </a:pPr>
              <a:r>
                <a:rPr lang="ru-RU" sz="1600"/>
                <a:t>Data 2</a:t>
              </a:r>
            </a:p>
          </p:txBody>
        </p:sp>
        <p:sp>
          <p:nvSpPr>
            <p:cNvPr id="180270" name="Text Box 46">
              <a:extLst>
                <a:ext uri="{FF2B5EF4-FFF2-40B4-BE49-F238E27FC236}">
                  <a16:creationId xmlns:a16="http://schemas.microsoft.com/office/drawing/2014/main" id="{8416031F-CAC7-4A64-8951-419B2BB02140}"/>
                </a:ext>
              </a:extLst>
            </p:cNvPr>
            <p:cNvSpPr txBox="1">
              <a:spLocks noChangeArrowheads="1"/>
            </p:cNvSpPr>
            <p:nvPr/>
          </p:nvSpPr>
          <p:spPr bwMode="auto">
            <a:xfrm>
              <a:off x="6249988" y="5127625"/>
              <a:ext cx="909637" cy="714375"/>
            </a:xfrm>
            <a:prstGeom prst="rect">
              <a:avLst/>
            </a:prstGeom>
            <a:grpFill/>
            <a:ln w="25400">
              <a:noFill/>
              <a:miter lim="800000"/>
              <a:headEnd/>
              <a:tailEnd/>
            </a:ln>
          </p:spPr>
          <p:txBody>
            <a:bodyPr/>
            <a:lstStyle/>
            <a:p>
              <a:pPr eaLnBrk="1" hangingPunct="1">
                <a:defRPr/>
              </a:pPr>
              <a:r>
                <a:rPr lang="ru-RU" sz="1600"/>
                <a:t>Data i</a:t>
              </a:r>
            </a:p>
          </p:txBody>
        </p:sp>
        <p:sp>
          <p:nvSpPr>
            <p:cNvPr id="180271" name="Text Box 47">
              <a:extLst>
                <a:ext uri="{FF2B5EF4-FFF2-40B4-BE49-F238E27FC236}">
                  <a16:creationId xmlns:a16="http://schemas.microsoft.com/office/drawing/2014/main" id="{EC5AF86B-EE75-42FA-866F-B20867E7233D}"/>
                </a:ext>
              </a:extLst>
            </p:cNvPr>
            <p:cNvSpPr txBox="1">
              <a:spLocks noChangeArrowheads="1"/>
            </p:cNvSpPr>
            <p:nvPr/>
          </p:nvSpPr>
          <p:spPr bwMode="auto">
            <a:xfrm>
              <a:off x="6219825" y="4098925"/>
              <a:ext cx="909638" cy="712788"/>
            </a:xfrm>
            <a:prstGeom prst="rect">
              <a:avLst/>
            </a:prstGeom>
            <a:grpFill/>
            <a:ln w="25400">
              <a:noFill/>
              <a:miter lim="800000"/>
              <a:headEnd/>
              <a:tailEnd/>
            </a:ln>
          </p:spPr>
          <p:txBody>
            <a:bodyPr/>
            <a:lstStyle/>
            <a:p>
              <a:pPr eaLnBrk="1" hangingPunct="1">
                <a:defRPr/>
              </a:pPr>
              <a:r>
                <a:rPr lang="ru-RU" sz="1600"/>
                <a:t>Data 3</a:t>
              </a:r>
            </a:p>
          </p:txBody>
        </p:sp>
        <p:sp>
          <p:nvSpPr>
            <p:cNvPr id="180272" name="Line 48">
              <a:extLst>
                <a:ext uri="{FF2B5EF4-FFF2-40B4-BE49-F238E27FC236}">
                  <a16:creationId xmlns:a16="http://schemas.microsoft.com/office/drawing/2014/main" id="{4BF9F260-CFF5-4468-AD5F-61F7F4D1939C}"/>
                </a:ext>
              </a:extLst>
            </p:cNvPr>
            <p:cNvSpPr>
              <a:spLocks noChangeShapeType="1"/>
            </p:cNvSpPr>
            <p:nvPr/>
          </p:nvSpPr>
          <p:spPr bwMode="auto">
            <a:xfrm>
              <a:off x="3833813" y="4257675"/>
              <a:ext cx="358775"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0273" name="Line 49">
              <a:extLst>
                <a:ext uri="{FF2B5EF4-FFF2-40B4-BE49-F238E27FC236}">
                  <a16:creationId xmlns:a16="http://schemas.microsoft.com/office/drawing/2014/main" id="{3DFFB395-6A04-4881-AB22-AC94A6D1809A}"/>
                </a:ext>
              </a:extLst>
            </p:cNvPr>
            <p:cNvSpPr>
              <a:spLocks noChangeShapeType="1"/>
            </p:cNvSpPr>
            <p:nvPr/>
          </p:nvSpPr>
          <p:spPr bwMode="auto">
            <a:xfrm>
              <a:off x="1846263" y="1484313"/>
              <a:ext cx="0" cy="388937"/>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0274" name="AutoShape 50">
              <a:extLst>
                <a:ext uri="{FF2B5EF4-FFF2-40B4-BE49-F238E27FC236}">
                  <a16:creationId xmlns:a16="http://schemas.microsoft.com/office/drawing/2014/main" id="{832AFA14-9886-462F-AB8E-656190E0766B}"/>
                </a:ext>
              </a:extLst>
            </p:cNvPr>
            <p:cNvSpPr>
              <a:spLocks noChangeArrowheads="1"/>
            </p:cNvSpPr>
            <p:nvPr/>
          </p:nvSpPr>
          <p:spPr bwMode="auto">
            <a:xfrm rot="16200000">
              <a:off x="3242342" y="4175934"/>
              <a:ext cx="2279904" cy="363538"/>
            </a:xfrm>
            <a:custGeom>
              <a:avLst/>
              <a:gdLst>
                <a:gd name="G0" fmla="+- 3697 0 0"/>
                <a:gd name="G1" fmla="+- 21600 0 3697"/>
                <a:gd name="G2" fmla="*/ 3697 1 2"/>
                <a:gd name="G3" fmla="+- 21600 0 G2"/>
                <a:gd name="G4" fmla="+/ 3697 21600 2"/>
                <a:gd name="G5" fmla="+/ G1 0 2"/>
                <a:gd name="G6" fmla="*/ 21600 21600 3697"/>
                <a:gd name="G7" fmla="*/ G6 1 2"/>
                <a:gd name="G8" fmla="+- 21600 0 G7"/>
                <a:gd name="G9" fmla="*/ 21600 1 2"/>
                <a:gd name="G10" fmla="+- 3697 0 G9"/>
                <a:gd name="G11" fmla="?: G10 G8 0"/>
                <a:gd name="G12" fmla="?: G10 G7 21600"/>
                <a:gd name="T0" fmla="*/ 19751 w 21600"/>
                <a:gd name="T1" fmla="*/ 10800 h 21600"/>
                <a:gd name="T2" fmla="*/ 10800 w 21600"/>
                <a:gd name="T3" fmla="*/ 21600 h 21600"/>
                <a:gd name="T4" fmla="*/ 1849 w 21600"/>
                <a:gd name="T5" fmla="*/ 10800 h 21600"/>
                <a:gd name="T6" fmla="*/ 10800 w 21600"/>
                <a:gd name="T7" fmla="*/ 0 h 21600"/>
                <a:gd name="T8" fmla="*/ 3649 w 21600"/>
                <a:gd name="T9" fmla="*/ 3649 h 21600"/>
                <a:gd name="T10" fmla="*/ 17951 w 21600"/>
                <a:gd name="T11" fmla="*/ 17951 h 21600"/>
              </a:gdLst>
              <a:ahLst/>
              <a:cxnLst>
                <a:cxn ang="0">
                  <a:pos x="T0" y="T1"/>
                </a:cxn>
                <a:cxn ang="0">
                  <a:pos x="T2" y="T3"/>
                </a:cxn>
                <a:cxn ang="0">
                  <a:pos x="T4" y="T5"/>
                </a:cxn>
                <a:cxn ang="0">
                  <a:pos x="T6" y="T7"/>
                </a:cxn>
              </a:cxnLst>
              <a:rect l="T8" t="T9" r="T10" b="T11"/>
              <a:pathLst>
                <a:path w="21600" h="21600">
                  <a:moveTo>
                    <a:pt x="0" y="0"/>
                  </a:moveTo>
                  <a:lnTo>
                    <a:pt x="3697" y="21600"/>
                  </a:lnTo>
                  <a:lnTo>
                    <a:pt x="17903" y="21600"/>
                  </a:lnTo>
                  <a:lnTo>
                    <a:pt x="21600" y="0"/>
                  </a:lnTo>
                  <a:close/>
                </a:path>
              </a:pathLst>
            </a:custGeom>
            <a:grpFill/>
            <a:ln w="25400">
              <a:solidFill>
                <a:srgbClr val="000000"/>
              </a:solidFill>
              <a:miter lim="800000"/>
              <a:headEnd/>
              <a:tailEnd/>
            </a:ln>
          </p:spPr>
          <p:txBody>
            <a:bodyPr vert="eaVert"/>
            <a:lstStyle/>
            <a:p>
              <a:pPr eaLnBrk="1" hangingPunct="1">
                <a:defRPr/>
              </a:pPr>
              <a:endParaRPr lang="en-US" sz="1600"/>
            </a:p>
          </p:txBody>
        </p:sp>
        <p:sp>
          <p:nvSpPr>
            <p:cNvPr id="180275" name="Text Box 51">
              <a:extLst>
                <a:ext uri="{FF2B5EF4-FFF2-40B4-BE49-F238E27FC236}">
                  <a16:creationId xmlns:a16="http://schemas.microsoft.com/office/drawing/2014/main" id="{F08E065F-E574-4648-A3DE-751FDC4E62C7}"/>
                </a:ext>
              </a:extLst>
            </p:cNvPr>
            <p:cNvSpPr txBox="1">
              <a:spLocks noChangeArrowheads="1"/>
            </p:cNvSpPr>
            <p:nvPr/>
          </p:nvSpPr>
          <p:spPr bwMode="auto">
            <a:xfrm>
              <a:off x="4125913" y="3460750"/>
              <a:ext cx="606425" cy="950913"/>
            </a:xfrm>
            <a:prstGeom prst="rect">
              <a:avLst/>
            </a:prstGeom>
            <a:grpFill/>
            <a:ln w="25400">
              <a:noFill/>
              <a:miter lim="800000"/>
              <a:headEnd/>
              <a:tailEnd/>
            </a:ln>
          </p:spPr>
          <p:txBody>
            <a:bodyPr/>
            <a:lstStyle/>
            <a:p>
              <a:pPr eaLnBrk="1" hangingPunct="1">
                <a:defRPr/>
              </a:pPr>
              <a:r>
                <a:rPr lang="ru-RU" sz="1600"/>
                <a:t>CD</a:t>
              </a:r>
            </a:p>
          </p:txBody>
        </p:sp>
        <p:sp>
          <p:nvSpPr>
            <p:cNvPr id="180276" name="AutoShape 52">
              <a:extLst>
                <a:ext uri="{FF2B5EF4-FFF2-40B4-BE49-F238E27FC236}">
                  <a16:creationId xmlns:a16="http://schemas.microsoft.com/office/drawing/2014/main" id="{DB561FB0-1EFA-46A9-AD2A-36DDD31346BD}"/>
                </a:ext>
              </a:extLst>
            </p:cNvPr>
            <p:cNvSpPr>
              <a:spLocks noChangeArrowheads="1"/>
            </p:cNvSpPr>
            <p:nvPr/>
          </p:nvSpPr>
          <p:spPr bwMode="auto">
            <a:xfrm rot="5400000">
              <a:off x="4039266" y="4204622"/>
              <a:ext cx="2279904" cy="363538"/>
            </a:xfrm>
            <a:custGeom>
              <a:avLst/>
              <a:gdLst>
                <a:gd name="G0" fmla="+- 3697 0 0"/>
                <a:gd name="G1" fmla="+- 21600 0 3697"/>
                <a:gd name="G2" fmla="*/ 3697 1 2"/>
                <a:gd name="G3" fmla="+- 21600 0 G2"/>
                <a:gd name="G4" fmla="+/ 3697 21600 2"/>
                <a:gd name="G5" fmla="+/ G1 0 2"/>
                <a:gd name="G6" fmla="*/ 21600 21600 3697"/>
                <a:gd name="G7" fmla="*/ G6 1 2"/>
                <a:gd name="G8" fmla="+- 21600 0 G7"/>
                <a:gd name="G9" fmla="*/ 21600 1 2"/>
                <a:gd name="G10" fmla="+- 3697 0 G9"/>
                <a:gd name="G11" fmla="?: G10 G8 0"/>
                <a:gd name="G12" fmla="?: G10 G7 21600"/>
                <a:gd name="T0" fmla="*/ 19751 w 21600"/>
                <a:gd name="T1" fmla="*/ 10800 h 21600"/>
                <a:gd name="T2" fmla="*/ 10800 w 21600"/>
                <a:gd name="T3" fmla="*/ 21600 h 21600"/>
                <a:gd name="T4" fmla="*/ 1849 w 21600"/>
                <a:gd name="T5" fmla="*/ 10800 h 21600"/>
                <a:gd name="T6" fmla="*/ 10800 w 21600"/>
                <a:gd name="T7" fmla="*/ 0 h 21600"/>
                <a:gd name="T8" fmla="*/ 3649 w 21600"/>
                <a:gd name="T9" fmla="*/ 3649 h 21600"/>
                <a:gd name="T10" fmla="*/ 17951 w 21600"/>
                <a:gd name="T11" fmla="*/ 17951 h 21600"/>
              </a:gdLst>
              <a:ahLst/>
              <a:cxnLst>
                <a:cxn ang="0">
                  <a:pos x="T0" y="T1"/>
                </a:cxn>
                <a:cxn ang="0">
                  <a:pos x="T2" y="T3"/>
                </a:cxn>
                <a:cxn ang="0">
                  <a:pos x="T4" y="T5"/>
                </a:cxn>
                <a:cxn ang="0">
                  <a:pos x="T6" y="T7"/>
                </a:cxn>
              </a:cxnLst>
              <a:rect l="T8" t="T9" r="T10" b="T11"/>
              <a:pathLst>
                <a:path w="21600" h="21600">
                  <a:moveTo>
                    <a:pt x="0" y="0"/>
                  </a:moveTo>
                  <a:lnTo>
                    <a:pt x="3697" y="21600"/>
                  </a:lnTo>
                  <a:lnTo>
                    <a:pt x="17903" y="21600"/>
                  </a:lnTo>
                  <a:lnTo>
                    <a:pt x="21600" y="0"/>
                  </a:lnTo>
                  <a:close/>
                </a:path>
              </a:pathLst>
            </a:custGeom>
            <a:grpFill/>
            <a:ln w="25400">
              <a:solidFill>
                <a:srgbClr val="000000"/>
              </a:solidFill>
              <a:miter lim="800000"/>
              <a:headEnd/>
              <a:tailEnd/>
            </a:ln>
          </p:spPr>
          <p:txBody>
            <a:bodyPr rot="10800000" vert="eaVert"/>
            <a:lstStyle/>
            <a:p>
              <a:pPr eaLnBrk="1" hangingPunct="1">
                <a:defRPr/>
              </a:pPr>
              <a:endParaRPr lang="en-US" sz="1600"/>
            </a:p>
          </p:txBody>
        </p:sp>
        <p:sp>
          <p:nvSpPr>
            <p:cNvPr id="180277" name="Line 53">
              <a:extLst>
                <a:ext uri="{FF2B5EF4-FFF2-40B4-BE49-F238E27FC236}">
                  <a16:creationId xmlns:a16="http://schemas.microsoft.com/office/drawing/2014/main" id="{DA5271E5-EFC4-449D-B634-1EDD1960CD4A}"/>
                </a:ext>
              </a:extLst>
            </p:cNvPr>
            <p:cNvSpPr>
              <a:spLocks noChangeShapeType="1"/>
            </p:cNvSpPr>
            <p:nvPr/>
          </p:nvSpPr>
          <p:spPr bwMode="auto">
            <a:xfrm flipV="1">
              <a:off x="4558099" y="4336150"/>
              <a:ext cx="443257" cy="0"/>
            </a:xfrm>
            <a:prstGeom prst="line">
              <a:avLst/>
            </a:prstGeom>
            <a:grpFill/>
            <a:ln w="38100">
              <a:solidFill>
                <a:srgbClr val="0070C0"/>
              </a:solidFill>
              <a:round/>
              <a:headEnd/>
              <a:tailEnd type="triangle" w="med" len="med"/>
            </a:ln>
          </p:spPr>
          <p:txBody>
            <a:bodyPr/>
            <a:lstStyle/>
            <a:p>
              <a:pPr eaLnBrk="1" hangingPunct="1">
                <a:defRPr/>
              </a:pPr>
              <a:endParaRPr lang="en-US" sz="1600"/>
            </a:p>
          </p:txBody>
        </p:sp>
        <p:sp>
          <p:nvSpPr>
            <p:cNvPr id="180278" name="Line 54">
              <a:extLst>
                <a:ext uri="{FF2B5EF4-FFF2-40B4-BE49-F238E27FC236}">
                  <a16:creationId xmlns:a16="http://schemas.microsoft.com/office/drawing/2014/main" id="{0266CE2D-6D31-423A-ACA3-8576AD2707A4}"/>
                </a:ext>
              </a:extLst>
            </p:cNvPr>
            <p:cNvSpPr>
              <a:spLocks noChangeShapeType="1"/>
            </p:cNvSpPr>
            <p:nvPr/>
          </p:nvSpPr>
          <p:spPr bwMode="auto">
            <a:xfrm>
              <a:off x="5376863" y="3444875"/>
              <a:ext cx="354012"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0279" name="Line 55">
              <a:extLst>
                <a:ext uri="{FF2B5EF4-FFF2-40B4-BE49-F238E27FC236}">
                  <a16:creationId xmlns:a16="http://schemas.microsoft.com/office/drawing/2014/main" id="{93305C35-484D-42E3-B78B-AA6C1BA5E753}"/>
                </a:ext>
              </a:extLst>
            </p:cNvPr>
            <p:cNvSpPr>
              <a:spLocks noChangeShapeType="1"/>
            </p:cNvSpPr>
            <p:nvPr/>
          </p:nvSpPr>
          <p:spPr bwMode="auto">
            <a:xfrm>
              <a:off x="5376863" y="3919538"/>
              <a:ext cx="354012"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0280" name="Line 56">
              <a:extLst>
                <a:ext uri="{FF2B5EF4-FFF2-40B4-BE49-F238E27FC236}">
                  <a16:creationId xmlns:a16="http://schemas.microsoft.com/office/drawing/2014/main" id="{0AB9CAC0-4B9B-43DD-9491-E79E4369D6B3}"/>
                </a:ext>
              </a:extLst>
            </p:cNvPr>
            <p:cNvSpPr>
              <a:spLocks noChangeShapeType="1"/>
            </p:cNvSpPr>
            <p:nvPr/>
          </p:nvSpPr>
          <p:spPr bwMode="auto">
            <a:xfrm>
              <a:off x="5376863" y="4395788"/>
              <a:ext cx="354012"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0281" name="Line 57">
              <a:extLst>
                <a:ext uri="{FF2B5EF4-FFF2-40B4-BE49-F238E27FC236}">
                  <a16:creationId xmlns:a16="http://schemas.microsoft.com/office/drawing/2014/main" id="{2DFB6458-08CB-4D52-A578-2709CCEBF5FD}"/>
                </a:ext>
              </a:extLst>
            </p:cNvPr>
            <p:cNvSpPr>
              <a:spLocks noChangeShapeType="1"/>
            </p:cNvSpPr>
            <p:nvPr/>
          </p:nvSpPr>
          <p:spPr bwMode="auto">
            <a:xfrm>
              <a:off x="5376863" y="5346700"/>
              <a:ext cx="354012"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0282" name="Text Box 58">
              <a:extLst>
                <a:ext uri="{FF2B5EF4-FFF2-40B4-BE49-F238E27FC236}">
                  <a16:creationId xmlns:a16="http://schemas.microsoft.com/office/drawing/2014/main" id="{FD2B72D0-FDBA-488D-AC69-EE4AEFA97CF4}"/>
                </a:ext>
              </a:extLst>
            </p:cNvPr>
            <p:cNvSpPr txBox="1">
              <a:spLocks noChangeArrowheads="1"/>
            </p:cNvSpPr>
            <p:nvPr/>
          </p:nvSpPr>
          <p:spPr bwMode="auto">
            <a:xfrm>
              <a:off x="4978400" y="3473450"/>
              <a:ext cx="608013" cy="950913"/>
            </a:xfrm>
            <a:prstGeom prst="rect">
              <a:avLst/>
            </a:prstGeom>
            <a:grpFill/>
            <a:ln w="25400">
              <a:noFill/>
              <a:miter lim="800000"/>
              <a:headEnd/>
              <a:tailEnd/>
            </a:ln>
          </p:spPr>
          <p:txBody>
            <a:bodyPr/>
            <a:lstStyle/>
            <a:p>
              <a:pPr eaLnBrk="1" hangingPunct="1">
                <a:defRPr/>
              </a:pPr>
              <a:r>
                <a:rPr lang="ru-RU" sz="1600"/>
                <a:t>DC</a:t>
              </a:r>
            </a:p>
          </p:txBody>
        </p:sp>
        <p:sp>
          <p:nvSpPr>
            <p:cNvPr id="60" name="Line 53">
              <a:extLst>
                <a:ext uri="{FF2B5EF4-FFF2-40B4-BE49-F238E27FC236}">
                  <a16:creationId xmlns:a16="http://schemas.microsoft.com/office/drawing/2014/main" id="{2F7A1855-F863-4B93-82F8-19BBBAF297FC}"/>
                </a:ext>
              </a:extLst>
            </p:cNvPr>
            <p:cNvSpPr>
              <a:spLocks noChangeShapeType="1"/>
            </p:cNvSpPr>
            <p:nvPr/>
          </p:nvSpPr>
          <p:spPr bwMode="auto">
            <a:xfrm flipV="1">
              <a:off x="4550577" y="3851290"/>
              <a:ext cx="443257"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61" name="Line 53">
              <a:extLst>
                <a:ext uri="{FF2B5EF4-FFF2-40B4-BE49-F238E27FC236}">
                  <a16:creationId xmlns:a16="http://schemas.microsoft.com/office/drawing/2014/main" id="{5B57177B-4192-4562-9553-EEBC916CB2A5}"/>
                </a:ext>
              </a:extLst>
            </p:cNvPr>
            <p:cNvSpPr>
              <a:spLocks noChangeShapeType="1"/>
            </p:cNvSpPr>
            <p:nvPr/>
          </p:nvSpPr>
          <p:spPr bwMode="auto">
            <a:xfrm flipV="1">
              <a:off x="4550577" y="4094179"/>
              <a:ext cx="443257"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62" name="Line 53">
              <a:extLst>
                <a:ext uri="{FF2B5EF4-FFF2-40B4-BE49-F238E27FC236}">
                  <a16:creationId xmlns:a16="http://schemas.microsoft.com/office/drawing/2014/main" id="{296D9822-0425-48FE-A4D8-11242815C332}"/>
                </a:ext>
              </a:extLst>
            </p:cNvPr>
            <p:cNvSpPr>
              <a:spLocks noChangeShapeType="1"/>
            </p:cNvSpPr>
            <p:nvPr/>
          </p:nvSpPr>
          <p:spPr bwMode="auto">
            <a:xfrm flipV="1">
              <a:off x="4550578" y="4660921"/>
              <a:ext cx="443257"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grpSp>
      <p:sp>
        <p:nvSpPr>
          <p:cNvPr id="50180" name="TextBox 58">
            <a:extLst>
              <a:ext uri="{FF2B5EF4-FFF2-40B4-BE49-F238E27FC236}">
                <a16:creationId xmlns:a16="http://schemas.microsoft.com/office/drawing/2014/main" id="{A2028D16-ABAB-1203-BA70-3EF443027190}"/>
              </a:ext>
            </a:extLst>
          </p:cNvPr>
          <p:cNvSpPr txBox="1">
            <a:spLocks noChangeArrowheads="1"/>
          </p:cNvSpPr>
          <p:nvPr/>
        </p:nvSpPr>
        <p:spPr bwMode="auto">
          <a:xfrm>
            <a:off x="1952626" y="5072063"/>
            <a:ext cx="84296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Char char="•"/>
            </a:pPr>
            <a:r>
              <a:rPr lang="en-US" altLang="en-US"/>
              <a:t>Two modes: comparison  mode</a:t>
            </a:r>
          </a:p>
          <a:p>
            <a:pPr eaLnBrk="1" hangingPunct="1"/>
            <a:r>
              <a:rPr lang="en-US" altLang="en-US"/>
              <a:t>                      write mode</a:t>
            </a:r>
            <a:endParaRPr lang="en-GB"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a:extLst>
              <a:ext uri="{FF2B5EF4-FFF2-40B4-BE49-F238E27FC236}">
                <a16:creationId xmlns:a16="http://schemas.microsoft.com/office/drawing/2014/main" id="{19FBC85B-7F8B-A374-AC2A-5192E3CFFB3F}"/>
              </a:ext>
            </a:extLst>
          </p:cNvPr>
          <p:cNvSpPr>
            <a:spLocks noGrp="1" noChangeArrowheads="1"/>
          </p:cNvSpPr>
          <p:nvPr>
            <p:ph type="title"/>
          </p:nvPr>
        </p:nvSpPr>
        <p:spPr/>
        <p:txBody>
          <a:bodyPr/>
          <a:lstStyle/>
          <a:p>
            <a:r>
              <a:rPr lang="en-US" altLang="en-US"/>
              <a:t>Associative Memory (2)</a:t>
            </a:r>
            <a:endParaRPr lang="ru-RU" altLang="en-US"/>
          </a:p>
        </p:txBody>
      </p:sp>
      <p:grpSp>
        <p:nvGrpSpPr>
          <p:cNvPr id="2" name="Group 99">
            <a:extLst>
              <a:ext uri="{FF2B5EF4-FFF2-40B4-BE49-F238E27FC236}">
                <a16:creationId xmlns:a16="http://schemas.microsoft.com/office/drawing/2014/main" id="{4D520F68-F906-4D26-9290-47BEAE286959}"/>
              </a:ext>
            </a:extLst>
          </p:cNvPr>
          <p:cNvGrpSpPr/>
          <p:nvPr/>
        </p:nvGrpSpPr>
        <p:grpSpPr>
          <a:xfrm>
            <a:off x="2160614" y="1142984"/>
            <a:ext cx="7793038" cy="4383088"/>
            <a:chOff x="523875" y="1412875"/>
            <a:chExt cx="7793038" cy="4383088"/>
          </a:xfrm>
          <a:noFill/>
        </p:grpSpPr>
        <p:sp>
          <p:nvSpPr>
            <p:cNvPr id="182278" name="AutoShape 6">
              <a:extLst>
                <a:ext uri="{FF2B5EF4-FFF2-40B4-BE49-F238E27FC236}">
                  <a16:creationId xmlns:a16="http://schemas.microsoft.com/office/drawing/2014/main" id="{9E277566-EF4D-41E2-8431-0B3B52329848}"/>
                </a:ext>
              </a:extLst>
            </p:cNvPr>
            <p:cNvSpPr>
              <a:spLocks noChangeArrowheads="1"/>
            </p:cNvSpPr>
            <p:nvPr/>
          </p:nvSpPr>
          <p:spPr bwMode="auto">
            <a:xfrm rot="5400000">
              <a:off x="840582" y="3421856"/>
              <a:ext cx="1985962" cy="530225"/>
            </a:xfrm>
            <a:custGeom>
              <a:avLst/>
              <a:gdLst>
                <a:gd name="G0" fmla="+- 3697 0 0"/>
                <a:gd name="G1" fmla="+- 21600 0 3697"/>
                <a:gd name="G2" fmla="*/ 3697 1 2"/>
                <a:gd name="G3" fmla="+- 21600 0 G2"/>
                <a:gd name="G4" fmla="+/ 3697 21600 2"/>
                <a:gd name="G5" fmla="+/ G1 0 2"/>
                <a:gd name="G6" fmla="*/ 21600 21600 3697"/>
                <a:gd name="G7" fmla="*/ G6 1 2"/>
                <a:gd name="G8" fmla="+- 21600 0 G7"/>
                <a:gd name="G9" fmla="*/ 21600 1 2"/>
                <a:gd name="G10" fmla="+- 3697 0 G9"/>
                <a:gd name="G11" fmla="?: G10 G8 0"/>
                <a:gd name="G12" fmla="?: G10 G7 21600"/>
                <a:gd name="T0" fmla="*/ 19751 w 21600"/>
                <a:gd name="T1" fmla="*/ 10800 h 21600"/>
                <a:gd name="T2" fmla="*/ 10800 w 21600"/>
                <a:gd name="T3" fmla="*/ 21600 h 21600"/>
                <a:gd name="T4" fmla="*/ 1849 w 21600"/>
                <a:gd name="T5" fmla="*/ 10800 h 21600"/>
                <a:gd name="T6" fmla="*/ 10800 w 21600"/>
                <a:gd name="T7" fmla="*/ 0 h 21600"/>
                <a:gd name="T8" fmla="*/ 3649 w 21600"/>
                <a:gd name="T9" fmla="*/ 3649 h 21600"/>
                <a:gd name="T10" fmla="*/ 17951 w 21600"/>
                <a:gd name="T11" fmla="*/ 17951 h 21600"/>
              </a:gdLst>
              <a:ahLst/>
              <a:cxnLst>
                <a:cxn ang="0">
                  <a:pos x="T0" y="T1"/>
                </a:cxn>
                <a:cxn ang="0">
                  <a:pos x="T2" y="T3"/>
                </a:cxn>
                <a:cxn ang="0">
                  <a:pos x="T4" y="T5"/>
                </a:cxn>
                <a:cxn ang="0">
                  <a:pos x="T6" y="T7"/>
                </a:cxn>
              </a:cxnLst>
              <a:rect l="T8" t="T9" r="T10" b="T11"/>
              <a:pathLst>
                <a:path w="21600" h="21600">
                  <a:moveTo>
                    <a:pt x="0" y="0"/>
                  </a:moveTo>
                  <a:lnTo>
                    <a:pt x="3697" y="21600"/>
                  </a:lnTo>
                  <a:lnTo>
                    <a:pt x="17903" y="21600"/>
                  </a:lnTo>
                  <a:lnTo>
                    <a:pt x="21600" y="0"/>
                  </a:lnTo>
                  <a:close/>
                </a:path>
              </a:pathLst>
            </a:custGeom>
            <a:grpFill/>
            <a:ln w="25400">
              <a:solidFill>
                <a:srgbClr val="000000"/>
              </a:solidFill>
              <a:miter lim="800000"/>
              <a:headEnd/>
              <a:tailEnd/>
            </a:ln>
          </p:spPr>
          <p:txBody>
            <a:bodyPr/>
            <a:lstStyle/>
            <a:p>
              <a:pPr eaLnBrk="1" hangingPunct="1">
                <a:defRPr/>
              </a:pPr>
              <a:endParaRPr lang="en-US" sz="1600"/>
            </a:p>
          </p:txBody>
        </p:sp>
        <p:sp>
          <p:nvSpPr>
            <p:cNvPr id="182279" name="AutoShape 7">
              <a:extLst>
                <a:ext uri="{FF2B5EF4-FFF2-40B4-BE49-F238E27FC236}">
                  <a16:creationId xmlns:a16="http://schemas.microsoft.com/office/drawing/2014/main" id="{D9F81916-BD88-487C-9A26-BD261747C583}"/>
                </a:ext>
              </a:extLst>
            </p:cNvPr>
            <p:cNvSpPr>
              <a:spLocks noChangeArrowheads="1"/>
            </p:cNvSpPr>
            <p:nvPr/>
          </p:nvSpPr>
          <p:spPr bwMode="auto">
            <a:xfrm rot="16200000">
              <a:off x="4741069" y="3821906"/>
              <a:ext cx="1987550" cy="528638"/>
            </a:xfrm>
            <a:custGeom>
              <a:avLst/>
              <a:gdLst>
                <a:gd name="G0" fmla="+- 3697 0 0"/>
                <a:gd name="G1" fmla="+- 21600 0 3697"/>
                <a:gd name="G2" fmla="*/ 3697 1 2"/>
                <a:gd name="G3" fmla="+- 21600 0 G2"/>
                <a:gd name="G4" fmla="+/ 3697 21600 2"/>
                <a:gd name="G5" fmla="+/ G1 0 2"/>
                <a:gd name="G6" fmla="*/ 21600 21600 3697"/>
                <a:gd name="G7" fmla="*/ G6 1 2"/>
                <a:gd name="G8" fmla="+- 21600 0 G7"/>
                <a:gd name="G9" fmla="*/ 21600 1 2"/>
                <a:gd name="G10" fmla="+- 3697 0 G9"/>
                <a:gd name="G11" fmla="?: G10 G8 0"/>
                <a:gd name="G12" fmla="?: G10 G7 21600"/>
                <a:gd name="T0" fmla="*/ 19751 w 21600"/>
                <a:gd name="T1" fmla="*/ 10800 h 21600"/>
                <a:gd name="T2" fmla="*/ 10800 w 21600"/>
                <a:gd name="T3" fmla="*/ 21600 h 21600"/>
                <a:gd name="T4" fmla="*/ 1849 w 21600"/>
                <a:gd name="T5" fmla="*/ 10800 h 21600"/>
                <a:gd name="T6" fmla="*/ 10800 w 21600"/>
                <a:gd name="T7" fmla="*/ 0 h 21600"/>
                <a:gd name="T8" fmla="*/ 3649 w 21600"/>
                <a:gd name="T9" fmla="*/ 3649 h 21600"/>
                <a:gd name="T10" fmla="*/ 17951 w 21600"/>
                <a:gd name="T11" fmla="*/ 17951 h 21600"/>
              </a:gdLst>
              <a:ahLst/>
              <a:cxnLst>
                <a:cxn ang="0">
                  <a:pos x="T0" y="T1"/>
                </a:cxn>
                <a:cxn ang="0">
                  <a:pos x="T2" y="T3"/>
                </a:cxn>
                <a:cxn ang="0">
                  <a:pos x="T4" y="T5"/>
                </a:cxn>
                <a:cxn ang="0">
                  <a:pos x="T6" y="T7"/>
                </a:cxn>
              </a:cxnLst>
              <a:rect l="T8" t="T9" r="T10" b="T11"/>
              <a:pathLst>
                <a:path w="21600" h="21600">
                  <a:moveTo>
                    <a:pt x="0" y="0"/>
                  </a:moveTo>
                  <a:lnTo>
                    <a:pt x="3697" y="21600"/>
                  </a:lnTo>
                  <a:lnTo>
                    <a:pt x="17903" y="21600"/>
                  </a:lnTo>
                  <a:lnTo>
                    <a:pt x="21600" y="0"/>
                  </a:lnTo>
                  <a:close/>
                </a:path>
              </a:pathLst>
            </a:custGeom>
            <a:grpFill/>
            <a:ln w="25400">
              <a:solidFill>
                <a:srgbClr val="000000"/>
              </a:solidFill>
              <a:miter lim="800000"/>
              <a:headEnd/>
              <a:tailEnd/>
            </a:ln>
          </p:spPr>
          <p:txBody>
            <a:bodyPr vert="eaVert"/>
            <a:lstStyle/>
            <a:p>
              <a:pPr eaLnBrk="1" hangingPunct="1">
                <a:defRPr/>
              </a:pPr>
              <a:endParaRPr lang="en-US" sz="1400"/>
            </a:p>
          </p:txBody>
        </p:sp>
        <p:sp>
          <p:nvSpPr>
            <p:cNvPr id="182280" name="Rectangle 8">
              <a:extLst>
                <a:ext uri="{FF2B5EF4-FFF2-40B4-BE49-F238E27FC236}">
                  <a16:creationId xmlns:a16="http://schemas.microsoft.com/office/drawing/2014/main" id="{EDAF2476-640C-4EDA-889A-2D3678F7C296}"/>
                </a:ext>
              </a:extLst>
            </p:cNvPr>
            <p:cNvSpPr>
              <a:spLocks noChangeArrowheads="1"/>
            </p:cNvSpPr>
            <p:nvPr/>
          </p:nvSpPr>
          <p:spPr bwMode="auto">
            <a:xfrm>
              <a:off x="6376988" y="2708275"/>
              <a:ext cx="1604962" cy="2041525"/>
            </a:xfrm>
            <a:prstGeom prst="rect">
              <a:avLst/>
            </a:prstGeom>
            <a:grpFill/>
            <a:ln w="25400">
              <a:solidFill>
                <a:srgbClr val="000000"/>
              </a:solidFill>
              <a:miter lim="800000"/>
              <a:headEnd/>
              <a:tailEnd/>
            </a:ln>
          </p:spPr>
          <p:txBody>
            <a:bodyPr/>
            <a:lstStyle/>
            <a:p>
              <a:pPr eaLnBrk="1" hangingPunct="1">
                <a:defRPr/>
              </a:pPr>
              <a:r>
                <a:rPr lang="ru-RU" sz="1400"/>
                <a:t>SRAM</a:t>
              </a:r>
            </a:p>
          </p:txBody>
        </p:sp>
        <p:sp>
          <p:nvSpPr>
            <p:cNvPr id="182281" name="Line 9">
              <a:extLst>
                <a:ext uri="{FF2B5EF4-FFF2-40B4-BE49-F238E27FC236}">
                  <a16:creationId xmlns:a16="http://schemas.microsoft.com/office/drawing/2014/main" id="{4F6BE808-B1CD-4E2C-85F9-9CC381D44215}"/>
                </a:ext>
              </a:extLst>
            </p:cNvPr>
            <p:cNvSpPr>
              <a:spLocks noChangeShapeType="1"/>
            </p:cNvSpPr>
            <p:nvPr/>
          </p:nvSpPr>
          <p:spPr bwMode="auto">
            <a:xfrm>
              <a:off x="6011863" y="3852863"/>
              <a:ext cx="347662" cy="0"/>
            </a:xfrm>
            <a:prstGeom prst="line">
              <a:avLst/>
            </a:prstGeom>
            <a:grpFill/>
            <a:ln w="38100">
              <a:solidFill>
                <a:srgbClr val="0070C0"/>
              </a:solidFill>
              <a:round/>
              <a:headEnd/>
              <a:tailEnd type="triangle" w="med" len="med"/>
            </a:ln>
          </p:spPr>
          <p:txBody>
            <a:bodyPr/>
            <a:lstStyle/>
            <a:p>
              <a:pPr eaLnBrk="1" hangingPunct="1">
                <a:defRPr/>
              </a:pPr>
              <a:endParaRPr lang="en-US" sz="1600"/>
            </a:p>
          </p:txBody>
        </p:sp>
        <p:sp>
          <p:nvSpPr>
            <p:cNvPr id="182282" name="Line 10">
              <a:extLst>
                <a:ext uri="{FF2B5EF4-FFF2-40B4-BE49-F238E27FC236}">
                  <a16:creationId xmlns:a16="http://schemas.microsoft.com/office/drawing/2014/main" id="{F6DA7B9F-D36F-4D68-964C-3BB9D6519436}"/>
                </a:ext>
              </a:extLst>
            </p:cNvPr>
            <p:cNvSpPr>
              <a:spLocks noChangeShapeType="1"/>
            </p:cNvSpPr>
            <p:nvPr/>
          </p:nvSpPr>
          <p:spPr bwMode="auto">
            <a:xfrm>
              <a:off x="1181100" y="3544888"/>
              <a:ext cx="360363"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2283" name="Text Box 11">
              <a:extLst>
                <a:ext uri="{FF2B5EF4-FFF2-40B4-BE49-F238E27FC236}">
                  <a16:creationId xmlns:a16="http://schemas.microsoft.com/office/drawing/2014/main" id="{64DC9D58-C96E-44D3-A5D9-D856FC7CC549}"/>
                </a:ext>
              </a:extLst>
            </p:cNvPr>
            <p:cNvSpPr txBox="1">
              <a:spLocks noChangeArrowheads="1"/>
            </p:cNvSpPr>
            <p:nvPr/>
          </p:nvSpPr>
          <p:spPr bwMode="auto">
            <a:xfrm>
              <a:off x="6346825" y="3648075"/>
              <a:ext cx="1123950" cy="504825"/>
            </a:xfrm>
            <a:prstGeom prst="rect">
              <a:avLst/>
            </a:prstGeom>
            <a:grpFill/>
            <a:ln w="25400">
              <a:noFill/>
              <a:miter lim="800000"/>
              <a:headEnd/>
              <a:tailEnd/>
            </a:ln>
          </p:spPr>
          <p:txBody>
            <a:bodyPr/>
            <a:lstStyle/>
            <a:p>
              <a:pPr eaLnBrk="1" hangingPunct="1">
                <a:defRPr/>
              </a:pPr>
              <a:r>
                <a:rPr lang="ru-RU" sz="1400"/>
                <a:t>Address</a:t>
              </a:r>
            </a:p>
          </p:txBody>
        </p:sp>
        <p:sp>
          <p:nvSpPr>
            <p:cNvPr id="182284" name="Text Box 12">
              <a:extLst>
                <a:ext uri="{FF2B5EF4-FFF2-40B4-BE49-F238E27FC236}">
                  <a16:creationId xmlns:a16="http://schemas.microsoft.com/office/drawing/2014/main" id="{86A9A47F-C42C-4DD3-B37D-F7CD569798F9}"/>
                </a:ext>
              </a:extLst>
            </p:cNvPr>
            <p:cNvSpPr txBox="1">
              <a:spLocks noChangeArrowheads="1"/>
            </p:cNvSpPr>
            <p:nvPr/>
          </p:nvSpPr>
          <p:spPr bwMode="auto">
            <a:xfrm>
              <a:off x="1530350" y="3003550"/>
              <a:ext cx="701675" cy="703263"/>
            </a:xfrm>
            <a:prstGeom prst="rect">
              <a:avLst/>
            </a:prstGeom>
            <a:grpFill/>
            <a:ln w="25400">
              <a:noFill/>
              <a:miter lim="800000"/>
              <a:headEnd/>
              <a:tailEnd/>
            </a:ln>
          </p:spPr>
          <p:txBody>
            <a:bodyPr/>
            <a:lstStyle/>
            <a:p>
              <a:pPr eaLnBrk="1" hangingPunct="1">
                <a:defRPr/>
              </a:pPr>
              <a:r>
                <a:rPr lang="ru-RU" sz="1400"/>
                <a:t>DC</a:t>
              </a:r>
            </a:p>
          </p:txBody>
        </p:sp>
        <p:sp>
          <p:nvSpPr>
            <p:cNvPr id="182285" name="Text Box 13">
              <a:extLst>
                <a:ext uri="{FF2B5EF4-FFF2-40B4-BE49-F238E27FC236}">
                  <a16:creationId xmlns:a16="http://schemas.microsoft.com/office/drawing/2014/main" id="{0A8A20B4-A737-4465-923F-D82027B4FB8A}"/>
                </a:ext>
              </a:extLst>
            </p:cNvPr>
            <p:cNvSpPr txBox="1">
              <a:spLocks noChangeArrowheads="1"/>
            </p:cNvSpPr>
            <p:nvPr/>
          </p:nvSpPr>
          <p:spPr bwMode="auto">
            <a:xfrm>
              <a:off x="5511800" y="3340100"/>
              <a:ext cx="700088" cy="703263"/>
            </a:xfrm>
            <a:prstGeom prst="rect">
              <a:avLst/>
            </a:prstGeom>
            <a:grpFill/>
            <a:ln w="25400">
              <a:noFill/>
              <a:miter lim="800000"/>
              <a:headEnd/>
              <a:tailEnd/>
            </a:ln>
          </p:spPr>
          <p:txBody>
            <a:bodyPr/>
            <a:lstStyle/>
            <a:p>
              <a:pPr eaLnBrk="1" hangingPunct="1">
                <a:defRPr/>
              </a:pPr>
              <a:r>
                <a:rPr lang="ru-RU" sz="1400"/>
                <a:t>CD</a:t>
              </a:r>
            </a:p>
          </p:txBody>
        </p:sp>
        <p:sp>
          <p:nvSpPr>
            <p:cNvPr id="182286" name="Line 14">
              <a:extLst>
                <a:ext uri="{FF2B5EF4-FFF2-40B4-BE49-F238E27FC236}">
                  <a16:creationId xmlns:a16="http://schemas.microsoft.com/office/drawing/2014/main" id="{9768D2C1-45EF-476B-98D2-DEADE9C2CE90}"/>
                </a:ext>
              </a:extLst>
            </p:cNvPr>
            <p:cNvSpPr>
              <a:spLocks noChangeShapeType="1"/>
            </p:cNvSpPr>
            <p:nvPr/>
          </p:nvSpPr>
          <p:spPr bwMode="auto">
            <a:xfrm>
              <a:off x="7280275" y="4748213"/>
              <a:ext cx="0" cy="352425"/>
            </a:xfrm>
            <a:prstGeom prst="line">
              <a:avLst/>
            </a:prstGeom>
            <a:grpFill/>
            <a:ln w="38100">
              <a:solidFill>
                <a:srgbClr val="0070C0"/>
              </a:solidFill>
              <a:round/>
              <a:headEnd type="triangle" w="med" len="med"/>
              <a:tailEnd type="triangle" w="med" len="med"/>
            </a:ln>
          </p:spPr>
          <p:txBody>
            <a:bodyPr/>
            <a:lstStyle/>
            <a:p>
              <a:pPr eaLnBrk="1" hangingPunct="1">
                <a:defRPr/>
              </a:pPr>
              <a:endParaRPr lang="en-US" sz="1600"/>
            </a:p>
          </p:txBody>
        </p:sp>
        <p:sp>
          <p:nvSpPr>
            <p:cNvPr id="182287" name="Line 15">
              <a:extLst>
                <a:ext uri="{FF2B5EF4-FFF2-40B4-BE49-F238E27FC236}">
                  <a16:creationId xmlns:a16="http://schemas.microsoft.com/office/drawing/2014/main" id="{0F755B10-032C-4C93-BC91-50C98212A04B}"/>
                </a:ext>
              </a:extLst>
            </p:cNvPr>
            <p:cNvSpPr>
              <a:spLocks noChangeShapeType="1"/>
            </p:cNvSpPr>
            <p:nvPr/>
          </p:nvSpPr>
          <p:spPr bwMode="auto">
            <a:xfrm flipV="1">
              <a:off x="2130425" y="2886075"/>
              <a:ext cx="1323975"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288" name="Line 16">
              <a:extLst>
                <a:ext uri="{FF2B5EF4-FFF2-40B4-BE49-F238E27FC236}">
                  <a16:creationId xmlns:a16="http://schemas.microsoft.com/office/drawing/2014/main" id="{4D5B3E2D-E238-439C-999B-001289ACCB09}"/>
                </a:ext>
              </a:extLst>
            </p:cNvPr>
            <p:cNvSpPr>
              <a:spLocks noChangeShapeType="1"/>
            </p:cNvSpPr>
            <p:nvPr/>
          </p:nvSpPr>
          <p:spPr bwMode="auto">
            <a:xfrm>
              <a:off x="1649413" y="5327650"/>
              <a:ext cx="523875"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2289" name="Text Box 17">
              <a:extLst>
                <a:ext uri="{FF2B5EF4-FFF2-40B4-BE49-F238E27FC236}">
                  <a16:creationId xmlns:a16="http://schemas.microsoft.com/office/drawing/2014/main" id="{F3A70B0D-A504-46B3-AF5C-01491B7B1398}"/>
                </a:ext>
              </a:extLst>
            </p:cNvPr>
            <p:cNvSpPr txBox="1">
              <a:spLocks noChangeArrowheads="1"/>
            </p:cNvSpPr>
            <p:nvPr/>
          </p:nvSpPr>
          <p:spPr bwMode="auto">
            <a:xfrm>
              <a:off x="1516063" y="4000500"/>
              <a:ext cx="700087" cy="704850"/>
            </a:xfrm>
            <a:prstGeom prst="rect">
              <a:avLst/>
            </a:prstGeom>
            <a:grpFill/>
            <a:ln w="25400">
              <a:noFill/>
              <a:miter lim="800000"/>
              <a:headEnd/>
              <a:tailEnd/>
            </a:ln>
          </p:spPr>
          <p:txBody>
            <a:bodyPr/>
            <a:lstStyle/>
            <a:p>
              <a:pPr eaLnBrk="1" hangingPunct="1">
                <a:defRPr/>
              </a:pPr>
              <a:r>
                <a:rPr lang="ru-RU" sz="1400"/>
                <a:t>En</a:t>
              </a:r>
            </a:p>
          </p:txBody>
        </p:sp>
        <p:sp>
          <p:nvSpPr>
            <p:cNvPr id="182290" name="Text Box 18">
              <a:extLst>
                <a:ext uri="{FF2B5EF4-FFF2-40B4-BE49-F238E27FC236}">
                  <a16:creationId xmlns:a16="http://schemas.microsoft.com/office/drawing/2014/main" id="{B60E99C5-1C8B-4430-BEE1-8F992EDEF1B6}"/>
                </a:ext>
              </a:extLst>
            </p:cNvPr>
            <p:cNvSpPr txBox="1">
              <a:spLocks noChangeArrowheads="1"/>
            </p:cNvSpPr>
            <p:nvPr/>
          </p:nvSpPr>
          <p:spPr bwMode="auto">
            <a:xfrm>
              <a:off x="641350" y="5121275"/>
              <a:ext cx="1225550" cy="528638"/>
            </a:xfrm>
            <a:prstGeom prst="rect">
              <a:avLst/>
            </a:prstGeom>
            <a:grpFill/>
            <a:ln w="25400">
              <a:noFill/>
              <a:miter lim="800000"/>
              <a:headEnd/>
              <a:tailEnd/>
            </a:ln>
          </p:spPr>
          <p:txBody>
            <a:bodyPr/>
            <a:lstStyle/>
            <a:p>
              <a:pPr eaLnBrk="1" hangingPunct="1">
                <a:defRPr/>
              </a:pPr>
              <a:r>
                <a:rPr lang="en-US" sz="1400"/>
                <a:t>Command</a:t>
              </a:r>
              <a:endParaRPr lang="ru-RU" sz="1400"/>
            </a:p>
          </p:txBody>
        </p:sp>
        <p:sp>
          <p:nvSpPr>
            <p:cNvPr id="182291" name="Line 19">
              <a:extLst>
                <a:ext uri="{FF2B5EF4-FFF2-40B4-BE49-F238E27FC236}">
                  <a16:creationId xmlns:a16="http://schemas.microsoft.com/office/drawing/2014/main" id="{6634B016-0280-4280-A0E9-D5D3B47ED57E}"/>
                </a:ext>
              </a:extLst>
            </p:cNvPr>
            <p:cNvSpPr>
              <a:spLocks noChangeShapeType="1"/>
            </p:cNvSpPr>
            <p:nvPr/>
          </p:nvSpPr>
          <p:spPr bwMode="auto">
            <a:xfrm>
              <a:off x="7293288" y="5453063"/>
              <a:ext cx="0" cy="274320"/>
            </a:xfrm>
            <a:prstGeom prst="line">
              <a:avLst/>
            </a:prstGeom>
            <a:grpFill/>
            <a:ln w="38100">
              <a:solidFill>
                <a:srgbClr val="0070C0"/>
              </a:solidFill>
              <a:round/>
              <a:headEnd type="triangle" w="med" len="med"/>
              <a:tailEnd type="triangle" w="med" len="med"/>
            </a:ln>
          </p:spPr>
          <p:txBody>
            <a:bodyPr/>
            <a:lstStyle/>
            <a:p>
              <a:pPr eaLnBrk="1" hangingPunct="1">
                <a:defRPr/>
              </a:pPr>
              <a:endParaRPr lang="en-US" sz="1600"/>
            </a:p>
          </p:txBody>
        </p:sp>
        <p:sp>
          <p:nvSpPr>
            <p:cNvPr id="182292" name="Line 20">
              <a:extLst>
                <a:ext uri="{FF2B5EF4-FFF2-40B4-BE49-F238E27FC236}">
                  <a16:creationId xmlns:a16="http://schemas.microsoft.com/office/drawing/2014/main" id="{CA442463-C190-4894-8CFA-85A996CEB443}"/>
                </a:ext>
              </a:extLst>
            </p:cNvPr>
            <p:cNvSpPr>
              <a:spLocks noChangeShapeType="1"/>
            </p:cNvSpPr>
            <p:nvPr/>
          </p:nvSpPr>
          <p:spPr bwMode="auto">
            <a:xfrm>
              <a:off x="4951413" y="2384425"/>
              <a:ext cx="3348037"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293" name="Line 21">
              <a:extLst>
                <a:ext uri="{FF2B5EF4-FFF2-40B4-BE49-F238E27FC236}">
                  <a16:creationId xmlns:a16="http://schemas.microsoft.com/office/drawing/2014/main" id="{5302146F-0269-475D-BF5C-99814CBC2599}"/>
                </a:ext>
              </a:extLst>
            </p:cNvPr>
            <p:cNvSpPr>
              <a:spLocks noChangeShapeType="1"/>
            </p:cNvSpPr>
            <p:nvPr/>
          </p:nvSpPr>
          <p:spPr bwMode="auto">
            <a:xfrm>
              <a:off x="8316913" y="2384425"/>
              <a:ext cx="0" cy="2862263"/>
            </a:xfrm>
            <a:prstGeom prst="line">
              <a:avLst/>
            </a:prstGeom>
            <a:grpFill/>
            <a:ln w="25400">
              <a:solidFill>
                <a:srgbClr val="000000"/>
              </a:solidFill>
              <a:round/>
              <a:headEnd/>
              <a:tailEnd/>
            </a:ln>
          </p:spPr>
          <p:txBody>
            <a:bodyPr/>
            <a:lstStyle/>
            <a:p>
              <a:pPr eaLnBrk="1" hangingPunct="1">
                <a:defRPr/>
              </a:pPr>
              <a:endParaRPr lang="en-US" sz="1600"/>
            </a:p>
          </p:txBody>
        </p:sp>
        <p:sp>
          <p:nvSpPr>
            <p:cNvPr id="182294" name="Line 22">
              <a:extLst>
                <a:ext uri="{FF2B5EF4-FFF2-40B4-BE49-F238E27FC236}">
                  <a16:creationId xmlns:a16="http://schemas.microsoft.com/office/drawing/2014/main" id="{C4711649-98C8-4BEE-93AF-997AA5776FDB}"/>
                </a:ext>
              </a:extLst>
            </p:cNvPr>
            <p:cNvSpPr>
              <a:spLocks noChangeShapeType="1"/>
            </p:cNvSpPr>
            <p:nvPr/>
          </p:nvSpPr>
          <p:spPr bwMode="auto">
            <a:xfrm flipH="1">
              <a:off x="8054975" y="5262563"/>
              <a:ext cx="247650"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295" name="Rectangle 23">
              <a:extLst>
                <a:ext uri="{FF2B5EF4-FFF2-40B4-BE49-F238E27FC236}">
                  <a16:creationId xmlns:a16="http://schemas.microsoft.com/office/drawing/2014/main" id="{D1A4004C-3E29-4BF1-A838-CDDB8783FD67}"/>
                </a:ext>
              </a:extLst>
            </p:cNvPr>
            <p:cNvSpPr>
              <a:spLocks noChangeArrowheads="1"/>
            </p:cNvSpPr>
            <p:nvPr/>
          </p:nvSpPr>
          <p:spPr bwMode="auto">
            <a:xfrm>
              <a:off x="2698750" y="3062288"/>
              <a:ext cx="469900" cy="360362"/>
            </a:xfrm>
            <a:prstGeom prst="rect">
              <a:avLst/>
            </a:prstGeom>
            <a:grpFill/>
            <a:ln w="25400">
              <a:solidFill>
                <a:srgbClr val="000000"/>
              </a:solidFill>
              <a:miter lim="800000"/>
              <a:headEnd/>
              <a:tailEnd/>
            </a:ln>
          </p:spPr>
          <p:txBody>
            <a:bodyPr/>
            <a:lstStyle/>
            <a:p>
              <a:pPr eaLnBrk="1" hangingPunct="1">
                <a:defRPr/>
              </a:pPr>
              <a:endParaRPr lang="en-US" sz="1600"/>
            </a:p>
          </p:txBody>
        </p:sp>
        <p:sp>
          <p:nvSpPr>
            <p:cNvPr id="182296" name="Line 24">
              <a:extLst>
                <a:ext uri="{FF2B5EF4-FFF2-40B4-BE49-F238E27FC236}">
                  <a16:creationId xmlns:a16="http://schemas.microsoft.com/office/drawing/2014/main" id="{1463401D-B28D-40EB-8200-65C6BD62E408}"/>
                </a:ext>
              </a:extLst>
            </p:cNvPr>
            <p:cNvSpPr>
              <a:spLocks noChangeShapeType="1"/>
            </p:cNvSpPr>
            <p:nvPr/>
          </p:nvSpPr>
          <p:spPr bwMode="auto">
            <a:xfrm>
              <a:off x="2524125" y="3233738"/>
              <a:ext cx="174625" cy="0"/>
            </a:xfrm>
            <a:prstGeom prst="line">
              <a:avLst/>
            </a:prstGeom>
            <a:grpFill/>
            <a:ln w="25400">
              <a:solidFill>
                <a:srgbClr val="000000"/>
              </a:solidFill>
              <a:round/>
              <a:headEnd type="oval" w="sm" len="sm"/>
              <a:tailEnd/>
            </a:ln>
          </p:spPr>
          <p:txBody>
            <a:bodyPr/>
            <a:lstStyle/>
            <a:p>
              <a:pPr eaLnBrk="1" hangingPunct="1">
                <a:defRPr/>
              </a:pPr>
              <a:endParaRPr lang="en-US" sz="1600"/>
            </a:p>
          </p:txBody>
        </p:sp>
        <p:sp>
          <p:nvSpPr>
            <p:cNvPr id="182297" name="Line 25">
              <a:extLst>
                <a:ext uri="{FF2B5EF4-FFF2-40B4-BE49-F238E27FC236}">
                  <a16:creationId xmlns:a16="http://schemas.microsoft.com/office/drawing/2014/main" id="{B2C874E8-B982-4DBD-9FCF-9062162C4CC4}"/>
                </a:ext>
              </a:extLst>
            </p:cNvPr>
            <p:cNvSpPr>
              <a:spLocks noChangeShapeType="1"/>
            </p:cNvSpPr>
            <p:nvPr/>
          </p:nvSpPr>
          <p:spPr bwMode="auto">
            <a:xfrm>
              <a:off x="3189288" y="3233738"/>
              <a:ext cx="174625" cy="0"/>
            </a:xfrm>
            <a:prstGeom prst="line">
              <a:avLst/>
            </a:prstGeom>
            <a:grpFill/>
            <a:ln w="25400">
              <a:solidFill>
                <a:srgbClr val="000000"/>
              </a:solidFill>
              <a:round/>
              <a:headEnd type="none" w="sm" len="sm"/>
              <a:tailEnd type="oval" w="sm" len="sm"/>
            </a:ln>
          </p:spPr>
          <p:txBody>
            <a:bodyPr/>
            <a:lstStyle/>
            <a:p>
              <a:pPr eaLnBrk="1" hangingPunct="1">
                <a:defRPr/>
              </a:pPr>
              <a:endParaRPr lang="en-US" sz="1600"/>
            </a:p>
          </p:txBody>
        </p:sp>
        <p:sp>
          <p:nvSpPr>
            <p:cNvPr id="182298" name="Line 26">
              <a:extLst>
                <a:ext uri="{FF2B5EF4-FFF2-40B4-BE49-F238E27FC236}">
                  <a16:creationId xmlns:a16="http://schemas.microsoft.com/office/drawing/2014/main" id="{C6E25299-DFA3-4DCF-924A-0BF16A5251D6}"/>
                </a:ext>
              </a:extLst>
            </p:cNvPr>
            <p:cNvSpPr>
              <a:spLocks noChangeShapeType="1"/>
            </p:cNvSpPr>
            <p:nvPr/>
          </p:nvSpPr>
          <p:spPr bwMode="auto">
            <a:xfrm>
              <a:off x="2522538" y="2146300"/>
              <a:ext cx="0" cy="1563688"/>
            </a:xfrm>
            <a:prstGeom prst="line">
              <a:avLst/>
            </a:prstGeom>
            <a:grpFill/>
            <a:ln w="25400">
              <a:solidFill>
                <a:srgbClr val="000000"/>
              </a:solidFill>
              <a:round/>
              <a:headEnd/>
              <a:tailEnd/>
            </a:ln>
          </p:spPr>
          <p:txBody>
            <a:bodyPr/>
            <a:lstStyle/>
            <a:p>
              <a:pPr eaLnBrk="1" hangingPunct="1">
                <a:defRPr/>
              </a:pPr>
              <a:endParaRPr lang="en-US" sz="1600"/>
            </a:p>
          </p:txBody>
        </p:sp>
        <p:sp>
          <p:nvSpPr>
            <p:cNvPr id="182299" name="Line 27">
              <a:extLst>
                <a:ext uri="{FF2B5EF4-FFF2-40B4-BE49-F238E27FC236}">
                  <a16:creationId xmlns:a16="http://schemas.microsoft.com/office/drawing/2014/main" id="{E4382EA9-A28A-441E-B940-AA7786EBB2E1}"/>
                </a:ext>
              </a:extLst>
            </p:cNvPr>
            <p:cNvSpPr>
              <a:spLocks noChangeShapeType="1"/>
            </p:cNvSpPr>
            <p:nvPr/>
          </p:nvSpPr>
          <p:spPr bwMode="auto">
            <a:xfrm>
              <a:off x="3378200" y="2557463"/>
              <a:ext cx="0" cy="1119187"/>
            </a:xfrm>
            <a:prstGeom prst="line">
              <a:avLst/>
            </a:prstGeom>
            <a:grpFill/>
            <a:ln w="25400">
              <a:solidFill>
                <a:srgbClr val="000000"/>
              </a:solidFill>
              <a:round/>
              <a:headEnd/>
              <a:tailEnd/>
            </a:ln>
          </p:spPr>
          <p:txBody>
            <a:bodyPr/>
            <a:lstStyle/>
            <a:p>
              <a:pPr eaLnBrk="1" hangingPunct="1">
                <a:defRPr/>
              </a:pPr>
              <a:endParaRPr lang="en-US" sz="1600"/>
            </a:p>
          </p:txBody>
        </p:sp>
        <p:sp>
          <p:nvSpPr>
            <p:cNvPr id="182300" name="Line 28">
              <a:extLst>
                <a:ext uri="{FF2B5EF4-FFF2-40B4-BE49-F238E27FC236}">
                  <a16:creationId xmlns:a16="http://schemas.microsoft.com/office/drawing/2014/main" id="{E5FA565B-CB60-4B86-AAE7-DDF5212FD710}"/>
                </a:ext>
              </a:extLst>
            </p:cNvPr>
            <p:cNvSpPr>
              <a:spLocks noChangeShapeType="1"/>
            </p:cNvSpPr>
            <p:nvPr/>
          </p:nvSpPr>
          <p:spPr bwMode="auto">
            <a:xfrm flipV="1">
              <a:off x="2932113" y="2900363"/>
              <a:ext cx="0" cy="166687"/>
            </a:xfrm>
            <a:prstGeom prst="line">
              <a:avLst/>
            </a:prstGeom>
            <a:grpFill/>
            <a:ln w="25400">
              <a:solidFill>
                <a:srgbClr val="000000"/>
              </a:solidFill>
              <a:round/>
              <a:headEnd/>
              <a:tailEnd type="oval" w="sm" len="sm"/>
            </a:ln>
          </p:spPr>
          <p:txBody>
            <a:bodyPr/>
            <a:lstStyle/>
            <a:p>
              <a:pPr eaLnBrk="1" hangingPunct="1">
                <a:defRPr/>
              </a:pPr>
              <a:endParaRPr lang="en-US" sz="1600"/>
            </a:p>
          </p:txBody>
        </p:sp>
        <p:sp>
          <p:nvSpPr>
            <p:cNvPr id="182301" name="Line 29">
              <a:extLst>
                <a:ext uri="{FF2B5EF4-FFF2-40B4-BE49-F238E27FC236}">
                  <a16:creationId xmlns:a16="http://schemas.microsoft.com/office/drawing/2014/main" id="{50AFBA3B-F94C-4E52-ABDA-0CF802F6B87F}"/>
                </a:ext>
              </a:extLst>
            </p:cNvPr>
            <p:cNvSpPr>
              <a:spLocks noChangeShapeType="1"/>
            </p:cNvSpPr>
            <p:nvPr/>
          </p:nvSpPr>
          <p:spPr bwMode="auto">
            <a:xfrm>
              <a:off x="2947988" y="3413125"/>
              <a:ext cx="0" cy="176213"/>
            </a:xfrm>
            <a:prstGeom prst="line">
              <a:avLst/>
            </a:prstGeom>
            <a:grpFill/>
            <a:ln w="25400">
              <a:solidFill>
                <a:srgbClr val="000000"/>
              </a:solidFill>
              <a:round/>
              <a:headEnd/>
              <a:tailEnd/>
            </a:ln>
          </p:spPr>
          <p:txBody>
            <a:bodyPr/>
            <a:lstStyle/>
            <a:p>
              <a:pPr eaLnBrk="1" hangingPunct="1">
                <a:defRPr/>
              </a:pPr>
              <a:endParaRPr lang="en-US" sz="1600"/>
            </a:p>
          </p:txBody>
        </p:sp>
        <p:sp>
          <p:nvSpPr>
            <p:cNvPr id="182302" name="Line 30">
              <a:extLst>
                <a:ext uri="{FF2B5EF4-FFF2-40B4-BE49-F238E27FC236}">
                  <a16:creationId xmlns:a16="http://schemas.microsoft.com/office/drawing/2014/main" id="{C8043DBE-7049-4239-B6E8-5573A8C57551}"/>
                </a:ext>
              </a:extLst>
            </p:cNvPr>
            <p:cNvSpPr>
              <a:spLocks noChangeShapeType="1"/>
            </p:cNvSpPr>
            <p:nvPr/>
          </p:nvSpPr>
          <p:spPr bwMode="auto">
            <a:xfrm>
              <a:off x="3825875" y="3589338"/>
              <a:ext cx="1130300"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303" name="Rectangle 31">
              <a:extLst>
                <a:ext uri="{FF2B5EF4-FFF2-40B4-BE49-F238E27FC236}">
                  <a16:creationId xmlns:a16="http://schemas.microsoft.com/office/drawing/2014/main" id="{510372DA-554A-4197-BAB9-25C8BA3601B7}"/>
                </a:ext>
              </a:extLst>
            </p:cNvPr>
            <p:cNvSpPr>
              <a:spLocks noChangeArrowheads="1"/>
            </p:cNvSpPr>
            <p:nvPr/>
          </p:nvSpPr>
          <p:spPr bwMode="auto">
            <a:xfrm>
              <a:off x="4121150" y="3065463"/>
              <a:ext cx="469900" cy="361950"/>
            </a:xfrm>
            <a:prstGeom prst="rect">
              <a:avLst/>
            </a:prstGeom>
            <a:grpFill/>
            <a:ln w="25400">
              <a:solidFill>
                <a:srgbClr val="000000"/>
              </a:solidFill>
              <a:miter lim="800000"/>
              <a:headEnd/>
              <a:tailEnd/>
            </a:ln>
          </p:spPr>
          <p:txBody>
            <a:bodyPr/>
            <a:lstStyle/>
            <a:p>
              <a:pPr eaLnBrk="1" hangingPunct="1">
                <a:defRPr/>
              </a:pPr>
              <a:endParaRPr lang="en-US" sz="1600"/>
            </a:p>
          </p:txBody>
        </p:sp>
        <p:sp>
          <p:nvSpPr>
            <p:cNvPr id="182304" name="Line 32">
              <a:extLst>
                <a:ext uri="{FF2B5EF4-FFF2-40B4-BE49-F238E27FC236}">
                  <a16:creationId xmlns:a16="http://schemas.microsoft.com/office/drawing/2014/main" id="{59472588-ED4B-4256-B979-C0F3DE7959B7}"/>
                </a:ext>
              </a:extLst>
            </p:cNvPr>
            <p:cNvSpPr>
              <a:spLocks noChangeShapeType="1"/>
            </p:cNvSpPr>
            <p:nvPr/>
          </p:nvSpPr>
          <p:spPr bwMode="auto">
            <a:xfrm>
              <a:off x="3946525" y="3222625"/>
              <a:ext cx="174625" cy="0"/>
            </a:xfrm>
            <a:prstGeom prst="line">
              <a:avLst/>
            </a:prstGeom>
            <a:grpFill/>
            <a:ln w="25400">
              <a:solidFill>
                <a:srgbClr val="000000"/>
              </a:solidFill>
              <a:round/>
              <a:headEnd type="oval" w="sm" len="sm"/>
              <a:tailEnd/>
            </a:ln>
          </p:spPr>
          <p:txBody>
            <a:bodyPr/>
            <a:lstStyle/>
            <a:p>
              <a:pPr eaLnBrk="1" hangingPunct="1">
                <a:defRPr/>
              </a:pPr>
              <a:endParaRPr lang="en-US" sz="1600"/>
            </a:p>
          </p:txBody>
        </p:sp>
        <p:sp>
          <p:nvSpPr>
            <p:cNvPr id="182305" name="Line 33">
              <a:extLst>
                <a:ext uri="{FF2B5EF4-FFF2-40B4-BE49-F238E27FC236}">
                  <a16:creationId xmlns:a16="http://schemas.microsoft.com/office/drawing/2014/main" id="{0ADA7B69-1DCA-4219-A289-53010C27C461}"/>
                </a:ext>
              </a:extLst>
            </p:cNvPr>
            <p:cNvSpPr>
              <a:spLocks noChangeShapeType="1"/>
            </p:cNvSpPr>
            <p:nvPr/>
          </p:nvSpPr>
          <p:spPr bwMode="auto">
            <a:xfrm>
              <a:off x="4625975" y="3222625"/>
              <a:ext cx="174625" cy="0"/>
            </a:xfrm>
            <a:prstGeom prst="line">
              <a:avLst/>
            </a:prstGeom>
            <a:grpFill/>
            <a:ln w="25400">
              <a:solidFill>
                <a:srgbClr val="000000"/>
              </a:solidFill>
              <a:round/>
              <a:headEnd type="none" w="sm" len="sm"/>
              <a:tailEnd type="oval" w="sm" len="sm"/>
            </a:ln>
          </p:spPr>
          <p:txBody>
            <a:bodyPr/>
            <a:lstStyle/>
            <a:p>
              <a:pPr eaLnBrk="1" hangingPunct="1">
                <a:defRPr/>
              </a:pPr>
              <a:endParaRPr lang="en-US" sz="1600"/>
            </a:p>
          </p:txBody>
        </p:sp>
        <p:sp>
          <p:nvSpPr>
            <p:cNvPr id="182306" name="Line 34">
              <a:extLst>
                <a:ext uri="{FF2B5EF4-FFF2-40B4-BE49-F238E27FC236}">
                  <a16:creationId xmlns:a16="http://schemas.microsoft.com/office/drawing/2014/main" id="{95D0245F-CD5B-4A6B-A930-995FC336FD39}"/>
                </a:ext>
              </a:extLst>
            </p:cNvPr>
            <p:cNvSpPr>
              <a:spLocks noChangeShapeType="1"/>
            </p:cNvSpPr>
            <p:nvPr/>
          </p:nvSpPr>
          <p:spPr bwMode="auto">
            <a:xfrm>
              <a:off x="3944938" y="2149475"/>
              <a:ext cx="0" cy="1619250"/>
            </a:xfrm>
            <a:prstGeom prst="line">
              <a:avLst/>
            </a:prstGeom>
            <a:grpFill/>
            <a:ln w="25400">
              <a:solidFill>
                <a:srgbClr val="000000"/>
              </a:solidFill>
              <a:round/>
              <a:headEnd/>
              <a:tailEnd/>
            </a:ln>
          </p:spPr>
          <p:txBody>
            <a:bodyPr/>
            <a:lstStyle/>
            <a:p>
              <a:pPr eaLnBrk="1" hangingPunct="1">
                <a:defRPr/>
              </a:pPr>
              <a:endParaRPr lang="en-US" sz="1600"/>
            </a:p>
          </p:txBody>
        </p:sp>
        <p:sp>
          <p:nvSpPr>
            <p:cNvPr id="182307" name="Line 35">
              <a:extLst>
                <a:ext uri="{FF2B5EF4-FFF2-40B4-BE49-F238E27FC236}">
                  <a16:creationId xmlns:a16="http://schemas.microsoft.com/office/drawing/2014/main" id="{60D83498-E827-49EC-98C8-570FEFF66EA5}"/>
                </a:ext>
              </a:extLst>
            </p:cNvPr>
            <p:cNvSpPr>
              <a:spLocks noChangeShapeType="1"/>
            </p:cNvSpPr>
            <p:nvPr/>
          </p:nvSpPr>
          <p:spPr bwMode="auto">
            <a:xfrm>
              <a:off x="4814888" y="2574925"/>
              <a:ext cx="0" cy="1120775"/>
            </a:xfrm>
            <a:prstGeom prst="line">
              <a:avLst/>
            </a:prstGeom>
            <a:grpFill/>
            <a:ln w="25400">
              <a:solidFill>
                <a:srgbClr val="000000"/>
              </a:solidFill>
              <a:round/>
              <a:headEnd/>
              <a:tailEnd/>
            </a:ln>
          </p:spPr>
          <p:txBody>
            <a:bodyPr/>
            <a:lstStyle/>
            <a:p>
              <a:pPr eaLnBrk="1" hangingPunct="1">
                <a:defRPr/>
              </a:pPr>
              <a:endParaRPr lang="en-US" sz="1600"/>
            </a:p>
          </p:txBody>
        </p:sp>
        <p:sp>
          <p:nvSpPr>
            <p:cNvPr id="182308" name="Line 36">
              <a:extLst>
                <a:ext uri="{FF2B5EF4-FFF2-40B4-BE49-F238E27FC236}">
                  <a16:creationId xmlns:a16="http://schemas.microsoft.com/office/drawing/2014/main" id="{45F308AF-1275-43DA-9B59-FDF4367FB77D}"/>
                </a:ext>
              </a:extLst>
            </p:cNvPr>
            <p:cNvSpPr>
              <a:spLocks noChangeShapeType="1"/>
            </p:cNvSpPr>
            <p:nvPr/>
          </p:nvSpPr>
          <p:spPr bwMode="auto">
            <a:xfrm flipV="1">
              <a:off x="4354513" y="2889250"/>
              <a:ext cx="0" cy="166688"/>
            </a:xfrm>
            <a:prstGeom prst="line">
              <a:avLst/>
            </a:prstGeom>
            <a:grpFill/>
            <a:ln w="25400">
              <a:solidFill>
                <a:srgbClr val="000000"/>
              </a:solidFill>
              <a:round/>
              <a:headEnd/>
              <a:tailEnd type="none" w="sm" len="sm"/>
            </a:ln>
          </p:spPr>
          <p:txBody>
            <a:bodyPr/>
            <a:lstStyle/>
            <a:p>
              <a:pPr eaLnBrk="1" hangingPunct="1">
                <a:defRPr/>
              </a:pPr>
              <a:endParaRPr lang="en-US" sz="1600"/>
            </a:p>
          </p:txBody>
        </p:sp>
        <p:sp>
          <p:nvSpPr>
            <p:cNvPr id="182309" name="Line 37">
              <a:extLst>
                <a:ext uri="{FF2B5EF4-FFF2-40B4-BE49-F238E27FC236}">
                  <a16:creationId xmlns:a16="http://schemas.microsoft.com/office/drawing/2014/main" id="{65A96382-FC35-4133-9FC1-43A33BEACA27}"/>
                </a:ext>
              </a:extLst>
            </p:cNvPr>
            <p:cNvSpPr>
              <a:spLocks noChangeShapeType="1"/>
            </p:cNvSpPr>
            <p:nvPr/>
          </p:nvSpPr>
          <p:spPr bwMode="auto">
            <a:xfrm>
              <a:off x="4441825" y="3416300"/>
              <a:ext cx="0" cy="176213"/>
            </a:xfrm>
            <a:prstGeom prst="line">
              <a:avLst/>
            </a:prstGeom>
            <a:grpFill/>
            <a:ln w="25400">
              <a:solidFill>
                <a:srgbClr val="000000"/>
              </a:solidFill>
              <a:round/>
              <a:headEnd/>
              <a:tailEnd type="oval" w="sm" len="sm"/>
            </a:ln>
          </p:spPr>
          <p:txBody>
            <a:bodyPr/>
            <a:lstStyle/>
            <a:p>
              <a:pPr eaLnBrk="1" hangingPunct="1">
                <a:defRPr/>
              </a:pPr>
              <a:endParaRPr lang="en-US" sz="1600"/>
            </a:p>
          </p:txBody>
        </p:sp>
        <p:sp>
          <p:nvSpPr>
            <p:cNvPr id="182310" name="Line 38">
              <a:extLst>
                <a:ext uri="{FF2B5EF4-FFF2-40B4-BE49-F238E27FC236}">
                  <a16:creationId xmlns:a16="http://schemas.microsoft.com/office/drawing/2014/main" id="{0B9E1A8F-B269-4DD2-95E9-7863C6ACF47C}"/>
                </a:ext>
              </a:extLst>
            </p:cNvPr>
            <p:cNvSpPr>
              <a:spLocks noChangeShapeType="1"/>
            </p:cNvSpPr>
            <p:nvPr/>
          </p:nvSpPr>
          <p:spPr bwMode="auto">
            <a:xfrm>
              <a:off x="3872541" y="2886075"/>
              <a:ext cx="469900"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311" name="Line 39">
              <a:extLst>
                <a:ext uri="{FF2B5EF4-FFF2-40B4-BE49-F238E27FC236}">
                  <a16:creationId xmlns:a16="http://schemas.microsoft.com/office/drawing/2014/main" id="{C4A3BB5D-418E-4134-A79A-59E5F7483FA3}"/>
                </a:ext>
              </a:extLst>
            </p:cNvPr>
            <p:cNvSpPr>
              <a:spLocks noChangeShapeType="1"/>
            </p:cNvSpPr>
            <p:nvPr/>
          </p:nvSpPr>
          <p:spPr bwMode="auto">
            <a:xfrm>
              <a:off x="3530599" y="2886075"/>
              <a:ext cx="365760" cy="0"/>
            </a:xfrm>
            <a:prstGeom prst="line">
              <a:avLst/>
            </a:prstGeom>
            <a:grpFill/>
            <a:ln w="25400">
              <a:solidFill>
                <a:srgbClr val="000000"/>
              </a:solidFill>
              <a:prstDash val="dash"/>
              <a:round/>
              <a:headEnd/>
              <a:tailEnd/>
            </a:ln>
          </p:spPr>
          <p:txBody>
            <a:bodyPr/>
            <a:lstStyle/>
            <a:p>
              <a:pPr eaLnBrk="1" hangingPunct="1">
                <a:defRPr/>
              </a:pPr>
              <a:endParaRPr lang="en-US" sz="1600"/>
            </a:p>
          </p:txBody>
        </p:sp>
        <p:sp>
          <p:nvSpPr>
            <p:cNvPr id="182312" name="Line 40">
              <a:extLst>
                <a:ext uri="{FF2B5EF4-FFF2-40B4-BE49-F238E27FC236}">
                  <a16:creationId xmlns:a16="http://schemas.microsoft.com/office/drawing/2014/main" id="{5DCF50D7-0FB4-4D7B-A32E-0124199A5465}"/>
                </a:ext>
              </a:extLst>
            </p:cNvPr>
            <p:cNvSpPr>
              <a:spLocks noChangeShapeType="1"/>
            </p:cNvSpPr>
            <p:nvPr/>
          </p:nvSpPr>
          <p:spPr bwMode="auto">
            <a:xfrm>
              <a:off x="3501661" y="3589338"/>
              <a:ext cx="274320" cy="0"/>
            </a:xfrm>
            <a:prstGeom prst="line">
              <a:avLst/>
            </a:prstGeom>
            <a:grpFill/>
            <a:ln w="25400">
              <a:solidFill>
                <a:srgbClr val="000000"/>
              </a:solidFill>
              <a:prstDash val="dash"/>
              <a:round/>
              <a:headEnd/>
              <a:tailEnd/>
            </a:ln>
          </p:spPr>
          <p:txBody>
            <a:bodyPr/>
            <a:lstStyle/>
            <a:p>
              <a:pPr eaLnBrk="1" hangingPunct="1">
                <a:defRPr/>
              </a:pPr>
              <a:endParaRPr lang="en-US" sz="1600"/>
            </a:p>
          </p:txBody>
        </p:sp>
        <p:sp>
          <p:nvSpPr>
            <p:cNvPr id="182313" name="Line 41">
              <a:extLst>
                <a:ext uri="{FF2B5EF4-FFF2-40B4-BE49-F238E27FC236}">
                  <a16:creationId xmlns:a16="http://schemas.microsoft.com/office/drawing/2014/main" id="{DABE1F0C-EAA0-4F8E-87E2-213B00892F4A}"/>
                </a:ext>
              </a:extLst>
            </p:cNvPr>
            <p:cNvSpPr>
              <a:spLocks noChangeShapeType="1"/>
            </p:cNvSpPr>
            <p:nvPr/>
          </p:nvSpPr>
          <p:spPr bwMode="auto">
            <a:xfrm>
              <a:off x="2947988" y="3589338"/>
              <a:ext cx="523875"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314" name="Line 42">
              <a:extLst>
                <a:ext uri="{FF2B5EF4-FFF2-40B4-BE49-F238E27FC236}">
                  <a16:creationId xmlns:a16="http://schemas.microsoft.com/office/drawing/2014/main" id="{85BB3280-EC6E-4FCD-B4A0-D726F0C425E2}"/>
                </a:ext>
              </a:extLst>
            </p:cNvPr>
            <p:cNvSpPr>
              <a:spLocks noChangeShapeType="1"/>
            </p:cNvSpPr>
            <p:nvPr/>
          </p:nvSpPr>
          <p:spPr bwMode="auto">
            <a:xfrm>
              <a:off x="2524125" y="3765550"/>
              <a:ext cx="0" cy="242888"/>
            </a:xfrm>
            <a:prstGeom prst="line">
              <a:avLst/>
            </a:prstGeom>
            <a:grpFill/>
            <a:ln w="25400">
              <a:solidFill>
                <a:srgbClr val="000000"/>
              </a:solidFill>
              <a:prstDash val="dash"/>
              <a:round/>
              <a:headEnd/>
              <a:tailEnd/>
            </a:ln>
          </p:spPr>
          <p:txBody>
            <a:bodyPr/>
            <a:lstStyle/>
            <a:p>
              <a:pPr eaLnBrk="1" hangingPunct="1">
                <a:defRPr/>
              </a:pPr>
              <a:endParaRPr lang="en-US" sz="1600"/>
            </a:p>
          </p:txBody>
        </p:sp>
        <p:sp>
          <p:nvSpPr>
            <p:cNvPr id="182315" name="Line 43">
              <a:extLst>
                <a:ext uri="{FF2B5EF4-FFF2-40B4-BE49-F238E27FC236}">
                  <a16:creationId xmlns:a16="http://schemas.microsoft.com/office/drawing/2014/main" id="{7367D048-FC7C-4843-9382-790ADBF7C5BA}"/>
                </a:ext>
              </a:extLst>
            </p:cNvPr>
            <p:cNvSpPr>
              <a:spLocks noChangeShapeType="1"/>
            </p:cNvSpPr>
            <p:nvPr/>
          </p:nvSpPr>
          <p:spPr bwMode="auto">
            <a:xfrm>
              <a:off x="3370263" y="3765550"/>
              <a:ext cx="0" cy="242888"/>
            </a:xfrm>
            <a:prstGeom prst="line">
              <a:avLst/>
            </a:prstGeom>
            <a:grpFill/>
            <a:ln w="25400">
              <a:solidFill>
                <a:srgbClr val="000000"/>
              </a:solidFill>
              <a:prstDash val="dash"/>
              <a:round/>
              <a:headEnd/>
              <a:tailEnd/>
            </a:ln>
          </p:spPr>
          <p:txBody>
            <a:bodyPr/>
            <a:lstStyle/>
            <a:p>
              <a:pPr eaLnBrk="1" hangingPunct="1">
                <a:defRPr/>
              </a:pPr>
              <a:endParaRPr lang="en-US" sz="1600"/>
            </a:p>
          </p:txBody>
        </p:sp>
        <p:sp>
          <p:nvSpPr>
            <p:cNvPr id="182316" name="Line 44">
              <a:extLst>
                <a:ext uri="{FF2B5EF4-FFF2-40B4-BE49-F238E27FC236}">
                  <a16:creationId xmlns:a16="http://schemas.microsoft.com/office/drawing/2014/main" id="{DFF71CA6-AB1F-4D83-A32A-AF8EAAE1AB8F}"/>
                </a:ext>
              </a:extLst>
            </p:cNvPr>
            <p:cNvSpPr>
              <a:spLocks noChangeShapeType="1"/>
            </p:cNvSpPr>
            <p:nvPr/>
          </p:nvSpPr>
          <p:spPr bwMode="auto">
            <a:xfrm>
              <a:off x="4808538" y="3765550"/>
              <a:ext cx="0" cy="242888"/>
            </a:xfrm>
            <a:prstGeom prst="line">
              <a:avLst/>
            </a:prstGeom>
            <a:grpFill/>
            <a:ln w="25400">
              <a:solidFill>
                <a:srgbClr val="000000"/>
              </a:solidFill>
              <a:prstDash val="dash"/>
              <a:round/>
              <a:headEnd/>
              <a:tailEnd/>
            </a:ln>
          </p:spPr>
          <p:txBody>
            <a:bodyPr/>
            <a:lstStyle/>
            <a:p>
              <a:pPr eaLnBrk="1" hangingPunct="1">
                <a:defRPr/>
              </a:pPr>
              <a:endParaRPr lang="en-US" sz="1600"/>
            </a:p>
          </p:txBody>
        </p:sp>
        <p:sp>
          <p:nvSpPr>
            <p:cNvPr id="182317" name="Line 45">
              <a:extLst>
                <a:ext uri="{FF2B5EF4-FFF2-40B4-BE49-F238E27FC236}">
                  <a16:creationId xmlns:a16="http://schemas.microsoft.com/office/drawing/2014/main" id="{35A2621C-B528-45AD-9CDC-9D79D44A8DB6}"/>
                </a:ext>
              </a:extLst>
            </p:cNvPr>
            <p:cNvSpPr>
              <a:spLocks noChangeShapeType="1"/>
            </p:cNvSpPr>
            <p:nvPr/>
          </p:nvSpPr>
          <p:spPr bwMode="auto">
            <a:xfrm>
              <a:off x="3941763" y="3794125"/>
              <a:ext cx="0" cy="244475"/>
            </a:xfrm>
            <a:prstGeom prst="line">
              <a:avLst/>
            </a:prstGeom>
            <a:grpFill/>
            <a:ln w="25400">
              <a:solidFill>
                <a:srgbClr val="000000"/>
              </a:solidFill>
              <a:prstDash val="dash"/>
              <a:round/>
              <a:headEnd/>
              <a:tailEnd/>
            </a:ln>
          </p:spPr>
          <p:txBody>
            <a:bodyPr/>
            <a:lstStyle/>
            <a:p>
              <a:pPr eaLnBrk="1" hangingPunct="1">
                <a:defRPr/>
              </a:pPr>
              <a:endParaRPr lang="en-US" sz="1600"/>
            </a:p>
          </p:txBody>
        </p:sp>
        <p:sp>
          <p:nvSpPr>
            <p:cNvPr id="182318" name="Line 46">
              <a:extLst>
                <a:ext uri="{FF2B5EF4-FFF2-40B4-BE49-F238E27FC236}">
                  <a16:creationId xmlns:a16="http://schemas.microsoft.com/office/drawing/2014/main" id="{E5D0FFCD-3DB3-44F1-96C4-D85A1F57727F}"/>
                </a:ext>
              </a:extLst>
            </p:cNvPr>
            <p:cNvSpPr>
              <a:spLocks noChangeShapeType="1"/>
            </p:cNvSpPr>
            <p:nvPr/>
          </p:nvSpPr>
          <p:spPr bwMode="auto">
            <a:xfrm>
              <a:off x="2532063" y="4095750"/>
              <a:ext cx="0" cy="400050"/>
            </a:xfrm>
            <a:prstGeom prst="line">
              <a:avLst/>
            </a:prstGeom>
            <a:grpFill/>
            <a:ln w="25400">
              <a:solidFill>
                <a:srgbClr val="000000"/>
              </a:solidFill>
              <a:round/>
              <a:headEnd/>
              <a:tailEnd/>
            </a:ln>
          </p:spPr>
          <p:txBody>
            <a:bodyPr/>
            <a:lstStyle/>
            <a:p>
              <a:pPr eaLnBrk="1" hangingPunct="1">
                <a:defRPr/>
              </a:pPr>
              <a:endParaRPr lang="en-US" sz="1600"/>
            </a:p>
          </p:txBody>
        </p:sp>
        <p:sp>
          <p:nvSpPr>
            <p:cNvPr id="182319" name="Line 47">
              <a:extLst>
                <a:ext uri="{FF2B5EF4-FFF2-40B4-BE49-F238E27FC236}">
                  <a16:creationId xmlns:a16="http://schemas.microsoft.com/office/drawing/2014/main" id="{548A34F5-DE5D-4D15-BC1F-616C86030330}"/>
                </a:ext>
              </a:extLst>
            </p:cNvPr>
            <p:cNvSpPr>
              <a:spLocks noChangeShapeType="1"/>
            </p:cNvSpPr>
            <p:nvPr/>
          </p:nvSpPr>
          <p:spPr bwMode="auto">
            <a:xfrm>
              <a:off x="4814888" y="4073525"/>
              <a:ext cx="0" cy="398463"/>
            </a:xfrm>
            <a:prstGeom prst="line">
              <a:avLst/>
            </a:prstGeom>
            <a:grpFill/>
            <a:ln w="25400">
              <a:solidFill>
                <a:srgbClr val="000000"/>
              </a:solidFill>
              <a:round/>
              <a:headEnd/>
              <a:tailEnd/>
            </a:ln>
          </p:spPr>
          <p:txBody>
            <a:bodyPr/>
            <a:lstStyle/>
            <a:p>
              <a:pPr eaLnBrk="1" hangingPunct="1">
                <a:defRPr/>
              </a:pPr>
              <a:endParaRPr lang="en-US" sz="1600"/>
            </a:p>
          </p:txBody>
        </p:sp>
        <p:sp>
          <p:nvSpPr>
            <p:cNvPr id="182320" name="Rectangle 48">
              <a:extLst>
                <a:ext uri="{FF2B5EF4-FFF2-40B4-BE49-F238E27FC236}">
                  <a16:creationId xmlns:a16="http://schemas.microsoft.com/office/drawing/2014/main" id="{9A6A99B7-7474-4FD1-AD3E-AC7A652FAE76}"/>
                </a:ext>
              </a:extLst>
            </p:cNvPr>
            <p:cNvSpPr>
              <a:spLocks noChangeArrowheads="1"/>
            </p:cNvSpPr>
            <p:nvPr/>
          </p:nvSpPr>
          <p:spPr bwMode="auto">
            <a:xfrm>
              <a:off x="2714625" y="4325938"/>
              <a:ext cx="468313" cy="360362"/>
            </a:xfrm>
            <a:prstGeom prst="rect">
              <a:avLst/>
            </a:prstGeom>
            <a:grpFill/>
            <a:ln w="25400">
              <a:solidFill>
                <a:srgbClr val="000000"/>
              </a:solidFill>
              <a:miter lim="800000"/>
              <a:headEnd/>
              <a:tailEnd/>
            </a:ln>
          </p:spPr>
          <p:txBody>
            <a:bodyPr/>
            <a:lstStyle/>
            <a:p>
              <a:pPr eaLnBrk="1" hangingPunct="1">
                <a:defRPr/>
              </a:pPr>
              <a:endParaRPr lang="en-US" sz="1600"/>
            </a:p>
          </p:txBody>
        </p:sp>
        <p:sp>
          <p:nvSpPr>
            <p:cNvPr id="182321" name="Line 49">
              <a:extLst>
                <a:ext uri="{FF2B5EF4-FFF2-40B4-BE49-F238E27FC236}">
                  <a16:creationId xmlns:a16="http://schemas.microsoft.com/office/drawing/2014/main" id="{91F49E31-0EF4-4FC8-AC0E-94B1609A651F}"/>
                </a:ext>
              </a:extLst>
            </p:cNvPr>
            <p:cNvSpPr>
              <a:spLocks noChangeShapeType="1"/>
            </p:cNvSpPr>
            <p:nvPr/>
          </p:nvSpPr>
          <p:spPr bwMode="auto">
            <a:xfrm>
              <a:off x="2538413" y="4495800"/>
              <a:ext cx="176212" cy="0"/>
            </a:xfrm>
            <a:prstGeom prst="line">
              <a:avLst/>
            </a:prstGeom>
            <a:grpFill/>
            <a:ln w="25400">
              <a:solidFill>
                <a:srgbClr val="000000"/>
              </a:solidFill>
              <a:round/>
              <a:headEnd type="none" w="sm" len="sm"/>
              <a:tailEnd/>
            </a:ln>
          </p:spPr>
          <p:txBody>
            <a:bodyPr/>
            <a:lstStyle/>
            <a:p>
              <a:pPr eaLnBrk="1" hangingPunct="1">
                <a:defRPr/>
              </a:pPr>
              <a:endParaRPr lang="en-US" sz="1600"/>
            </a:p>
          </p:txBody>
        </p:sp>
        <p:sp>
          <p:nvSpPr>
            <p:cNvPr id="182322" name="Line 50">
              <a:extLst>
                <a:ext uri="{FF2B5EF4-FFF2-40B4-BE49-F238E27FC236}">
                  <a16:creationId xmlns:a16="http://schemas.microsoft.com/office/drawing/2014/main" id="{FD083D09-ED81-475A-A03A-E4E05FBD4754}"/>
                </a:ext>
              </a:extLst>
            </p:cNvPr>
            <p:cNvSpPr>
              <a:spLocks noChangeShapeType="1"/>
            </p:cNvSpPr>
            <p:nvPr/>
          </p:nvSpPr>
          <p:spPr bwMode="auto">
            <a:xfrm>
              <a:off x="3189288" y="4495800"/>
              <a:ext cx="174625" cy="0"/>
            </a:xfrm>
            <a:prstGeom prst="line">
              <a:avLst/>
            </a:prstGeom>
            <a:grpFill/>
            <a:ln w="25400">
              <a:solidFill>
                <a:srgbClr val="000000"/>
              </a:solidFill>
              <a:round/>
              <a:headEnd type="none" w="sm" len="sm"/>
              <a:tailEnd type="none" w="sm" len="sm"/>
            </a:ln>
          </p:spPr>
          <p:txBody>
            <a:bodyPr/>
            <a:lstStyle/>
            <a:p>
              <a:pPr eaLnBrk="1" hangingPunct="1">
                <a:defRPr/>
              </a:pPr>
              <a:endParaRPr lang="en-US" sz="1600"/>
            </a:p>
          </p:txBody>
        </p:sp>
        <p:sp>
          <p:nvSpPr>
            <p:cNvPr id="182323" name="Line 51">
              <a:extLst>
                <a:ext uri="{FF2B5EF4-FFF2-40B4-BE49-F238E27FC236}">
                  <a16:creationId xmlns:a16="http://schemas.microsoft.com/office/drawing/2014/main" id="{6B8C3BF3-A8BD-45DF-9A66-B2DAB0549ADA}"/>
                </a:ext>
              </a:extLst>
            </p:cNvPr>
            <p:cNvSpPr>
              <a:spLocks noChangeShapeType="1"/>
            </p:cNvSpPr>
            <p:nvPr/>
          </p:nvSpPr>
          <p:spPr bwMode="auto">
            <a:xfrm flipV="1">
              <a:off x="2903538" y="4160838"/>
              <a:ext cx="0" cy="166687"/>
            </a:xfrm>
            <a:prstGeom prst="line">
              <a:avLst/>
            </a:prstGeom>
            <a:grpFill/>
            <a:ln w="25400">
              <a:solidFill>
                <a:srgbClr val="000000"/>
              </a:solidFill>
              <a:round/>
              <a:headEnd/>
              <a:tailEnd type="oval" w="sm" len="sm"/>
            </a:ln>
          </p:spPr>
          <p:txBody>
            <a:bodyPr/>
            <a:lstStyle/>
            <a:p>
              <a:pPr eaLnBrk="1" hangingPunct="1">
                <a:defRPr/>
              </a:pPr>
              <a:endParaRPr lang="en-US" sz="1600"/>
            </a:p>
          </p:txBody>
        </p:sp>
        <p:sp>
          <p:nvSpPr>
            <p:cNvPr id="182324" name="Line 52">
              <a:extLst>
                <a:ext uri="{FF2B5EF4-FFF2-40B4-BE49-F238E27FC236}">
                  <a16:creationId xmlns:a16="http://schemas.microsoft.com/office/drawing/2014/main" id="{35BA4900-B77E-4885-9AD9-F941CF091E3D}"/>
                </a:ext>
              </a:extLst>
            </p:cNvPr>
            <p:cNvSpPr>
              <a:spLocks noChangeShapeType="1"/>
            </p:cNvSpPr>
            <p:nvPr/>
          </p:nvSpPr>
          <p:spPr bwMode="auto">
            <a:xfrm>
              <a:off x="2903538" y="4675188"/>
              <a:ext cx="0" cy="176212"/>
            </a:xfrm>
            <a:prstGeom prst="line">
              <a:avLst/>
            </a:prstGeom>
            <a:grpFill/>
            <a:ln w="25400">
              <a:solidFill>
                <a:srgbClr val="000000"/>
              </a:solidFill>
              <a:round/>
              <a:headEnd/>
              <a:tailEnd/>
            </a:ln>
          </p:spPr>
          <p:txBody>
            <a:bodyPr/>
            <a:lstStyle/>
            <a:p>
              <a:pPr eaLnBrk="1" hangingPunct="1">
                <a:defRPr/>
              </a:pPr>
              <a:endParaRPr lang="en-US" sz="1600"/>
            </a:p>
          </p:txBody>
        </p:sp>
        <p:sp>
          <p:nvSpPr>
            <p:cNvPr id="182325" name="Line 53">
              <a:extLst>
                <a:ext uri="{FF2B5EF4-FFF2-40B4-BE49-F238E27FC236}">
                  <a16:creationId xmlns:a16="http://schemas.microsoft.com/office/drawing/2014/main" id="{B19E16D9-FB76-4691-916B-27B31E85285D}"/>
                </a:ext>
              </a:extLst>
            </p:cNvPr>
            <p:cNvSpPr>
              <a:spLocks noChangeShapeType="1"/>
            </p:cNvSpPr>
            <p:nvPr/>
          </p:nvSpPr>
          <p:spPr bwMode="auto">
            <a:xfrm>
              <a:off x="3913188" y="4851400"/>
              <a:ext cx="1003300"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326" name="Rectangle 54">
              <a:extLst>
                <a:ext uri="{FF2B5EF4-FFF2-40B4-BE49-F238E27FC236}">
                  <a16:creationId xmlns:a16="http://schemas.microsoft.com/office/drawing/2014/main" id="{A1A00C20-FBDE-4FEF-B895-9C67B5E95FEB}"/>
                </a:ext>
              </a:extLst>
            </p:cNvPr>
            <p:cNvSpPr>
              <a:spLocks noChangeArrowheads="1"/>
            </p:cNvSpPr>
            <p:nvPr/>
          </p:nvSpPr>
          <p:spPr bwMode="auto">
            <a:xfrm>
              <a:off x="4165600" y="4327525"/>
              <a:ext cx="468313" cy="360363"/>
            </a:xfrm>
            <a:prstGeom prst="rect">
              <a:avLst/>
            </a:prstGeom>
            <a:grpFill/>
            <a:ln w="25400">
              <a:solidFill>
                <a:srgbClr val="000000"/>
              </a:solidFill>
              <a:miter lim="800000"/>
              <a:headEnd/>
              <a:tailEnd/>
            </a:ln>
          </p:spPr>
          <p:txBody>
            <a:bodyPr/>
            <a:lstStyle/>
            <a:p>
              <a:pPr eaLnBrk="1" hangingPunct="1">
                <a:defRPr/>
              </a:pPr>
              <a:endParaRPr lang="en-US" sz="1600"/>
            </a:p>
          </p:txBody>
        </p:sp>
        <p:sp>
          <p:nvSpPr>
            <p:cNvPr id="182327" name="Line 55">
              <a:extLst>
                <a:ext uri="{FF2B5EF4-FFF2-40B4-BE49-F238E27FC236}">
                  <a16:creationId xmlns:a16="http://schemas.microsoft.com/office/drawing/2014/main" id="{1BC2A890-800B-4C55-B31A-676C4F4CF3B0}"/>
                </a:ext>
              </a:extLst>
            </p:cNvPr>
            <p:cNvSpPr>
              <a:spLocks noChangeShapeType="1"/>
            </p:cNvSpPr>
            <p:nvPr/>
          </p:nvSpPr>
          <p:spPr bwMode="auto">
            <a:xfrm>
              <a:off x="3960813" y="4483100"/>
              <a:ext cx="174625" cy="0"/>
            </a:xfrm>
            <a:prstGeom prst="line">
              <a:avLst/>
            </a:prstGeom>
            <a:grpFill/>
            <a:ln w="25400">
              <a:solidFill>
                <a:srgbClr val="000000"/>
              </a:solidFill>
              <a:round/>
              <a:headEnd type="none" w="sm" len="sm"/>
              <a:tailEnd/>
            </a:ln>
          </p:spPr>
          <p:txBody>
            <a:bodyPr/>
            <a:lstStyle/>
            <a:p>
              <a:pPr eaLnBrk="1" hangingPunct="1">
                <a:defRPr/>
              </a:pPr>
              <a:endParaRPr lang="en-US" sz="1600"/>
            </a:p>
          </p:txBody>
        </p:sp>
        <p:sp>
          <p:nvSpPr>
            <p:cNvPr id="182328" name="Line 56">
              <a:extLst>
                <a:ext uri="{FF2B5EF4-FFF2-40B4-BE49-F238E27FC236}">
                  <a16:creationId xmlns:a16="http://schemas.microsoft.com/office/drawing/2014/main" id="{CB32398E-AF1F-4264-95AD-27E6153755ED}"/>
                </a:ext>
              </a:extLst>
            </p:cNvPr>
            <p:cNvSpPr>
              <a:spLocks noChangeShapeType="1"/>
            </p:cNvSpPr>
            <p:nvPr/>
          </p:nvSpPr>
          <p:spPr bwMode="auto">
            <a:xfrm>
              <a:off x="4640263" y="4483100"/>
              <a:ext cx="176212" cy="0"/>
            </a:xfrm>
            <a:prstGeom prst="line">
              <a:avLst/>
            </a:prstGeom>
            <a:grpFill/>
            <a:ln w="25400">
              <a:solidFill>
                <a:srgbClr val="000000"/>
              </a:solidFill>
              <a:round/>
              <a:headEnd type="none" w="sm" len="sm"/>
              <a:tailEnd type="none" w="sm" len="sm"/>
            </a:ln>
          </p:spPr>
          <p:txBody>
            <a:bodyPr/>
            <a:lstStyle/>
            <a:p>
              <a:pPr eaLnBrk="1" hangingPunct="1">
                <a:defRPr/>
              </a:pPr>
              <a:endParaRPr lang="en-US" sz="1600"/>
            </a:p>
          </p:txBody>
        </p:sp>
        <p:sp>
          <p:nvSpPr>
            <p:cNvPr id="182329" name="Line 57">
              <a:extLst>
                <a:ext uri="{FF2B5EF4-FFF2-40B4-BE49-F238E27FC236}">
                  <a16:creationId xmlns:a16="http://schemas.microsoft.com/office/drawing/2014/main" id="{71FF8AA8-C812-4D5B-861E-01671E4F356C}"/>
                </a:ext>
              </a:extLst>
            </p:cNvPr>
            <p:cNvSpPr>
              <a:spLocks noChangeShapeType="1"/>
            </p:cNvSpPr>
            <p:nvPr/>
          </p:nvSpPr>
          <p:spPr bwMode="auto">
            <a:xfrm flipV="1">
              <a:off x="4445825" y="4165600"/>
              <a:ext cx="0" cy="166688"/>
            </a:xfrm>
            <a:prstGeom prst="line">
              <a:avLst/>
            </a:prstGeom>
            <a:grpFill/>
            <a:ln w="25400">
              <a:solidFill>
                <a:srgbClr val="000000"/>
              </a:solidFill>
              <a:round/>
              <a:headEnd/>
              <a:tailEnd type="none" w="sm" len="sm"/>
            </a:ln>
          </p:spPr>
          <p:txBody>
            <a:bodyPr/>
            <a:lstStyle/>
            <a:p>
              <a:pPr eaLnBrk="1" hangingPunct="1">
                <a:defRPr/>
              </a:pPr>
              <a:endParaRPr lang="en-US" sz="1600"/>
            </a:p>
          </p:txBody>
        </p:sp>
        <p:sp>
          <p:nvSpPr>
            <p:cNvPr id="182330" name="Line 58">
              <a:extLst>
                <a:ext uri="{FF2B5EF4-FFF2-40B4-BE49-F238E27FC236}">
                  <a16:creationId xmlns:a16="http://schemas.microsoft.com/office/drawing/2014/main" id="{77F760D7-AEAE-404E-A67A-F3B663D161A3}"/>
                </a:ext>
              </a:extLst>
            </p:cNvPr>
            <p:cNvSpPr>
              <a:spLocks noChangeShapeType="1"/>
            </p:cNvSpPr>
            <p:nvPr/>
          </p:nvSpPr>
          <p:spPr bwMode="auto">
            <a:xfrm>
              <a:off x="4457700" y="4679950"/>
              <a:ext cx="0" cy="174625"/>
            </a:xfrm>
            <a:prstGeom prst="line">
              <a:avLst/>
            </a:prstGeom>
            <a:grpFill/>
            <a:ln w="25400">
              <a:solidFill>
                <a:srgbClr val="000000"/>
              </a:solidFill>
              <a:round/>
              <a:headEnd/>
              <a:tailEnd type="oval" w="sm" len="sm"/>
            </a:ln>
          </p:spPr>
          <p:txBody>
            <a:bodyPr/>
            <a:lstStyle/>
            <a:p>
              <a:pPr eaLnBrk="1" hangingPunct="1">
                <a:defRPr/>
              </a:pPr>
              <a:endParaRPr lang="en-US" sz="1600"/>
            </a:p>
          </p:txBody>
        </p:sp>
        <p:sp>
          <p:nvSpPr>
            <p:cNvPr id="182331" name="Line 59">
              <a:extLst>
                <a:ext uri="{FF2B5EF4-FFF2-40B4-BE49-F238E27FC236}">
                  <a16:creationId xmlns:a16="http://schemas.microsoft.com/office/drawing/2014/main" id="{14BA8E41-424D-4DF4-8105-3B6235343ABE}"/>
                </a:ext>
              </a:extLst>
            </p:cNvPr>
            <p:cNvSpPr>
              <a:spLocks noChangeShapeType="1"/>
            </p:cNvSpPr>
            <p:nvPr/>
          </p:nvSpPr>
          <p:spPr bwMode="auto">
            <a:xfrm>
              <a:off x="3867150" y="4160838"/>
              <a:ext cx="577850"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332" name="Line 60">
              <a:extLst>
                <a:ext uri="{FF2B5EF4-FFF2-40B4-BE49-F238E27FC236}">
                  <a16:creationId xmlns:a16="http://schemas.microsoft.com/office/drawing/2014/main" id="{B0DB6AB6-66F2-4142-9BCC-126B9B26A5FE}"/>
                </a:ext>
              </a:extLst>
            </p:cNvPr>
            <p:cNvSpPr>
              <a:spLocks noChangeShapeType="1"/>
            </p:cNvSpPr>
            <p:nvPr/>
          </p:nvSpPr>
          <p:spPr bwMode="auto">
            <a:xfrm>
              <a:off x="3544888" y="4160838"/>
              <a:ext cx="231775" cy="0"/>
            </a:xfrm>
            <a:prstGeom prst="line">
              <a:avLst/>
            </a:prstGeom>
            <a:grpFill/>
            <a:ln w="25400">
              <a:solidFill>
                <a:srgbClr val="000000"/>
              </a:solidFill>
              <a:prstDash val="dash"/>
              <a:round/>
              <a:headEnd/>
              <a:tailEnd/>
            </a:ln>
          </p:spPr>
          <p:txBody>
            <a:bodyPr/>
            <a:lstStyle/>
            <a:p>
              <a:pPr eaLnBrk="1" hangingPunct="1">
                <a:defRPr/>
              </a:pPr>
              <a:endParaRPr lang="en-US" sz="1600"/>
            </a:p>
          </p:txBody>
        </p:sp>
        <p:sp>
          <p:nvSpPr>
            <p:cNvPr id="182333" name="Line 61">
              <a:extLst>
                <a:ext uri="{FF2B5EF4-FFF2-40B4-BE49-F238E27FC236}">
                  <a16:creationId xmlns:a16="http://schemas.microsoft.com/office/drawing/2014/main" id="{FA0F5242-39C7-4C5A-8D7B-8CA442E8DD49}"/>
                </a:ext>
              </a:extLst>
            </p:cNvPr>
            <p:cNvSpPr>
              <a:spLocks noChangeShapeType="1"/>
            </p:cNvSpPr>
            <p:nvPr/>
          </p:nvSpPr>
          <p:spPr bwMode="auto">
            <a:xfrm>
              <a:off x="3530600" y="4851400"/>
              <a:ext cx="287338" cy="0"/>
            </a:xfrm>
            <a:prstGeom prst="line">
              <a:avLst/>
            </a:prstGeom>
            <a:grpFill/>
            <a:ln w="25400">
              <a:solidFill>
                <a:srgbClr val="000000"/>
              </a:solidFill>
              <a:prstDash val="dash"/>
              <a:round/>
              <a:headEnd/>
              <a:tailEnd/>
            </a:ln>
          </p:spPr>
          <p:txBody>
            <a:bodyPr/>
            <a:lstStyle/>
            <a:p>
              <a:pPr eaLnBrk="1" hangingPunct="1">
                <a:defRPr/>
              </a:pPr>
              <a:endParaRPr lang="en-US" sz="1600"/>
            </a:p>
          </p:txBody>
        </p:sp>
        <p:sp>
          <p:nvSpPr>
            <p:cNvPr id="182334" name="Line 62">
              <a:extLst>
                <a:ext uri="{FF2B5EF4-FFF2-40B4-BE49-F238E27FC236}">
                  <a16:creationId xmlns:a16="http://schemas.microsoft.com/office/drawing/2014/main" id="{1D1D8BDC-DC5F-4AD9-AA90-BAC2A397F36B}"/>
                </a:ext>
              </a:extLst>
            </p:cNvPr>
            <p:cNvSpPr>
              <a:spLocks noChangeShapeType="1"/>
            </p:cNvSpPr>
            <p:nvPr/>
          </p:nvSpPr>
          <p:spPr bwMode="auto">
            <a:xfrm>
              <a:off x="2903538" y="4851400"/>
              <a:ext cx="523875"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335" name="Line 63">
              <a:extLst>
                <a:ext uri="{FF2B5EF4-FFF2-40B4-BE49-F238E27FC236}">
                  <a16:creationId xmlns:a16="http://schemas.microsoft.com/office/drawing/2014/main" id="{DA9AB286-D42A-4BCE-968E-99BB5127375F}"/>
                </a:ext>
              </a:extLst>
            </p:cNvPr>
            <p:cNvSpPr>
              <a:spLocks noChangeShapeType="1"/>
            </p:cNvSpPr>
            <p:nvPr/>
          </p:nvSpPr>
          <p:spPr bwMode="auto">
            <a:xfrm>
              <a:off x="2098675" y="4160838"/>
              <a:ext cx="1344613"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336" name="Line 64">
              <a:extLst>
                <a:ext uri="{FF2B5EF4-FFF2-40B4-BE49-F238E27FC236}">
                  <a16:creationId xmlns:a16="http://schemas.microsoft.com/office/drawing/2014/main" id="{475344FF-B5AD-416D-BDC0-101CBEB0147C}"/>
                </a:ext>
              </a:extLst>
            </p:cNvPr>
            <p:cNvSpPr>
              <a:spLocks noChangeShapeType="1"/>
            </p:cNvSpPr>
            <p:nvPr/>
          </p:nvSpPr>
          <p:spPr bwMode="auto">
            <a:xfrm>
              <a:off x="3367088" y="4073525"/>
              <a:ext cx="0" cy="411163"/>
            </a:xfrm>
            <a:prstGeom prst="line">
              <a:avLst/>
            </a:prstGeom>
            <a:grpFill/>
            <a:ln w="25400">
              <a:solidFill>
                <a:srgbClr val="000000"/>
              </a:solidFill>
              <a:round/>
              <a:headEnd/>
              <a:tailEnd/>
            </a:ln>
          </p:spPr>
          <p:txBody>
            <a:bodyPr/>
            <a:lstStyle/>
            <a:p>
              <a:pPr eaLnBrk="1" hangingPunct="1">
                <a:defRPr/>
              </a:pPr>
              <a:endParaRPr lang="en-US" sz="1600"/>
            </a:p>
          </p:txBody>
        </p:sp>
        <p:sp>
          <p:nvSpPr>
            <p:cNvPr id="182337" name="Line 65">
              <a:extLst>
                <a:ext uri="{FF2B5EF4-FFF2-40B4-BE49-F238E27FC236}">
                  <a16:creationId xmlns:a16="http://schemas.microsoft.com/office/drawing/2014/main" id="{486227B4-7F96-4E31-9861-1B7A51E3D5FB}"/>
                </a:ext>
              </a:extLst>
            </p:cNvPr>
            <p:cNvSpPr>
              <a:spLocks noChangeShapeType="1"/>
            </p:cNvSpPr>
            <p:nvPr/>
          </p:nvSpPr>
          <p:spPr bwMode="auto">
            <a:xfrm>
              <a:off x="3944938" y="4073525"/>
              <a:ext cx="0" cy="411163"/>
            </a:xfrm>
            <a:prstGeom prst="line">
              <a:avLst/>
            </a:prstGeom>
            <a:grpFill/>
            <a:ln w="25400">
              <a:solidFill>
                <a:srgbClr val="000000"/>
              </a:solidFill>
              <a:round/>
              <a:headEnd/>
              <a:tailEnd/>
            </a:ln>
          </p:spPr>
          <p:txBody>
            <a:bodyPr/>
            <a:lstStyle/>
            <a:p>
              <a:pPr eaLnBrk="1" hangingPunct="1">
                <a:defRPr/>
              </a:pPr>
              <a:endParaRPr lang="en-US" sz="1600"/>
            </a:p>
          </p:txBody>
        </p:sp>
        <p:sp>
          <p:nvSpPr>
            <p:cNvPr id="182338" name="Line 66">
              <a:extLst>
                <a:ext uri="{FF2B5EF4-FFF2-40B4-BE49-F238E27FC236}">
                  <a16:creationId xmlns:a16="http://schemas.microsoft.com/office/drawing/2014/main" id="{0C0C2007-A8AD-428A-9EC9-9A6C468FEA6F}"/>
                </a:ext>
              </a:extLst>
            </p:cNvPr>
            <p:cNvSpPr>
              <a:spLocks noChangeShapeType="1"/>
            </p:cNvSpPr>
            <p:nvPr/>
          </p:nvSpPr>
          <p:spPr bwMode="auto">
            <a:xfrm>
              <a:off x="2760663" y="2546350"/>
              <a:ext cx="611187"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339" name="Line 67">
              <a:extLst>
                <a:ext uri="{FF2B5EF4-FFF2-40B4-BE49-F238E27FC236}">
                  <a16:creationId xmlns:a16="http://schemas.microsoft.com/office/drawing/2014/main" id="{A7BD70AB-0E61-440A-AF67-694ECA14A34D}"/>
                </a:ext>
              </a:extLst>
            </p:cNvPr>
            <p:cNvSpPr>
              <a:spLocks noChangeShapeType="1"/>
            </p:cNvSpPr>
            <p:nvPr/>
          </p:nvSpPr>
          <p:spPr bwMode="auto">
            <a:xfrm flipV="1">
              <a:off x="2757488" y="2166938"/>
              <a:ext cx="0" cy="382587"/>
            </a:xfrm>
            <a:prstGeom prst="line">
              <a:avLst/>
            </a:prstGeom>
            <a:grpFill/>
            <a:ln w="25400">
              <a:solidFill>
                <a:srgbClr val="000000"/>
              </a:solidFill>
              <a:round/>
              <a:headEnd/>
              <a:tailEnd/>
            </a:ln>
          </p:spPr>
          <p:txBody>
            <a:bodyPr/>
            <a:lstStyle/>
            <a:p>
              <a:pPr eaLnBrk="1" hangingPunct="1">
                <a:defRPr/>
              </a:pPr>
              <a:endParaRPr lang="en-US" sz="1600"/>
            </a:p>
          </p:txBody>
        </p:sp>
        <p:sp>
          <p:nvSpPr>
            <p:cNvPr id="182340" name="Line 68">
              <a:extLst>
                <a:ext uri="{FF2B5EF4-FFF2-40B4-BE49-F238E27FC236}">
                  <a16:creationId xmlns:a16="http://schemas.microsoft.com/office/drawing/2014/main" id="{960CE2A8-894D-4C6E-81ED-7A5B1EC4E027}"/>
                </a:ext>
              </a:extLst>
            </p:cNvPr>
            <p:cNvSpPr>
              <a:spLocks noChangeShapeType="1"/>
            </p:cNvSpPr>
            <p:nvPr/>
          </p:nvSpPr>
          <p:spPr bwMode="auto">
            <a:xfrm>
              <a:off x="4100513" y="2574925"/>
              <a:ext cx="715962"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341" name="Line 69">
              <a:extLst>
                <a:ext uri="{FF2B5EF4-FFF2-40B4-BE49-F238E27FC236}">
                  <a16:creationId xmlns:a16="http://schemas.microsoft.com/office/drawing/2014/main" id="{3804162F-12DE-4636-8323-FE2E3B0288F6}"/>
                </a:ext>
              </a:extLst>
            </p:cNvPr>
            <p:cNvSpPr>
              <a:spLocks noChangeShapeType="1"/>
            </p:cNvSpPr>
            <p:nvPr/>
          </p:nvSpPr>
          <p:spPr bwMode="auto">
            <a:xfrm flipV="1">
              <a:off x="4100513" y="2170113"/>
              <a:ext cx="0" cy="382587"/>
            </a:xfrm>
            <a:prstGeom prst="line">
              <a:avLst/>
            </a:prstGeom>
            <a:grpFill/>
            <a:ln w="25400">
              <a:solidFill>
                <a:srgbClr val="000000"/>
              </a:solidFill>
              <a:round/>
              <a:headEnd/>
              <a:tailEnd/>
            </a:ln>
          </p:spPr>
          <p:txBody>
            <a:bodyPr/>
            <a:lstStyle/>
            <a:p>
              <a:pPr eaLnBrk="1" hangingPunct="1">
                <a:defRPr/>
              </a:pPr>
              <a:endParaRPr lang="en-US" sz="1600"/>
            </a:p>
          </p:txBody>
        </p:sp>
        <p:sp>
          <p:nvSpPr>
            <p:cNvPr id="182342" name="Rectangle 70">
              <a:extLst>
                <a:ext uri="{FF2B5EF4-FFF2-40B4-BE49-F238E27FC236}">
                  <a16:creationId xmlns:a16="http://schemas.microsoft.com/office/drawing/2014/main" id="{9D2CB7B7-A73B-48BD-811F-83DC22322F8A}"/>
                </a:ext>
              </a:extLst>
            </p:cNvPr>
            <p:cNvSpPr>
              <a:spLocks noChangeArrowheads="1"/>
            </p:cNvSpPr>
            <p:nvPr/>
          </p:nvSpPr>
          <p:spPr bwMode="auto">
            <a:xfrm>
              <a:off x="2349500" y="1811338"/>
              <a:ext cx="3151188" cy="352425"/>
            </a:xfrm>
            <a:prstGeom prst="rect">
              <a:avLst/>
            </a:prstGeom>
            <a:grpFill/>
            <a:ln w="25400">
              <a:solidFill>
                <a:srgbClr val="000000"/>
              </a:solidFill>
              <a:miter lim="800000"/>
              <a:headEnd/>
              <a:tailEnd/>
            </a:ln>
          </p:spPr>
          <p:txBody>
            <a:bodyPr/>
            <a:lstStyle/>
            <a:p>
              <a:pPr eaLnBrk="1" hangingPunct="1">
                <a:defRPr/>
              </a:pPr>
              <a:r>
                <a:rPr lang="en-US" sz="1600" dirty="0"/>
                <a:t>            Tag</a:t>
              </a:r>
              <a:r>
                <a:rPr lang="ru-RU" sz="1600" dirty="0"/>
                <a:t>    </a:t>
              </a:r>
              <a:r>
                <a:rPr lang="en-US" sz="1600" dirty="0"/>
                <a:t>           </a:t>
              </a:r>
              <a:r>
                <a:rPr lang="ru-RU" sz="1600" dirty="0"/>
                <a:t> </a:t>
              </a:r>
              <a:r>
                <a:rPr lang="en-US" sz="1600" dirty="0"/>
                <a:t>Offset</a:t>
              </a:r>
              <a:endParaRPr lang="ru-RU" sz="1600" dirty="0"/>
            </a:p>
          </p:txBody>
        </p:sp>
        <p:sp>
          <p:nvSpPr>
            <p:cNvPr id="182343" name="Line 71">
              <a:extLst>
                <a:ext uri="{FF2B5EF4-FFF2-40B4-BE49-F238E27FC236}">
                  <a16:creationId xmlns:a16="http://schemas.microsoft.com/office/drawing/2014/main" id="{81596720-30C9-42FF-B606-3A7ADFFC7F8E}"/>
                </a:ext>
              </a:extLst>
            </p:cNvPr>
            <p:cNvSpPr>
              <a:spLocks noChangeShapeType="1"/>
            </p:cNvSpPr>
            <p:nvPr/>
          </p:nvSpPr>
          <p:spPr bwMode="auto">
            <a:xfrm>
              <a:off x="4327525" y="1797050"/>
              <a:ext cx="0" cy="352425"/>
            </a:xfrm>
            <a:prstGeom prst="line">
              <a:avLst/>
            </a:prstGeom>
            <a:grpFill/>
            <a:ln w="25400">
              <a:solidFill>
                <a:srgbClr val="000000"/>
              </a:solidFill>
              <a:round/>
              <a:headEnd/>
              <a:tailEnd/>
            </a:ln>
          </p:spPr>
          <p:txBody>
            <a:bodyPr/>
            <a:lstStyle/>
            <a:p>
              <a:pPr eaLnBrk="1" hangingPunct="1">
                <a:defRPr/>
              </a:pPr>
              <a:endParaRPr lang="en-US" sz="1600"/>
            </a:p>
          </p:txBody>
        </p:sp>
        <p:sp>
          <p:nvSpPr>
            <p:cNvPr id="182344" name="Line 72">
              <a:extLst>
                <a:ext uri="{FF2B5EF4-FFF2-40B4-BE49-F238E27FC236}">
                  <a16:creationId xmlns:a16="http://schemas.microsoft.com/office/drawing/2014/main" id="{8A4A15DE-ABED-47CC-B728-8EA25A53BCF1}"/>
                </a:ext>
              </a:extLst>
            </p:cNvPr>
            <p:cNvSpPr>
              <a:spLocks noChangeShapeType="1"/>
            </p:cNvSpPr>
            <p:nvPr/>
          </p:nvSpPr>
          <p:spPr bwMode="auto">
            <a:xfrm flipV="1">
              <a:off x="4946650" y="2181225"/>
              <a:ext cx="0" cy="206375"/>
            </a:xfrm>
            <a:prstGeom prst="line">
              <a:avLst/>
            </a:prstGeom>
            <a:grpFill/>
            <a:ln w="25400">
              <a:solidFill>
                <a:srgbClr val="000000"/>
              </a:solidFill>
              <a:round/>
              <a:headEnd/>
              <a:tailEnd/>
            </a:ln>
          </p:spPr>
          <p:txBody>
            <a:bodyPr/>
            <a:lstStyle/>
            <a:p>
              <a:pPr eaLnBrk="1" hangingPunct="1">
                <a:defRPr/>
              </a:pPr>
              <a:endParaRPr lang="en-US" sz="1600"/>
            </a:p>
          </p:txBody>
        </p:sp>
        <p:sp>
          <p:nvSpPr>
            <p:cNvPr id="182345" name="Rectangle 73">
              <a:extLst>
                <a:ext uri="{FF2B5EF4-FFF2-40B4-BE49-F238E27FC236}">
                  <a16:creationId xmlns:a16="http://schemas.microsoft.com/office/drawing/2014/main" id="{8E9D5CEA-8F42-4E42-BD1F-26FF1E403786}"/>
                </a:ext>
              </a:extLst>
            </p:cNvPr>
            <p:cNvSpPr>
              <a:spLocks noChangeArrowheads="1"/>
            </p:cNvSpPr>
            <p:nvPr/>
          </p:nvSpPr>
          <p:spPr bwMode="auto">
            <a:xfrm>
              <a:off x="2173288" y="5100638"/>
              <a:ext cx="1927225" cy="528637"/>
            </a:xfrm>
            <a:prstGeom prst="rect">
              <a:avLst/>
            </a:prstGeom>
            <a:grpFill/>
            <a:ln w="25400">
              <a:solidFill>
                <a:srgbClr val="000000"/>
              </a:solidFill>
              <a:miter lim="800000"/>
              <a:headEnd/>
              <a:tailEnd/>
            </a:ln>
          </p:spPr>
          <p:txBody>
            <a:bodyPr/>
            <a:lstStyle/>
            <a:p>
              <a:pPr algn="ctr" eaLnBrk="1" hangingPunct="1">
                <a:defRPr/>
              </a:pPr>
              <a:r>
                <a:rPr lang="ru-RU" sz="1400" dirty="0"/>
                <a:t>Control Logic</a:t>
              </a:r>
            </a:p>
          </p:txBody>
        </p:sp>
        <p:sp>
          <p:nvSpPr>
            <p:cNvPr id="182346" name="Text Box 74">
              <a:extLst>
                <a:ext uri="{FF2B5EF4-FFF2-40B4-BE49-F238E27FC236}">
                  <a16:creationId xmlns:a16="http://schemas.microsoft.com/office/drawing/2014/main" id="{2E196A4B-8847-4E6F-82D5-B6C7A35E3D61}"/>
                </a:ext>
              </a:extLst>
            </p:cNvPr>
            <p:cNvSpPr txBox="1">
              <a:spLocks noChangeArrowheads="1"/>
            </p:cNvSpPr>
            <p:nvPr/>
          </p:nvSpPr>
          <p:spPr bwMode="auto">
            <a:xfrm>
              <a:off x="2100263" y="2105025"/>
              <a:ext cx="525462" cy="504825"/>
            </a:xfrm>
            <a:prstGeom prst="rect">
              <a:avLst/>
            </a:prstGeom>
            <a:grpFill/>
            <a:ln w="25400">
              <a:noFill/>
              <a:miter lim="800000"/>
              <a:headEnd/>
              <a:tailEnd/>
            </a:ln>
          </p:spPr>
          <p:txBody>
            <a:bodyPr/>
            <a:lstStyle/>
            <a:p>
              <a:pPr eaLnBrk="1" hangingPunct="1">
                <a:defRPr/>
              </a:pPr>
              <a:r>
                <a:rPr lang="ru-RU" sz="1400"/>
                <a:t>bit</a:t>
              </a:r>
            </a:p>
          </p:txBody>
        </p:sp>
        <p:sp>
          <p:nvSpPr>
            <p:cNvPr id="182347" name="Rectangle 75">
              <a:extLst>
                <a:ext uri="{FF2B5EF4-FFF2-40B4-BE49-F238E27FC236}">
                  <a16:creationId xmlns:a16="http://schemas.microsoft.com/office/drawing/2014/main" id="{1676C029-F5D8-48D2-8DA6-57A5D33D8DA1}"/>
                </a:ext>
              </a:extLst>
            </p:cNvPr>
            <p:cNvSpPr>
              <a:spLocks noChangeArrowheads="1"/>
            </p:cNvSpPr>
            <p:nvPr/>
          </p:nvSpPr>
          <p:spPr bwMode="auto">
            <a:xfrm>
              <a:off x="6434138" y="5086350"/>
              <a:ext cx="1593850" cy="352425"/>
            </a:xfrm>
            <a:prstGeom prst="rect">
              <a:avLst/>
            </a:prstGeom>
            <a:grpFill/>
            <a:ln w="25400">
              <a:solidFill>
                <a:srgbClr val="000000"/>
              </a:solidFill>
              <a:miter lim="800000"/>
              <a:headEnd/>
              <a:tailEnd/>
            </a:ln>
          </p:spPr>
          <p:txBody>
            <a:bodyPr/>
            <a:lstStyle/>
            <a:p>
              <a:pPr algn="ctr" eaLnBrk="1" hangingPunct="1">
                <a:defRPr/>
              </a:pPr>
              <a:r>
                <a:rPr lang="ru-RU" sz="1400"/>
                <a:t>Data</a:t>
              </a:r>
            </a:p>
          </p:txBody>
        </p:sp>
        <p:sp>
          <p:nvSpPr>
            <p:cNvPr id="182348" name="Text Box 76">
              <a:extLst>
                <a:ext uri="{FF2B5EF4-FFF2-40B4-BE49-F238E27FC236}">
                  <a16:creationId xmlns:a16="http://schemas.microsoft.com/office/drawing/2014/main" id="{27768DF8-D583-4791-8C25-EBA7762AA0C6}"/>
                </a:ext>
              </a:extLst>
            </p:cNvPr>
            <p:cNvSpPr txBox="1">
              <a:spLocks noChangeArrowheads="1"/>
            </p:cNvSpPr>
            <p:nvPr/>
          </p:nvSpPr>
          <p:spPr bwMode="auto">
            <a:xfrm>
              <a:off x="2611438" y="3036888"/>
              <a:ext cx="876300" cy="504825"/>
            </a:xfrm>
            <a:prstGeom prst="rect">
              <a:avLst/>
            </a:prstGeom>
            <a:grpFill/>
            <a:ln w="25400">
              <a:noFill/>
              <a:miter lim="800000"/>
              <a:headEnd/>
              <a:tailEnd/>
            </a:ln>
          </p:spPr>
          <p:txBody>
            <a:bodyPr/>
            <a:lstStyle/>
            <a:p>
              <a:pPr eaLnBrk="1" hangingPunct="1">
                <a:defRPr/>
              </a:pPr>
              <a:r>
                <a:rPr lang="ru-RU" sz="1400"/>
                <a:t>CAM</a:t>
              </a:r>
            </a:p>
          </p:txBody>
        </p:sp>
        <p:sp>
          <p:nvSpPr>
            <p:cNvPr id="182349" name="Text Box 77">
              <a:extLst>
                <a:ext uri="{FF2B5EF4-FFF2-40B4-BE49-F238E27FC236}">
                  <a16:creationId xmlns:a16="http://schemas.microsoft.com/office/drawing/2014/main" id="{03D06FD8-F1E7-4E97-B6D8-C33F8F6918E1}"/>
                </a:ext>
              </a:extLst>
            </p:cNvPr>
            <p:cNvSpPr txBox="1">
              <a:spLocks noChangeArrowheads="1"/>
            </p:cNvSpPr>
            <p:nvPr/>
          </p:nvSpPr>
          <p:spPr bwMode="auto">
            <a:xfrm>
              <a:off x="4035425" y="3036888"/>
              <a:ext cx="765175" cy="504825"/>
            </a:xfrm>
            <a:prstGeom prst="rect">
              <a:avLst/>
            </a:prstGeom>
            <a:grpFill/>
            <a:ln w="25400">
              <a:noFill/>
              <a:miter lim="800000"/>
              <a:headEnd/>
              <a:tailEnd/>
            </a:ln>
          </p:spPr>
          <p:txBody>
            <a:bodyPr/>
            <a:lstStyle/>
            <a:p>
              <a:pPr eaLnBrk="1" hangingPunct="1">
                <a:defRPr/>
              </a:pPr>
              <a:r>
                <a:rPr lang="ru-RU" sz="1400" dirty="0"/>
                <a:t>CAM</a:t>
              </a:r>
            </a:p>
          </p:txBody>
        </p:sp>
        <p:sp>
          <p:nvSpPr>
            <p:cNvPr id="182350" name="Text Box 78">
              <a:extLst>
                <a:ext uri="{FF2B5EF4-FFF2-40B4-BE49-F238E27FC236}">
                  <a16:creationId xmlns:a16="http://schemas.microsoft.com/office/drawing/2014/main" id="{59815F67-A4FB-4577-B694-974774510369}"/>
                </a:ext>
              </a:extLst>
            </p:cNvPr>
            <p:cNvSpPr txBox="1">
              <a:spLocks noChangeArrowheads="1"/>
            </p:cNvSpPr>
            <p:nvPr/>
          </p:nvSpPr>
          <p:spPr bwMode="auto">
            <a:xfrm>
              <a:off x="4087813" y="4298950"/>
              <a:ext cx="765175" cy="504825"/>
            </a:xfrm>
            <a:prstGeom prst="rect">
              <a:avLst/>
            </a:prstGeom>
            <a:grpFill/>
            <a:ln w="25400">
              <a:noFill/>
              <a:miter lim="800000"/>
              <a:headEnd/>
              <a:tailEnd/>
            </a:ln>
          </p:spPr>
          <p:txBody>
            <a:bodyPr/>
            <a:lstStyle/>
            <a:p>
              <a:pPr eaLnBrk="1" hangingPunct="1">
                <a:defRPr/>
              </a:pPr>
              <a:r>
                <a:rPr lang="ru-RU" sz="1400"/>
                <a:t>CAM</a:t>
              </a:r>
            </a:p>
          </p:txBody>
        </p:sp>
        <p:sp>
          <p:nvSpPr>
            <p:cNvPr id="182351" name="Line 79">
              <a:extLst>
                <a:ext uri="{FF2B5EF4-FFF2-40B4-BE49-F238E27FC236}">
                  <a16:creationId xmlns:a16="http://schemas.microsoft.com/office/drawing/2014/main" id="{09BED842-FDFB-4B1C-B914-A9DF2EAEC122}"/>
                </a:ext>
              </a:extLst>
            </p:cNvPr>
            <p:cNvSpPr>
              <a:spLocks noChangeShapeType="1"/>
            </p:cNvSpPr>
            <p:nvPr/>
          </p:nvSpPr>
          <p:spPr bwMode="auto">
            <a:xfrm>
              <a:off x="2874963" y="1802637"/>
              <a:ext cx="0" cy="365760"/>
            </a:xfrm>
            <a:prstGeom prst="line">
              <a:avLst/>
            </a:prstGeom>
            <a:grpFill/>
            <a:ln w="25400">
              <a:solidFill>
                <a:srgbClr val="000000"/>
              </a:solidFill>
              <a:prstDash val="dash"/>
              <a:round/>
              <a:headEnd/>
              <a:tailEnd/>
            </a:ln>
          </p:spPr>
          <p:txBody>
            <a:bodyPr/>
            <a:lstStyle/>
            <a:p>
              <a:pPr eaLnBrk="1" hangingPunct="1">
                <a:defRPr/>
              </a:pPr>
              <a:endParaRPr lang="en-US" sz="1600"/>
            </a:p>
          </p:txBody>
        </p:sp>
        <p:sp>
          <p:nvSpPr>
            <p:cNvPr id="182352" name="Line 80">
              <a:extLst>
                <a:ext uri="{FF2B5EF4-FFF2-40B4-BE49-F238E27FC236}">
                  <a16:creationId xmlns:a16="http://schemas.microsoft.com/office/drawing/2014/main" id="{B20F9C67-04E1-495A-995D-5CEE5B7E0039}"/>
                </a:ext>
              </a:extLst>
            </p:cNvPr>
            <p:cNvSpPr>
              <a:spLocks noChangeShapeType="1"/>
            </p:cNvSpPr>
            <p:nvPr/>
          </p:nvSpPr>
          <p:spPr bwMode="auto">
            <a:xfrm>
              <a:off x="3860800" y="1800225"/>
              <a:ext cx="0" cy="352425"/>
            </a:xfrm>
            <a:prstGeom prst="line">
              <a:avLst/>
            </a:prstGeom>
            <a:grpFill/>
            <a:ln w="25400">
              <a:solidFill>
                <a:srgbClr val="000000"/>
              </a:solidFill>
              <a:prstDash val="dash"/>
              <a:round/>
              <a:headEnd/>
              <a:tailEnd/>
            </a:ln>
          </p:spPr>
          <p:txBody>
            <a:bodyPr/>
            <a:lstStyle/>
            <a:p>
              <a:pPr eaLnBrk="1" hangingPunct="1">
                <a:defRPr/>
              </a:pPr>
              <a:endParaRPr lang="en-US" sz="1600"/>
            </a:p>
          </p:txBody>
        </p:sp>
        <p:sp>
          <p:nvSpPr>
            <p:cNvPr id="182353" name="Text Box 81">
              <a:extLst>
                <a:ext uri="{FF2B5EF4-FFF2-40B4-BE49-F238E27FC236}">
                  <a16:creationId xmlns:a16="http://schemas.microsoft.com/office/drawing/2014/main" id="{4E669264-DE44-492D-BAA9-86CB75753104}"/>
                </a:ext>
              </a:extLst>
            </p:cNvPr>
            <p:cNvSpPr txBox="1">
              <a:spLocks noChangeArrowheads="1"/>
            </p:cNvSpPr>
            <p:nvPr/>
          </p:nvSpPr>
          <p:spPr bwMode="auto">
            <a:xfrm>
              <a:off x="3992563" y="2111375"/>
              <a:ext cx="700087" cy="352425"/>
            </a:xfrm>
            <a:prstGeom prst="rect">
              <a:avLst/>
            </a:prstGeom>
            <a:grpFill/>
            <a:ln w="25400">
              <a:noFill/>
              <a:miter lim="800000"/>
              <a:headEnd/>
              <a:tailEnd/>
            </a:ln>
          </p:spPr>
          <p:txBody>
            <a:bodyPr/>
            <a:lstStyle/>
            <a:p>
              <a:pPr eaLnBrk="1" hangingPunct="1">
                <a:defRPr/>
              </a:pPr>
              <a:r>
                <a:rPr lang="ru-RU" sz="1400"/>
                <a:t>~bit</a:t>
              </a:r>
            </a:p>
          </p:txBody>
        </p:sp>
        <p:sp>
          <p:nvSpPr>
            <p:cNvPr id="182354" name="Text Box 82">
              <a:extLst>
                <a:ext uri="{FF2B5EF4-FFF2-40B4-BE49-F238E27FC236}">
                  <a16:creationId xmlns:a16="http://schemas.microsoft.com/office/drawing/2014/main" id="{6D34C372-5CA0-405E-8623-F11D0D572DC3}"/>
                </a:ext>
              </a:extLst>
            </p:cNvPr>
            <p:cNvSpPr txBox="1">
              <a:spLocks noChangeArrowheads="1"/>
            </p:cNvSpPr>
            <p:nvPr/>
          </p:nvSpPr>
          <p:spPr bwMode="auto">
            <a:xfrm>
              <a:off x="3544888" y="2111375"/>
              <a:ext cx="525462" cy="352425"/>
            </a:xfrm>
            <a:prstGeom prst="rect">
              <a:avLst/>
            </a:prstGeom>
            <a:grpFill/>
            <a:ln w="25400">
              <a:noFill/>
              <a:miter lim="800000"/>
              <a:headEnd/>
              <a:tailEnd/>
            </a:ln>
          </p:spPr>
          <p:txBody>
            <a:bodyPr/>
            <a:lstStyle/>
            <a:p>
              <a:pPr eaLnBrk="1" hangingPunct="1">
                <a:defRPr/>
              </a:pPr>
              <a:r>
                <a:rPr lang="ru-RU" sz="1400"/>
                <a:t>bit</a:t>
              </a:r>
            </a:p>
          </p:txBody>
        </p:sp>
        <p:sp>
          <p:nvSpPr>
            <p:cNvPr id="182355" name="Text Box 83">
              <a:extLst>
                <a:ext uri="{FF2B5EF4-FFF2-40B4-BE49-F238E27FC236}">
                  <a16:creationId xmlns:a16="http://schemas.microsoft.com/office/drawing/2014/main" id="{2AA51C76-2DF1-4DC3-82F5-2F45799E3634}"/>
                </a:ext>
              </a:extLst>
            </p:cNvPr>
            <p:cNvSpPr txBox="1">
              <a:spLocks noChangeArrowheads="1"/>
            </p:cNvSpPr>
            <p:nvPr/>
          </p:nvSpPr>
          <p:spPr bwMode="auto">
            <a:xfrm>
              <a:off x="2655888" y="2111375"/>
              <a:ext cx="700087" cy="352425"/>
            </a:xfrm>
            <a:prstGeom prst="rect">
              <a:avLst/>
            </a:prstGeom>
            <a:grpFill/>
            <a:ln w="25400">
              <a:noFill/>
              <a:miter lim="800000"/>
              <a:headEnd/>
              <a:tailEnd/>
            </a:ln>
          </p:spPr>
          <p:txBody>
            <a:bodyPr/>
            <a:lstStyle/>
            <a:p>
              <a:pPr eaLnBrk="1" hangingPunct="1">
                <a:defRPr/>
              </a:pPr>
              <a:r>
                <a:rPr lang="ru-RU" sz="1400"/>
                <a:t>~bit</a:t>
              </a:r>
            </a:p>
          </p:txBody>
        </p:sp>
        <p:sp>
          <p:nvSpPr>
            <p:cNvPr id="182356" name="Text Box 84">
              <a:extLst>
                <a:ext uri="{FF2B5EF4-FFF2-40B4-BE49-F238E27FC236}">
                  <a16:creationId xmlns:a16="http://schemas.microsoft.com/office/drawing/2014/main" id="{E7FB9714-E33B-4F3C-866D-A92924D2D8D6}"/>
                </a:ext>
              </a:extLst>
            </p:cNvPr>
            <p:cNvSpPr txBox="1">
              <a:spLocks noChangeArrowheads="1"/>
            </p:cNvSpPr>
            <p:nvPr/>
          </p:nvSpPr>
          <p:spPr bwMode="auto">
            <a:xfrm>
              <a:off x="2635250" y="4298950"/>
              <a:ext cx="874713" cy="504825"/>
            </a:xfrm>
            <a:prstGeom prst="rect">
              <a:avLst/>
            </a:prstGeom>
            <a:grpFill/>
            <a:ln w="25400">
              <a:noFill/>
              <a:miter lim="800000"/>
              <a:headEnd/>
              <a:tailEnd/>
            </a:ln>
          </p:spPr>
          <p:txBody>
            <a:bodyPr/>
            <a:lstStyle/>
            <a:p>
              <a:pPr eaLnBrk="1" hangingPunct="1">
                <a:defRPr/>
              </a:pPr>
              <a:r>
                <a:rPr lang="ru-RU" sz="1400"/>
                <a:t>CAM</a:t>
              </a:r>
            </a:p>
          </p:txBody>
        </p:sp>
        <p:sp>
          <p:nvSpPr>
            <p:cNvPr id="182357" name="Rectangle 85">
              <a:extLst>
                <a:ext uri="{FF2B5EF4-FFF2-40B4-BE49-F238E27FC236}">
                  <a16:creationId xmlns:a16="http://schemas.microsoft.com/office/drawing/2014/main" id="{440EA76B-E697-4571-80A5-F1B6CFBF556D}"/>
                </a:ext>
              </a:extLst>
            </p:cNvPr>
            <p:cNvSpPr>
              <a:spLocks noChangeArrowheads="1"/>
            </p:cNvSpPr>
            <p:nvPr/>
          </p:nvSpPr>
          <p:spPr bwMode="auto">
            <a:xfrm>
              <a:off x="831850" y="3168650"/>
              <a:ext cx="349250" cy="704850"/>
            </a:xfrm>
            <a:prstGeom prst="rect">
              <a:avLst/>
            </a:prstGeom>
            <a:grpFill/>
            <a:ln w="25400">
              <a:solidFill>
                <a:srgbClr val="000000"/>
              </a:solidFill>
              <a:miter lim="800000"/>
              <a:headEnd/>
              <a:tailEnd/>
            </a:ln>
          </p:spPr>
          <p:txBody>
            <a:bodyPr/>
            <a:lstStyle/>
            <a:p>
              <a:pPr algn="just" eaLnBrk="1" hangingPunct="1">
                <a:defRPr/>
              </a:pPr>
              <a:endParaRPr lang="en-US" sz="1400"/>
            </a:p>
          </p:txBody>
        </p:sp>
        <p:sp>
          <p:nvSpPr>
            <p:cNvPr id="182358" name="Text Box 86">
              <a:extLst>
                <a:ext uri="{FF2B5EF4-FFF2-40B4-BE49-F238E27FC236}">
                  <a16:creationId xmlns:a16="http://schemas.microsoft.com/office/drawing/2014/main" id="{6E9419F2-94C6-488B-B14F-CDDA2AC70279}"/>
                </a:ext>
              </a:extLst>
            </p:cNvPr>
            <p:cNvSpPr txBox="1">
              <a:spLocks noChangeArrowheads="1"/>
            </p:cNvSpPr>
            <p:nvPr/>
          </p:nvSpPr>
          <p:spPr bwMode="auto">
            <a:xfrm>
              <a:off x="523875" y="2876550"/>
              <a:ext cx="1152525" cy="407988"/>
            </a:xfrm>
            <a:prstGeom prst="rect">
              <a:avLst/>
            </a:prstGeom>
            <a:grpFill/>
            <a:ln w="25400">
              <a:noFill/>
              <a:miter lim="800000"/>
              <a:headEnd/>
              <a:tailEnd/>
            </a:ln>
          </p:spPr>
          <p:txBody>
            <a:bodyPr/>
            <a:lstStyle/>
            <a:p>
              <a:pPr eaLnBrk="1" hangingPunct="1">
                <a:defRPr/>
              </a:pPr>
              <a:r>
                <a:rPr lang="ru-RU" sz="1400"/>
                <a:t>Counter</a:t>
              </a:r>
            </a:p>
          </p:txBody>
        </p:sp>
        <p:sp>
          <p:nvSpPr>
            <p:cNvPr id="182359" name="Line 87">
              <a:extLst>
                <a:ext uri="{FF2B5EF4-FFF2-40B4-BE49-F238E27FC236}">
                  <a16:creationId xmlns:a16="http://schemas.microsoft.com/office/drawing/2014/main" id="{B5F8FC28-DB00-4A01-996B-8EB93547398A}"/>
                </a:ext>
              </a:extLst>
            </p:cNvPr>
            <p:cNvSpPr>
              <a:spLocks noChangeShapeType="1"/>
            </p:cNvSpPr>
            <p:nvPr/>
          </p:nvSpPr>
          <p:spPr bwMode="auto">
            <a:xfrm>
              <a:off x="539750" y="3521075"/>
              <a:ext cx="298450" cy="0"/>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2360" name="AutoShape 88">
              <a:extLst>
                <a:ext uri="{FF2B5EF4-FFF2-40B4-BE49-F238E27FC236}">
                  <a16:creationId xmlns:a16="http://schemas.microsoft.com/office/drawing/2014/main" id="{2AE3F422-D7CA-42C3-BE1B-1DA639853344}"/>
                </a:ext>
              </a:extLst>
            </p:cNvPr>
            <p:cNvSpPr>
              <a:spLocks noChangeArrowheads="1"/>
            </p:cNvSpPr>
            <p:nvPr/>
          </p:nvSpPr>
          <p:spPr bwMode="auto">
            <a:xfrm rot="5400000">
              <a:off x="4888706" y="3475832"/>
              <a:ext cx="415925" cy="242888"/>
            </a:xfrm>
            <a:prstGeom prst="triangle">
              <a:avLst>
                <a:gd name="adj" fmla="val 50000"/>
              </a:avLst>
            </a:prstGeom>
            <a:grpFill/>
            <a:ln w="25400">
              <a:solidFill>
                <a:srgbClr val="000000"/>
              </a:solidFill>
              <a:miter lim="800000"/>
              <a:headEnd/>
              <a:tailEnd/>
            </a:ln>
          </p:spPr>
          <p:txBody>
            <a:bodyPr/>
            <a:lstStyle/>
            <a:p>
              <a:pPr eaLnBrk="1" hangingPunct="1">
                <a:defRPr/>
              </a:pPr>
              <a:endParaRPr lang="en-US" sz="1600"/>
            </a:p>
          </p:txBody>
        </p:sp>
        <p:sp>
          <p:nvSpPr>
            <p:cNvPr id="182361" name="AutoShape 89">
              <a:extLst>
                <a:ext uri="{FF2B5EF4-FFF2-40B4-BE49-F238E27FC236}">
                  <a16:creationId xmlns:a16="http://schemas.microsoft.com/office/drawing/2014/main" id="{07575EB9-0469-44BF-9A94-5D8026EE4636}"/>
                </a:ext>
              </a:extLst>
            </p:cNvPr>
            <p:cNvSpPr>
              <a:spLocks noChangeArrowheads="1"/>
            </p:cNvSpPr>
            <p:nvPr/>
          </p:nvSpPr>
          <p:spPr bwMode="auto">
            <a:xfrm rot="5400000">
              <a:off x="4874419" y="4737894"/>
              <a:ext cx="415925" cy="242887"/>
            </a:xfrm>
            <a:prstGeom prst="triangle">
              <a:avLst>
                <a:gd name="adj" fmla="val 50000"/>
              </a:avLst>
            </a:prstGeom>
            <a:grpFill/>
            <a:ln w="25400">
              <a:solidFill>
                <a:srgbClr val="000000"/>
              </a:solidFill>
              <a:miter lim="800000"/>
              <a:headEnd/>
              <a:tailEnd/>
            </a:ln>
          </p:spPr>
          <p:txBody>
            <a:bodyPr/>
            <a:lstStyle/>
            <a:p>
              <a:pPr eaLnBrk="1" hangingPunct="1">
                <a:defRPr/>
              </a:pPr>
              <a:endParaRPr lang="en-US" sz="1600"/>
            </a:p>
          </p:txBody>
        </p:sp>
        <p:sp>
          <p:nvSpPr>
            <p:cNvPr id="182362" name="Line 90">
              <a:extLst>
                <a:ext uri="{FF2B5EF4-FFF2-40B4-BE49-F238E27FC236}">
                  <a16:creationId xmlns:a16="http://schemas.microsoft.com/office/drawing/2014/main" id="{BBDC6744-6A98-435F-897F-A29213D5200D}"/>
                </a:ext>
              </a:extLst>
            </p:cNvPr>
            <p:cNvSpPr>
              <a:spLocks noChangeShapeType="1"/>
            </p:cNvSpPr>
            <p:nvPr/>
          </p:nvSpPr>
          <p:spPr bwMode="auto">
            <a:xfrm>
              <a:off x="5048250" y="3990975"/>
              <a:ext cx="0" cy="411163"/>
            </a:xfrm>
            <a:prstGeom prst="line">
              <a:avLst/>
            </a:prstGeom>
            <a:grpFill/>
            <a:ln w="25400">
              <a:solidFill>
                <a:srgbClr val="000000"/>
              </a:solidFill>
              <a:prstDash val="dash"/>
              <a:round/>
              <a:headEnd/>
              <a:tailEnd/>
            </a:ln>
          </p:spPr>
          <p:txBody>
            <a:bodyPr/>
            <a:lstStyle/>
            <a:p>
              <a:pPr eaLnBrk="1" hangingPunct="1">
                <a:defRPr/>
              </a:pPr>
              <a:endParaRPr lang="en-US" sz="1600"/>
            </a:p>
          </p:txBody>
        </p:sp>
        <p:sp>
          <p:nvSpPr>
            <p:cNvPr id="182363" name="Line 91">
              <a:extLst>
                <a:ext uri="{FF2B5EF4-FFF2-40B4-BE49-F238E27FC236}">
                  <a16:creationId xmlns:a16="http://schemas.microsoft.com/office/drawing/2014/main" id="{4EFB57B4-2D1F-43B4-BFE9-5148289D3410}"/>
                </a:ext>
              </a:extLst>
            </p:cNvPr>
            <p:cNvSpPr>
              <a:spLocks noChangeShapeType="1"/>
            </p:cNvSpPr>
            <p:nvPr/>
          </p:nvSpPr>
          <p:spPr bwMode="auto">
            <a:xfrm>
              <a:off x="5208588" y="3595688"/>
              <a:ext cx="242887"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364" name="Line 92">
              <a:extLst>
                <a:ext uri="{FF2B5EF4-FFF2-40B4-BE49-F238E27FC236}">
                  <a16:creationId xmlns:a16="http://schemas.microsoft.com/office/drawing/2014/main" id="{97EA67AA-68CE-4989-B5CD-425784703D91}"/>
                </a:ext>
              </a:extLst>
            </p:cNvPr>
            <p:cNvSpPr>
              <a:spLocks noChangeShapeType="1"/>
            </p:cNvSpPr>
            <p:nvPr/>
          </p:nvSpPr>
          <p:spPr bwMode="auto">
            <a:xfrm>
              <a:off x="5208588" y="4857750"/>
              <a:ext cx="242887" cy="0"/>
            </a:xfrm>
            <a:prstGeom prst="line">
              <a:avLst/>
            </a:prstGeom>
            <a:grpFill/>
            <a:ln w="25400">
              <a:solidFill>
                <a:srgbClr val="000000"/>
              </a:solidFill>
              <a:round/>
              <a:headEnd/>
              <a:tailEnd/>
            </a:ln>
          </p:spPr>
          <p:txBody>
            <a:bodyPr/>
            <a:lstStyle/>
            <a:p>
              <a:pPr eaLnBrk="1" hangingPunct="1">
                <a:defRPr/>
              </a:pPr>
              <a:endParaRPr lang="en-US" sz="1600"/>
            </a:p>
          </p:txBody>
        </p:sp>
        <p:sp>
          <p:nvSpPr>
            <p:cNvPr id="182365" name="Line 93">
              <a:extLst>
                <a:ext uri="{FF2B5EF4-FFF2-40B4-BE49-F238E27FC236}">
                  <a16:creationId xmlns:a16="http://schemas.microsoft.com/office/drawing/2014/main" id="{C306F49A-1E5B-4297-A708-FA7BDC52DB2B}"/>
                </a:ext>
              </a:extLst>
            </p:cNvPr>
            <p:cNvSpPr>
              <a:spLocks noChangeShapeType="1"/>
            </p:cNvSpPr>
            <p:nvPr/>
          </p:nvSpPr>
          <p:spPr bwMode="auto">
            <a:xfrm>
              <a:off x="5005388" y="4975225"/>
              <a:ext cx="320675" cy="176213"/>
            </a:xfrm>
            <a:prstGeom prst="line">
              <a:avLst/>
            </a:prstGeom>
            <a:grpFill/>
            <a:ln w="25400">
              <a:solidFill>
                <a:srgbClr val="000000"/>
              </a:solidFill>
              <a:prstDash val="dash"/>
              <a:round/>
              <a:headEnd/>
              <a:tailEnd/>
            </a:ln>
          </p:spPr>
          <p:txBody>
            <a:bodyPr/>
            <a:lstStyle/>
            <a:p>
              <a:pPr eaLnBrk="1" hangingPunct="1">
                <a:defRPr/>
              </a:pPr>
              <a:endParaRPr lang="en-US" sz="1600"/>
            </a:p>
          </p:txBody>
        </p:sp>
        <p:sp>
          <p:nvSpPr>
            <p:cNvPr id="182366" name="Line 94">
              <a:extLst>
                <a:ext uri="{FF2B5EF4-FFF2-40B4-BE49-F238E27FC236}">
                  <a16:creationId xmlns:a16="http://schemas.microsoft.com/office/drawing/2014/main" id="{4ECDF5D8-D89C-419C-8E23-62BB4F10E073}"/>
                </a:ext>
              </a:extLst>
            </p:cNvPr>
            <p:cNvSpPr>
              <a:spLocks noChangeShapeType="1"/>
            </p:cNvSpPr>
            <p:nvPr/>
          </p:nvSpPr>
          <p:spPr bwMode="auto">
            <a:xfrm>
              <a:off x="5102204" y="3627453"/>
              <a:ext cx="223860" cy="1523985"/>
            </a:xfrm>
            <a:prstGeom prst="line">
              <a:avLst/>
            </a:prstGeom>
            <a:grpFill/>
            <a:ln w="25400">
              <a:solidFill>
                <a:srgbClr val="000000"/>
              </a:solidFill>
              <a:prstDash val="dash"/>
              <a:round/>
              <a:headEnd/>
              <a:tailEnd/>
            </a:ln>
          </p:spPr>
          <p:txBody>
            <a:bodyPr/>
            <a:lstStyle/>
            <a:p>
              <a:pPr eaLnBrk="1" hangingPunct="1">
                <a:defRPr/>
              </a:pPr>
              <a:endParaRPr lang="en-US" sz="1600"/>
            </a:p>
          </p:txBody>
        </p:sp>
        <p:sp>
          <p:nvSpPr>
            <p:cNvPr id="182367" name="Text Box 95">
              <a:extLst>
                <a:ext uri="{FF2B5EF4-FFF2-40B4-BE49-F238E27FC236}">
                  <a16:creationId xmlns:a16="http://schemas.microsoft.com/office/drawing/2014/main" id="{94ADA6B2-EEBD-461F-87B2-AEBDB13EB4AA}"/>
                </a:ext>
              </a:extLst>
            </p:cNvPr>
            <p:cNvSpPr txBox="1">
              <a:spLocks noChangeArrowheads="1"/>
            </p:cNvSpPr>
            <p:nvPr/>
          </p:nvSpPr>
          <p:spPr bwMode="auto">
            <a:xfrm>
              <a:off x="4975225" y="5092700"/>
              <a:ext cx="1225550" cy="703263"/>
            </a:xfrm>
            <a:prstGeom prst="rect">
              <a:avLst/>
            </a:prstGeom>
            <a:grpFill/>
            <a:ln w="25400">
              <a:noFill/>
              <a:miter lim="800000"/>
              <a:headEnd/>
              <a:tailEnd/>
            </a:ln>
          </p:spPr>
          <p:txBody>
            <a:bodyPr/>
            <a:lstStyle/>
            <a:p>
              <a:pPr eaLnBrk="1" hangingPunct="1">
                <a:defRPr/>
              </a:pPr>
              <a:r>
                <a:rPr lang="ru-RU" sz="1400" dirty="0"/>
                <a:t>Sen</a:t>
              </a:r>
              <a:r>
                <a:rPr lang="en-US" sz="1400" dirty="0"/>
                <a:t>s</a:t>
              </a:r>
              <a:r>
                <a:rPr lang="ru-RU" sz="1400" dirty="0"/>
                <a:t>e </a:t>
              </a:r>
              <a:br>
                <a:rPr lang="ru-RU" sz="1400" dirty="0"/>
              </a:br>
              <a:r>
                <a:rPr lang="ru-RU" sz="1400" dirty="0"/>
                <a:t>amplifiers</a:t>
              </a:r>
            </a:p>
          </p:txBody>
        </p:sp>
        <p:sp>
          <p:nvSpPr>
            <p:cNvPr id="182368" name="Line 96">
              <a:extLst>
                <a:ext uri="{FF2B5EF4-FFF2-40B4-BE49-F238E27FC236}">
                  <a16:creationId xmlns:a16="http://schemas.microsoft.com/office/drawing/2014/main" id="{E55A4BDA-C12A-4BDD-9A48-554652EF3980}"/>
                </a:ext>
              </a:extLst>
            </p:cNvPr>
            <p:cNvSpPr>
              <a:spLocks noChangeShapeType="1"/>
            </p:cNvSpPr>
            <p:nvPr/>
          </p:nvSpPr>
          <p:spPr bwMode="auto">
            <a:xfrm>
              <a:off x="3575050" y="1422400"/>
              <a:ext cx="0" cy="350838"/>
            </a:xfrm>
            <a:prstGeom prst="line">
              <a:avLst/>
            </a:prstGeom>
            <a:grpFill/>
            <a:ln w="25400">
              <a:solidFill>
                <a:srgbClr val="000000"/>
              </a:solidFill>
              <a:round/>
              <a:headEnd/>
              <a:tailEnd type="triangle" w="med" len="med"/>
            </a:ln>
          </p:spPr>
          <p:txBody>
            <a:bodyPr/>
            <a:lstStyle/>
            <a:p>
              <a:pPr eaLnBrk="1" hangingPunct="1">
                <a:defRPr/>
              </a:pPr>
              <a:endParaRPr lang="en-US" sz="1600"/>
            </a:p>
          </p:txBody>
        </p:sp>
        <p:sp>
          <p:nvSpPr>
            <p:cNvPr id="182369" name="Text Box 97">
              <a:extLst>
                <a:ext uri="{FF2B5EF4-FFF2-40B4-BE49-F238E27FC236}">
                  <a16:creationId xmlns:a16="http://schemas.microsoft.com/office/drawing/2014/main" id="{682D1517-26CA-4ED9-AA8F-336DEAA6F927}"/>
                </a:ext>
              </a:extLst>
            </p:cNvPr>
            <p:cNvSpPr txBox="1">
              <a:spLocks noChangeArrowheads="1"/>
            </p:cNvSpPr>
            <p:nvPr/>
          </p:nvSpPr>
          <p:spPr bwMode="auto">
            <a:xfrm>
              <a:off x="3735388" y="1412875"/>
              <a:ext cx="1225550" cy="352425"/>
            </a:xfrm>
            <a:prstGeom prst="rect">
              <a:avLst/>
            </a:prstGeom>
            <a:grpFill/>
            <a:ln w="25400">
              <a:noFill/>
              <a:miter lim="800000"/>
              <a:headEnd/>
              <a:tailEnd/>
            </a:ln>
          </p:spPr>
          <p:txBody>
            <a:bodyPr/>
            <a:lstStyle/>
            <a:p>
              <a:pPr eaLnBrk="1" hangingPunct="1">
                <a:defRPr/>
              </a:pPr>
              <a:r>
                <a:rPr lang="ru-RU" sz="1400"/>
                <a:t>Tag</a:t>
              </a:r>
            </a:p>
          </p:txBody>
        </p:sp>
        <p:sp>
          <p:nvSpPr>
            <p:cNvPr id="182370" name="Line 98">
              <a:extLst>
                <a:ext uri="{FF2B5EF4-FFF2-40B4-BE49-F238E27FC236}">
                  <a16:creationId xmlns:a16="http://schemas.microsoft.com/office/drawing/2014/main" id="{9F3FCFD9-B27C-4E59-9251-1BE75B54D4C6}"/>
                </a:ext>
              </a:extLst>
            </p:cNvPr>
            <p:cNvSpPr>
              <a:spLocks noChangeShapeType="1"/>
            </p:cNvSpPr>
            <p:nvPr/>
          </p:nvSpPr>
          <p:spPr bwMode="auto">
            <a:xfrm>
              <a:off x="1343788" y="4161600"/>
              <a:ext cx="215900" cy="0"/>
            </a:xfrm>
            <a:prstGeom prst="line">
              <a:avLst/>
            </a:prstGeom>
            <a:grpFill/>
            <a:ln w="25400">
              <a:solidFill>
                <a:schemeClr val="tx1"/>
              </a:solidFill>
              <a:round/>
              <a:headEnd/>
              <a:tailEnd/>
            </a:ln>
            <a:effectLst/>
          </p:spPr>
          <p:txBody>
            <a:bodyPr/>
            <a:lstStyle/>
            <a:p>
              <a:pPr eaLnBrk="1" hangingPunct="1">
                <a:defRPr/>
              </a:pPr>
              <a:endParaRPr lang="en-US" sz="1600"/>
            </a:p>
          </p:txBody>
        </p:sp>
        <p:sp>
          <p:nvSpPr>
            <p:cNvPr id="182371" name="Line 99">
              <a:extLst>
                <a:ext uri="{FF2B5EF4-FFF2-40B4-BE49-F238E27FC236}">
                  <a16:creationId xmlns:a16="http://schemas.microsoft.com/office/drawing/2014/main" id="{5611B6A2-BC3C-4CF3-8F60-C20FD20B4BA4}"/>
                </a:ext>
              </a:extLst>
            </p:cNvPr>
            <p:cNvSpPr>
              <a:spLocks noChangeShapeType="1"/>
            </p:cNvSpPr>
            <p:nvPr/>
          </p:nvSpPr>
          <p:spPr bwMode="auto">
            <a:xfrm>
              <a:off x="1343788" y="4149725"/>
              <a:ext cx="0" cy="719138"/>
            </a:xfrm>
            <a:prstGeom prst="line">
              <a:avLst/>
            </a:prstGeom>
            <a:grpFill/>
            <a:ln w="25400">
              <a:solidFill>
                <a:schemeClr val="tx1"/>
              </a:solidFill>
              <a:round/>
              <a:headEnd/>
              <a:tailEnd/>
            </a:ln>
            <a:effectLst/>
          </p:spPr>
          <p:txBody>
            <a:bodyPr/>
            <a:lstStyle/>
            <a:p>
              <a:pPr eaLnBrk="1" hangingPunct="1">
                <a:defRPr/>
              </a:pPr>
              <a:endParaRPr lang="en-US" sz="1600"/>
            </a:p>
          </p:txBody>
        </p:sp>
        <p:sp>
          <p:nvSpPr>
            <p:cNvPr id="182372" name="Line 100">
              <a:extLst>
                <a:ext uri="{FF2B5EF4-FFF2-40B4-BE49-F238E27FC236}">
                  <a16:creationId xmlns:a16="http://schemas.microsoft.com/office/drawing/2014/main" id="{A3175D09-20EB-4091-A780-D441E8EDEBF3}"/>
                </a:ext>
              </a:extLst>
            </p:cNvPr>
            <p:cNvSpPr>
              <a:spLocks noChangeShapeType="1"/>
            </p:cNvSpPr>
            <p:nvPr/>
          </p:nvSpPr>
          <p:spPr bwMode="auto">
            <a:xfrm>
              <a:off x="1331913" y="4868863"/>
              <a:ext cx="1152525" cy="0"/>
            </a:xfrm>
            <a:prstGeom prst="line">
              <a:avLst/>
            </a:prstGeom>
            <a:grpFill/>
            <a:ln w="25400">
              <a:solidFill>
                <a:schemeClr val="tx1"/>
              </a:solidFill>
              <a:round/>
              <a:headEnd/>
              <a:tailEnd/>
            </a:ln>
            <a:effectLst/>
          </p:spPr>
          <p:txBody>
            <a:bodyPr/>
            <a:lstStyle/>
            <a:p>
              <a:pPr eaLnBrk="1" hangingPunct="1">
                <a:defRPr/>
              </a:pPr>
              <a:endParaRPr lang="en-US" sz="1600"/>
            </a:p>
          </p:txBody>
        </p:sp>
        <p:sp>
          <p:nvSpPr>
            <p:cNvPr id="182373" name="Line 101">
              <a:extLst>
                <a:ext uri="{FF2B5EF4-FFF2-40B4-BE49-F238E27FC236}">
                  <a16:creationId xmlns:a16="http://schemas.microsoft.com/office/drawing/2014/main" id="{8E177CBC-82F1-4077-9942-CF022FE3158B}"/>
                </a:ext>
              </a:extLst>
            </p:cNvPr>
            <p:cNvSpPr>
              <a:spLocks noChangeShapeType="1"/>
            </p:cNvSpPr>
            <p:nvPr/>
          </p:nvSpPr>
          <p:spPr bwMode="auto">
            <a:xfrm>
              <a:off x="2484438" y="4868863"/>
              <a:ext cx="0" cy="215900"/>
            </a:xfrm>
            <a:prstGeom prst="line">
              <a:avLst/>
            </a:prstGeom>
            <a:grpFill/>
            <a:ln w="25400">
              <a:solidFill>
                <a:schemeClr val="tx1"/>
              </a:solidFill>
              <a:round/>
              <a:headEnd/>
              <a:tailEnd/>
            </a:ln>
            <a:effectLst/>
          </p:spPr>
          <p:txBody>
            <a:bodyPr/>
            <a:lstStyle/>
            <a:p>
              <a:pPr eaLnBrk="1" hangingPunct="1">
                <a:defRPr/>
              </a:pPr>
              <a:endParaRPr lang="en-US" sz="1600"/>
            </a:p>
          </p:txBody>
        </p:sp>
      </p:grpSp>
      <p:cxnSp>
        <p:nvCxnSpPr>
          <p:cNvPr id="51204" name="Straight Connector 3">
            <a:extLst>
              <a:ext uri="{FF2B5EF4-FFF2-40B4-BE49-F238E27FC236}">
                <a16:creationId xmlns:a16="http://schemas.microsoft.com/office/drawing/2014/main" id="{B376D44A-CCB4-AE3B-C939-6E19B2F3AAC1}"/>
              </a:ext>
            </a:extLst>
          </p:cNvPr>
          <p:cNvCxnSpPr>
            <a:cxnSpLocks noChangeShapeType="1"/>
          </p:cNvCxnSpPr>
          <p:nvPr/>
        </p:nvCxnSpPr>
        <p:spPr bwMode="auto">
          <a:xfrm flipV="1">
            <a:off x="5151439" y="1268414"/>
            <a:ext cx="130175" cy="587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205" name="Straight Connector 5">
            <a:extLst>
              <a:ext uri="{FF2B5EF4-FFF2-40B4-BE49-F238E27FC236}">
                <a16:creationId xmlns:a16="http://schemas.microsoft.com/office/drawing/2014/main" id="{36C77641-21DE-D57A-B959-55340F7452BD}"/>
              </a:ext>
            </a:extLst>
          </p:cNvPr>
          <p:cNvCxnSpPr>
            <a:cxnSpLocks noChangeShapeType="1"/>
          </p:cNvCxnSpPr>
          <p:nvPr/>
        </p:nvCxnSpPr>
        <p:spPr bwMode="auto">
          <a:xfrm flipH="1">
            <a:off x="2890838" y="3208338"/>
            <a:ext cx="107950" cy="127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206" name="Straight Connector 105">
            <a:extLst>
              <a:ext uri="{FF2B5EF4-FFF2-40B4-BE49-F238E27FC236}">
                <a16:creationId xmlns:a16="http://schemas.microsoft.com/office/drawing/2014/main" id="{EEA6775F-61D2-60C7-03A1-6863AA49A8DC}"/>
              </a:ext>
            </a:extLst>
          </p:cNvPr>
          <p:cNvCxnSpPr>
            <a:cxnSpLocks noChangeShapeType="1"/>
          </p:cNvCxnSpPr>
          <p:nvPr/>
        </p:nvCxnSpPr>
        <p:spPr bwMode="auto">
          <a:xfrm flipH="1">
            <a:off x="7712075" y="3519488"/>
            <a:ext cx="107950" cy="127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207" name="Straight Connector 106">
            <a:extLst>
              <a:ext uri="{FF2B5EF4-FFF2-40B4-BE49-F238E27FC236}">
                <a16:creationId xmlns:a16="http://schemas.microsoft.com/office/drawing/2014/main" id="{771DE872-B9B2-70B3-CD99-6F97F77AF648}"/>
              </a:ext>
            </a:extLst>
          </p:cNvPr>
          <p:cNvCxnSpPr>
            <a:cxnSpLocks noChangeShapeType="1"/>
          </p:cNvCxnSpPr>
          <p:nvPr/>
        </p:nvCxnSpPr>
        <p:spPr bwMode="auto">
          <a:xfrm flipH="1">
            <a:off x="8859838" y="4603750"/>
            <a:ext cx="107950" cy="127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a:extLst>
              <a:ext uri="{FF2B5EF4-FFF2-40B4-BE49-F238E27FC236}">
                <a16:creationId xmlns:a16="http://schemas.microsoft.com/office/drawing/2014/main" id="{AA24B875-3DC0-BF69-FA98-03128FE39AD2}"/>
              </a:ext>
            </a:extLst>
          </p:cNvPr>
          <p:cNvSpPr>
            <a:spLocks noGrp="1" noChangeArrowheads="1"/>
          </p:cNvSpPr>
          <p:nvPr>
            <p:ph type="title"/>
          </p:nvPr>
        </p:nvSpPr>
        <p:spPr/>
        <p:txBody>
          <a:bodyPr/>
          <a:lstStyle/>
          <a:p>
            <a:r>
              <a:rPr lang="en-US" altLang="en-US"/>
              <a:t>CAM Cell (NAND)</a:t>
            </a:r>
            <a:endParaRPr lang="ru-RU" altLang="en-US"/>
          </a:p>
        </p:txBody>
      </p:sp>
      <p:grpSp>
        <p:nvGrpSpPr>
          <p:cNvPr id="52227" name="Group 110">
            <a:extLst>
              <a:ext uri="{FF2B5EF4-FFF2-40B4-BE49-F238E27FC236}">
                <a16:creationId xmlns:a16="http://schemas.microsoft.com/office/drawing/2014/main" id="{DA63A432-9DC1-B653-9812-36F13B5914AB}"/>
              </a:ext>
            </a:extLst>
          </p:cNvPr>
          <p:cNvGrpSpPr>
            <a:grpSpLocks/>
          </p:cNvGrpSpPr>
          <p:nvPr/>
        </p:nvGrpSpPr>
        <p:grpSpPr bwMode="auto">
          <a:xfrm>
            <a:off x="2809875" y="1071563"/>
            <a:ext cx="6318250" cy="4533900"/>
            <a:chOff x="539750" y="1631950"/>
            <a:chExt cx="6769100" cy="4533900"/>
          </a:xfrm>
        </p:grpSpPr>
        <p:sp>
          <p:nvSpPr>
            <p:cNvPr id="52228" name="Line 6">
              <a:extLst>
                <a:ext uri="{FF2B5EF4-FFF2-40B4-BE49-F238E27FC236}">
                  <a16:creationId xmlns:a16="http://schemas.microsoft.com/office/drawing/2014/main" id="{169E108F-F97C-4A7B-61CE-9D364BE63102}"/>
                </a:ext>
              </a:extLst>
            </p:cNvPr>
            <p:cNvSpPr>
              <a:spLocks noChangeShapeType="1"/>
            </p:cNvSpPr>
            <p:nvPr/>
          </p:nvSpPr>
          <p:spPr bwMode="auto">
            <a:xfrm>
              <a:off x="3759200" y="2044700"/>
              <a:ext cx="1730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29" name="Line 7">
              <a:extLst>
                <a:ext uri="{FF2B5EF4-FFF2-40B4-BE49-F238E27FC236}">
                  <a16:creationId xmlns:a16="http://schemas.microsoft.com/office/drawing/2014/main" id="{9DCB73BC-EF05-46B1-6200-D60D128A0BFD}"/>
                </a:ext>
              </a:extLst>
            </p:cNvPr>
            <p:cNvSpPr>
              <a:spLocks noChangeShapeType="1"/>
            </p:cNvSpPr>
            <p:nvPr/>
          </p:nvSpPr>
          <p:spPr bwMode="auto">
            <a:xfrm flipV="1">
              <a:off x="4602163" y="1866900"/>
              <a:ext cx="0" cy="180975"/>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2230" name="AutoShape 8">
              <a:extLst>
                <a:ext uri="{FF2B5EF4-FFF2-40B4-BE49-F238E27FC236}">
                  <a16:creationId xmlns:a16="http://schemas.microsoft.com/office/drawing/2014/main" id="{7FCE373E-2C42-8A4F-5D37-578E4168A5C5}"/>
                </a:ext>
              </a:extLst>
            </p:cNvPr>
            <p:cNvSpPr>
              <a:spLocks noChangeArrowheads="1"/>
            </p:cNvSpPr>
            <p:nvPr/>
          </p:nvSpPr>
          <p:spPr bwMode="auto">
            <a:xfrm>
              <a:off x="4530725" y="1738313"/>
              <a:ext cx="134938" cy="117475"/>
            </a:xfrm>
            <a:prstGeom prst="flowChartConnector">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52231" name="Line 9">
              <a:extLst>
                <a:ext uri="{FF2B5EF4-FFF2-40B4-BE49-F238E27FC236}">
                  <a16:creationId xmlns:a16="http://schemas.microsoft.com/office/drawing/2014/main" id="{8D7B2F8F-6282-27CB-128C-C1463A471C6A}"/>
                </a:ext>
              </a:extLst>
            </p:cNvPr>
            <p:cNvSpPr>
              <a:spLocks noChangeShapeType="1"/>
            </p:cNvSpPr>
            <p:nvPr/>
          </p:nvSpPr>
          <p:spPr bwMode="auto">
            <a:xfrm>
              <a:off x="3762375" y="2057400"/>
              <a:ext cx="0" cy="2365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2" name="Line 10">
              <a:extLst>
                <a:ext uri="{FF2B5EF4-FFF2-40B4-BE49-F238E27FC236}">
                  <a16:creationId xmlns:a16="http://schemas.microsoft.com/office/drawing/2014/main" id="{BC718A05-B18C-193A-4918-107BB8DE35B4}"/>
                </a:ext>
              </a:extLst>
            </p:cNvPr>
            <p:cNvSpPr>
              <a:spLocks noChangeShapeType="1"/>
            </p:cNvSpPr>
            <p:nvPr/>
          </p:nvSpPr>
          <p:spPr bwMode="auto">
            <a:xfrm>
              <a:off x="5502275" y="2046288"/>
              <a:ext cx="0" cy="2571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3" name="Line 11">
              <a:extLst>
                <a:ext uri="{FF2B5EF4-FFF2-40B4-BE49-F238E27FC236}">
                  <a16:creationId xmlns:a16="http://schemas.microsoft.com/office/drawing/2014/main" id="{51F09832-278E-4AA2-65C6-029899C7B4A6}"/>
                </a:ext>
              </a:extLst>
            </p:cNvPr>
            <p:cNvSpPr>
              <a:spLocks noChangeShapeType="1"/>
            </p:cNvSpPr>
            <p:nvPr/>
          </p:nvSpPr>
          <p:spPr bwMode="auto">
            <a:xfrm flipV="1">
              <a:off x="3759200" y="2303463"/>
              <a:ext cx="1936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4" name="Line 12">
              <a:extLst>
                <a:ext uri="{FF2B5EF4-FFF2-40B4-BE49-F238E27FC236}">
                  <a16:creationId xmlns:a16="http://schemas.microsoft.com/office/drawing/2014/main" id="{3ECAC2C3-AD15-947A-AD32-FB6893DB15C8}"/>
                </a:ext>
              </a:extLst>
            </p:cNvPr>
            <p:cNvSpPr>
              <a:spLocks noChangeShapeType="1"/>
            </p:cNvSpPr>
            <p:nvPr/>
          </p:nvSpPr>
          <p:spPr bwMode="auto">
            <a:xfrm flipH="1">
              <a:off x="3970338" y="2303463"/>
              <a:ext cx="0" cy="3667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5" name="Line 13">
              <a:extLst>
                <a:ext uri="{FF2B5EF4-FFF2-40B4-BE49-F238E27FC236}">
                  <a16:creationId xmlns:a16="http://schemas.microsoft.com/office/drawing/2014/main" id="{129A3C12-E81B-6096-7F91-1323273526EE}"/>
                </a:ext>
              </a:extLst>
            </p:cNvPr>
            <p:cNvSpPr>
              <a:spLocks noChangeShapeType="1"/>
            </p:cNvSpPr>
            <p:nvPr/>
          </p:nvSpPr>
          <p:spPr bwMode="auto">
            <a:xfrm flipH="1">
              <a:off x="4056063" y="2300288"/>
              <a:ext cx="0" cy="3667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6" name="Line 14">
              <a:extLst>
                <a:ext uri="{FF2B5EF4-FFF2-40B4-BE49-F238E27FC236}">
                  <a16:creationId xmlns:a16="http://schemas.microsoft.com/office/drawing/2014/main" id="{B934F965-A23F-51C7-B130-DD3BC82E1FDB}"/>
                </a:ext>
              </a:extLst>
            </p:cNvPr>
            <p:cNvSpPr>
              <a:spLocks noChangeShapeType="1"/>
            </p:cNvSpPr>
            <p:nvPr/>
          </p:nvSpPr>
          <p:spPr bwMode="auto">
            <a:xfrm flipV="1">
              <a:off x="3759200" y="2660650"/>
              <a:ext cx="1936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7" name="Line 15">
              <a:extLst>
                <a:ext uri="{FF2B5EF4-FFF2-40B4-BE49-F238E27FC236}">
                  <a16:creationId xmlns:a16="http://schemas.microsoft.com/office/drawing/2014/main" id="{67CA593E-D28B-46E6-7CE5-AFAF1735A808}"/>
                </a:ext>
              </a:extLst>
            </p:cNvPr>
            <p:cNvSpPr>
              <a:spLocks noChangeShapeType="1"/>
            </p:cNvSpPr>
            <p:nvPr/>
          </p:nvSpPr>
          <p:spPr bwMode="auto">
            <a:xfrm>
              <a:off x="4056063" y="2459038"/>
              <a:ext cx="3000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8" name="AutoShape 16">
              <a:extLst>
                <a:ext uri="{FF2B5EF4-FFF2-40B4-BE49-F238E27FC236}">
                  <a16:creationId xmlns:a16="http://schemas.microsoft.com/office/drawing/2014/main" id="{48883583-3A6A-54E2-1B80-DCA364B39A17}"/>
                </a:ext>
              </a:extLst>
            </p:cNvPr>
            <p:cNvSpPr>
              <a:spLocks noChangeArrowheads="1"/>
            </p:cNvSpPr>
            <p:nvPr/>
          </p:nvSpPr>
          <p:spPr bwMode="auto">
            <a:xfrm>
              <a:off x="4040188" y="2405063"/>
              <a:ext cx="114300" cy="100012"/>
            </a:xfrm>
            <a:prstGeom prst="flowChartConnector">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52239" name="Line 17">
              <a:extLst>
                <a:ext uri="{FF2B5EF4-FFF2-40B4-BE49-F238E27FC236}">
                  <a16:creationId xmlns:a16="http://schemas.microsoft.com/office/drawing/2014/main" id="{3597E3F0-12A4-D464-A528-EA2192A109D0}"/>
                </a:ext>
              </a:extLst>
            </p:cNvPr>
            <p:cNvSpPr>
              <a:spLocks noChangeShapeType="1"/>
            </p:cNvSpPr>
            <p:nvPr/>
          </p:nvSpPr>
          <p:spPr bwMode="auto">
            <a:xfrm flipV="1">
              <a:off x="5281613" y="2303463"/>
              <a:ext cx="1952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0" name="Line 18">
              <a:extLst>
                <a:ext uri="{FF2B5EF4-FFF2-40B4-BE49-F238E27FC236}">
                  <a16:creationId xmlns:a16="http://schemas.microsoft.com/office/drawing/2014/main" id="{D274100C-42C0-718C-9DD2-E90BF5432358}"/>
                </a:ext>
              </a:extLst>
            </p:cNvPr>
            <p:cNvSpPr>
              <a:spLocks noChangeShapeType="1"/>
            </p:cNvSpPr>
            <p:nvPr/>
          </p:nvSpPr>
          <p:spPr bwMode="auto">
            <a:xfrm flipH="1">
              <a:off x="5281613" y="2300288"/>
              <a:ext cx="0" cy="3667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1" name="Line 19">
              <a:extLst>
                <a:ext uri="{FF2B5EF4-FFF2-40B4-BE49-F238E27FC236}">
                  <a16:creationId xmlns:a16="http://schemas.microsoft.com/office/drawing/2014/main" id="{A9ED3C9F-8CC2-B064-8C94-4CCBD706F6A1}"/>
                </a:ext>
              </a:extLst>
            </p:cNvPr>
            <p:cNvSpPr>
              <a:spLocks noChangeShapeType="1"/>
            </p:cNvSpPr>
            <p:nvPr/>
          </p:nvSpPr>
          <p:spPr bwMode="auto">
            <a:xfrm flipH="1">
              <a:off x="5195888" y="2297113"/>
              <a:ext cx="0" cy="3667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2" name="Line 20">
              <a:extLst>
                <a:ext uri="{FF2B5EF4-FFF2-40B4-BE49-F238E27FC236}">
                  <a16:creationId xmlns:a16="http://schemas.microsoft.com/office/drawing/2014/main" id="{D6FCCC61-6DE7-CA2F-7BFA-C47AE29C03B8}"/>
                </a:ext>
              </a:extLst>
            </p:cNvPr>
            <p:cNvSpPr>
              <a:spLocks noChangeShapeType="1"/>
            </p:cNvSpPr>
            <p:nvPr/>
          </p:nvSpPr>
          <p:spPr bwMode="auto">
            <a:xfrm flipV="1">
              <a:off x="5287963" y="2668588"/>
              <a:ext cx="1936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3" name="Line 21">
              <a:extLst>
                <a:ext uri="{FF2B5EF4-FFF2-40B4-BE49-F238E27FC236}">
                  <a16:creationId xmlns:a16="http://schemas.microsoft.com/office/drawing/2014/main" id="{9311EFB8-D2E8-8C0F-AD3D-1F9644E4403B}"/>
                </a:ext>
              </a:extLst>
            </p:cNvPr>
            <p:cNvSpPr>
              <a:spLocks noChangeShapeType="1"/>
            </p:cNvSpPr>
            <p:nvPr/>
          </p:nvSpPr>
          <p:spPr bwMode="auto">
            <a:xfrm flipH="1" flipV="1">
              <a:off x="4911725" y="2455863"/>
              <a:ext cx="284163" cy="31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4" name="AutoShape 22">
              <a:extLst>
                <a:ext uri="{FF2B5EF4-FFF2-40B4-BE49-F238E27FC236}">
                  <a16:creationId xmlns:a16="http://schemas.microsoft.com/office/drawing/2014/main" id="{D10CFFE0-36C5-E03C-6958-2486CCD5A05D}"/>
                </a:ext>
              </a:extLst>
            </p:cNvPr>
            <p:cNvSpPr>
              <a:spLocks noChangeArrowheads="1"/>
            </p:cNvSpPr>
            <p:nvPr/>
          </p:nvSpPr>
          <p:spPr bwMode="auto">
            <a:xfrm>
              <a:off x="5067300" y="2414588"/>
              <a:ext cx="112713" cy="100012"/>
            </a:xfrm>
            <a:prstGeom prst="flowChartConnector">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52245" name="Line 23">
              <a:extLst>
                <a:ext uri="{FF2B5EF4-FFF2-40B4-BE49-F238E27FC236}">
                  <a16:creationId xmlns:a16="http://schemas.microsoft.com/office/drawing/2014/main" id="{1248B973-01C8-D033-242D-3BBBB163C5B5}"/>
                </a:ext>
              </a:extLst>
            </p:cNvPr>
            <p:cNvSpPr>
              <a:spLocks noChangeShapeType="1"/>
            </p:cNvSpPr>
            <p:nvPr/>
          </p:nvSpPr>
          <p:spPr bwMode="auto">
            <a:xfrm>
              <a:off x="3762375" y="2668588"/>
              <a:ext cx="0" cy="6461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6" name="Line 24">
              <a:extLst>
                <a:ext uri="{FF2B5EF4-FFF2-40B4-BE49-F238E27FC236}">
                  <a16:creationId xmlns:a16="http://schemas.microsoft.com/office/drawing/2014/main" id="{B74BD82D-34F6-69B3-19D6-C37C158EE8D5}"/>
                </a:ext>
              </a:extLst>
            </p:cNvPr>
            <p:cNvSpPr>
              <a:spLocks noChangeShapeType="1"/>
            </p:cNvSpPr>
            <p:nvPr/>
          </p:nvSpPr>
          <p:spPr bwMode="auto">
            <a:xfrm>
              <a:off x="5492750" y="2671763"/>
              <a:ext cx="0" cy="6461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7" name="Line 25">
              <a:extLst>
                <a:ext uri="{FF2B5EF4-FFF2-40B4-BE49-F238E27FC236}">
                  <a16:creationId xmlns:a16="http://schemas.microsoft.com/office/drawing/2014/main" id="{EAF39D04-5E18-CE7D-5B65-18FAE122F0A6}"/>
                </a:ext>
              </a:extLst>
            </p:cNvPr>
            <p:cNvSpPr>
              <a:spLocks noChangeShapeType="1"/>
            </p:cNvSpPr>
            <p:nvPr/>
          </p:nvSpPr>
          <p:spPr bwMode="auto">
            <a:xfrm flipV="1">
              <a:off x="3759200" y="3306763"/>
              <a:ext cx="1936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8" name="Line 26">
              <a:extLst>
                <a:ext uri="{FF2B5EF4-FFF2-40B4-BE49-F238E27FC236}">
                  <a16:creationId xmlns:a16="http://schemas.microsoft.com/office/drawing/2014/main" id="{689EAC05-8878-50B2-6449-C98AFA0DD977}"/>
                </a:ext>
              </a:extLst>
            </p:cNvPr>
            <p:cNvSpPr>
              <a:spLocks noChangeShapeType="1"/>
            </p:cNvSpPr>
            <p:nvPr/>
          </p:nvSpPr>
          <p:spPr bwMode="auto">
            <a:xfrm flipH="1">
              <a:off x="3970338" y="3305175"/>
              <a:ext cx="0" cy="3556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9" name="Line 27">
              <a:extLst>
                <a:ext uri="{FF2B5EF4-FFF2-40B4-BE49-F238E27FC236}">
                  <a16:creationId xmlns:a16="http://schemas.microsoft.com/office/drawing/2014/main" id="{C91AED06-9D31-801C-3365-D5E6B541EEF6}"/>
                </a:ext>
              </a:extLst>
            </p:cNvPr>
            <p:cNvSpPr>
              <a:spLocks noChangeShapeType="1"/>
            </p:cNvSpPr>
            <p:nvPr/>
          </p:nvSpPr>
          <p:spPr bwMode="auto">
            <a:xfrm flipH="1">
              <a:off x="4056063" y="3300413"/>
              <a:ext cx="0" cy="3667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0" name="Line 28">
              <a:extLst>
                <a:ext uri="{FF2B5EF4-FFF2-40B4-BE49-F238E27FC236}">
                  <a16:creationId xmlns:a16="http://schemas.microsoft.com/office/drawing/2014/main" id="{1CEFC3DD-EF35-59CA-9653-113D135F900B}"/>
                </a:ext>
              </a:extLst>
            </p:cNvPr>
            <p:cNvSpPr>
              <a:spLocks noChangeShapeType="1"/>
            </p:cNvSpPr>
            <p:nvPr/>
          </p:nvSpPr>
          <p:spPr bwMode="auto">
            <a:xfrm flipV="1">
              <a:off x="3759200" y="3662363"/>
              <a:ext cx="1936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1" name="Line 29">
              <a:extLst>
                <a:ext uri="{FF2B5EF4-FFF2-40B4-BE49-F238E27FC236}">
                  <a16:creationId xmlns:a16="http://schemas.microsoft.com/office/drawing/2014/main" id="{C7A69FB7-2B4E-0D7C-E3FF-B9A0539B1B40}"/>
                </a:ext>
              </a:extLst>
            </p:cNvPr>
            <p:cNvSpPr>
              <a:spLocks noChangeShapeType="1"/>
            </p:cNvSpPr>
            <p:nvPr/>
          </p:nvSpPr>
          <p:spPr bwMode="auto">
            <a:xfrm>
              <a:off x="4056063" y="3470275"/>
              <a:ext cx="300037"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2252" name="Line 30">
              <a:extLst>
                <a:ext uri="{FF2B5EF4-FFF2-40B4-BE49-F238E27FC236}">
                  <a16:creationId xmlns:a16="http://schemas.microsoft.com/office/drawing/2014/main" id="{F2333A1C-1EC2-5DD0-5746-C8AF4C5A5146}"/>
                </a:ext>
              </a:extLst>
            </p:cNvPr>
            <p:cNvSpPr>
              <a:spLocks noChangeShapeType="1"/>
            </p:cNvSpPr>
            <p:nvPr/>
          </p:nvSpPr>
          <p:spPr bwMode="auto">
            <a:xfrm flipV="1">
              <a:off x="5303838" y="3322638"/>
              <a:ext cx="1936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3" name="Line 31">
              <a:extLst>
                <a:ext uri="{FF2B5EF4-FFF2-40B4-BE49-F238E27FC236}">
                  <a16:creationId xmlns:a16="http://schemas.microsoft.com/office/drawing/2014/main" id="{F21549E5-4AF6-1C19-7247-592A319724A8}"/>
                </a:ext>
              </a:extLst>
            </p:cNvPr>
            <p:cNvSpPr>
              <a:spLocks noChangeShapeType="1"/>
            </p:cNvSpPr>
            <p:nvPr/>
          </p:nvSpPr>
          <p:spPr bwMode="auto">
            <a:xfrm flipH="1">
              <a:off x="5303838" y="3319463"/>
              <a:ext cx="0" cy="3667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4" name="Line 32">
              <a:extLst>
                <a:ext uri="{FF2B5EF4-FFF2-40B4-BE49-F238E27FC236}">
                  <a16:creationId xmlns:a16="http://schemas.microsoft.com/office/drawing/2014/main" id="{5A2AC69A-68DA-7EC9-316D-2D3AE89015FE}"/>
                </a:ext>
              </a:extLst>
            </p:cNvPr>
            <p:cNvSpPr>
              <a:spLocks noChangeShapeType="1"/>
            </p:cNvSpPr>
            <p:nvPr/>
          </p:nvSpPr>
          <p:spPr bwMode="auto">
            <a:xfrm flipH="1">
              <a:off x="5218113" y="3316288"/>
              <a:ext cx="0" cy="3667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5" name="Line 33">
              <a:extLst>
                <a:ext uri="{FF2B5EF4-FFF2-40B4-BE49-F238E27FC236}">
                  <a16:creationId xmlns:a16="http://schemas.microsoft.com/office/drawing/2014/main" id="{D8E1A108-39E6-42EC-2E09-49BA511B913D}"/>
                </a:ext>
              </a:extLst>
            </p:cNvPr>
            <p:cNvSpPr>
              <a:spLocks noChangeShapeType="1"/>
            </p:cNvSpPr>
            <p:nvPr/>
          </p:nvSpPr>
          <p:spPr bwMode="auto">
            <a:xfrm flipV="1">
              <a:off x="5310188" y="3684588"/>
              <a:ext cx="1936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6" name="Line 34">
              <a:extLst>
                <a:ext uri="{FF2B5EF4-FFF2-40B4-BE49-F238E27FC236}">
                  <a16:creationId xmlns:a16="http://schemas.microsoft.com/office/drawing/2014/main" id="{A5C10682-7C1F-BECA-4C56-3A6E67E1D2E9}"/>
                </a:ext>
              </a:extLst>
            </p:cNvPr>
            <p:cNvSpPr>
              <a:spLocks noChangeShapeType="1"/>
            </p:cNvSpPr>
            <p:nvPr/>
          </p:nvSpPr>
          <p:spPr bwMode="auto">
            <a:xfrm flipH="1" flipV="1">
              <a:off x="4921250" y="3479800"/>
              <a:ext cx="280988" cy="0"/>
            </a:xfrm>
            <a:prstGeom prst="line">
              <a:avLst/>
            </a:prstGeom>
            <a:noFill/>
            <a:ln w="25400">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2257" name="Line 35">
              <a:extLst>
                <a:ext uri="{FF2B5EF4-FFF2-40B4-BE49-F238E27FC236}">
                  <a16:creationId xmlns:a16="http://schemas.microsoft.com/office/drawing/2014/main" id="{C5875B6E-2259-0875-252E-973439A54FA1}"/>
                </a:ext>
              </a:extLst>
            </p:cNvPr>
            <p:cNvSpPr>
              <a:spLocks noChangeShapeType="1"/>
            </p:cNvSpPr>
            <p:nvPr/>
          </p:nvSpPr>
          <p:spPr bwMode="auto">
            <a:xfrm>
              <a:off x="4356100" y="2459038"/>
              <a:ext cx="0" cy="10001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8" name="Line 36">
              <a:extLst>
                <a:ext uri="{FF2B5EF4-FFF2-40B4-BE49-F238E27FC236}">
                  <a16:creationId xmlns:a16="http://schemas.microsoft.com/office/drawing/2014/main" id="{91030DCA-E418-4FBB-A786-65AEC20902D4}"/>
                </a:ext>
              </a:extLst>
            </p:cNvPr>
            <p:cNvSpPr>
              <a:spLocks noChangeShapeType="1"/>
            </p:cNvSpPr>
            <p:nvPr/>
          </p:nvSpPr>
          <p:spPr bwMode="auto">
            <a:xfrm>
              <a:off x="4911725" y="2448405"/>
              <a:ext cx="0" cy="1017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9" name="Line 37">
              <a:extLst>
                <a:ext uri="{FF2B5EF4-FFF2-40B4-BE49-F238E27FC236}">
                  <a16:creationId xmlns:a16="http://schemas.microsoft.com/office/drawing/2014/main" id="{3B306E32-49C8-34D0-C04E-E4215E471D92}"/>
                </a:ext>
              </a:extLst>
            </p:cNvPr>
            <p:cNvSpPr>
              <a:spLocks noChangeShapeType="1"/>
            </p:cNvSpPr>
            <p:nvPr/>
          </p:nvSpPr>
          <p:spPr bwMode="auto">
            <a:xfrm>
              <a:off x="3759200" y="2835275"/>
              <a:ext cx="1143000" cy="0"/>
            </a:xfrm>
            <a:prstGeom prst="line">
              <a:avLst/>
            </a:prstGeom>
            <a:noFill/>
            <a:ln w="25400">
              <a:solidFill>
                <a:srgbClr val="000000"/>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2260" name="Line 38">
              <a:extLst>
                <a:ext uri="{FF2B5EF4-FFF2-40B4-BE49-F238E27FC236}">
                  <a16:creationId xmlns:a16="http://schemas.microsoft.com/office/drawing/2014/main" id="{6B4DD467-8C25-0C71-F66E-43C14ADF4339}"/>
                </a:ext>
              </a:extLst>
            </p:cNvPr>
            <p:cNvSpPr>
              <a:spLocks noChangeShapeType="1"/>
            </p:cNvSpPr>
            <p:nvPr/>
          </p:nvSpPr>
          <p:spPr bwMode="auto">
            <a:xfrm>
              <a:off x="4356100" y="3060700"/>
              <a:ext cx="1136650" cy="0"/>
            </a:xfrm>
            <a:prstGeom prst="line">
              <a:avLst/>
            </a:prstGeom>
            <a:noFill/>
            <a:ln w="25400">
              <a:solidFill>
                <a:srgbClr val="000000"/>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2261" name="Line 39">
              <a:extLst>
                <a:ext uri="{FF2B5EF4-FFF2-40B4-BE49-F238E27FC236}">
                  <a16:creationId xmlns:a16="http://schemas.microsoft.com/office/drawing/2014/main" id="{975F28D2-1E20-53D6-BA80-C84C27952E90}"/>
                </a:ext>
              </a:extLst>
            </p:cNvPr>
            <p:cNvSpPr>
              <a:spLocks noChangeShapeType="1"/>
            </p:cNvSpPr>
            <p:nvPr/>
          </p:nvSpPr>
          <p:spPr bwMode="auto">
            <a:xfrm rot="5400000" flipV="1">
              <a:off x="5578475" y="4924425"/>
              <a:ext cx="171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2" name="Line 40">
              <a:extLst>
                <a:ext uri="{FF2B5EF4-FFF2-40B4-BE49-F238E27FC236}">
                  <a16:creationId xmlns:a16="http://schemas.microsoft.com/office/drawing/2014/main" id="{EE667576-75B8-E68A-56A9-09ACE5FCF5E7}"/>
                </a:ext>
              </a:extLst>
            </p:cNvPr>
            <p:cNvSpPr>
              <a:spLocks noChangeShapeType="1"/>
            </p:cNvSpPr>
            <p:nvPr/>
          </p:nvSpPr>
          <p:spPr bwMode="auto">
            <a:xfrm rot="5400000" flipH="1">
              <a:off x="6265863" y="2794000"/>
              <a:ext cx="0" cy="4159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3" name="Line 41">
              <a:extLst>
                <a:ext uri="{FF2B5EF4-FFF2-40B4-BE49-F238E27FC236}">
                  <a16:creationId xmlns:a16="http://schemas.microsoft.com/office/drawing/2014/main" id="{484280FB-30D9-157E-830A-65684B3A96F7}"/>
                </a:ext>
              </a:extLst>
            </p:cNvPr>
            <p:cNvSpPr>
              <a:spLocks noChangeShapeType="1"/>
            </p:cNvSpPr>
            <p:nvPr/>
          </p:nvSpPr>
          <p:spPr bwMode="auto">
            <a:xfrm rot="5400000" flipH="1">
              <a:off x="5458619" y="4637881"/>
              <a:ext cx="0" cy="4143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4" name="Line 42">
              <a:extLst>
                <a:ext uri="{FF2B5EF4-FFF2-40B4-BE49-F238E27FC236}">
                  <a16:creationId xmlns:a16="http://schemas.microsoft.com/office/drawing/2014/main" id="{DD32BC90-FDF1-F3F0-E06C-CF4BC3D7EBE3}"/>
                </a:ext>
              </a:extLst>
            </p:cNvPr>
            <p:cNvSpPr>
              <a:spLocks noChangeShapeType="1"/>
            </p:cNvSpPr>
            <p:nvPr/>
          </p:nvSpPr>
          <p:spPr bwMode="auto">
            <a:xfrm rot="5400000" flipV="1">
              <a:off x="5972175" y="2911475"/>
              <a:ext cx="171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5" name="Line 43">
              <a:extLst>
                <a:ext uri="{FF2B5EF4-FFF2-40B4-BE49-F238E27FC236}">
                  <a16:creationId xmlns:a16="http://schemas.microsoft.com/office/drawing/2014/main" id="{E445EDF1-C33B-C008-4467-D3B6417F9E62}"/>
                </a:ext>
              </a:extLst>
            </p:cNvPr>
            <p:cNvSpPr>
              <a:spLocks noChangeShapeType="1"/>
            </p:cNvSpPr>
            <p:nvPr/>
          </p:nvSpPr>
          <p:spPr bwMode="auto">
            <a:xfrm rot="5400000" flipV="1">
              <a:off x="4003675" y="4922838"/>
              <a:ext cx="171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6" name="Line 44">
              <a:extLst>
                <a:ext uri="{FF2B5EF4-FFF2-40B4-BE49-F238E27FC236}">
                  <a16:creationId xmlns:a16="http://schemas.microsoft.com/office/drawing/2014/main" id="{F1DD139F-ADCC-D36A-E97B-E49DCA2FD6F0}"/>
                </a:ext>
              </a:extLst>
            </p:cNvPr>
            <p:cNvSpPr>
              <a:spLocks noChangeShapeType="1"/>
            </p:cNvSpPr>
            <p:nvPr/>
          </p:nvSpPr>
          <p:spPr bwMode="auto">
            <a:xfrm rot="5400000" flipH="1">
              <a:off x="3860757" y="4633912"/>
              <a:ext cx="0" cy="4159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7" name="Line 45">
              <a:extLst>
                <a:ext uri="{FF2B5EF4-FFF2-40B4-BE49-F238E27FC236}">
                  <a16:creationId xmlns:a16="http://schemas.microsoft.com/office/drawing/2014/main" id="{2D447902-365E-D5E0-17C7-24C55FFC87B1}"/>
                </a:ext>
              </a:extLst>
            </p:cNvPr>
            <p:cNvSpPr>
              <a:spLocks noChangeShapeType="1"/>
            </p:cNvSpPr>
            <p:nvPr/>
          </p:nvSpPr>
          <p:spPr bwMode="auto">
            <a:xfrm rot="5400000" flipH="1">
              <a:off x="3875882" y="4545806"/>
              <a:ext cx="0" cy="4143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8" name="Line 46">
              <a:extLst>
                <a:ext uri="{FF2B5EF4-FFF2-40B4-BE49-F238E27FC236}">
                  <a16:creationId xmlns:a16="http://schemas.microsoft.com/office/drawing/2014/main" id="{0D59CB2A-A939-E40F-F089-CF12E590959D}"/>
                </a:ext>
              </a:extLst>
            </p:cNvPr>
            <p:cNvSpPr>
              <a:spLocks noChangeShapeType="1"/>
            </p:cNvSpPr>
            <p:nvPr/>
          </p:nvSpPr>
          <p:spPr bwMode="auto">
            <a:xfrm rot="5400000" flipV="1">
              <a:off x="3574256" y="4929982"/>
              <a:ext cx="1698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9" name="Line 47">
              <a:extLst>
                <a:ext uri="{FF2B5EF4-FFF2-40B4-BE49-F238E27FC236}">
                  <a16:creationId xmlns:a16="http://schemas.microsoft.com/office/drawing/2014/main" id="{D54318E1-4D59-A384-B22E-AE4916B5650B}"/>
                </a:ext>
              </a:extLst>
            </p:cNvPr>
            <p:cNvSpPr>
              <a:spLocks noChangeShapeType="1"/>
            </p:cNvSpPr>
            <p:nvPr/>
          </p:nvSpPr>
          <p:spPr bwMode="auto">
            <a:xfrm flipH="1" flipV="1">
              <a:off x="5494359" y="2832863"/>
              <a:ext cx="568196"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2270" name="Line 48">
              <a:extLst>
                <a:ext uri="{FF2B5EF4-FFF2-40B4-BE49-F238E27FC236}">
                  <a16:creationId xmlns:a16="http://schemas.microsoft.com/office/drawing/2014/main" id="{F3AEA496-3A59-C433-34E7-7BE79A1B862B}"/>
                </a:ext>
              </a:extLst>
            </p:cNvPr>
            <p:cNvSpPr>
              <a:spLocks noChangeShapeType="1"/>
            </p:cNvSpPr>
            <p:nvPr/>
          </p:nvSpPr>
          <p:spPr bwMode="auto">
            <a:xfrm flipH="1">
              <a:off x="3201943" y="2843975"/>
              <a:ext cx="534987"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2271" name="Line 49">
              <a:extLst>
                <a:ext uri="{FF2B5EF4-FFF2-40B4-BE49-F238E27FC236}">
                  <a16:creationId xmlns:a16="http://schemas.microsoft.com/office/drawing/2014/main" id="{81E905A0-6746-3485-CF7B-BACF13DABE51}"/>
                </a:ext>
              </a:extLst>
            </p:cNvPr>
            <p:cNvSpPr>
              <a:spLocks noChangeShapeType="1"/>
            </p:cNvSpPr>
            <p:nvPr/>
          </p:nvSpPr>
          <p:spPr bwMode="auto">
            <a:xfrm>
              <a:off x="3749653" y="3675063"/>
              <a:ext cx="0" cy="247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72" name="Line 50">
              <a:extLst>
                <a:ext uri="{FF2B5EF4-FFF2-40B4-BE49-F238E27FC236}">
                  <a16:creationId xmlns:a16="http://schemas.microsoft.com/office/drawing/2014/main" id="{B5171BAC-9E70-9D8E-A103-128065A310E6}"/>
                </a:ext>
              </a:extLst>
            </p:cNvPr>
            <p:cNvSpPr>
              <a:spLocks noChangeShapeType="1"/>
            </p:cNvSpPr>
            <p:nvPr/>
          </p:nvSpPr>
          <p:spPr bwMode="auto">
            <a:xfrm>
              <a:off x="5497491" y="3684588"/>
              <a:ext cx="0" cy="2286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73" name="Line 51">
              <a:extLst>
                <a:ext uri="{FF2B5EF4-FFF2-40B4-BE49-F238E27FC236}">
                  <a16:creationId xmlns:a16="http://schemas.microsoft.com/office/drawing/2014/main" id="{30BDF613-08C2-497A-1B15-838597063F51}"/>
                </a:ext>
              </a:extLst>
            </p:cNvPr>
            <p:cNvSpPr>
              <a:spLocks noChangeShapeType="1"/>
            </p:cNvSpPr>
            <p:nvPr/>
          </p:nvSpPr>
          <p:spPr bwMode="auto">
            <a:xfrm>
              <a:off x="3744913" y="3916363"/>
              <a:ext cx="1768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74" name="Line 52">
              <a:extLst>
                <a:ext uri="{FF2B5EF4-FFF2-40B4-BE49-F238E27FC236}">
                  <a16:creationId xmlns:a16="http://schemas.microsoft.com/office/drawing/2014/main" id="{A0D649D7-AF25-7550-1BED-435250C44D44}"/>
                </a:ext>
              </a:extLst>
            </p:cNvPr>
            <p:cNvSpPr>
              <a:spLocks noChangeShapeType="1"/>
            </p:cNvSpPr>
            <p:nvPr/>
          </p:nvSpPr>
          <p:spPr bwMode="auto">
            <a:xfrm>
              <a:off x="4645025" y="3925888"/>
              <a:ext cx="0" cy="204787"/>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2275" name="Line 53">
              <a:extLst>
                <a:ext uri="{FF2B5EF4-FFF2-40B4-BE49-F238E27FC236}">
                  <a16:creationId xmlns:a16="http://schemas.microsoft.com/office/drawing/2014/main" id="{736CFFE3-A3DA-4452-0506-6A8819695E27}"/>
                </a:ext>
              </a:extLst>
            </p:cNvPr>
            <p:cNvSpPr>
              <a:spLocks noChangeShapeType="1"/>
            </p:cNvSpPr>
            <p:nvPr/>
          </p:nvSpPr>
          <p:spPr bwMode="auto">
            <a:xfrm>
              <a:off x="4540250" y="4117975"/>
              <a:ext cx="2428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76" name="Line 54">
              <a:extLst>
                <a:ext uri="{FF2B5EF4-FFF2-40B4-BE49-F238E27FC236}">
                  <a16:creationId xmlns:a16="http://schemas.microsoft.com/office/drawing/2014/main" id="{793FE29F-812C-518F-6210-691805580352}"/>
                </a:ext>
              </a:extLst>
            </p:cNvPr>
            <p:cNvSpPr>
              <a:spLocks noChangeShapeType="1"/>
            </p:cNvSpPr>
            <p:nvPr/>
          </p:nvSpPr>
          <p:spPr bwMode="auto">
            <a:xfrm flipV="1">
              <a:off x="5657850" y="5010150"/>
              <a:ext cx="1201738" cy="0"/>
            </a:xfrm>
            <a:prstGeom prst="line">
              <a:avLst/>
            </a:prstGeom>
            <a:noFill/>
            <a:ln w="25400">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52277" name="Line 55">
              <a:extLst>
                <a:ext uri="{FF2B5EF4-FFF2-40B4-BE49-F238E27FC236}">
                  <a16:creationId xmlns:a16="http://schemas.microsoft.com/office/drawing/2014/main" id="{8DB8AA71-A95C-76AC-C49A-35150CC18CAD}"/>
                </a:ext>
              </a:extLst>
            </p:cNvPr>
            <p:cNvSpPr>
              <a:spLocks noChangeShapeType="1"/>
            </p:cNvSpPr>
            <p:nvPr/>
          </p:nvSpPr>
          <p:spPr bwMode="auto">
            <a:xfrm flipH="1" flipV="1">
              <a:off x="2422525" y="5007800"/>
              <a:ext cx="1233488" cy="0"/>
            </a:xfrm>
            <a:prstGeom prst="line">
              <a:avLst/>
            </a:prstGeom>
            <a:noFill/>
            <a:ln w="25400">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52278" name="Text Box 56">
              <a:extLst>
                <a:ext uri="{FF2B5EF4-FFF2-40B4-BE49-F238E27FC236}">
                  <a16:creationId xmlns:a16="http://schemas.microsoft.com/office/drawing/2014/main" id="{4BBC40BA-AD38-EBB4-F3B0-70316B8855E0}"/>
                </a:ext>
              </a:extLst>
            </p:cNvPr>
            <p:cNvSpPr txBox="1">
              <a:spLocks noChangeArrowheads="1"/>
            </p:cNvSpPr>
            <p:nvPr/>
          </p:nvSpPr>
          <p:spPr bwMode="auto">
            <a:xfrm>
              <a:off x="3833813" y="1631950"/>
              <a:ext cx="6667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V</a:t>
              </a:r>
              <a:r>
                <a:rPr lang="ru-RU" altLang="en-US" sz="1600" baseline="-25000"/>
                <a:t>DD</a:t>
              </a:r>
              <a:endParaRPr lang="ru-RU" altLang="en-US" sz="1600"/>
            </a:p>
          </p:txBody>
        </p:sp>
        <p:sp>
          <p:nvSpPr>
            <p:cNvPr id="52279" name="Line 57">
              <a:extLst>
                <a:ext uri="{FF2B5EF4-FFF2-40B4-BE49-F238E27FC236}">
                  <a16:creationId xmlns:a16="http://schemas.microsoft.com/office/drawing/2014/main" id="{ADFE1C44-48F7-FDD9-BD81-9E1CE347B3E3}"/>
                </a:ext>
              </a:extLst>
            </p:cNvPr>
            <p:cNvSpPr>
              <a:spLocks noChangeShapeType="1"/>
            </p:cNvSpPr>
            <p:nvPr/>
          </p:nvSpPr>
          <p:spPr bwMode="auto">
            <a:xfrm>
              <a:off x="4560888" y="4144963"/>
              <a:ext cx="103187" cy="904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0" name="Line 58">
              <a:extLst>
                <a:ext uri="{FF2B5EF4-FFF2-40B4-BE49-F238E27FC236}">
                  <a16:creationId xmlns:a16="http://schemas.microsoft.com/office/drawing/2014/main" id="{0B7B2C85-A216-92EA-D9C8-D70AEB6F0ED6}"/>
                </a:ext>
              </a:extLst>
            </p:cNvPr>
            <p:cNvSpPr>
              <a:spLocks noChangeShapeType="1"/>
            </p:cNvSpPr>
            <p:nvPr/>
          </p:nvSpPr>
          <p:spPr bwMode="auto">
            <a:xfrm flipH="1">
              <a:off x="4646613" y="4133850"/>
              <a:ext cx="119062" cy="1047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1" name="Line 59">
              <a:extLst>
                <a:ext uri="{FF2B5EF4-FFF2-40B4-BE49-F238E27FC236}">
                  <a16:creationId xmlns:a16="http://schemas.microsoft.com/office/drawing/2014/main" id="{4DC7A676-55C7-687D-D64C-8E6E680E5194}"/>
                </a:ext>
              </a:extLst>
            </p:cNvPr>
            <p:cNvSpPr>
              <a:spLocks noChangeShapeType="1"/>
            </p:cNvSpPr>
            <p:nvPr/>
          </p:nvSpPr>
          <p:spPr bwMode="auto">
            <a:xfrm rot="5400000" flipV="1">
              <a:off x="3106738" y="2911475"/>
              <a:ext cx="171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2" name="Line 60">
              <a:extLst>
                <a:ext uri="{FF2B5EF4-FFF2-40B4-BE49-F238E27FC236}">
                  <a16:creationId xmlns:a16="http://schemas.microsoft.com/office/drawing/2014/main" id="{E182D8C9-556F-49A9-EECA-162B458BD253}"/>
                </a:ext>
              </a:extLst>
            </p:cNvPr>
            <p:cNvSpPr>
              <a:spLocks noChangeShapeType="1"/>
            </p:cNvSpPr>
            <p:nvPr/>
          </p:nvSpPr>
          <p:spPr bwMode="auto">
            <a:xfrm rot="5400000" flipH="1">
              <a:off x="2971801" y="2794000"/>
              <a:ext cx="0" cy="4159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3" name="Line 61">
              <a:extLst>
                <a:ext uri="{FF2B5EF4-FFF2-40B4-BE49-F238E27FC236}">
                  <a16:creationId xmlns:a16="http://schemas.microsoft.com/office/drawing/2014/main" id="{33A5F272-64AD-AFF6-7CF4-8C23203E8976}"/>
                </a:ext>
              </a:extLst>
            </p:cNvPr>
            <p:cNvSpPr>
              <a:spLocks noChangeShapeType="1"/>
            </p:cNvSpPr>
            <p:nvPr/>
          </p:nvSpPr>
          <p:spPr bwMode="auto">
            <a:xfrm rot="5400000" flipV="1">
              <a:off x="6399213" y="2911475"/>
              <a:ext cx="171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4" name="Line 62">
              <a:extLst>
                <a:ext uri="{FF2B5EF4-FFF2-40B4-BE49-F238E27FC236}">
                  <a16:creationId xmlns:a16="http://schemas.microsoft.com/office/drawing/2014/main" id="{F55EDB7A-5526-5901-1020-114C332BDA9E}"/>
                </a:ext>
              </a:extLst>
            </p:cNvPr>
            <p:cNvSpPr>
              <a:spLocks noChangeShapeType="1"/>
            </p:cNvSpPr>
            <p:nvPr/>
          </p:nvSpPr>
          <p:spPr bwMode="auto">
            <a:xfrm rot="5400000" flipV="1">
              <a:off x="2678113" y="2911475"/>
              <a:ext cx="171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5" name="Line 63">
              <a:extLst>
                <a:ext uri="{FF2B5EF4-FFF2-40B4-BE49-F238E27FC236}">
                  <a16:creationId xmlns:a16="http://schemas.microsoft.com/office/drawing/2014/main" id="{D1A5136B-F076-23E1-07CA-A25281DEFC62}"/>
                </a:ext>
              </a:extLst>
            </p:cNvPr>
            <p:cNvSpPr>
              <a:spLocks noChangeShapeType="1"/>
            </p:cNvSpPr>
            <p:nvPr/>
          </p:nvSpPr>
          <p:spPr bwMode="auto">
            <a:xfrm>
              <a:off x="6499225" y="2825750"/>
              <a:ext cx="342900"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2286" name="Line 64">
              <a:extLst>
                <a:ext uri="{FF2B5EF4-FFF2-40B4-BE49-F238E27FC236}">
                  <a16:creationId xmlns:a16="http://schemas.microsoft.com/office/drawing/2014/main" id="{89F61D4F-5DBD-57C4-BA0A-B08AD7D32238}"/>
                </a:ext>
              </a:extLst>
            </p:cNvPr>
            <p:cNvSpPr>
              <a:spLocks noChangeShapeType="1"/>
            </p:cNvSpPr>
            <p:nvPr/>
          </p:nvSpPr>
          <p:spPr bwMode="auto">
            <a:xfrm rot="5400000" flipH="1">
              <a:off x="6265863" y="2868612"/>
              <a:ext cx="0" cy="4159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7" name="Line 65">
              <a:extLst>
                <a:ext uri="{FF2B5EF4-FFF2-40B4-BE49-F238E27FC236}">
                  <a16:creationId xmlns:a16="http://schemas.microsoft.com/office/drawing/2014/main" id="{986CC2DF-2F99-B2EB-55D5-1E889D195B9B}"/>
                </a:ext>
              </a:extLst>
            </p:cNvPr>
            <p:cNvSpPr>
              <a:spLocks noChangeShapeType="1"/>
            </p:cNvSpPr>
            <p:nvPr/>
          </p:nvSpPr>
          <p:spPr bwMode="auto">
            <a:xfrm rot="5400000" flipH="1">
              <a:off x="2971801" y="2868612"/>
              <a:ext cx="0" cy="4159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8" name="Line 66">
              <a:extLst>
                <a:ext uri="{FF2B5EF4-FFF2-40B4-BE49-F238E27FC236}">
                  <a16:creationId xmlns:a16="http://schemas.microsoft.com/office/drawing/2014/main" id="{66B98799-9FC0-F041-B673-8AEDF02F8433}"/>
                </a:ext>
              </a:extLst>
            </p:cNvPr>
            <p:cNvSpPr>
              <a:spLocks noChangeShapeType="1"/>
            </p:cNvSpPr>
            <p:nvPr/>
          </p:nvSpPr>
          <p:spPr bwMode="auto">
            <a:xfrm>
              <a:off x="6856413" y="1958975"/>
              <a:ext cx="0" cy="30448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9" name="Line 67">
              <a:extLst>
                <a:ext uri="{FF2B5EF4-FFF2-40B4-BE49-F238E27FC236}">
                  <a16:creationId xmlns:a16="http://schemas.microsoft.com/office/drawing/2014/main" id="{38364B61-27EB-CA6C-6AEB-611D0287A5DE}"/>
                </a:ext>
              </a:extLst>
            </p:cNvPr>
            <p:cNvSpPr>
              <a:spLocks noChangeShapeType="1"/>
            </p:cNvSpPr>
            <p:nvPr/>
          </p:nvSpPr>
          <p:spPr bwMode="auto">
            <a:xfrm>
              <a:off x="6272213" y="3076575"/>
              <a:ext cx="0" cy="12874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90" name="Line 68">
              <a:extLst>
                <a:ext uri="{FF2B5EF4-FFF2-40B4-BE49-F238E27FC236}">
                  <a16:creationId xmlns:a16="http://schemas.microsoft.com/office/drawing/2014/main" id="{BD9C4894-528D-ED7C-5ED4-B186CF311619}"/>
                </a:ext>
              </a:extLst>
            </p:cNvPr>
            <p:cNvSpPr>
              <a:spLocks noChangeShapeType="1"/>
            </p:cNvSpPr>
            <p:nvPr/>
          </p:nvSpPr>
          <p:spPr bwMode="auto">
            <a:xfrm>
              <a:off x="2963863" y="3076574"/>
              <a:ext cx="0" cy="1298448"/>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2291" name="Line 69">
              <a:extLst>
                <a:ext uri="{FF2B5EF4-FFF2-40B4-BE49-F238E27FC236}">
                  <a16:creationId xmlns:a16="http://schemas.microsoft.com/office/drawing/2014/main" id="{2B31E4CE-A600-81CE-43CB-A9F4C4A570FF}"/>
                </a:ext>
              </a:extLst>
            </p:cNvPr>
            <p:cNvSpPr>
              <a:spLocks noChangeShapeType="1"/>
            </p:cNvSpPr>
            <p:nvPr/>
          </p:nvSpPr>
          <p:spPr bwMode="auto">
            <a:xfrm flipH="1">
              <a:off x="1638300" y="4375150"/>
              <a:ext cx="46386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92" name="Line 70">
              <a:extLst>
                <a:ext uri="{FF2B5EF4-FFF2-40B4-BE49-F238E27FC236}">
                  <a16:creationId xmlns:a16="http://schemas.microsoft.com/office/drawing/2014/main" id="{3E06EFE2-029E-A827-4E41-5AFA2E45199E}"/>
                </a:ext>
              </a:extLst>
            </p:cNvPr>
            <p:cNvSpPr>
              <a:spLocks noChangeShapeType="1"/>
            </p:cNvSpPr>
            <p:nvPr/>
          </p:nvSpPr>
          <p:spPr bwMode="auto">
            <a:xfrm>
              <a:off x="2408238" y="2825750"/>
              <a:ext cx="341312" cy="0"/>
            </a:xfrm>
            <a:prstGeom prst="line">
              <a:avLst/>
            </a:prstGeom>
            <a:noFill/>
            <a:ln w="25400">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2293" name="Line 71">
              <a:extLst>
                <a:ext uri="{FF2B5EF4-FFF2-40B4-BE49-F238E27FC236}">
                  <a16:creationId xmlns:a16="http://schemas.microsoft.com/office/drawing/2014/main" id="{50397957-299C-635A-046F-5DE0AB9ED08D}"/>
                </a:ext>
              </a:extLst>
            </p:cNvPr>
            <p:cNvSpPr>
              <a:spLocks noChangeShapeType="1"/>
            </p:cNvSpPr>
            <p:nvPr/>
          </p:nvSpPr>
          <p:spPr bwMode="auto">
            <a:xfrm>
              <a:off x="2408238" y="1971675"/>
              <a:ext cx="0" cy="30448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94" name="Line 72">
              <a:extLst>
                <a:ext uri="{FF2B5EF4-FFF2-40B4-BE49-F238E27FC236}">
                  <a16:creationId xmlns:a16="http://schemas.microsoft.com/office/drawing/2014/main" id="{49FD9FF9-2B10-B1F0-F355-F94F11681104}"/>
                </a:ext>
              </a:extLst>
            </p:cNvPr>
            <p:cNvSpPr>
              <a:spLocks noChangeShapeType="1"/>
            </p:cNvSpPr>
            <p:nvPr/>
          </p:nvSpPr>
          <p:spPr bwMode="auto">
            <a:xfrm rot="5400000" flipV="1">
              <a:off x="5165725" y="4929188"/>
              <a:ext cx="171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95" name="Line 73">
              <a:extLst>
                <a:ext uri="{FF2B5EF4-FFF2-40B4-BE49-F238E27FC236}">
                  <a16:creationId xmlns:a16="http://schemas.microsoft.com/office/drawing/2014/main" id="{8CCDC17F-9C87-548A-E83E-C161D341BA8A}"/>
                </a:ext>
              </a:extLst>
            </p:cNvPr>
            <p:cNvSpPr>
              <a:spLocks noChangeShapeType="1"/>
            </p:cNvSpPr>
            <p:nvPr/>
          </p:nvSpPr>
          <p:spPr bwMode="auto">
            <a:xfrm rot="5400000" flipH="1">
              <a:off x="5458619" y="4561681"/>
              <a:ext cx="0" cy="4143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96" name="Text Box 74">
              <a:extLst>
                <a:ext uri="{FF2B5EF4-FFF2-40B4-BE49-F238E27FC236}">
                  <a16:creationId xmlns:a16="http://schemas.microsoft.com/office/drawing/2014/main" id="{CA58E6C5-0B99-F914-C4DA-85C4F13E64DE}"/>
                </a:ext>
              </a:extLst>
            </p:cNvPr>
            <p:cNvSpPr txBox="1">
              <a:spLocks noChangeArrowheads="1"/>
            </p:cNvSpPr>
            <p:nvPr/>
          </p:nvSpPr>
          <p:spPr bwMode="auto">
            <a:xfrm>
              <a:off x="554038" y="4192588"/>
              <a:ext cx="1611312"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Word Line </a:t>
              </a:r>
            </a:p>
            <a:p>
              <a:pPr eaLnBrk="1" hangingPunct="1"/>
              <a:endParaRPr lang="ru-RU" altLang="en-US" sz="1600"/>
            </a:p>
          </p:txBody>
        </p:sp>
        <p:sp>
          <p:nvSpPr>
            <p:cNvPr id="52297" name="Text Box 75">
              <a:extLst>
                <a:ext uri="{FF2B5EF4-FFF2-40B4-BE49-F238E27FC236}">
                  <a16:creationId xmlns:a16="http://schemas.microsoft.com/office/drawing/2014/main" id="{1C377F0F-21A7-413C-E71A-34A468795172}"/>
                </a:ext>
              </a:extLst>
            </p:cNvPr>
            <p:cNvSpPr txBox="1">
              <a:spLocks noChangeArrowheads="1"/>
            </p:cNvSpPr>
            <p:nvPr/>
          </p:nvSpPr>
          <p:spPr bwMode="auto">
            <a:xfrm>
              <a:off x="5216525" y="4821238"/>
              <a:ext cx="684213"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T2</a:t>
              </a:r>
            </a:p>
          </p:txBody>
        </p:sp>
        <p:sp>
          <p:nvSpPr>
            <p:cNvPr id="52298" name="Text Box 76">
              <a:extLst>
                <a:ext uri="{FF2B5EF4-FFF2-40B4-BE49-F238E27FC236}">
                  <a16:creationId xmlns:a16="http://schemas.microsoft.com/office/drawing/2014/main" id="{FE072444-4798-3A8A-2D9F-02038052FF49}"/>
                </a:ext>
              </a:extLst>
            </p:cNvPr>
            <p:cNvSpPr txBox="1">
              <a:spLocks noChangeArrowheads="1"/>
            </p:cNvSpPr>
            <p:nvPr/>
          </p:nvSpPr>
          <p:spPr bwMode="auto">
            <a:xfrm>
              <a:off x="2706688" y="2419350"/>
              <a:ext cx="693737"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T4</a:t>
              </a:r>
            </a:p>
          </p:txBody>
        </p:sp>
        <p:sp>
          <p:nvSpPr>
            <p:cNvPr id="52299" name="Text Box 77">
              <a:extLst>
                <a:ext uri="{FF2B5EF4-FFF2-40B4-BE49-F238E27FC236}">
                  <a16:creationId xmlns:a16="http://schemas.microsoft.com/office/drawing/2014/main" id="{90F95EFE-5EEF-FD6F-0B89-29FB8AC65A27}"/>
                </a:ext>
              </a:extLst>
            </p:cNvPr>
            <p:cNvSpPr txBox="1">
              <a:spLocks noChangeArrowheads="1"/>
            </p:cNvSpPr>
            <p:nvPr/>
          </p:nvSpPr>
          <p:spPr bwMode="auto">
            <a:xfrm>
              <a:off x="6043613" y="2608263"/>
              <a:ext cx="522287"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T5</a:t>
              </a:r>
            </a:p>
          </p:txBody>
        </p:sp>
        <p:sp>
          <p:nvSpPr>
            <p:cNvPr id="52300" name="Text Box 78">
              <a:extLst>
                <a:ext uri="{FF2B5EF4-FFF2-40B4-BE49-F238E27FC236}">
                  <a16:creationId xmlns:a16="http://schemas.microsoft.com/office/drawing/2014/main" id="{05EAFE3F-1BB3-BB67-445D-9E95961FEED4}"/>
                </a:ext>
              </a:extLst>
            </p:cNvPr>
            <p:cNvSpPr txBox="1">
              <a:spLocks noChangeArrowheads="1"/>
            </p:cNvSpPr>
            <p:nvPr/>
          </p:nvSpPr>
          <p:spPr bwMode="auto">
            <a:xfrm>
              <a:off x="5273675" y="3313113"/>
              <a:ext cx="69850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T7</a:t>
              </a:r>
            </a:p>
          </p:txBody>
        </p:sp>
        <p:sp>
          <p:nvSpPr>
            <p:cNvPr id="52301" name="Text Box 79">
              <a:extLst>
                <a:ext uri="{FF2B5EF4-FFF2-40B4-BE49-F238E27FC236}">
                  <a16:creationId xmlns:a16="http://schemas.microsoft.com/office/drawing/2014/main" id="{080C9FA4-1097-090C-272F-52F77525BA49}"/>
                </a:ext>
              </a:extLst>
            </p:cNvPr>
            <p:cNvSpPr txBox="1">
              <a:spLocks noChangeArrowheads="1"/>
            </p:cNvSpPr>
            <p:nvPr/>
          </p:nvSpPr>
          <p:spPr bwMode="auto">
            <a:xfrm>
              <a:off x="3519488" y="3300413"/>
              <a:ext cx="69850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T6</a:t>
              </a:r>
            </a:p>
          </p:txBody>
        </p:sp>
        <p:sp>
          <p:nvSpPr>
            <p:cNvPr id="52302" name="Line 80">
              <a:extLst>
                <a:ext uri="{FF2B5EF4-FFF2-40B4-BE49-F238E27FC236}">
                  <a16:creationId xmlns:a16="http://schemas.microsoft.com/office/drawing/2014/main" id="{503146D8-71EA-B71D-E245-6AD0B2FC05DC}"/>
                </a:ext>
              </a:extLst>
            </p:cNvPr>
            <p:cNvSpPr>
              <a:spLocks noChangeShapeType="1"/>
            </p:cNvSpPr>
            <p:nvPr/>
          </p:nvSpPr>
          <p:spPr bwMode="auto">
            <a:xfrm>
              <a:off x="3876675" y="4557713"/>
              <a:ext cx="0" cy="1984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03" name="Line 81">
              <a:extLst>
                <a:ext uri="{FF2B5EF4-FFF2-40B4-BE49-F238E27FC236}">
                  <a16:creationId xmlns:a16="http://schemas.microsoft.com/office/drawing/2014/main" id="{F6700C30-1458-DE88-0CA4-C90655F1286D}"/>
                </a:ext>
              </a:extLst>
            </p:cNvPr>
            <p:cNvSpPr>
              <a:spLocks noChangeShapeType="1"/>
            </p:cNvSpPr>
            <p:nvPr/>
          </p:nvSpPr>
          <p:spPr bwMode="auto">
            <a:xfrm>
              <a:off x="5438775" y="4557713"/>
              <a:ext cx="0" cy="1984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04" name="Line 82">
              <a:extLst>
                <a:ext uri="{FF2B5EF4-FFF2-40B4-BE49-F238E27FC236}">
                  <a16:creationId xmlns:a16="http://schemas.microsoft.com/office/drawing/2014/main" id="{6E6DE310-A179-0576-12FE-EE75733306D2}"/>
                </a:ext>
              </a:extLst>
            </p:cNvPr>
            <p:cNvSpPr>
              <a:spLocks noChangeShapeType="1"/>
            </p:cNvSpPr>
            <p:nvPr/>
          </p:nvSpPr>
          <p:spPr bwMode="auto">
            <a:xfrm>
              <a:off x="4916488" y="3502025"/>
              <a:ext cx="0" cy="107899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05" name="Line 83">
              <a:extLst>
                <a:ext uri="{FF2B5EF4-FFF2-40B4-BE49-F238E27FC236}">
                  <a16:creationId xmlns:a16="http://schemas.microsoft.com/office/drawing/2014/main" id="{0365ABE0-24FB-7278-746D-95457D6A093E}"/>
                </a:ext>
              </a:extLst>
            </p:cNvPr>
            <p:cNvSpPr>
              <a:spLocks noChangeShapeType="1"/>
            </p:cNvSpPr>
            <p:nvPr/>
          </p:nvSpPr>
          <p:spPr bwMode="auto">
            <a:xfrm>
              <a:off x="4356100" y="3476625"/>
              <a:ext cx="0" cy="10779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06" name="Line 84">
              <a:extLst>
                <a:ext uri="{FF2B5EF4-FFF2-40B4-BE49-F238E27FC236}">
                  <a16:creationId xmlns:a16="http://schemas.microsoft.com/office/drawing/2014/main" id="{2943FEB9-97E2-2BE6-092F-2B32D7D5F568}"/>
                </a:ext>
              </a:extLst>
            </p:cNvPr>
            <p:cNvSpPr>
              <a:spLocks noChangeShapeType="1"/>
            </p:cNvSpPr>
            <p:nvPr/>
          </p:nvSpPr>
          <p:spPr bwMode="auto">
            <a:xfrm>
              <a:off x="3876675" y="4554538"/>
              <a:ext cx="4841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07" name="Line 85">
              <a:extLst>
                <a:ext uri="{FF2B5EF4-FFF2-40B4-BE49-F238E27FC236}">
                  <a16:creationId xmlns:a16="http://schemas.microsoft.com/office/drawing/2014/main" id="{86674B81-5731-BC33-C197-B7CF57B360D0}"/>
                </a:ext>
              </a:extLst>
            </p:cNvPr>
            <p:cNvSpPr>
              <a:spLocks noChangeShapeType="1"/>
            </p:cNvSpPr>
            <p:nvPr/>
          </p:nvSpPr>
          <p:spPr bwMode="auto">
            <a:xfrm>
              <a:off x="4926013" y="4579113"/>
              <a:ext cx="50941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08" name="Line 86">
              <a:extLst>
                <a:ext uri="{FF2B5EF4-FFF2-40B4-BE49-F238E27FC236}">
                  <a16:creationId xmlns:a16="http://schemas.microsoft.com/office/drawing/2014/main" id="{E50CE980-5E7D-ABEE-8942-A4BA7EAB074B}"/>
                </a:ext>
              </a:extLst>
            </p:cNvPr>
            <p:cNvSpPr>
              <a:spLocks noChangeShapeType="1"/>
            </p:cNvSpPr>
            <p:nvPr/>
          </p:nvSpPr>
          <p:spPr bwMode="auto">
            <a:xfrm>
              <a:off x="4076677" y="5010150"/>
              <a:ext cx="11755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09" name="Line 87">
              <a:extLst>
                <a:ext uri="{FF2B5EF4-FFF2-40B4-BE49-F238E27FC236}">
                  <a16:creationId xmlns:a16="http://schemas.microsoft.com/office/drawing/2014/main" id="{E02CDBF7-0F30-7100-7341-9B9550064AB6}"/>
                </a:ext>
              </a:extLst>
            </p:cNvPr>
            <p:cNvSpPr>
              <a:spLocks noChangeShapeType="1"/>
            </p:cNvSpPr>
            <p:nvPr/>
          </p:nvSpPr>
          <p:spPr bwMode="auto">
            <a:xfrm flipV="1">
              <a:off x="5202238" y="5440363"/>
              <a:ext cx="1936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10" name="Line 88">
              <a:extLst>
                <a:ext uri="{FF2B5EF4-FFF2-40B4-BE49-F238E27FC236}">
                  <a16:creationId xmlns:a16="http://schemas.microsoft.com/office/drawing/2014/main" id="{79D0B9C6-6986-F406-3042-12833073D69D}"/>
                </a:ext>
              </a:extLst>
            </p:cNvPr>
            <p:cNvSpPr>
              <a:spLocks noChangeShapeType="1"/>
            </p:cNvSpPr>
            <p:nvPr/>
          </p:nvSpPr>
          <p:spPr bwMode="auto">
            <a:xfrm flipH="1">
              <a:off x="5202238" y="5437188"/>
              <a:ext cx="0" cy="3651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11" name="Line 89">
              <a:extLst>
                <a:ext uri="{FF2B5EF4-FFF2-40B4-BE49-F238E27FC236}">
                  <a16:creationId xmlns:a16="http://schemas.microsoft.com/office/drawing/2014/main" id="{06ACEB02-1FF7-FBE8-20CD-2BF8C5755650}"/>
                </a:ext>
              </a:extLst>
            </p:cNvPr>
            <p:cNvSpPr>
              <a:spLocks noChangeShapeType="1"/>
            </p:cNvSpPr>
            <p:nvPr/>
          </p:nvSpPr>
          <p:spPr bwMode="auto">
            <a:xfrm flipH="1">
              <a:off x="5116513" y="5434013"/>
              <a:ext cx="0" cy="3651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12" name="Line 90">
              <a:extLst>
                <a:ext uri="{FF2B5EF4-FFF2-40B4-BE49-F238E27FC236}">
                  <a16:creationId xmlns:a16="http://schemas.microsoft.com/office/drawing/2014/main" id="{A92DA42F-0FDE-75E8-C771-4B985313EC7F}"/>
                </a:ext>
              </a:extLst>
            </p:cNvPr>
            <p:cNvSpPr>
              <a:spLocks noChangeShapeType="1"/>
            </p:cNvSpPr>
            <p:nvPr/>
          </p:nvSpPr>
          <p:spPr bwMode="auto">
            <a:xfrm flipV="1">
              <a:off x="5208588" y="5802313"/>
              <a:ext cx="1936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13" name="Line 91">
              <a:extLst>
                <a:ext uri="{FF2B5EF4-FFF2-40B4-BE49-F238E27FC236}">
                  <a16:creationId xmlns:a16="http://schemas.microsoft.com/office/drawing/2014/main" id="{27AE51B5-79A6-0154-16F2-0AA75D772585}"/>
                </a:ext>
              </a:extLst>
            </p:cNvPr>
            <p:cNvSpPr>
              <a:spLocks noChangeShapeType="1"/>
            </p:cNvSpPr>
            <p:nvPr/>
          </p:nvSpPr>
          <p:spPr bwMode="auto">
            <a:xfrm flipH="1" flipV="1">
              <a:off x="4703763" y="5613400"/>
              <a:ext cx="38735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2314" name="Line 92">
              <a:extLst>
                <a:ext uri="{FF2B5EF4-FFF2-40B4-BE49-F238E27FC236}">
                  <a16:creationId xmlns:a16="http://schemas.microsoft.com/office/drawing/2014/main" id="{ECBC6CB2-2FDA-001E-CE46-196A4AED5C96}"/>
                </a:ext>
              </a:extLst>
            </p:cNvPr>
            <p:cNvSpPr>
              <a:spLocks noChangeShapeType="1"/>
            </p:cNvSpPr>
            <p:nvPr/>
          </p:nvSpPr>
          <p:spPr bwMode="auto">
            <a:xfrm>
              <a:off x="5408613" y="5802313"/>
              <a:ext cx="0" cy="2270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15" name="Line 93">
              <a:extLst>
                <a:ext uri="{FF2B5EF4-FFF2-40B4-BE49-F238E27FC236}">
                  <a16:creationId xmlns:a16="http://schemas.microsoft.com/office/drawing/2014/main" id="{218FC8C3-D111-83B1-13EF-6801910C3A41}"/>
                </a:ext>
              </a:extLst>
            </p:cNvPr>
            <p:cNvSpPr>
              <a:spLocks noChangeShapeType="1"/>
            </p:cNvSpPr>
            <p:nvPr/>
          </p:nvSpPr>
          <p:spPr bwMode="auto">
            <a:xfrm flipH="1">
              <a:off x="2151063" y="5197475"/>
              <a:ext cx="515778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16" name="Line 94">
              <a:extLst>
                <a:ext uri="{FF2B5EF4-FFF2-40B4-BE49-F238E27FC236}">
                  <a16:creationId xmlns:a16="http://schemas.microsoft.com/office/drawing/2014/main" id="{D68976AC-CF35-1FBB-0897-D49348DAD5BF}"/>
                </a:ext>
              </a:extLst>
            </p:cNvPr>
            <p:cNvSpPr>
              <a:spLocks noChangeShapeType="1"/>
            </p:cNvSpPr>
            <p:nvPr/>
          </p:nvSpPr>
          <p:spPr bwMode="auto">
            <a:xfrm flipV="1">
              <a:off x="5402263" y="5197475"/>
              <a:ext cx="0" cy="22860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2317" name="Line 95">
              <a:extLst>
                <a:ext uri="{FF2B5EF4-FFF2-40B4-BE49-F238E27FC236}">
                  <a16:creationId xmlns:a16="http://schemas.microsoft.com/office/drawing/2014/main" id="{3B1A4536-EC42-BA0E-4810-346BEAA7F481}"/>
                </a:ext>
              </a:extLst>
            </p:cNvPr>
            <p:cNvSpPr>
              <a:spLocks noChangeShapeType="1"/>
            </p:cNvSpPr>
            <p:nvPr/>
          </p:nvSpPr>
          <p:spPr bwMode="auto">
            <a:xfrm>
              <a:off x="4703763" y="5010150"/>
              <a:ext cx="0" cy="60325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2318" name="Line 96">
              <a:extLst>
                <a:ext uri="{FF2B5EF4-FFF2-40B4-BE49-F238E27FC236}">
                  <a16:creationId xmlns:a16="http://schemas.microsoft.com/office/drawing/2014/main" id="{79AAC15F-3029-F021-95B8-9CF8EDE1ED4A}"/>
                </a:ext>
              </a:extLst>
            </p:cNvPr>
            <p:cNvSpPr>
              <a:spLocks noChangeShapeType="1"/>
            </p:cNvSpPr>
            <p:nvPr/>
          </p:nvSpPr>
          <p:spPr bwMode="auto">
            <a:xfrm>
              <a:off x="5281613" y="6037263"/>
              <a:ext cx="2428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19" name="Line 97">
              <a:extLst>
                <a:ext uri="{FF2B5EF4-FFF2-40B4-BE49-F238E27FC236}">
                  <a16:creationId xmlns:a16="http://schemas.microsoft.com/office/drawing/2014/main" id="{0D7D7E83-6830-C6AE-7B2F-DA8B76DB41AE}"/>
                </a:ext>
              </a:extLst>
            </p:cNvPr>
            <p:cNvSpPr>
              <a:spLocks noChangeShapeType="1"/>
            </p:cNvSpPr>
            <p:nvPr/>
          </p:nvSpPr>
          <p:spPr bwMode="auto">
            <a:xfrm>
              <a:off x="5302250" y="6053138"/>
              <a:ext cx="103188" cy="904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20" name="Line 98">
              <a:extLst>
                <a:ext uri="{FF2B5EF4-FFF2-40B4-BE49-F238E27FC236}">
                  <a16:creationId xmlns:a16="http://schemas.microsoft.com/office/drawing/2014/main" id="{4E54E6A7-5531-0629-B209-2B800700F5A2}"/>
                </a:ext>
              </a:extLst>
            </p:cNvPr>
            <p:cNvSpPr>
              <a:spLocks noChangeShapeType="1"/>
            </p:cNvSpPr>
            <p:nvPr/>
          </p:nvSpPr>
          <p:spPr bwMode="auto">
            <a:xfrm flipH="1">
              <a:off x="5402263" y="6040438"/>
              <a:ext cx="104775" cy="1254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21" name="Text Box 99">
              <a:extLst>
                <a:ext uri="{FF2B5EF4-FFF2-40B4-BE49-F238E27FC236}">
                  <a16:creationId xmlns:a16="http://schemas.microsoft.com/office/drawing/2014/main" id="{3FAE3D0F-9F0C-C92F-CFEB-8E53EF9B473E}"/>
                </a:ext>
              </a:extLst>
            </p:cNvPr>
            <p:cNvSpPr txBox="1">
              <a:spLocks noChangeArrowheads="1"/>
            </p:cNvSpPr>
            <p:nvPr/>
          </p:nvSpPr>
          <p:spPr bwMode="auto">
            <a:xfrm>
              <a:off x="5402263" y="5499100"/>
              <a:ext cx="684212"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T1</a:t>
              </a:r>
            </a:p>
          </p:txBody>
        </p:sp>
        <p:sp>
          <p:nvSpPr>
            <p:cNvPr id="52322" name="Text Box 100">
              <a:extLst>
                <a:ext uri="{FF2B5EF4-FFF2-40B4-BE49-F238E27FC236}">
                  <a16:creationId xmlns:a16="http://schemas.microsoft.com/office/drawing/2014/main" id="{1E066D95-A452-47D8-7858-C5CB95994686}"/>
                </a:ext>
              </a:extLst>
            </p:cNvPr>
            <p:cNvSpPr txBox="1">
              <a:spLocks noChangeArrowheads="1"/>
            </p:cNvSpPr>
            <p:nvPr/>
          </p:nvSpPr>
          <p:spPr bwMode="auto">
            <a:xfrm>
              <a:off x="3605757" y="4894272"/>
              <a:ext cx="684212"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T3</a:t>
              </a:r>
            </a:p>
          </p:txBody>
        </p:sp>
        <p:sp>
          <p:nvSpPr>
            <p:cNvPr id="52323" name="Text Box 101">
              <a:extLst>
                <a:ext uri="{FF2B5EF4-FFF2-40B4-BE49-F238E27FC236}">
                  <a16:creationId xmlns:a16="http://schemas.microsoft.com/office/drawing/2014/main" id="{E06B79CB-D511-C3C5-F717-5E57EF016080}"/>
                </a:ext>
              </a:extLst>
            </p:cNvPr>
            <p:cNvSpPr txBox="1">
              <a:spLocks noChangeArrowheads="1"/>
            </p:cNvSpPr>
            <p:nvPr/>
          </p:nvSpPr>
          <p:spPr bwMode="auto">
            <a:xfrm>
              <a:off x="5302250" y="2270125"/>
              <a:ext cx="52228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T9</a:t>
              </a:r>
            </a:p>
          </p:txBody>
        </p:sp>
        <p:sp>
          <p:nvSpPr>
            <p:cNvPr id="52324" name="Text Box 102">
              <a:extLst>
                <a:ext uri="{FF2B5EF4-FFF2-40B4-BE49-F238E27FC236}">
                  <a16:creationId xmlns:a16="http://schemas.microsoft.com/office/drawing/2014/main" id="{EA5863F8-9385-59C0-1BA7-2923803A8E5E}"/>
                </a:ext>
              </a:extLst>
            </p:cNvPr>
            <p:cNvSpPr txBox="1">
              <a:spLocks noChangeArrowheads="1"/>
            </p:cNvSpPr>
            <p:nvPr/>
          </p:nvSpPr>
          <p:spPr bwMode="auto">
            <a:xfrm>
              <a:off x="3448050" y="2244725"/>
              <a:ext cx="5222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T8</a:t>
              </a:r>
            </a:p>
          </p:txBody>
        </p:sp>
        <p:sp>
          <p:nvSpPr>
            <p:cNvPr id="52325" name="Text Box 103">
              <a:extLst>
                <a:ext uri="{FF2B5EF4-FFF2-40B4-BE49-F238E27FC236}">
                  <a16:creationId xmlns:a16="http://schemas.microsoft.com/office/drawing/2014/main" id="{D5DC5392-6053-2425-8E44-95EBFC38F16A}"/>
                </a:ext>
              </a:extLst>
            </p:cNvPr>
            <p:cNvSpPr txBox="1">
              <a:spLocks noChangeArrowheads="1"/>
            </p:cNvSpPr>
            <p:nvPr/>
          </p:nvSpPr>
          <p:spPr bwMode="auto">
            <a:xfrm>
              <a:off x="539750" y="4959350"/>
              <a:ext cx="171132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Match line</a:t>
              </a:r>
            </a:p>
          </p:txBody>
        </p:sp>
        <p:sp>
          <p:nvSpPr>
            <p:cNvPr id="52326" name="Text Box 104">
              <a:extLst>
                <a:ext uri="{FF2B5EF4-FFF2-40B4-BE49-F238E27FC236}">
                  <a16:creationId xmlns:a16="http://schemas.microsoft.com/office/drawing/2014/main" id="{D32F4993-12B5-4AAD-DC41-4F9DA8A7F39D}"/>
                </a:ext>
              </a:extLst>
            </p:cNvPr>
            <p:cNvSpPr txBox="1">
              <a:spLocks noChangeArrowheads="1"/>
            </p:cNvSpPr>
            <p:nvPr/>
          </p:nvSpPr>
          <p:spPr bwMode="auto">
            <a:xfrm>
              <a:off x="2373403" y="1792288"/>
              <a:ext cx="69215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Bit</a:t>
              </a:r>
            </a:p>
          </p:txBody>
        </p:sp>
        <p:grpSp>
          <p:nvGrpSpPr>
            <p:cNvPr id="52327" name="Group 105">
              <a:extLst>
                <a:ext uri="{FF2B5EF4-FFF2-40B4-BE49-F238E27FC236}">
                  <a16:creationId xmlns:a16="http://schemas.microsoft.com/office/drawing/2014/main" id="{9EAAF165-5E18-54AC-3DB4-251A057C8D6E}"/>
                </a:ext>
              </a:extLst>
            </p:cNvPr>
            <p:cNvGrpSpPr>
              <a:grpSpLocks/>
            </p:cNvGrpSpPr>
            <p:nvPr/>
          </p:nvGrpSpPr>
          <p:grpSpPr bwMode="auto">
            <a:xfrm>
              <a:off x="6413430" y="1804988"/>
              <a:ext cx="693738" cy="452437"/>
              <a:chOff x="8165" y="1815"/>
              <a:chExt cx="729" cy="540"/>
            </a:xfrm>
          </p:grpSpPr>
          <p:sp>
            <p:nvSpPr>
              <p:cNvPr id="52333" name="Text Box 106">
                <a:extLst>
                  <a:ext uri="{FF2B5EF4-FFF2-40B4-BE49-F238E27FC236}">
                    <a16:creationId xmlns:a16="http://schemas.microsoft.com/office/drawing/2014/main" id="{E739CCF6-E1A0-55F7-7B6B-32DDB580E06A}"/>
                  </a:ext>
                </a:extLst>
              </p:cNvPr>
              <p:cNvSpPr txBox="1">
                <a:spLocks noChangeArrowheads="1"/>
              </p:cNvSpPr>
              <p:nvPr/>
            </p:nvSpPr>
            <p:spPr bwMode="auto">
              <a:xfrm>
                <a:off x="8165" y="1815"/>
                <a:ext cx="729"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Bit</a:t>
                </a:r>
              </a:p>
            </p:txBody>
          </p:sp>
          <p:sp>
            <p:nvSpPr>
              <p:cNvPr id="52334" name="Line 107">
                <a:extLst>
                  <a:ext uri="{FF2B5EF4-FFF2-40B4-BE49-F238E27FC236}">
                    <a16:creationId xmlns:a16="http://schemas.microsoft.com/office/drawing/2014/main" id="{5AF24506-06B6-E33E-CF56-371B6F9241DF}"/>
                  </a:ext>
                </a:extLst>
              </p:cNvPr>
              <p:cNvSpPr>
                <a:spLocks noChangeShapeType="1"/>
              </p:cNvSpPr>
              <p:nvPr/>
            </p:nvSpPr>
            <p:spPr bwMode="auto">
              <a:xfrm>
                <a:off x="8241" y="1860"/>
                <a:ext cx="24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2328" name="Group 108">
              <a:extLst>
                <a:ext uri="{FF2B5EF4-FFF2-40B4-BE49-F238E27FC236}">
                  <a16:creationId xmlns:a16="http://schemas.microsoft.com/office/drawing/2014/main" id="{8ACC1436-E2DD-D44E-13D6-EE6502FD4D9F}"/>
                </a:ext>
              </a:extLst>
            </p:cNvPr>
            <p:cNvGrpSpPr>
              <a:grpSpLocks/>
            </p:cNvGrpSpPr>
            <p:nvPr/>
          </p:nvGrpSpPr>
          <p:grpSpPr bwMode="auto">
            <a:xfrm>
              <a:off x="4033838" y="4545013"/>
              <a:ext cx="512762" cy="327025"/>
              <a:chOff x="5661" y="5085"/>
              <a:chExt cx="540" cy="390"/>
            </a:xfrm>
          </p:grpSpPr>
          <p:sp>
            <p:nvSpPr>
              <p:cNvPr id="52331" name="Text Box 109">
                <a:extLst>
                  <a:ext uri="{FF2B5EF4-FFF2-40B4-BE49-F238E27FC236}">
                    <a16:creationId xmlns:a16="http://schemas.microsoft.com/office/drawing/2014/main" id="{E4A567B9-6D1F-C534-A8E6-9E26A0AF6856}"/>
                  </a:ext>
                </a:extLst>
              </p:cNvPr>
              <p:cNvSpPr txBox="1">
                <a:spLocks noChangeArrowheads="1"/>
              </p:cNvSpPr>
              <p:nvPr/>
            </p:nvSpPr>
            <p:spPr bwMode="auto">
              <a:xfrm>
                <a:off x="5661" y="5085"/>
                <a:ext cx="540"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S</a:t>
                </a:r>
              </a:p>
            </p:txBody>
          </p:sp>
          <p:sp>
            <p:nvSpPr>
              <p:cNvPr id="52332" name="Line 110">
                <a:extLst>
                  <a:ext uri="{FF2B5EF4-FFF2-40B4-BE49-F238E27FC236}">
                    <a16:creationId xmlns:a16="http://schemas.microsoft.com/office/drawing/2014/main" id="{8DB6D117-77F8-3DA1-4AB2-CA623E102422}"/>
                  </a:ext>
                </a:extLst>
              </p:cNvPr>
              <p:cNvSpPr>
                <a:spLocks noChangeShapeType="1"/>
              </p:cNvSpPr>
              <p:nvPr/>
            </p:nvSpPr>
            <p:spPr bwMode="auto">
              <a:xfrm>
                <a:off x="5769" y="5168"/>
                <a:ext cx="1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2329" name="Text Box 111">
              <a:extLst>
                <a:ext uri="{FF2B5EF4-FFF2-40B4-BE49-F238E27FC236}">
                  <a16:creationId xmlns:a16="http://schemas.microsoft.com/office/drawing/2014/main" id="{12C8F804-BEBB-7B24-90C4-8CB378964994}"/>
                </a:ext>
              </a:extLst>
            </p:cNvPr>
            <p:cNvSpPr txBox="1">
              <a:spLocks noChangeArrowheads="1"/>
            </p:cNvSpPr>
            <p:nvPr/>
          </p:nvSpPr>
          <p:spPr bwMode="auto">
            <a:xfrm>
              <a:off x="4883150" y="4519613"/>
              <a:ext cx="5222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S</a:t>
              </a:r>
            </a:p>
          </p:txBody>
        </p:sp>
        <p:sp>
          <p:nvSpPr>
            <p:cNvPr id="52330" name="Text Box 112">
              <a:extLst>
                <a:ext uri="{FF2B5EF4-FFF2-40B4-BE49-F238E27FC236}">
                  <a16:creationId xmlns:a16="http://schemas.microsoft.com/office/drawing/2014/main" id="{9ABDF7EA-FB6E-4129-6E4E-07BFE76ED49F}"/>
                </a:ext>
              </a:extLst>
            </p:cNvPr>
            <p:cNvSpPr txBox="1">
              <a:spLocks noChangeArrowheads="1"/>
            </p:cNvSpPr>
            <p:nvPr/>
          </p:nvSpPr>
          <p:spPr bwMode="auto">
            <a:xfrm>
              <a:off x="4489450" y="4711700"/>
              <a:ext cx="52228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int</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a:extLst>
              <a:ext uri="{FF2B5EF4-FFF2-40B4-BE49-F238E27FC236}">
                <a16:creationId xmlns:a16="http://schemas.microsoft.com/office/drawing/2014/main" id="{8AA795F4-BE23-F8CC-34AA-D24D3B0C148E}"/>
              </a:ext>
            </a:extLst>
          </p:cNvPr>
          <p:cNvSpPr>
            <a:spLocks noGrp="1" noChangeArrowheads="1"/>
          </p:cNvSpPr>
          <p:nvPr>
            <p:ph type="title"/>
          </p:nvPr>
        </p:nvSpPr>
        <p:spPr/>
        <p:txBody>
          <a:bodyPr/>
          <a:lstStyle/>
          <a:p>
            <a:r>
              <a:rPr lang="en-US" altLang="en-US"/>
              <a:t>CAM Cell (NOR)</a:t>
            </a:r>
            <a:endParaRPr lang="ru-RU" altLang="en-US"/>
          </a:p>
        </p:txBody>
      </p:sp>
      <p:grpSp>
        <p:nvGrpSpPr>
          <p:cNvPr id="53251" name="Group 74">
            <a:extLst>
              <a:ext uri="{FF2B5EF4-FFF2-40B4-BE49-F238E27FC236}">
                <a16:creationId xmlns:a16="http://schemas.microsoft.com/office/drawing/2014/main" id="{88F4B668-0F5C-4E8E-B86C-CEECDC6FAEC2}"/>
              </a:ext>
            </a:extLst>
          </p:cNvPr>
          <p:cNvGrpSpPr>
            <a:grpSpLocks/>
          </p:cNvGrpSpPr>
          <p:nvPr/>
        </p:nvGrpSpPr>
        <p:grpSpPr bwMode="auto">
          <a:xfrm>
            <a:off x="2846388" y="1285875"/>
            <a:ext cx="5270500" cy="4160838"/>
            <a:chOff x="1175456" y="1500159"/>
            <a:chExt cx="5550944" cy="4160866"/>
          </a:xfrm>
        </p:grpSpPr>
        <p:sp>
          <p:nvSpPr>
            <p:cNvPr id="53252" name="Line 6">
              <a:extLst>
                <a:ext uri="{FF2B5EF4-FFF2-40B4-BE49-F238E27FC236}">
                  <a16:creationId xmlns:a16="http://schemas.microsoft.com/office/drawing/2014/main" id="{7179BE5E-579F-FD93-85D6-D3E415C78C25}"/>
                </a:ext>
              </a:extLst>
            </p:cNvPr>
            <p:cNvSpPr>
              <a:spLocks noChangeShapeType="1"/>
            </p:cNvSpPr>
            <p:nvPr/>
          </p:nvSpPr>
          <p:spPr bwMode="auto">
            <a:xfrm>
              <a:off x="2468544" y="2552700"/>
              <a:ext cx="422905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3" name="Line 7">
              <a:extLst>
                <a:ext uri="{FF2B5EF4-FFF2-40B4-BE49-F238E27FC236}">
                  <a16:creationId xmlns:a16="http://schemas.microsoft.com/office/drawing/2014/main" id="{4B087FB6-197F-6714-30FC-8FD3B17D8A21}"/>
                </a:ext>
              </a:extLst>
            </p:cNvPr>
            <p:cNvSpPr>
              <a:spLocks noChangeShapeType="1"/>
            </p:cNvSpPr>
            <p:nvPr/>
          </p:nvSpPr>
          <p:spPr bwMode="auto">
            <a:xfrm flipH="1">
              <a:off x="6113463" y="1776413"/>
              <a:ext cx="0" cy="3859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4" name="Line 8">
              <a:extLst>
                <a:ext uri="{FF2B5EF4-FFF2-40B4-BE49-F238E27FC236}">
                  <a16:creationId xmlns:a16="http://schemas.microsoft.com/office/drawing/2014/main" id="{0C98608E-185D-7E59-5001-2F8E158BE148}"/>
                </a:ext>
              </a:extLst>
            </p:cNvPr>
            <p:cNvSpPr>
              <a:spLocks noChangeShapeType="1"/>
            </p:cNvSpPr>
            <p:nvPr/>
          </p:nvSpPr>
          <p:spPr bwMode="auto">
            <a:xfrm>
              <a:off x="3860800" y="2556983"/>
              <a:ext cx="0" cy="521212"/>
            </a:xfrm>
            <a:prstGeom prst="line">
              <a:avLst/>
            </a:prstGeom>
            <a:noFill/>
            <a:ln w="25400">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53255" name="Group 9">
              <a:extLst>
                <a:ext uri="{FF2B5EF4-FFF2-40B4-BE49-F238E27FC236}">
                  <a16:creationId xmlns:a16="http://schemas.microsoft.com/office/drawing/2014/main" id="{BD3B5BDB-8EF6-1974-0DF6-81D3A0A0C02C}"/>
                </a:ext>
              </a:extLst>
            </p:cNvPr>
            <p:cNvGrpSpPr>
              <a:grpSpLocks/>
            </p:cNvGrpSpPr>
            <p:nvPr/>
          </p:nvGrpSpPr>
          <p:grpSpPr bwMode="auto">
            <a:xfrm>
              <a:off x="3673475" y="3059113"/>
              <a:ext cx="373063" cy="377825"/>
              <a:chOff x="6657" y="9542"/>
              <a:chExt cx="446" cy="413"/>
            </a:xfrm>
          </p:grpSpPr>
          <p:sp>
            <p:nvSpPr>
              <p:cNvPr id="53320" name="Line 10">
                <a:extLst>
                  <a:ext uri="{FF2B5EF4-FFF2-40B4-BE49-F238E27FC236}">
                    <a16:creationId xmlns:a16="http://schemas.microsoft.com/office/drawing/2014/main" id="{BF9362B4-996F-5C9E-3854-0FA87EB4958A}"/>
                  </a:ext>
                </a:extLst>
              </p:cNvPr>
              <p:cNvSpPr>
                <a:spLocks noChangeShapeType="1"/>
              </p:cNvSpPr>
              <p:nvPr/>
            </p:nvSpPr>
            <p:spPr bwMode="auto">
              <a:xfrm rot="5400000" flipV="1">
                <a:off x="6935" y="9789"/>
                <a:ext cx="317" cy="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21" name="Line 11">
                <a:extLst>
                  <a:ext uri="{FF2B5EF4-FFF2-40B4-BE49-F238E27FC236}">
                    <a16:creationId xmlns:a16="http://schemas.microsoft.com/office/drawing/2014/main" id="{AA1F1DCC-41B3-859F-5EF6-953255678E30}"/>
                  </a:ext>
                </a:extLst>
              </p:cNvPr>
              <p:cNvSpPr>
                <a:spLocks noChangeShapeType="1"/>
              </p:cNvSpPr>
              <p:nvPr/>
            </p:nvSpPr>
            <p:spPr bwMode="auto">
              <a:xfrm rot="5400000" flipH="1">
                <a:off x="6881" y="9413"/>
                <a:ext cx="0" cy="4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22" name="Line 12">
                <a:extLst>
                  <a:ext uri="{FF2B5EF4-FFF2-40B4-BE49-F238E27FC236}">
                    <a16:creationId xmlns:a16="http://schemas.microsoft.com/office/drawing/2014/main" id="{2C4FF183-AFF8-E707-6933-9D0AA76C1E17}"/>
                  </a:ext>
                </a:extLst>
              </p:cNvPr>
              <p:cNvSpPr>
                <a:spLocks noChangeShapeType="1"/>
              </p:cNvSpPr>
              <p:nvPr/>
            </p:nvSpPr>
            <p:spPr bwMode="auto">
              <a:xfrm rot="5400000" flipH="1">
                <a:off x="6885" y="9323"/>
                <a:ext cx="0" cy="4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23" name="Line 13">
                <a:extLst>
                  <a:ext uri="{FF2B5EF4-FFF2-40B4-BE49-F238E27FC236}">
                    <a16:creationId xmlns:a16="http://schemas.microsoft.com/office/drawing/2014/main" id="{9147874F-F9D8-CE0D-73BD-2ADE6BA78127}"/>
                  </a:ext>
                </a:extLst>
              </p:cNvPr>
              <p:cNvSpPr>
                <a:spLocks noChangeShapeType="1"/>
              </p:cNvSpPr>
              <p:nvPr/>
            </p:nvSpPr>
            <p:spPr bwMode="auto">
              <a:xfrm rot="5400000" flipV="1">
                <a:off x="6500" y="9795"/>
                <a:ext cx="317" cy="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3256" name="Line 14">
              <a:extLst>
                <a:ext uri="{FF2B5EF4-FFF2-40B4-BE49-F238E27FC236}">
                  <a16:creationId xmlns:a16="http://schemas.microsoft.com/office/drawing/2014/main" id="{74952C6C-6FD2-3679-E3A2-E15FEF0E4DA0}"/>
                </a:ext>
              </a:extLst>
            </p:cNvPr>
            <p:cNvSpPr>
              <a:spLocks noChangeShapeType="1"/>
            </p:cNvSpPr>
            <p:nvPr/>
          </p:nvSpPr>
          <p:spPr bwMode="auto">
            <a:xfrm flipH="1">
              <a:off x="3265488" y="3432175"/>
              <a:ext cx="409575"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3257" name="Line 15">
              <a:extLst>
                <a:ext uri="{FF2B5EF4-FFF2-40B4-BE49-F238E27FC236}">
                  <a16:creationId xmlns:a16="http://schemas.microsoft.com/office/drawing/2014/main" id="{62D31CBF-3AA4-D1A5-0545-35F755B09C9D}"/>
                </a:ext>
              </a:extLst>
            </p:cNvPr>
            <p:cNvSpPr>
              <a:spLocks noChangeShapeType="1"/>
            </p:cNvSpPr>
            <p:nvPr/>
          </p:nvSpPr>
          <p:spPr bwMode="auto">
            <a:xfrm>
              <a:off x="4049713" y="3432175"/>
              <a:ext cx="279400"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3258" name="Line 16">
              <a:extLst>
                <a:ext uri="{FF2B5EF4-FFF2-40B4-BE49-F238E27FC236}">
                  <a16:creationId xmlns:a16="http://schemas.microsoft.com/office/drawing/2014/main" id="{82F3359A-2DF6-708E-9096-8DF149058902}"/>
                </a:ext>
              </a:extLst>
            </p:cNvPr>
            <p:cNvSpPr>
              <a:spLocks noChangeShapeType="1"/>
            </p:cNvSpPr>
            <p:nvPr/>
          </p:nvSpPr>
          <p:spPr bwMode="auto">
            <a:xfrm>
              <a:off x="4324350" y="3079750"/>
              <a:ext cx="6350" cy="1017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9" name="Line 17">
              <a:extLst>
                <a:ext uri="{FF2B5EF4-FFF2-40B4-BE49-F238E27FC236}">
                  <a16:creationId xmlns:a16="http://schemas.microsoft.com/office/drawing/2014/main" id="{F5DC9FD9-C417-8FDE-82AC-C627B0A06171}"/>
                </a:ext>
              </a:extLst>
            </p:cNvPr>
            <p:cNvSpPr>
              <a:spLocks noChangeShapeType="1"/>
            </p:cNvSpPr>
            <p:nvPr/>
          </p:nvSpPr>
          <p:spPr bwMode="auto">
            <a:xfrm>
              <a:off x="4329113" y="3074988"/>
              <a:ext cx="165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0" name="Line 18">
              <a:extLst>
                <a:ext uri="{FF2B5EF4-FFF2-40B4-BE49-F238E27FC236}">
                  <a16:creationId xmlns:a16="http://schemas.microsoft.com/office/drawing/2014/main" id="{2421C990-8FE1-652C-7CCE-8A4D2EBE81B7}"/>
                </a:ext>
              </a:extLst>
            </p:cNvPr>
            <p:cNvSpPr>
              <a:spLocks noChangeShapeType="1"/>
            </p:cNvSpPr>
            <p:nvPr/>
          </p:nvSpPr>
          <p:spPr bwMode="auto">
            <a:xfrm>
              <a:off x="4324350" y="3814763"/>
              <a:ext cx="165100"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3261" name="AutoShape 19">
              <a:extLst>
                <a:ext uri="{FF2B5EF4-FFF2-40B4-BE49-F238E27FC236}">
                  <a16:creationId xmlns:a16="http://schemas.microsoft.com/office/drawing/2014/main" id="{23651321-3084-2C99-C61A-9B3FD7D01347}"/>
                </a:ext>
              </a:extLst>
            </p:cNvPr>
            <p:cNvSpPr>
              <a:spLocks noChangeArrowheads="1"/>
            </p:cNvSpPr>
            <p:nvPr/>
          </p:nvSpPr>
          <p:spPr bwMode="auto">
            <a:xfrm rot="5435204">
              <a:off x="4418013" y="2970212"/>
              <a:ext cx="369888" cy="220663"/>
            </a:xfrm>
            <a:prstGeom prst="triangle">
              <a:avLst>
                <a:gd name="adj" fmla="val 50000"/>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53262" name="Oval 20">
              <a:extLst>
                <a:ext uri="{FF2B5EF4-FFF2-40B4-BE49-F238E27FC236}">
                  <a16:creationId xmlns:a16="http://schemas.microsoft.com/office/drawing/2014/main" id="{6B856BB0-6235-7096-041E-BC82748A3B40}"/>
                </a:ext>
              </a:extLst>
            </p:cNvPr>
            <p:cNvSpPr>
              <a:spLocks noChangeArrowheads="1"/>
            </p:cNvSpPr>
            <p:nvPr/>
          </p:nvSpPr>
          <p:spPr bwMode="auto">
            <a:xfrm>
              <a:off x="4711700" y="3019425"/>
              <a:ext cx="104775" cy="11588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53263" name="AutoShape 21">
              <a:extLst>
                <a:ext uri="{FF2B5EF4-FFF2-40B4-BE49-F238E27FC236}">
                  <a16:creationId xmlns:a16="http://schemas.microsoft.com/office/drawing/2014/main" id="{09E9EFDB-24C2-82A1-45DB-506E5BA11C5A}"/>
                </a:ext>
              </a:extLst>
            </p:cNvPr>
            <p:cNvSpPr>
              <a:spLocks noChangeArrowheads="1"/>
            </p:cNvSpPr>
            <p:nvPr/>
          </p:nvSpPr>
          <p:spPr bwMode="auto">
            <a:xfrm rot="-5519296">
              <a:off x="4543425" y="3708401"/>
              <a:ext cx="369887" cy="220662"/>
            </a:xfrm>
            <a:prstGeom prst="triangle">
              <a:avLst>
                <a:gd name="adj" fmla="val 50000"/>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53264" name="Oval 22">
              <a:extLst>
                <a:ext uri="{FF2B5EF4-FFF2-40B4-BE49-F238E27FC236}">
                  <a16:creationId xmlns:a16="http://schemas.microsoft.com/office/drawing/2014/main" id="{81616718-A02D-7B20-F169-6505EDBDE48C}"/>
                </a:ext>
              </a:extLst>
            </p:cNvPr>
            <p:cNvSpPr>
              <a:spLocks noChangeArrowheads="1"/>
            </p:cNvSpPr>
            <p:nvPr/>
          </p:nvSpPr>
          <p:spPr bwMode="auto">
            <a:xfrm rot="10645500">
              <a:off x="4513263" y="3762375"/>
              <a:ext cx="104775" cy="114300"/>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53265" name="Line 23">
              <a:extLst>
                <a:ext uri="{FF2B5EF4-FFF2-40B4-BE49-F238E27FC236}">
                  <a16:creationId xmlns:a16="http://schemas.microsoft.com/office/drawing/2014/main" id="{E8EAA56E-63C9-CE47-3DAA-6373C74D5CFC}"/>
                </a:ext>
              </a:extLst>
            </p:cNvPr>
            <p:cNvSpPr>
              <a:spLocks noChangeShapeType="1"/>
            </p:cNvSpPr>
            <p:nvPr/>
          </p:nvSpPr>
          <p:spPr bwMode="auto">
            <a:xfrm>
              <a:off x="4830763" y="3074988"/>
              <a:ext cx="1666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6" name="Line 24">
              <a:extLst>
                <a:ext uri="{FF2B5EF4-FFF2-40B4-BE49-F238E27FC236}">
                  <a16:creationId xmlns:a16="http://schemas.microsoft.com/office/drawing/2014/main" id="{67C4E7A1-A61C-D15B-CFF0-2DB68FC3CBAC}"/>
                </a:ext>
              </a:extLst>
            </p:cNvPr>
            <p:cNvSpPr>
              <a:spLocks noChangeShapeType="1"/>
            </p:cNvSpPr>
            <p:nvPr/>
          </p:nvSpPr>
          <p:spPr bwMode="auto">
            <a:xfrm>
              <a:off x="4843463" y="3790950"/>
              <a:ext cx="166687"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3267" name="Line 25">
              <a:extLst>
                <a:ext uri="{FF2B5EF4-FFF2-40B4-BE49-F238E27FC236}">
                  <a16:creationId xmlns:a16="http://schemas.microsoft.com/office/drawing/2014/main" id="{6BEB4072-6E6A-BB71-DB40-D8AFE1D5071D}"/>
                </a:ext>
              </a:extLst>
            </p:cNvPr>
            <p:cNvSpPr>
              <a:spLocks noChangeShapeType="1"/>
            </p:cNvSpPr>
            <p:nvPr/>
          </p:nvSpPr>
          <p:spPr bwMode="auto">
            <a:xfrm>
              <a:off x="5019675" y="3074988"/>
              <a:ext cx="0" cy="10223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8" name="Line 26">
              <a:extLst>
                <a:ext uri="{FF2B5EF4-FFF2-40B4-BE49-F238E27FC236}">
                  <a16:creationId xmlns:a16="http://schemas.microsoft.com/office/drawing/2014/main" id="{B7B2A26A-F9D1-F505-A59F-D62C83F8828A}"/>
                </a:ext>
              </a:extLst>
            </p:cNvPr>
            <p:cNvSpPr>
              <a:spLocks noChangeShapeType="1"/>
            </p:cNvSpPr>
            <p:nvPr/>
          </p:nvSpPr>
          <p:spPr bwMode="auto">
            <a:xfrm>
              <a:off x="5019675" y="3432175"/>
              <a:ext cx="255588" cy="0"/>
            </a:xfrm>
            <a:prstGeom prst="line">
              <a:avLst/>
            </a:prstGeom>
            <a:noFill/>
            <a:ln w="25400">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3269" name="Line 27">
              <a:extLst>
                <a:ext uri="{FF2B5EF4-FFF2-40B4-BE49-F238E27FC236}">
                  <a16:creationId xmlns:a16="http://schemas.microsoft.com/office/drawing/2014/main" id="{06BBD13D-B079-49C7-E4FE-1F469A11219B}"/>
                </a:ext>
              </a:extLst>
            </p:cNvPr>
            <p:cNvSpPr>
              <a:spLocks noChangeShapeType="1"/>
            </p:cNvSpPr>
            <p:nvPr/>
          </p:nvSpPr>
          <p:spPr bwMode="auto">
            <a:xfrm rot="5400000" flipV="1">
              <a:off x="5491956" y="3286919"/>
              <a:ext cx="290513" cy="31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0" name="Line 28">
              <a:extLst>
                <a:ext uri="{FF2B5EF4-FFF2-40B4-BE49-F238E27FC236}">
                  <a16:creationId xmlns:a16="http://schemas.microsoft.com/office/drawing/2014/main" id="{1B537668-B958-81F4-3E51-A7B0D344167E}"/>
                </a:ext>
              </a:extLst>
            </p:cNvPr>
            <p:cNvSpPr>
              <a:spLocks noChangeShapeType="1"/>
            </p:cNvSpPr>
            <p:nvPr/>
          </p:nvSpPr>
          <p:spPr bwMode="auto">
            <a:xfrm rot="5400000" flipH="1">
              <a:off x="5457826" y="2960687"/>
              <a:ext cx="0" cy="3651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1" name="Line 29">
              <a:extLst>
                <a:ext uri="{FF2B5EF4-FFF2-40B4-BE49-F238E27FC236}">
                  <a16:creationId xmlns:a16="http://schemas.microsoft.com/office/drawing/2014/main" id="{F94CECDD-8318-E76E-32FD-CE2CE889ACE5}"/>
                </a:ext>
              </a:extLst>
            </p:cNvPr>
            <p:cNvSpPr>
              <a:spLocks noChangeShapeType="1"/>
            </p:cNvSpPr>
            <p:nvPr/>
          </p:nvSpPr>
          <p:spPr bwMode="auto">
            <a:xfrm rot="5400000" flipH="1">
              <a:off x="5436394" y="2877344"/>
              <a:ext cx="0" cy="3667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2" name="Line 30">
              <a:extLst>
                <a:ext uri="{FF2B5EF4-FFF2-40B4-BE49-F238E27FC236}">
                  <a16:creationId xmlns:a16="http://schemas.microsoft.com/office/drawing/2014/main" id="{AA813D28-5006-C784-81D3-FF5D4A8D205F}"/>
                </a:ext>
              </a:extLst>
            </p:cNvPr>
            <p:cNvSpPr>
              <a:spLocks noChangeShapeType="1"/>
            </p:cNvSpPr>
            <p:nvPr/>
          </p:nvSpPr>
          <p:spPr bwMode="auto">
            <a:xfrm rot="5400000" flipV="1">
              <a:off x="5126832" y="3294856"/>
              <a:ext cx="290512" cy="31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3" name="Line 31">
              <a:extLst>
                <a:ext uri="{FF2B5EF4-FFF2-40B4-BE49-F238E27FC236}">
                  <a16:creationId xmlns:a16="http://schemas.microsoft.com/office/drawing/2014/main" id="{3D1C1098-1D24-0824-7C4E-74EFF741CEEE}"/>
                </a:ext>
              </a:extLst>
            </p:cNvPr>
            <p:cNvSpPr>
              <a:spLocks noChangeShapeType="1"/>
            </p:cNvSpPr>
            <p:nvPr/>
          </p:nvSpPr>
          <p:spPr bwMode="auto">
            <a:xfrm>
              <a:off x="5434013" y="2552700"/>
              <a:ext cx="0" cy="508000"/>
            </a:xfrm>
            <a:prstGeom prst="line">
              <a:avLst/>
            </a:prstGeom>
            <a:noFill/>
            <a:ln w="25400">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3274" name="Line 32">
              <a:extLst>
                <a:ext uri="{FF2B5EF4-FFF2-40B4-BE49-F238E27FC236}">
                  <a16:creationId xmlns:a16="http://schemas.microsoft.com/office/drawing/2014/main" id="{EDCFBF94-73C6-ECBA-9008-F307531E73DB}"/>
                </a:ext>
              </a:extLst>
            </p:cNvPr>
            <p:cNvSpPr>
              <a:spLocks noChangeShapeType="1"/>
            </p:cNvSpPr>
            <p:nvPr/>
          </p:nvSpPr>
          <p:spPr bwMode="auto">
            <a:xfrm flipH="1">
              <a:off x="5637213" y="3432175"/>
              <a:ext cx="476250" cy="0"/>
            </a:xfrm>
            <a:prstGeom prst="line">
              <a:avLst/>
            </a:prstGeom>
            <a:noFill/>
            <a:ln w="25400">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3275" name="Line 33">
              <a:extLst>
                <a:ext uri="{FF2B5EF4-FFF2-40B4-BE49-F238E27FC236}">
                  <a16:creationId xmlns:a16="http://schemas.microsoft.com/office/drawing/2014/main" id="{D008555D-CBB2-347D-2B78-134F2A563E53}"/>
                </a:ext>
              </a:extLst>
            </p:cNvPr>
            <p:cNvSpPr>
              <a:spLocks noChangeShapeType="1"/>
            </p:cNvSpPr>
            <p:nvPr/>
          </p:nvSpPr>
          <p:spPr bwMode="auto">
            <a:xfrm>
              <a:off x="3260725" y="1666875"/>
              <a:ext cx="0" cy="39941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6" name="Text Box 34">
              <a:extLst>
                <a:ext uri="{FF2B5EF4-FFF2-40B4-BE49-F238E27FC236}">
                  <a16:creationId xmlns:a16="http://schemas.microsoft.com/office/drawing/2014/main" id="{876FA0FA-75C6-3866-BE5F-386B9A9BB046}"/>
                </a:ext>
              </a:extLst>
            </p:cNvPr>
            <p:cNvSpPr txBox="1">
              <a:spLocks noChangeArrowheads="1"/>
            </p:cNvSpPr>
            <p:nvPr/>
          </p:nvSpPr>
          <p:spPr bwMode="auto">
            <a:xfrm>
              <a:off x="3624263" y="3948113"/>
              <a:ext cx="530225"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T1</a:t>
              </a:r>
              <a:endParaRPr lang="ru-RU" altLang="en-US" sz="1400"/>
            </a:p>
          </p:txBody>
        </p:sp>
        <p:sp>
          <p:nvSpPr>
            <p:cNvPr id="53277" name="Text Box 35">
              <a:extLst>
                <a:ext uri="{FF2B5EF4-FFF2-40B4-BE49-F238E27FC236}">
                  <a16:creationId xmlns:a16="http://schemas.microsoft.com/office/drawing/2014/main" id="{CC4C035C-9C77-F7C5-D8F1-8C2C2FDEACE9}"/>
                </a:ext>
              </a:extLst>
            </p:cNvPr>
            <p:cNvSpPr txBox="1">
              <a:spLocks noChangeArrowheads="1"/>
            </p:cNvSpPr>
            <p:nvPr/>
          </p:nvSpPr>
          <p:spPr bwMode="auto">
            <a:xfrm>
              <a:off x="5395913" y="2716213"/>
              <a:ext cx="5302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T6</a:t>
              </a:r>
              <a:endParaRPr lang="ru-RU" altLang="en-US" sz="1400"/>
            </a:p>
          </p:txBody>
        </p:sp>
        <p:sp>
          <p:nvSpPr>
            <p:cNvPr id="53278" name="Line 36">
              <a:extLst>
                <a:ext uri="{FF2B5EF4-FFF2-40B4-BE49-F238E27FC236}">
                  <a16:creationId xmlns:a16="http://schemas.microsoft.com/office/drawing/2014/main" id="{A3A17355-76EA-3FD4-24E0-29F2BB82162F}"/>
                </a:ext>
              </a:extLst>
            </p:cNvPr>
            <p:cNvSpPr>
              <a:spLocks noChangeShapeType="1"/>
            </p:cNvSpPr>
            <p:nvPr/>
          </p:nvSpPr>
          <p:spPr bwMode="auto">
            <a:xfrm>
              <a:off x="2430674" y="2154238"/>
              <a:ext cx="422905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9" name="Line 37">
              <a:extLst>
                <a:ext uri="{FF2B5EF4-FFF2-40B4-BE49-F238E27FC236}">
                  <a16:creationId xmlns:a16="http://schemas.microsoft.com/office/drawing/2014/main" id="{25E58D73-BD26-72AE-4189-CD64A7299B37}"/>
                </a:ext>
              </a:extLst>
            </p:cNvPr>
            <p:cNvSpPr>
              <a:spLocks noChangeShapeType="1"/>
            </p:cNvSpPr>
            <p:nvPr/>
          </p:nvSpPr>
          <p:spPr bwMode="auto">
            <a:xfrm flipV="1">
              <a:off x="2997200" y="2162175"/>
              <a:ext cx="0" cy="1776413"/>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3280" name="Text Box 38">
              <a:extLst>
                <a:ext uri="{FF2B5EF4-FFF2-40B4-BE49-F238E27FC236}">
                  <a16:creationId xmlns:a16="http://schemas.microsoft.com/office/drawing/2014/main" id="{FCBADD59-4B51-19F7-312B-EEBC93AEF8E7}"/>
                </a:ext>
              </a:extLst>
            </p:cNvPr>
            <p:cNvSpPr txBox="1">
              <a:spLocks noChangeArrowheads="1"/>
            </p:cNvSpPr>
            <p:nvPr/>
          </p:nvSpPr>
          <p:spPr bwMode="auto">
            <a:xfrm>
              <a:off x="4040187" y="4093204"/>
              <a:ext cx="528637"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sym typeface="Symbol" panose="05050102010706020507" pitchFamily="18" charset="2"/>
                </a:rPr>
                <a:t></a:t>
              </a:r>
              <a:r>
                <a:rPr lang="en-US" altLang="en-US" sz="1400"/>
                <a:t>S</a:t>
              </a:r>
              <a:endParaRPr lang="ru-RU" altLang="en-US" sz="1400"/>
            </a:p>
          </p:txBody>
        </p:sp>
        <p:sp>
          <p:nvSpPr>
            <p:cNvPr id="53281" name="Line 39">
              <a:extLst>
                <a:ext uri="{FF2B5EF4-FFF2-40B4-BE49-F238E27FC236}">
                  <a16:creationId xmlns:a16="http://schemas.microsoft.com/office/drawing/2014/main" id="{AB18820F-C7AA-8A91-B51F-D868A09A88E5}"/>
                </a:ext>
              </a:extLst>
            </p:cNvPr>
            <p:cNvSpPr>
              <a:spLocks noChangeShapeType="1"/>
            </p:cNvSpPr>
            <p:nvPr/>
          </p:nvSpPr>
          <p:spPr bwMode="auto">
            <a:xfrm flipV="1">
              <a:off x="5473700" y="4784725"/>
              <a:ext cx="171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2" name="Line 40">
              <a:extLst>
                <a:ext uri="{FF2B5EF4-FFF2-40B4-BE49-F238E27FC236}">
                  <a16:creationId xmlns:a16="http://schemas.microsoft.com/office/drawing/2014/main" id="{5D089BD2-A87E-FACD-487B-075A8AA90C27}"/>
                </a:ext>
              </a:extLst>
            </p:cNvPr>
            <p:cNvSpPr>
              <a:spLocks noChangeShapeType="1"/>
            </p:cNvSpPr>
            <p:nvPr/>
          </p:nvSpPr>
          <p:spPr bwMode="auto">
            <a:xfrm flipH="1">
              <a:off x="5661025" y="4781550"/>
              <a:ext cx="0" cy="3889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3" name="Line 41">
              <a:extLst>
                <a:ext uri="{FF2B5EF4-FFF2-40B4-BE49-F238E27FC236}">
                  <a16:creationId xmlns:a16="http://schemas.microsoft.com/office/drawing/2014/main" id="{495971C5-8398-C396-961C-B28E5BAC9FEE}"/>
                </a:ext>
              </a:extLst>
            </p:cNvPr>
            <p:cNvSpPr>
              <a:spLocks noChangeShapeType="1"/>
            </p:cNvSpPr>
            <p:nvPr/>
          </p:nvSpPr>
          <p:spPr bwMode="auto">
            <a:xfrm flipH="1">
              <a:off x="5735638" y="4778375"/>
              <a:ext cx="0" cy="4000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4" name="Line 42">
              <a:extLst>
                <a:ext uri="{FF2B5EF4-FFF2-40B4-BE49-F238E27FC236}">
                  <a16:creationId xmlns:a16="http://schemas.microsoft.com/office/drawing/2014/main" id="{3810AD32-39BB-0DC5-122F-E9495D0DEC6C}"/>
                </a:ext>
              </a:extLst>
            </p:cNvPr>
            <p:cNvSpPr>
              <a:spLocks noChangeShapeType="1"/>
            </p:cNvSpPr>
            <p:nvPr/>
          </p:nvSpPr>
          <p:spPr bwMode="auto">
            <a:xfrm flipV="1">
              <a:off x="5473700" y="5173663"/>
              <a:ext cx="171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5" name="Line 43">
              <a:extLst>
                <a:ext uri="{FF2B5EF4-FFF2-40B4-BE49-F238E27FC236}">
                  <a16:creationId xmlns:a16="http://schemas.microsoft.com/office/drawing/2014/main" id="{3602C2D1-AF42-0B00-5284-02FA89E076C9}"/>
                </a:ext>
              </a:extLst>
            </p:cNvPr>
            <p:cNvSpPr>
              <a:spLocks noChangeShapeType="1"/>
            </p:cNvSpPr>
            <p:nvPr/>
          </p:nvSpPr>
          <p:spPr bwMode="auto">
            <a:xfrm>
              <a:off x="5735638" y="4962525"/>
              <a:ext cx="361950"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3286" name="Line 44">
              <a:extLst>
                <a:ext uri="{FF2B5EF4-FFF2-40B4-BE49-F238E27FC236}">
                  <a16:creationId xmlns:a16="http://schemas.microsoft.com/office/drawing/2014/main" id="{B5937598-18AB-9732-FA76-E6FB1E48453B}"/>
                </a:ext>
              </a:extLst>
            </p:cNvPr>
            <p:cNvSpPr>
              <a:spLocks noChangeShapeType="1"/>
            </p:cNvSpPr>
            <p:nvPr/>
          </p:nvSpPr>
          <p:spPr bwMode="auto">
            <a:xfrm>
              <a:off x="5476875" y="5177317"/>
              <a:ext cx="0" cy="2698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7" name="Line 45">
              <a:extLst>
                <a:ext uri="{FF2B5EF4-FFF2-40B4-BE49-F238E27FC236}">
                  <a16:creationId xmlns:a16="http://schemas.microsoft.com/office/drawing/2014/main" id="{60B12F86-12AC-FEB4-0DDD-908E8CF84A25}"/>
                </a:ext>
              </a:extLst>
            </p:cNvPr>
            <p:cNvSpPr>
              <a:spLocks noChangeShapeType="1"/>
            </p:cNvSpPr>
            <p:nvPr/>
          </p:nvSpPr>
          <p:spPr bwMode="auto">
            <a:xfrm>
              <a:off x="5365750" y="5462588"/>
              <a:ext cx="214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8" name="Line 46">
              <a:extLst>
                <a:ext uri="{FF2B5EF4-FFF2-40B4-BE49-F238E27FC236}">
                  <a16:creationId xmlns:a16="http://schemas.microsoft.com/office/drawing/2014/main" id="{7190FE40-BAE8-F014-76B5-D5150852BDCA}"/>
                </a:ext>
              </a:extLst>
            </p:cNvPr>
            <p:cNvSpPr>
              <a:spLocks noChangeShapeType="1"/>
            </p:cNvSpPr>
            <p:nvPr/>
          </p:nvSpPr>
          <p:spPr bwMode="auto">
            <a:xfrm>
              <a:off x="5384800" y="5492750"/>
              <a:ext cx="88900" cy="98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9" name="Line 47">
              <a:extLst>
                <a:ext uri="{FF2B5EF4-FFF2-40B4-BE49-F238E27FC236}">
                  <a16:creationId xmlns:a16="http://schemas.microsoft.com/office/drawing/2014/main" id="{5435373F-35AD-CBE6-B08F-0534E49EB0F1}"/>
                </a:ext>
              </a:extLst>
            </p:cNvPr>
            <p:cNvSpPr>
              <a:spLocks noChangeShapeType="1"/>
            </p:cNvSpPr>
            <p:nvPr/>
          </p:nvSpPr>
          <p:spPr bwMode="auto">
            <a:xfrm flipH="1">
              <a:off x="5459413" y="5478463"/>
              <a:ext cx="104775" cy="1143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0" name="Text Box 48">
              <a:extLst>
                <a:ext uri="{FF2B5EF4-FFF2-40B4-BE49-F238E27FC236}">
                  <a16:creationId xmlns:a16="http://schemas.microsoft.com/office/drawing/2014/main" id="{055D73DF-4BEF-BA88-2239-F569B1DAADBE}"/>
                </a:ext>
              </a:extLst>
            </p:cNvPr>
            <p:cNvSpPr txBox="1">
              <a:spLocks noChangeArrowheads="1"/>
            </p:cNvSpPr>
            <p:nvPr/>
          </p:nvSpPr>
          <p:spPr bwMode="auto">
            <a:xfrm>
              <a:off x="1253597" y="2373313"/>
              <a:ext cx="12065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400"/>
                <a:t>Word</a:t>
              </a:r>
              <a:r>
                <a:rPr lang="en-US" altLang="en-US" sz="1400"/>
                <a:t> </a:t>
              </a:r>
              <a:r>
                <a:rPr lang="ru-RU" altLang="en-US" sz="1400"/>
                <a:t> line</a:t>
              </a:r>
            </a:p>
          </p:txBody>
        </p:sp>
        <p:sp>
          <p:nvSpPr>
            <p:cNvPr id="53291" name="Line 49">
              <a:extLst>
                <a:ext uri="{FF2B5EF4-FFF2-40B4-BE49-F238E27FC236}">
                  <a16:creationId xmlns:a16="http://schemas.microsoft.com/office/drawing/2014/main" id="{A9D1531B-6665-5372-E6B3-B8CF0853ED1C}"/>
                </a:ext>
              </a:extLst>
            </p:cNvPr>
            <p:cNvSpPr>
              <a:spLocks noChangeShapeType="1"/>
            </p:cNvSpPr>
            <p:nvPr/>
          </p:nvSpPr>
          <p:spPr bwMode="auto">
            <a:xfrm flipV="1">
              <a:off x="3678238" y="4800600"/>
              <a:ext cx="1698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2" name="Line 50">
              <a:extLst>
                <a:ext uri="{FF2B5EF4-FFF2-40B4-BE49-F238E27FC236}">
                  <a16:creationId xmlns:a16="http://schemas.microsoft.com/office/drawing/2014/main" id="{60A3E78D-1239-6493-A835-E084F0859823}"/>
                </a:ext>
              </a:extLst>
            </p:cNvPr>
            <p:cNvSpPr>
              <a:spLocks noChangeShapeType="1"/>
            </p:cNvSpPr>
            <p:nvPr/>
          </p:nvSpPr>
          <p:spPr bwMode="auto">
            <a:xfrm flipH="1">
              <a:off x="3678238" y="4811713"/>
              <a:ext cx="0" cy="4000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3" name="Line 51">
              <a:extLst>
                <a:ext uri="{FF2B5EF4-FFF2-40B4-BE49-F238E27FC236}">
                  <a16:creationId xmlns:a16="http://schemas.microsoft.com/office/drawing/2014/main" id="{26A55424-5BE9-0FA8-3315-22CFC0A6A926}"/>
                </a:ext>
              </a:extLst>
            </p:cNvPr>
            <p:cNvSpPr>
              <a:spLocks noChangeShapeType="1"/>
            </p:cNvSpPr>
            <p:nvPr/>
          </p:nvSpPr>
          <p:spPr bwMode="auto">
            <a:xfrm flipH="1">
              <a:off x="3602038" y="4806950"/>
              <a:ext cx="0" cy="4000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4" name="Line 52">
              <a:extLst>
                <a:ext uri="{FF2B5EF4-FFF2-40B4-BE49-F238E27FC236}">
                  <a16:creationId xmlns:a16="http://schemas.microsoft.com/office/drawing/2014/main" id="{28AF3408-ED95-DB94-93B5-47DFC250F67B}"/>
                </a:ext>
              </a:extLst>
            </p:cNvPr>
            <p:cNvSpPr>
              <a:spLocks noChangeShapeType="1"/>
            </p:cNvSpPr>
            <p:nvPr/>
          </p:nvSpPr>
          <p:spPr bwMode="auto">
            <a:xfrm flipV="1">
              <a:off x="3683000" y="5195888"/>
              <a:ext cx="1698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5" name="Line 53">
              <a:extLst>
                <a:ext uri="{FF2B5EF4-FFF2-40B4-BE49-F238E27FC236}">
                  <a16:creationId xmlns:a16="http://schemas.microsoft.com/office/drawing/2014/main" id="{86F6F2D9-1293-F8BF-1BFC-A1E8D61A036D}"/>
                </a:ext>
              </a:extLst>
            </p:cNvPr>
            <p:cNvSpPr>
              <a:spLocks noChangeShapeType="1"/>
            </p:cNvSpPr>
            <p:nvPr/>
          </p:nvSpPr>
          <p:spPr bwMode="auto">
            <a:xfrm flipH="1" flipV="1">
              <a:off x="3265488" y="5000625"/>
              <a:ext cx="319087" cy="0"/>
            </a:xfrm>
            <a:prstGeom prst="line">
              <a:avLst/>
            </a:prstGeom>
            <a:noFill/>
            <a:ln w="25400">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3296" name="Line 54">
              <a:extLst>
                <a:ext uri="{FF2B5EF4-FFF2-40B4-BE49-F238E27FC236}">
                  <a16:creationId xmlns:a16="http://schemas.microsoft.com/office/drawing/2014/main" id="{7DD673AC-F57C-4E85-D1C0-E29BC79BDF51}"/>
                </a:ext>
              </a:extLst>
            </p:cNvPr>
            <p:cNvSpPr>
              <a:spLocks noChangeShapeType="1"/>
            </p:cNvSpPr>
            <p:nvPr/>
          </p:nvSpPr>
          <p:spPr bwMode="auto">
            <a:xfrm>
              <a:off x="3859213" y="5195888"/>
              <a:ext cx="0" cy="2492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7" name="Line 55">
              <a:extLst>
                <a:ext uri="{FF2B5EF4-FFF2-40B4-BE49-F238E27FC236}">
                  <a16:creationId xmlns:a16="http://schemas.microsoft.com/office/drawing/2014/main" id="{1CAE5B57-908F-9AB5-8BDF-BAD4C182AB99}"/>
                </a:ext>
              </a:extLst>
            </p:cNvPr>
            <p:cNvSpPr>
              <a:spLocks noChangeShapeType="1"/>
            </p:cNvSpPr>
            <p:nvPr/>
          </p:nvSpPr>
          <p:spPr bwMode="auto">
            <a:xfrm>
              <a:off x="3752850" y="5468938"/>
              <a:ext cx="214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8" name="Line 56">
              <a:extLst>
                <a:ext uri="{FF2B5EF4-FFF2-40B4-BE49-F238E27FC236}">
                  <a16:creationId xmlns:a16="http://schemas.microsoft.com/office/drawing/2014/main" id="{E843584D-D20E-D6FB-496E-03EEA1116299}"/>
                </a:ext>
              </a:extLst>
            </p:cNvPr>
            <p:cNvSpPr>
              <a:spLocks noChangeShapeType="1"/>
            </p:cNvSpPr>
            <p:nvPr/>
          </p:nvSpPr>
          <p:spPr bwMode="auto">
            <a:xfrm>
              <a:off x="3770313" y="5499100"/>
              <a:ext cx="90487" cy="98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9" name="Line 57">
              <a:extLst>
                <a:ext uri="{FF2B5EF4-FFF2-40B4-BE49-F238E27FC236}">
                  <a16:creationId xmlns:a16="http://schemas.microsoft.com/office/drawing/2014/main" id="{63C198B5-2B33-DFD1-B735-8FC0B65CE3E8}"/>
                </a:ext>
              </a:extLst>
            </p:cNvPr>
            <p:cNvSpPr>
              <a:spLocks noChangeShapeType="1"/>
            </p:cNvSpPr>
            <p:nvPr/>
          </p:nvSpPr>
          <p:spPr bwMode="auto">
            <a:xfrm flipH="1">
              <a:off x="3846513" y="5484813"/>
              <a:ext cx="104775" cy="1143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00" name="Line 58">
              <a:extLst>
                <a:ext uri="{FF2B5EF4-FFF2-40B4-BE49-F238E27FC236}">
                  <a16:creationId xmlns:a16="http://schemas.microsoft.com/office/drawing/2014/main" id="{7184E96B-0474-3ABC-665A-C415528A3162}"/>
                </a:ext>
              </a:extLst>
            </p:cNvPr>
            <p:cNvSpPr>
              <a:spLocks noChangeShapeType="1"/>
            </p:cNvSpPr>
            <p:nvPr/>
          </p:nvSpPr>
          <p:spPr bwMode="auto">
            <a:xfrm flipV="1">
              <a:off x="2997200" y="3927475"/>
              <a:ext cx="1039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01" name="Line 59">
              <a:extLst>
                <a:ext uri="{FF2B5EF4-FFF2-40B4-BE49-F238E27FC236}">
                  <a16:creationId xmlns:a16="http://schemas.microsoft.com/office/drawing/2014/main" id="{2A28250A-3B25-896D-59B6-FE333F18052F}"/>
                </a:ext>
              </a:extLst>
            </p:cNvPr>
            <p:cNvSpPr>
              <a:spLocks noChangeShapeType="1"/>
            </p:cNvSpPr>
            <p:nvPr/>
          </p:nvSpPr>
          <p:spPr bwMode="auto">
            <a:xfrm flipH="1">
              <a:off x="4052888" y="3924300"/>
              <a:ext cx="0" cy="3889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02" name="Line 60">
              <a:extLst>
                <a:ext uri="{FF2B5EF4-FFF2-40B4-BE49-F238E27FC236}">
                  <a16:creationId xmlns:a16="http://schemas.microsoft.com/office/drawing/2014/main" id="{6D0F3BD6-1874-244F-F4A0-CBA0DDD63487}"/>
                </a:ext>
              </a:extLst>
            </p:cNvPr>
            <p:cNvSpPr>
              <a:spLocks noChangeShapeType="1"/>
            </p:cNvSpPr>
            <p:nvPr/>
          </p:nvSpPr>
          <p:spPr bwMode="auto">
            <a:xfrm flipH="1">
              <a:off x="4127500" y="3906838"/>
              <a:ext cx="0" cy="4000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03" name="Line 61">
              <a:extLst>
                <a:ext uri="{FF2B5EF4-FFF2-40B4-BE49-F238E27FC236}">
                  <a16:creationId xmlns:a16="http://schemas.microsoft.com/office/drawing/2014/main" id="{78D6253A-90AE-B10B-BCFE-07309B5FB36F}"/>
                </a:ext>
              </a:extLst>
            </p:cNvPr>
            <p:cNvSpPr>
              <a:spLocks noChangeShapeType="1"/>
            </p:cNvSpPr>
            <p:nvPr/>
          </p:nvSpPr>
          <p:spPr bwMode="auto">
            <a:xfrm flipV="1">
              <a:off x="3865563" y="4316413"/>
              <a:ext cx="171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04" name="Line 62">
              <a:extLst>
                <a:ext uri="{FF2B5EF4-FFF2-40B4-BE49-F238E27FC236}">
                  <a16:creationId xmlns:a16="http://schemas.microsoft.com/office/drawing/2014/main" id="{92A904F0-DEDF-6790-36A2-41BBF5AFB3EB}"/>
                </a:ext>
              </a:extLst>
            </p:cNvPr>
            <p:cNvSpPr>
              <a:spLocks noChangeShapeType="1"/>
            </p:cNvSpPr>
            <p:nvPr/>
          </p:nvSpPr>
          <p:spPr bwMode="auto">
            <a:xfrm>
              <a:off x="4140200" y="4097338"/>
              <a:ext cx="171450" cy="0"/>
            </a:xfrm>
            <a:prstGeom prst="line">
              <a:avLst/>
            </a:prstGeom>
            <a:noFill/>
            <a:ln w="25400">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53305" name="Line 63">
              <a:extLst>
                <a:ext uri="{FF2B5EF4-FFF2-40B4-BE49-F238E27FC236}">
                  <a16:creationId xmlns:a16="http://schemas.microsoft.com/office/drawing/2014/main" id="{78CD01D7-9670-9FB9-8F23-EC3B7E65CA42}"/>
                </a:ext>
              </a:extLst>
            </p:cNvPr>
            <p:cNvSpPr>
              <a:spLocks noChangeShapeType="1"/>
            </p:cNvSpPr>
            <p:nvPr/>
          </p:nvSpPr>
          <p:spPr bwMode="auto">
            <a:xfrm>
              <a:off x="3868738" y="4330700"/>
              <a:ext cx="0" cy="4778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06" name="Line 64">
              <a:extLst>
                <a:ext uri="{FF2B5EF4-FFF2-40B4-BE49-F238E27FC236}">
                  <a16:creationId xmlns:a16="http://schemas.microsoft.com/office/drawing/2014/main" id="{F6C162E8-CA4A-58E3-73B8-9695E5F35427}"/>
                </a:ext>
              </a:extLst>
            </p:cNvPr>
            <p:cNvSpPr>
              <a:spLocks noChangeShapeType="1"/>
            </p:cNvSpPr>
            <p:nvPr/>
          </p:nvSpPr>
          <p:spPr bwMode="auto">
            <a:xfrm flipV="1">
              <a:off x="5291138" y="3910013"/>
              <a:ext cx="10445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07" name="Line 65">
              <a:extLst>
                <a:ext uri="{FF2B5EF4-FFF2-40B4-BE49-F238E27FC236}">
                  <a16:creationId xmlns:a16="http://schemas.microsoft.com/office/drawing/2014/main" id="{27CD645E-93EF-2548-1782-F170ADB87CDF}"/>
                </a:ext>
              </a:extLst>
            </p:cNvPr>
            <p:cNvSpPr>
              <a:spLocks noChangeShapeType="1"/>
            </p:cNvSpPr>
            <p:nvPr/>
          </p:nvSpPr>
          <p:spPr bwMode="auto">
            <a:xfrm flipH="1">
              <a:off x="5291138" y="3919538"/>
              <a:ext cx="0" cy="4000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08" name="Line 66">
              <a:extLst>
                <a:ext uri="{FF2B5EF4-FFF2-40B4-BE49-F238E27FC236}">
                  <a16:creationId xmlns:a16="http://schemas.microsoft.com/office/drawing/2014/main" id="{30B9FF7A-04C7-653C-02CE-3B567F328DF8}"/>
                </a:ext>
              </a:extLst>
            </p:cNvPr>
            <p:cNvSpPr>
              <a:spLocks noChangeShapeType="1"/>
            </p:cNvSpPr>
            <p:nvPr/>
          </p:nvSpPr>
          <p:spPr bwMode="auto">
            <a:xfrm flipH="1">
              <a:off x="5214938" y="3916363"/>
              <a:ext cx="0" cy="4000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09" name="Line 67">
              <a:extLst>
                <a:ext uri="{FF2B5EF4-FFF2-40B4-BE49-F238E27FC236}">
                  <a16:creationId xmlns:a16="http://schemas.microsoft.com/office/drawing/2014/main" id="{AE17A1E8-091C-A689-FDE4-0867ACD2301F}"/>
                </a:ext>
              </a:extLst>
            </p:cNvPr>
            <p:cNvSpPr>
              <a:spLocks noChangeShapeType="1"/>
            </p:cNvSpPr>
            <p:nvPr/>
          </p:nvSpPr>
          <p:spPr bwMode="auto">
            <a:xfrm flipV="1">
              <a:off x="5295900" y="4305300"/>
              <a:ext cx="171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10" name="Line 68">
              <a:extLst>
                <a:ext uri="{FF2B5EF4-FFF2-40B4-BE49-F238E27FC236}">
                  <a16:creationId xmlns:a16="http://schemas.microsoft.com/office/drawing/2014/main" id="{F41BD528-655F-09CD-9EBE-01FA93C75340}"/>
                </a:ext>
              </a:extLst>
            </p:cNvPr>
            <p:cNvSpPr>
              <a:spLocks noChangeShapeType="1"/>
            </p:cNvSpPr>
            <p:nvPr/>
          </p:nvSpPr>
          <p:spPr bwMode="auto">
            <a:xfrm flipH="1" flipV="1">
              <a:off x="5016500" y="4095750"/>
              <a:ext cx="176213"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3311" name="Line 69">
              <a:extLst>
                <a:ext uri="{FF2B5EF4-FFF2-40B4-BE49-F238E27FC236}">
                  <a16:creationId xmlns:a16="http://schemas.microsoft.com/office/drawing/2014/main" id="{98185E4C-0D46-B452-5B71-E4EA0BDBA4E1}"/>
                </a:ext>
              </a:extLst>
            </p:cNvPr>
            <p:cNvSpPr>
              <a:spLocks noChangeShapeType="1"/>
            </p:cNvSpPr>
            <p:nvPr/>
          </p:nvSpPr>
          <p:spPr bwMode="auto">
            <a:xfrm>
              <a:off x="5472113" y="4305300"/>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12" name="Line 70">
              <a:extLst>
                <a:ext uri="{FF2B5EF4-FFF2-40B4-BE49-F238E27FC236}">
                  <a16:creationId xmlns:a16="http://schemas.microsoft.com/office/drawing/2014/main" id="{C475C40B-0911-E335-6CC8-6751D5160C69}"/>
                </a:ext>
              </a:extLst>
            </p:cNvPr>
            <p:cNvSpPr>
              <a:spLocks noChangeShapeType="1"/>
            </p:cNvSpPr>
            <p:nvPr/>
          </p:nvSpPr>
          <p:spPr bwMode="auto">
            <a:xfrm flipV="1">
              <a:off x="6340578" y="2147888"/>
              <a:ext cx="0" cy="1760537"/>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3313" name="Text Box 71">
              <a:extLst>
                <a:ext uri="{FF2B5EF4-FFF2-40B4-BE49-F238E27FC236}">
                  <a16:creationId xmlns:a16="http://schemas.microsoft.com/office/drawing/2014/main" id="{101B2827-93B7-BEC6-697B-15057B56C04A}"/>
                </a:ext>
              </a:extLst>
            </p:cNvPr>
            <p:cNvSpPr txBox="1">
              <a:spLocks noChangeArrowheads="1"/>
            </p:cNvSpPr>
            <p:nvPr/>
          </p:nvSpPr>
          <p:spPr bwMode="auto">
            <a:xfrm>
              <a:off x="4894263" y="4071938"/>
              <a:ext cx="528637"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S</a:t>
              </a:r>
              <a:endParaRPr lang="ru-RU" altLang="en-US" sz="1400"/>
            </a:p>
          </p:txBody>
        </p:sp>
        <p:sp>
          <p:nvSpPr>
            <p:cNvPr id="53314" name="Text Box 72">
              <a:extLst>
                <a:ext uri="{FF2B5EF4-FFF2-40B4-BE49-F238E27FC236}">
                  <a16:creationId xmlns:a16="http://schemas.microsoft.com/office/drawing/2014/main" id="{9EC20EC6-6D08-13F2-BC92-F128AF6FE4FD}"/>
                </a:ext>
              </a:extLst>
            </p:cNvPr>
            <p:cNvSpPr txBox="1">
              <a:spLocks noChangeArrowheads="1"/>
            </p:cNvSpPr>
            <p:nvPr/>
          </p:nvSpPr>
          <p:spPr bwMode="auto">
            <a:xfrm>
              <a:off x="1175456" y="1997075"/>
              <a:ext cx="12065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400"/>
                <a:t>Match </a:t>
              </a:r>
              <a:r>
                <a:rPr lang="en-US" altLang="en-US" sz="1400"/>
                <a:t> </a:t>
              </a:r>
              <a:r>
                <a:rPr lang="ru-RU" altLang="en-US" sz="1400"/>
                <a:t>line</a:t>
              </a:r>
            </a:p>
          </p:txBody>
        </p:sp>
        <p:sp>
          <p:nvSpPr>
            <p:cNvPr id="53315" name="Text Box 73">
              <a:extLst>
                <a:ext uri="{FF2B5EF4-FFF2-40B4-BE49-F238E27FC236}">
                  <a16:creationId xmlns:a16="http://schemas.microsoft.com/office/drawing/2014/main" id="{DB8F0628-F04F-3C8A-84C8-A40C306EF26D}"/>
                </a:ext>
              </a:extLst>
            </p:cNvPr>
            <p:cNvSpPr txBox="1">
              <a:spLocks noChangeArrowheads="1"/>
            </p:cNvSpPr>
            <p:nvPr/>
          </p:nvSpPr>
          <p:spPr bwMode="auto">
            <a:xfrm>
              <a:off x="2820988" y="1500159"/>
              <a:ext cx="754062"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400"/>
                <a:t>Bit</a:t>
              </a:r>
            </a:p>
          </p:txBody>
        </p:sp>
        <p:sp>
          <p:nvSpPr>
            <p:cNvPr id="53316" name="Text Box 74">
              <a:extLst>
                <a:ext uri="{FF2B5EF4-FFF2-40B4-BE49-F238E27FC236}">
                  <a16:creationId xmlns:a16="http://schemas.microsoft.com/office/drawing/2014/main" id="{0EFBE411-1185-B563-767B-C8C1A8638B0A}"/>
                </a:ext>
              </a:extLst>
            </p:cNvPr>
            <p:cNvSpPr txBox="1">
              <a:spLocks noChangeArrowheads="1"/>
            </p:cNvSpPr>
            <p:nvPr/>
          </p:nvSpPr>
          <p:spPr bwMode="auto">
            <a:xfrm>
              <a:off x="5972338" y="1500159"/>
              <a:ext cx="754062"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400"/>
                <a:t>~Bit</a:t>
              </a:r>
            </a:p>
          </p:txBody>
        </p:sp>
        <p:sp>
          <p:nvSpPr>
            <p:cNvPr id="53317" name="Text Box 75">
              <a:extLst>
                <a:ext uri="{FF2B5EF4-FFF2-40B4-BE49-F238E27FC236}">
                  <a16:creationId xmlns:a16="http://schemas.microsoft.com/office/drawing/2014/main" id="{DE51A0F8-165F-A7B7-5A6F-D4557B9E6941}"/>
                </a:ext>
              </a:extLst>
            </p:cNvPr>
            <p:cNvSpPr txBox="1">
              <a:spLocks noChangeArrowheads="1"/>
            </p:cNvSpPr>
            <p:nvPr/>
          </p:nvSpPr>
          <p:spPr bwMode="auto">
            <a:xfrm>
              <a:off x="5270500" y="3948113"/>
              <a:ext cx="530225"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T2</a:t>
              </a:r>
              <a:endParaRPr lang="ru-RU" altLang="en-US" sz="1400"/>
            </a:p>
          </p:txBody>
        </p:sp>
        <p:sp>
          <p:nvSpPr>
            <p:cNvPr id="53318" name="Text Box 76">
              <a:extLst>
                <a:ext uri="{FF2B5EF4-FFF2-40B4-BE49-F238E27FC236}">
                  <a16:creationId xmlns:a16="http://schemas.microsoft.com/office/drawing/2014/main" id="{793DB382-291B-76BE-ED36-BCEB6453A610}"/>
                </a:ext>
              </a:extLst>
            </p:cNvPr>
            <p:cNvSpPr txBox="1">
              <a:spLocks noChangeArrowheads="1"/>
            </p:cNvSpPr>
            <p:nvPr/>
          </p:nvSpPr>
          <p:spPr bwMode="auto">
            <a:xfrm>
              <a:off x="3751263" y="4800600"/>
              <a:ext cx="528637"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T3</a:t>
              </a:r>
              <a:endParaRPr lang="ru-RU" altLang="en-US" sz="1400"/>
            </a:p>
          </p:txBody>
        </p:sp>
        <p:sp>
          <p:nvSpPr>
            <p:cNvPr id="53319" name="Text Box 77">
              <a:extLst>
                <a:ext uri="{FF2B5EF4-FFF2-40B4-BE49-F238E27FC236}">
                  <a16:creationId xmlns:a16="http://schemas.microsoft.com/office/drawing/2014/main" id="{C6A04B20-E781-B90A-B2E1-285A01C1D8AE}"/>
                </a:ext>
              </a:extLst>
            </p:cNvPr>
            <p:cNvSpPr txBox="1">
              <a:spLocks noChangeArrowheads="1"/>
            </p:cNvSpPr>
            <p:nvPr/>
          </p:nvSpPr>
          <p:spPr bwMode="auto">
            <a:xfrm>
              <a:off x="5092700" y="4772025"/>
              <a:ext cx="528638"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T4</a:t>
              </a:r>
              <a:endParaRPr lang="ru-RU" altLang="en-US" sz="1400"/>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37ED1D86-69EF-AF23-C2AC-36438E1102AB}"/>
              </a:ext>
            </a:extLst>
          </p:cNvPr>
          <p:cNvSpPr>
            <a:spLocks noGrp="1" noChangeArrowheads="1"/>
          </p:cNvSpPr>
          <p:nvPr>
            <p:ph type="title"/>
          </p:nvPr>
        </p:nvSpPr>
        <p:spPr/>
        <p:txBody>
          <a:bodyPr/>
          <a:lstStyle/>
          <a:p>
            <a:r>
              <a:rPr lang="en-US" altLang="en-US"/>
              <a:t>Register  File</a:t>
            </a:r>
            <a:endParaRPr lang="en-GB" altLang="en-US"/>
          </a:p>
        </p:txBody>
      </p:sp>
      <p:grpSp>
        <p:nvGrpSpPr>
          <p:cNvPr id="54275" name="Group 73">
            <a:extLst>
              <a:ext uri="{FF2B5EF4-FFF2-40B4-BE49-F238E27FC236}">
                <a16:creationId xmlns:a16="http://schemas.microsoft.com/office/drawing/2014/main" id="{5EB14D96-C407-ADAE-8815-5E5DC01CF4AF}"/>
              </a:ext>
            </a:extLst>
          </p:cNvPr>
          <p:cNvGrpSpPr>
            <a:grpSpLocks/>
          </p:cNvGrpSpPr>
          <p:nvPr/>
        </p:nvGrpSpPr>
        <p:grpSpPr bwMode="auto">
          <a:xfrm>
            <a:off x="2844801" y="2190751"/>
            <a:ext cx="2894013" cy="2708275"/>
            <a:chOff x="2821297" y="1857364"/>
            <a:chExt cx="2893523" cy="2707692"/>
          </a:xfrm>
        </p:grpSpPr>
        <p:sp>
          <p:nvSpPr>
            <p:cNvPr id="54279" name="Rectangle 35">
              <a:extLst>
                <a:ext uri="{FF2B5EF4-FFF2-40B4-BE49-F238E27FC236}">
                  <a16:creationId xmlns:a16="http://schemas.microsoft.com/office/drawing/2014/main" id="{6DDD6A71-CE48-795C-14A6-3CA65FDBD9C1}"/>
                </a:ext>
              </a:extLst>
            </p:cNvPr>
            <p:cNvSpPr>
              <a:spLocks noChangeArrowheads="1"/>
            </p:cNvSpPr>
            <p:nvPr/>
          </p:nvSpPr>
          <p:spPr bwMode="auto">
            <a:xfrm>
              <a:off x="3482409" y="2129906"/>
              <a:ext cx="1473708" cy="2329587"/>
            </a:xfrm>
            <a:prstGeom prst="rect">
              <a:avLst/>
            </a:prstGeom>
            <a:solidFill>
              <a:srgbClr val="FFFFFF"/>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54280" name="AutoShape 36">
              <a:extLst>
                <a:ext uri="{FF2B5EF4-FFF2-40B4-BE49-F238E27FC236}">
                  <a16:creationId xmlns:a16="http://schemas.microsoft.com/office/drawing/2014/main" id="{41416F2B-2E03-77CE-8CDF-376BE2D45ECA}"/>
                </a:ext>
              </a:extLst>
            </p:cNvPr>
            <p:cNvCxnSpPr>
              <a:cxnSpLocks noChangeShapeType="1"/>
            </p:cNvCxnSpPr>
            <p:nvPr/>
          </p:nvCxnSpPr>
          <p:spPr bwMode="auto">
            <a:xfrm flipV="1">
              <a:off x="2830317" y="2417590"/>
              <a:ext cx="648972"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54281" name="Text Box 38">
              <a:extLst>
                <a:ext uri="{FF2B5EF4-FFF2-40B4-BE49-F238E27FC236}">
                  <a16:creationId xmlns:a16="http://schemas.microsoft.com/office/drawing/2014/main" id="{1A346714-4A8C-CB20-588A-6E51B137A368}"/>
                </a:ext>
              </a:extLst>
            </p:cNvPr>
            <p:cNvSpPr txBox="1">
              <a:spLocks noChangeArrowheads="1"/>
            </p:cNvSpPr>
            <p:nvPr/>
          </p:nvSpPr>
          <p:spPr bwMode="auto">
            <a:xfrm>
              <a:off x="3059551" y="2428868"/>
              <a:ext cx="498169" cy="43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ru-RU" altLang="en-US" sz="1400">
                  <a:latin typeface="Calibri" panose="020F0502020204030204" pitchFamily="34" charset="0"/>
                </a:rPr>
                <a:t>4</a:t>
              </a:r>
              <a:endParaRPr lang="en-US" altLang="en-US" sz="1400"/>
            </a:p>
          </p:txBody>
        </p:sp>
        <p:cxnSp>
          <p:nvCxnSpPr>
            <p:cNvPr id="54282" name="AutoShape 39">
              <a:extLst>
                <a:ext uri="{FF2B5EF4-FFF2-40B4-BE49-F238E27FC236}">
                  <a16:creationId xmlns:a16="http://schemas.microsoft.com/office/drawing/2014/main" id="{2EAA27FB-4F92-0787-0149-DC21A7B75F36}"/>
                </a:ext>
              </a:extLst>
            </p:cNvPr>
            <p:cNvCxnSpPr>
              <a:cxnSpLocks noChangeShapeType="1"/>
            </p:cNvCxnSpPr>
            <p:nvPr/>
          </p:nvCxnSpPr>
          <p:spPr bwMode="auto">
            <a:xfrm flipV="1">
              <a:off x="2830317" y="2866419"/>
              <a:ext cx="648972"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54283" name="Text Box 41">
              <a:extLst>
                <a:ext uri="{FF2B5EF4-FFF2-40B4-BE49-F238E27FC236}">
                  <a16:creationId xmlns:a16="http://schemas.microsoft.com/office/drawing/2014/main" id="{900B98CF-EA5A-A041-DE6E-BD75435CD318}"/>
                </a:ext>
              </a:extLst>
            </p:cNvPr>
            <p:cNvSpPr txBox="1">
              <a:spLocks noChangeArrowheads="1"/>
            </p:cNvSpPr>
            <p:nvPr/>
          </p:nvSpPr>
          <p:spPr bwMode="auto">
            <a:xfrm>
              <a:off x="3059739" y="2869371"/>
              <a:ext cx="498169" cy="43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ru-RU" altLang="en-US" sz="1400">
                  <a:latin typeface="Calibri" panose="020F0502020204030204" pitchFamily="34" charset="0"/>
                </a:rPr>
                <a:t>4</a:t>
              </a:r>
              <a:endParaRPr lang="en-US" altLang="en-US" sz="1400"/>
            </a:p>
          </p:txBody>
        </p:sp>
        <p:cxnSp>
          <p:nvCxnSpPr>
            <p:cNvPr id="54284" name="AutoShape 42">
              <a:extLst>
                <a:ext uri="{FF2B5EF4-FFF2-40B4-BE49-F238E27FC236}">
                  <a16:creationId xmlns:a16="http://schemas.microsoft.com/office/drawing/2014/main" id="{A69736AB-4EF1-7C7E-FAC7-43022E468A59}"/>
                </a:ext>
              </a:extLst>
            </p:cNvPr>
            <p:cNvCxnSpPr>
              <a:cxnSpLocks noChangeShapeType="1"/>
            </p:cNvCxnSpPr>
            <p:nvPr/>
          </p:nvCxnSpPr>
          <p:spPr bwMode="auto">
            <a:xfrm flipV="1">
              <a:off x="2830317" y="3300107"/>
              <a:ext cx="648972"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54285" name="Text Box 44">
              <a:extLst>
                <a:ext uri="{FF2B5EF4-FFF2-40B4-BE49-F238E27FC236}">
                  <a16:creationId xmlns:a16="http://schemas.microsoft.com/office/drawing/2014/main" id="{259AAC3B-9077-2A98-447F-4F372E836955}"/>
                </a:ext>
              </a:extLst>
            </p:cNvPr>
            <p:cNvSpPr txBox="1">
              <a:spLocks noChangeArrowheads="1"/>
            </p:cNvSpPr>
            <p:nvPr/>
          </p:nvSpPr>
          <p:spPr bwMode="auto">
            <a:xfrm>
              <a:off x="3071426" y="3310062"/>
              <a:ext cx="498169" cy="43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ru-RU" altLang="en-US" sz="1400">
                  <a:latin typeface="Calibri" panose="020F0502020204030204" pitchFamily="34" charset="0"/>
                </a:rPr>
                <a:t>4</a:t>
              </a:r>
              <a:endParaRPr lang="en-US" altLang="en-US" sz="1400"/>
            </a:p>
          </p:txBody>
        </p:sp>
        <p:cxnSp>
          <p:nvCxnSpPr>
            <p:cNvPr id="54286" name="AutoShape 45">
              <a:extLst>
                <a:ext uri="{FF2B5EF4-FFF2-40B4-BE49-F238E27FC236}">
                  <a16:creationId xmlns:a16="http://schemas.microsoft.com/office/drawing/2014/main" id="{F0FAD40E-FF1A-A71A-E616-0F4B6CDCFC7B}"/>
                </a:ext>
              </a:extLst>
            </p:cNvPr>
            <p:cNvCxnSpPr>
              <a:cxnSpLocks noChangeShapeType="1"/>
            </p:cNvCxnSpPr>
            <p:nvPr/>
          </p:nvCxnSpPr>
          <p:spPr bwMode="auto">
            <a:xfrm flipV="1">
              <a:off x="2826157" y="3841947"/>
              <a:ext cx="648972"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54287" name="Text Box 47">
              <a:extLst>
                <a:ext uri="{FF2B5EF4-FFF2-40B4-BE49-F238E27FC236}">
                  <a16:creationId xmlns:a16="http://schemas.microsoft.com/office/drawing/2014/main" id="{AC9435DA-628C-6BC2-DBB3-3D0189144416}"/>
                </a:ext>
              </a:extLst>
            </p:cNvPr>
            <p:cNvSpPr txBox="1">
              <a:spLocks noChangeArrowheads="1"/>
            </p:cNvSpPr>
            <p:nvPr/>
          </p:nvSpPr>
          <p:spPr bwMode="auto">
            <a:xfrm>
              <a:off x="3012051" y="3833690"/>
              <a:ext cx="556410" cy="43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16</a:t>
              </a:r>
              <a:endParaRPr lang="en-US" altLang="en-US" sz="1400"/>
            </a:p>
          </p:txBody>
        </p:sp>
        <p:cxnSp>
          <p:nvCxnSpPr>
            <p:cNvPr id="54288" name="AutoShape 48">
              <a:extLst>
                <a:ext uri="{FF2B5EF4-FFF2-40B4-BE49-F238E27FC236}">
                  <a16:creationId xmlns:a16="http://schemas.microsoft.com/office/drawing/2014/main" id="{BC0138D1-F633-E98A-D760-94F51B62CDEB}"/>
                </a:ext>
              </a:extLst>
            </p:cNvPr>
            <p:cNvCxnSpPr>
              <a:cxnSpLocks noChangeShapeType="1"/>
            </p:cNvCxnSpPr>
            <p:nvPr/>
          </p:nvCxnSpPr>
          <p:spPr bwMode="auto">
            <a:xfrm flipV="1">
              <a:off x="4955077" y="2611181"/>
              <a:ext cx="648972"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4289" name="AutoShape 49">
              <a:extLst>
                <a:ext uri="{FF2B5EF4-FFF2-40B4-BE49-F238E27FC236}">
                  <a16:creationId xmlns:a16="http://schemas.microsoft.com/office/drawing/2014/main" id="{69AC1A10-2454-E6D6-BAF8-7C9B5A27B489}"/>
                </a:ext>
              </a:extLst>
            </p:cNvPr>
            <p:cNvCxnSpPr>
              <a:cxnSpLocks noChangeShapeType="1"/>
            </p:cNvCxnSpPr>
            <p:nvPr/>
          </p:nvCxnSpPr>
          <p:spPr bwMode="auto">
            <a:xfrm flipH="1">
              <a:off x="5224442" y="2567834"/>
              <a:ext cx="91440" cy="914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4290" name="Text Box 50">
              <a:extLst>
                <a:ext uri="{FF2B5EF4-FFF2-40B4-BE49-F238E27FC236}">
                  <a16:creationId xmlns:a16="http://schemas.microsoft.com/office/drawing/2014/main" id="{6B27EDE5-9EF8-523B-F2E6-0EA77894F97D}"/>
                </a:ext>
              </a:extLst>
            </p:cNvPr>
            <p:cNvSpPr txBox="1">
              <a:spLocks noChangeArrowheads="1"/>
            </p:cNvSpPr>
            <p:nvPr/>
          </p:nvSpPr>
          <p:spPr bwMode="auto">
            <a:xfrm>
              <a:off x="5087160" y="2612198"/>
              <a:ext cx="556410" cy="43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16</a:t>
              </a:r>
              <a:endParaRPr lang="en-US" altLang="en-US" sz="1400"/>
            </a:p>
          </p:txBody>
        </p:sp>
        <p:cxnSp>
          <p:nvCxnSpPr>
            <p:cNvPr id="54291" name="AutoShape 51">
              <a:extLst>
                <a:ext uri="{FF2B5EF4-FFF2-40B4-BE49-F238E27FC236}">
                  <a16:creationId xmlns:a16="http://schemas.microsoft.com/office/drawing/2014/main" id="{3A49B27A-2F34-9D53-59E1-6EB5B3E04229}"/>
                </a:ext>
              </a:extLst>
            </p:cNvPr>
            <p:cNvCxnSpPr>
              <a:cxnSpLocks noChangeShapeType="1"/>
            </p:cNvCxnSpPr>
            <p:nvPr/>
          </p:nvCxnSpPr>
          <p:spPr bwMode="auto">
            <a:xfrm flipV="1">
              <a:off x="4955077" y="3407177"/>
              <a:ext cx="648972"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54292" name="Text Box 53">
              <a:extLst>
                <a:ext uri="{FF2B5EF4-FFF2-40B4-BE49-F238E27FC236}">
                  <a16:creationId xmlns:a16="http://schemas.microsoft.com/office/drawing/2014/main" id="{71F1BBB6-FB0C-0C86-80D5-7D6FC1D49920}"/>
                </a:ext>
              </a:extLst>
            </p:cNvPr>
            <p:cNvSpPr txBox="1">
              <a:spLocks noChangeArrowheads="1"/>
            </p:cNvSpPr>
            <p:nvPr/>
          </p:nvSpPr>
          <p:spPr bwMode="auto">
            <a:xfrm>
              <a:off x="5158410" y="3408346"/>
              <a:ext cx="556410" cy="43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16</a:t>
              </a:r>
              <a:endParaRPr lang="en-US" altLang="en-US" sz="1400"/>
            </a:p>
          </p:txBody>
        </p:sp>
        <p:sp>
          <p:nvSpPr>
            <p:cNvPr id="54293" name="Text Box 54">
              <a:extLst>
                <a:ext uri="{FF2B5EF4-FFF2-40B4-BE49-F238E27FC236}">
                  <a16:creationId xmlns:a16="http://schemas.microsoft.com/office/drawing/2014/main" id="{442BC35D-22CC-7159-22D5-28A54DD6E94A}"/>
                </a:ext>
              </a:extLst>
            </p:cNvPr>
            <p:cNvSpPr txBox="1">
              <a:spLocks noChangeArrowheads="1"/>
            </p:cNvSpPr>
            <p:nvPr/>
          </p:nvSpPr>
          <p:spPr bwMode="auto">
            <a:xfrm>
              <a:off x="3499578" y="2261764"/>
              <a:ext cx="702013" cy="56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A1</a:t>
              </a:r>
              <a:endParaRPr lang="en-US" altLang="en-US" sz="1600"/>
            </a:p>
          </p:txBody>
        </p:sp>
        <p:sp>
          <p:nvSpPr>
            <p:cNvPr id="54294" name="Text Box 56">
              <a:extLst>
                <a:ext uri="{FF2B5EF4-FFF2-40B4-BE49-F238E27FC236}">
                  <a16:creationId xmlns:a16="http://schemas.microsoft.com/office/drawing/2014/main" id="{92652201-3BD2-5A0B-CF14-F4D2B1166761}"/>
                </a:ext>
              </a:extLst>
            </p:cNvPr>
            <p:cNvSpPr txBox="1">
              <a:spLocks noChangeArrowheads="1"/>
            </p:cNvSpPr>
            <p:nvPr/>
          </p:nvSpPr>
          <p:spPr bwMode="auto">
            <a:xfrm>
              <a:off x="3487703" y="2671573"/>
              <a:ext cx="702013" cy="56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A2</a:t>
              </a:r>
              <a:endParaRPr lang="en-US" altLang="en-US" sz="1600"/>
            </a:p>
          </p:txBody>
        </p:sp>
        <p:sp>
          <p:nvSpPr>
            <p:cNvPr id="54295" name="Text Box 57">
              <a:extLst>
                <a:ext uri="{FF2B5EF4-FFF2-40B4-BE49-F238E27FC236}">
                  <a16:creationId xmlns:a16="http://schemas.microsoft.com/office/drawing/2014/main" id="{0EC10711-50AA-43C1-3661-861AB9E0B4A3}"/>
                </a:ext>
              </a:extLst>
            </p:cNvPr>
            <p:cNvSpPr txBox="1">
              <a:spLocks noChangeArrowheads="1"/>
            </p:cNvSpPr>
            <p:nvPr/>
          </p:nvSpPr>
          <p:spPr bwMode="auto">
            <a:xfrm>
              <a:off x="3477474" y="3129011"/>
              <a:ext cx="702013" cy="56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A3</a:t>
              </a:r>
              <a:endParaRPr lang="en-US" altLang="en-US" sz="1600"/>
            </a:p>
          </p:txBody>
        </p:sp>
        <p:sp>
          <p:nvSpPr>
            <p:cNvPr id="54296" name="Text Box 58">
              <a:extLst>
                <a:ext uri="{FF2B5EF4-FFF2-40B4-BE49-F238E27FC236}">
                  <a16:creationId xmlns:a16="http://schemas.microsoft.com/office/drawing/2014/main" id="{967C80FC-027B-268A-64CE-90716972045B}"/>
                </a:ext>
              </a:extLst>
            </p:cNvPr>
            <p:cNvSpPr txBox="1">
              <a:spLocks noChangeArrowheads="1"/>
            </p:cNvSpPr>
            <p:nvPr/>
          </p:nvSpPr>
          <p:spPr bwMode="auto">
            <a:xfrm>
              <a:off x="3450604" y="3678551"/>
              <a:ext cx="861136" cy="56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WD3</a:t>
              </a:r>
              <a:endParaRPr lang="en-US" altLang="en-US" sz="1600"/>
            </a:p>
          </p:txBody>
        </p:sp>
        <p:sp>
          <p:nvSpPr>
            <p:cNvPr id="54297" name="Text Box 59">
              <a:extLst>
                <a:ext uri="{FF2B5EF4-FFF2-40B4-BE49-F238E27FC236}">
                  <a16:creationId xmlns:a16="http://schemas.microsoft.com/office/drawing/2014/main" id="{87C0ACAF-1093-B02F-18D5-74171F024F94}"/>
                </a:ext>
              </a:extLst>
            </p:cNvPr>
            <p:cNvSpPr txBox="1">
              <a:spLocks noChangeArrowheads="1"/>
            </p:cNvSpPr>
            <p:nvPr/>
          </p:nvSpPr>
          <p:spPr bwMode="auto">
            <a:xfrm>
              <a:off x="4429015" y="2445644"/>
              <a:ext cx="714489" cy="56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RD1</a:t>
              </a:r>
              <a:endParaRPr lang="en-US" altLang="en-US" sz="1600"/>
            </a:p>
          </p:txBody>
        </p:sp>
        <p:sp>
          <p:nvSpPr>
            <p:cNvPr id="54298" name="Text Box 60">
              <a:extLst>
                <a:ext uri="{FF2B5EF4-FFF2-40B4-BE49-F238E27FC236}">
                  <a16:creationId xmlns:a16="http://schemas.microsoft.com/office/drawing/2014/main" id="{275BD5F8-218A-E9E5-FA0C-8AFE94C9C4F4}"/>
                </a:ext>
              </a:extLst>
            </p:cNvPr>
            <p:cNvSpPr txBox="1">
              <a:spLocks noChangeArrowheads="1"/>
            </p:cNvSpPr>
            <p:nvPr/>
          </p:nvSpPr>
          <p:spPr bwMode="auto">
            <a:xfrm>
              <a:off x="4456055" y="3249146"/>
              <a:ext cx="687449" cy="56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RD2</a:t>
              </a:r>
              <a:endParaRPr lang="en-US" altLang="en-US" sz="1600"/>
            </a:p>
          </p:txBody>
        </p:sp>
        <p:cxnSp>
          <p:nvCxnSpPr>
            <p:cNvPr id="54299" name="AutoShape 61">
              <a:extLst>
                <a:ext uri="{FF2B5EF4-FFF2-40B4-BE49-F238E27FC236}">
                  <a16:creationId xmlns:a16="http://schemas.microsoft.com/office/drawing/2014/main" id="{9269406C-CD30-A75D-4770-262E3B7B8CF6}"/>
                </a:ext>
              </a:extLst>
            </p:cNvPr>
            <p:cNvCxnSpPr>
              <a:cxnSpLocks noChangeShapeType="1"/>
            </p:cNvCxnSpPr>
            <p:nvPr/>
          </p:nvCxnSpPr>
          <p:spPr bwMode="auto">
            <a:xfrm>
              <a:off x="4313385" y="1857364"/>
              <a:ext cx="0" cy="27254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54300" name="Text Box 62">
              <a:extLst>
                <a:ext uri="{FF2B5EF4-FFF2-40B4-BE49-F238E27FC236}">
                  <a16:creationId xmlns:a16="http://schemas.microsoft.com/office/drawing/2014/main" id="{3D42843D-3E1A-7B06-32DF-F78B89753C9C}"/>
                </a:ext>
              </a:extLst>
            </p:cNvPr>
            <p:cNvSpPr txBox="1">
              <a:spLocks noChangeArrowheads="1"/>
            </p:cNvSpPr>
            <p:nvPr/>
          </p:nvSpPr>
          <p:spPr bwMode="auto">
            <a:xfrm>
              <a:off x="4077829" y="2085542"/>
              <a:ext cx="763374" cy="476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WE3</a:t>
              </a:r>
              <a:endParaRPr lang="en-US" altLang="en-US" sz="1600"/>
            </a:p>
          </p:txBody>
        </p:sp>
        <p:sp>
          <p:nvSpPr>
            <p:cNvPr id="54301" name="Text Box 63">
              <a:extLst>
                <a:ext uri="{FF2B5EF4-FFF2-40B4-BE49-F238E27FC236}">
                  <a16:creationId xmlns:a16="http://schemas.microsoft.com/office/drawing/2014/main" id="{BDA4194D-965A-1531-8584-54B579FCF133}"/>
                </a:ext>
              </a:extLst>
            </p:cNvPr>
            <p:cNvSpPr txBox="1">
              <a:spLocks noChangeArrowheads="1"/>
            </p:cNvSpPr>
            <p:nvPr/>
          </p:nvSpPr>
          <p:spPr bwMode="auto">
            <a:xfrm>
              <a:off x="3377896" y="3931735"/>
              <a:ext cx="556410" cy="43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ru-RU" altLang="en-US" sz="2400">
                  <a:latin typeface="Calibri" panose="020F0502020204030204" pitchFamily="34" charset="0"/>
                </a:rPr>
                <a:t>&gt;</a:t>
              </a:r>
              <a:endParaRPr lang="en-US" altLang="en-US" sz="2400"/>
            </a:p>
          </p:txBody>
        </p:sp>
        <p:cxnSp>
          <p:nvCxnSpPr>
            <p:cNvPr id="54302" name="AutoShape 64">
              <a:extLst>
                <a:ext uri="{FF2B5EF4-FFF2-40B4-BE49-F238E27FC236}">
                  <a16:creationId xmlns:a16="http://schemas.microsoft.com/office/drawing/2014/main" id="{5A8EFFC6-80CD-CF0F-7C87-BE18E7D2F156}"/>
                </a:ext>
              </a:extLst>
            </p:cNvPr>
            <p:cNvCxnSpPr>
              <a:cxnSpLocks noChangeShapeType="1"/>
            </p:cNvCxnSpPr>
            <p:nvPr/>
          </p:nvCxnSpPr>
          <p:spPr bwMode="auto">
            <a:xfrm flipV="1">
              <a:off x="2821297" y="4180462"/>
              <a:ext cx="64008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54303" name="Text Box 65">
              <a:extLst>
                <a:ext uri="{FF2B5EF4-FFF2-40B4-BE49-F238E27FC236}">
                  <a16:creationId xmlns:a16="http://schemas.microsoft.com/office/drawing/2014/main" id="{C17D0724-84C6-E06B-47DB-0E4FA2F04A3C}"/>
                </a:ext>
              </a:extLst>
            </p:cNvPr>
            <p:cNvSpPr txBox="1">
              <a:spLocks noChangeArrowheads="1"/>
            </p:cNvSpPr>
            <p:nvPr/>
          </p:nvSpPr>
          <p:spPr bwMode="auto">
            <a:xfrm>
              <a:off x="3571868" y="4000504"/>
              <a:ext cx="928694" cy="56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CLK</a:t>
              </a:r>
              <a:endParaRPr lang="en-US" altLang="en-US" sz="1600"/>
            </a:p>
          </p:txBody>
        </p:sp>
        <p:cxnSp>
          <p:nvCxnSpPr>
            <p:cNvPr id="54304" name="AutoShape 49">
              <a:extLst>
                <a:ext uri="{FF2B5EF4-FFF2-40B4-BE49-F238E27FC236}">
                  <a16:creationId xmlns:a16="http://schemas.microsoft.com/office/drawing/2014/main" id="{C131BDB5-C680-53BF-E9CF-4906795D952E}"/>
                </a:ext>
              </a:extLst>
            </p:cNvPr>
            <p:cNvCxnSpPr>
              <a:cxnSpLocks noChangeShapeType="1"/>
            </p:cNvCxnSpPr>
            <p:nvPr/>
          </p:nvCxnSpPr>
          <p:spPr bwMode="auto">
            <a:xfrm flipH="1">
              <a:off x="5286380" y="3357562"/>
              <a:ext cx="91440" cy="914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54305" name="AutoShape 49">
              <a:extLst>
                <a:ext uri="{FF2B5EF4-FFF2-40B4-BE49-F238E27FC236}">
                  <a16:creationId xmlns:a16="http://schemas.microsoft.com/office/drawing/2014/main" id="{BADE7D90-4B44-57E0-6981-E25F891ED3EE}"/>
                </a:ext>
              </a:extLst>
            </p:cNvPr>
            <p:cNvCxnSpPr>
              <a:cxnSpLocks noChangeShapeType="1"/>
            </p:cNvCxnSpPr>
            <p:nvPr/>
          </p:nvCxnSpPr>
          <p:spPr bwMode="auto">
            <a:xfrm flipH="1">
              <a:off x="3143240" y="2369305"/>
              <a:ext cx="91440" cy="914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54306" name="AutoShape 49">
              <a:extLst>
                <a:ext uri="{FF2B5EF4-FFF2-40B4-BE49-F238E27FC236}">
                  <a16:creationId xmlns:a16="http://schemas.microsoft.com/office/drawing/2014/main" id="{8B8D7214-65EE-08F7-CF3A-1E8509F2C5A8}"/>
                </a:ext>
              </a:extLst>
            </p:cNvPr>
            <p:cNvCxnSpPr>
              <a:cxnSpLocks noChangeShapeType="1"/>
            </p:cNvCxnSpPr>
            <p:nvPr/>
          </p:nvCxnSpPr>
          <p:spPr bwMode="auto">
            <a:xfrm flipH="1">
              <a:off x="3143052" y="2809808"/>
              <a:ext cx="91440" cy="914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54307" name="AutoShape 49">
              <a:extLst>
                <a:ext uri="{FF2B5EF4-FFF2-40B4-BE49-F238E27FC236}">
                  <a16:creationId xmlns:a16="http://schemas.microsoft.com/office/drawing/2014/main" id="{53DB647B-E5FD-1DAE-5564-33D1ABDB4ABC}"/>
                </a:ext>
              </a:extLst>
            </p:cNvPr>
            <p:cNvCxnSpPr>
              <a:cxnSpLocks noChangeShapeType="1"/>
            </p:cNvCxnSpPr>
            <p:nvPr/>
          </p:nvCxnSpPr>
          <p:spPr bwMode="auto">
            <a:xfrm flipH="1">
              <a:off x="3143052" y="3250499"/>
              <a:ext cx="91440" cy="914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54308" name="AutoShape 49">
              <a:extLst>
                <a:ext uri="{FF2B5EF4-FFF2-40B4-BE49-F238E27FC236}">
                  <a16:creationId xmlns:a16="http://schemas.microsoft.com/office/drawing/2014/main" id="{9102BF79-D95A-1CF5-99EC-50F259EBFEFD}"/>
                </a:ext>
              </a:extLst>
            </p:cNvPr>
            <p:cNvCxnSpPr>
              <a:cxnSpLocks noChangeShapeType="1"/>
            </p:cNvCxnSpPr>
            <p:nvPr/>
          </p:nvCxnSpPr>
          <p:spPr bwMode="auto">
            <a:xfrm flipH="1">
              <a:off x="3131365" y="3810128"/>
              <a:ext cx="91440" cy="914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54276" name="TextBox 74">
            <a:extLst>
              <a:ext uri="{FF2B5EF4-FFF2-40B4-BE49-F238E27FC236}">
                <a16:creationId xmlns:a16="http://schemas.microsoft.com/office/drawing/2014/main" id="{2D12F566-6F9F-5FB0-FF34-7D7DE63C7D56}"/>
              </a:ext>
            </a:extLst>
          </p:cNvPr>
          <p:cNvSpPr txBox="1">
            <a:spLocks noChangeArrowheads="1"/>
          </p:cNvSpPr>
          <p:nvPr/>
        </p:nvSpPr>
        <p:spPr bwMode="auto">
          <a:xfrm>
            <a:off x="6273800" y="1762126"/>
            <a:ext cx="3714750" cy="384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600"/>
              </a:spcAft>
            </a:pPr>
            <a:r>
              <a:rPr lang="en-US" altLang="en-US"/>
              <a:t>Port 1  reads the  data from address  A1 onto the read  data output  RD1.</a:t>
            </a:r>
          </a:p>
          <a:p>
            <a:pPr>
              <a:spcAft>
                <a:spcPts val="600"/>
              </a:spcAft>
            </a:pPr>
            <a:r>
              <a:rPr lang="en-US" altLang="en-US"/>
              <a:t>Port 2  reads the  data from address  A2 onto the read  data output  RD2.</a:t>
            </a:r>
          </a:p>
          <a:p>
            <a:pPr eaLnBrk="1" hangingPunct="1"/>
            <a:r>
              <a:rPr lang="en-US" altLang="en-US"/>
              <a:t>Port 3  writes data from  the write data  input WD3 into address A3</a:t>
            </a:r>
          </a:p>
          <a:p>
            <a:pPr eaLnBrk="1" hangingPunct="1"/>
            <a:r>
              <a:rPr lang="en-US" altLang="en-US"/>
              <a:t>on the rising edge  of the clock if  the  write enable WE3 is asserted.</a:t>
            </a:r>
          </a:p>
          <a:p>
            <a:pPr eaLnBrk="1" hangingPunct="1"/>
            <a:endParaRPr lang="en-US" altLang="en-US"/>
          </a:p>
          <a:p>
            <a:pPr eaLnBrk="1" hangingPunct="1"/>
            <a:r>
              <a:rPr lang="en-US" altLang="en-US"/>
              <a:t>Read operations -  asynchronous.</a:t>
            </a:r>
          </a:p>
          <a:p>
            <a:pPr eaLnBrk="1" hangingPunct="1"/>
            <a:endParaRPr lang="en-GB" altLang="en-US"/>
          </a:p>
        </p:txBody>
      </p:sp>
      <p:sp>
        <p:nvSpPr>
          <p:cNvPr id="54277" name="TextBox 75">
            <a:extLst>
              <a:ext uri="{FF2B5EF4-FFF2-40B4-BE49-F238E27FC236}">
                <a16:creationId xmlns:a16="http://schemas.microsoft.com/office/drawing/2014/main" id="{12B91BE3-0972-EDE2-7F8E-2CE0A1B68970}"/>
              </a:ext>
            </a:extLst>
          </p:cNvPr>
          <p:cNvSpPr txBox="1">
            <a:spLocks noChangeArrowheads="1"/>
          </p:cNvSpPr>
          <p:nvPr/>
        </p:nvSpPr>
        <p:spPr bwMode="auto">
          <a:xfrm>
            <a:off x="1916114" y="1333500"/>
            <a:ext cx="8429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Three-ported memory  with two read ports and one  write port</a:t>
            </a:r>
            <a:endParaRPr lang="en-GB" altLang="en-US"/>
          </a:p>
        </p:txBody>
      </p:sp>
      <p:sp>
        <p:nvSpPr>
          <p:cNvPr id="54278" name="TextBox 76">
            <a:extLst>
              <a:ext uri="{FF2B5EF4-FFF2-40B4-BE49-F238E27FC236}">
                <a16:creationId xmlns:a16="http://schemas.microsoft.com/office/drawing/2014/main" id="{B758CC69-B211-A4AE-1049-DA105A4EA96B}"/>
              </a:ext>
            </a:extLst>
          </p:cNvPr>
          <p:cNvSpPr txBox="1">
            <a:spLocks noChangeArrowheads="1"/>
          </p:cNvSpPr>
          <p:nvPr/>
        </p:nvSpPr>
        <p:spPr bwMode="auto">
          <a:xfrm>
            <a:off x="1844675" y="5476875"/>
            <a:ext cx="8572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t>Conflicts are resolved with help of   instruction scheduler.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6F4F702A-9DBE-083A-CB59-57AB4C23E249}"/>
              </a:ext>
            </a:extLst>
          </p:cNvPr>
          <p:cNvSpPr>
            <a:spLocks noGrp="1" noChangeArrowheads="1"/>
          </p:cNvSpPr>
          <p:nvPr>
            <p:ph type="title"/>
          </p:nvPr>
        </p:nvSpPr>
        <p:spPr/>
        <p:txBody>
          <a:bodyPr/>
          <a:lstStyle/>
          <a:p>
            <a:r>
              <a:rPr lang="en-US" altLang="en-US"/>
              <a:t>General  Purpose  Registers  (GPRs)</a:t>
            </a:r>
            <a:endParaRPr lang="en-GB" altLang="en-US"/>
          </a:p>
        </p:txBody>
      </p:sp>
      <p:grpSp>
        <p:nvGrpSpPr>
          <p:cNvPr id="55299" name="Group 2">
            <a:extLst>
              <a:ext uri="{FF2B5EF4-FFF2-40B4-BE49-F238E27FC236}">
                <a16:creationId xmlns:a16="http://schemas.microsoft.com/office/drawing/2014/main" id="{67F0B0DE-BB41-A884-ECAB-BCF302496A62}"/>
              </a:ext>
            </a:extLst>
          </p:cNvPr>
          <p:cNvGrpSpPr>
            <a:grpSpLocks/>
          </p:cNvGrpSpPr>
          <p:nvPr/>
        </p:nvGrpSpPr>
        <p:grpSpPr bwMode="auto">
          <a:xfrm>
            <a:off x="2452689" y="1604282"/>
            <a:ext cx="7000875" cy="4071938"/>
            <a:chOff x="1362" y="5574"/>
            <a:chExt cx="7961" cy="5357"/>
          </a:xfrm>
        </p:grpSpPr>
        <p:sp>
          <p:nvSpPr>
            <p:cNvPr id="55300" name="Text Box 3">
              <a:extLst>
                <a:ext uri="{FF2B5EF4-FFF2-40B4-BE49-F238E27FC236}">
                  <a16:creationId xmlns:a16="http://schemas.microsoft.com/office/drawing/2014/main" id="{E6DEE54B-1C2E-EF76-A699-8D8044E33116}"/>
                </a:ext>
              </a:extLst>
            </p:cNvPr>
            <p:cNvSpPr txBox="1">
              <a:spLocks noChangeArrowheads="1"/>
            </p:cNvSpPr>
            <p:nvPr/>
          </p:nvSpPr>
          <p:spPr bwMode="auto">
            <a:xfrm>
              <a:off x="1758" y="5574"/>
              <a:ext cx="2935"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ADDR_1 (Read1_port1)</a:t>
              </a:r>
              <a:endParaRPr lang="en-US" altLang="en-US" sz="1600"/>
            </a:p>
          </p:txBody>
        </p:sp>
        <p:sp>
          <p:nvSpPr>
            <p:cNvPr id="2052" name="Rectangle 4">
              <a:extLst>
                <a:ext uri="{FF2B5EF4-FFF2-40B4-BE49-F238E27FC236}">
                  <a16:creationId xmlns:a16="http://schemas.microsoft.com/office/drawing/2014/main" id="{CD282A4F-EA0A-42C4-BDAE-479872EAD2DC}"/>
                </a:ext>
              </a:extLst>
            </p:cNvPr>
            <p:cNvSpPr>
              <a:spLocks noChangeArrowheads="1"/>
            </p:cNvSpPr>
            <p:nvPr/>
          </p:nvSpPr>
          <p:spPr bwMode="auto">
            <a:xfrm>
              <a:off x="4723" y="6232"/>
              <a:ext cx="681" cy="1032"/>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sz="1200"/>
            </a:p>
          </p:txBody>
        </p:sp>
        <p:sp>
          <p:nvSpPr>
            <p:cNvPr id="55302" name="Text Box 5">
              <a:extLst>
                <a:ext uri="{FF2B5EF4-FFF2-40B4-BE49-F238E27FC236}">
                  <a16:creationId xmlns:a16="http://schemas.microsoft.com/office/drawing/2014/main" id="{9FD25D90-A8A4-CE79-7762-DEA32A2D1E9A}"/>
                </a:ext>
              </a:extLst>
            </p:cNvPr>
            <p:cNvSpPr txBox="1">
              <a:spLocks noChangeArrowheads="1"/>
            </p:cNvSpPr>
            <p:nvPr/>
          </p:nvSpPr>
          <p:spPr bwMode="auto">
            <a:xfrm>
              <a:off x="4688" y="6290"/>
              <a:ext cx="1168"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a:latin typeface="Calibri" panose="020F0502020204030204" pitchFamily="34" charset="0"/>
                </a:rPr>
                <a:t>D[15:0]</a:t>
              </a:r>
              <a:endParaRPr lang="en-US" altLang="en-US" sz="1200"/>
            </a:p>
          </p:txBody>
        </p:sp>
        <p:grpSp>
          <p:nvGrpSpPr>
            <p:cNvPr id="55303" name="Group 6">
              <a:extLst>
                <a:ext uri="{FF2B5EF4-FFF2-40B4-BE49-F238E27FC236}">
                  <a16:creationId xmlns:a16="http://schemas.microsoft.com/office/drawing/2014/main" id="{0AB7CDE1-5B61-DC88-6967-75552741B6B5}"/>
                </a:ext>
              </a:extLst>
            </p:cNvPr>
            <p:cNvGrpSpPr>
              <a:grpSpLocks/>
            </p:cNvGrpSpPr>
            <p:nvPr/>
          </p:nvGrpSpPr>
          <p:grpSpPr bwMode="auto">
            <a:xfrm>
              <a:off x="4726" y="6750"/>
              <a:ext cx="98" cy="101"/>
              <a:chOff x="7187" y="13254"/>
              <a:chExt cx="119" cy="117"/>
            </a:xfrm>
          </p:grpSpPr>
          <p:sp>
            <p:nvSpPr>
              <p:cNvPr id="55401" name="Line 7">
                <a:extLst>
                  <a:ext uri="{FF2B5EF4-FFF2-40B4-BE49-F238E27FC236}">
                    <a16:creationId xmlns:a16="http://schemas.microsoft.com/office/drawing/2014/main" id="{737C4839-13C3-F54B-DFF9-70EFD6266E93}"/>
                  </a:ext>
                </a:extLst>
              </p:cNvPr>
              <p:cNvSpPr>
                <a:spLocks noChangeShapeType="1"/>
              </p:cNvSpPr>
              <p:nvPr/>
            </p:nvSpPr>
            <p:spPr bwMode="auto">
              <a:xfrm>
                <a:off x="7222" y="13321"/>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02" name="Line 8">
                <a:extLst>
                  <a:ext uri="{FF2B5EF4-FFF2-40B4-BE49-F238E27FC236}">
                    <a16:creationId xmlns:a16="http://schemas.microsoft.com/office/drawing/2014/main" id="{9916C33B-37FC-61C2-6EF5-11E9090E13F4}"/>
                  </a:ext>
                </a:extLst>
              </p:cNvPr>
              <p:cNvSpPr>
                <a:spLocks noChangeShapeType="1"/>
              </p:cNvSpPr>
              <p:nvPr/>
            </p:nvSpPr>
            <p:spPr bwMode="auto">
              <a:xfrm>
                <a:off x="7222" y="13321"/>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03" name="Line 9">
                <a:extLst>
                  <a:ext uri="{FF2B5EF4-FFF2-40B4-BE49-F238E27FC236}">
                    <a16:creationId xmlns:a16="http://schemas.microsoft.com/office/drawing/2014/main" id="{723E24B8-5513-1ABC-86F8-564702499B0C}"/>
                  </a:ext>
                </a:extLst>
              </p:cNvPr>
              <p:cNvSpPr>
                <a:spLocks noChangeShapeType="1"/>
              </p:cNvSpPr>
              <p:nvPr/>
            </p:nvSpPr>
            <p:spPr bwMode="auto">
              <a:xfrm>
                <a:off x="7286" y="13295"/>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04" name="Line 10">
                <a:extLst>
                  <a:ext uri="{FF2B5EF4-FFF2-40B4-BE49-F238E27FC236}">
                    <a16:creationId xmlns:a16="http://schemas.microsoft.com/office/drawing/2014/main" id="{36FE31A5-A1AF-C9DE-7B5F-61BFF2C850A9}"/>
                  </a:ext>
                </a:extLst>
              </p:cNvPr>
              <p:cNvSpPr>
                <a:spLocks noChangeShapeType="1"/>
              </p:cNvSpPr>
              <p:nvPr/>
            </p:nvSpPr>
            <p:spPr bwMode="auto">
              <a:xfrm>
                <a:off x="7196" y="13254"/>
                <a:ext cx="107" cy="6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05" name="Line 11">
                <a:extLst>
                  <a:ext uri="{FF2B5EF4-FFF2-40B4-BE49-F238E27FC236}">
                    <a16:creationId xmlns:a16="http://schemas.microsoft.com/office/drawing/2014/main" id="{99F75AAA-1790-A5CE-F90C-656853D79CC1}"/>
                  </a:ext>
                </a:extLst>
              </p:cNvPr>
              <p:cNvSpPr>
                <a:spLocks noChangeShapeType="1"/>
              </p:cNvSpPr>
              <p:nvPr/>
            </p:nvSpPr>
            <p:spPr bwMode="auto">
              <a:xfrm flipV="1">
                <a:off x="7187" y="13317"/>
                <a:ext cx="119" cy="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5304" name="Line 12">
              <a:extLst>
                <a:ext uri="{FF2B5EF4-FFF2-40B4-BE49-F238E27FC236}">
                  <a16:creationId xmlns:a16="http://schemas.microsoft.com/office/drawing/2014/main" id="{454A7428-7B74-A666-EE8F-524DCD43D24C}"/>
                </a:ext>
              </a:extLst>
            </p:cNvPr>
            <p:cNvSpPr>
              <a:spLocks noChangeShapeType="1"/>
            </p:cNvSpPr>
            <p:nvPr/>
          </p:nvSpPr>
          <p:spPr bwMode="auto">
            <a:xfrm flipV="1">
              <a:off x="2210" y="6073"/>
              <a:ext cx="48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5" name="Line 13">
              <a:extLst>
                <a:ext uri="{FF2B5EF4-FFF2-40B4-BE49-F238E27FC236}">
                  <a16:creationId xmlns:a16="http://schemas.microsoft.com/office/drawing/2014/main" id="{1A4B77DF-00CB-92F5-8B09-454DA371796D}"/>
                </a:ext>
              </a:extLst>
            </p:cNvPr>
            <p:cNvSpPr>
              <a:spLocks noChangeShapeType="1"/>
            </p:cNvSpPr>
            <p:nvPr/>
          </p:nvSpPr>
          <p:spPr bwMode="auto">
            <a:xfrm>
              <a:off x="5405" y="6540"/>
              <a:ext cx="101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6" name="Line 14">
              <a:extLst>
                <a:ext uri="{FF2B5EF4-FFF2-40B4-BE49-F238E27FC236}">
                  <a16:creationId xmlns:a16="http://schemas.microsoft.com/office/drawing/2014/main" id="{D9253962-6E65-E4E1-74B7-F860A5876DFE}"/>
                </a:ext>
              </a:extLst>
            </p:cNvPr>
            <p:cNvSpPr>
              <a:spLocks noChangeShapeType="1"/>
            </p:cNvSpPr>
            <p:nvPr/>
          </p:nvSpPr>
          <p:spPr bwMode="auto">
            <a:xfrm>
              <a:off x="4443" y="6800"/>
              <a:ext cx="28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7" name="Line 15">
              <a:extLst>
                <a:ext uri="{FF2B5EF4-FFF2-40B4-BE49-F238E27FC236}">
                  <a16:creationId xmlns:a16="http://schemas.microsoft.com/office/drawing/2014/main" id="{7EDDC58E-3D7E-CFF5-67CD-A7ED7DF2152B}"/>
                </a:ext>
              </a:extLst>
            </p:cNvPr>
            <p:cNvSpPr>
              <a:spLocks noChangeShapeType="1"/>
            </p:cNvSpPr>
            <p:nvPr/>
          </p:nvSpPr>
          <p:spPr bwMode="auto">
            <a:xfrm>
              <a:off x="3951" y="7099"/>
              <a:ext cx="76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8" name="Text Box 16">
              <a:extLst>
                <a:ext uri="{FF2B5EF4-FFF2-40B4-BE49-F238E27FC236}">
                  <a16:creationId xmlns:a16="http://schemas.microsoft.com/office/drawing/2014/main" id="{71A0F2E3-5D48-E3BC-6D81-DC6E1EA591B5}"/>
                </a:ext>
              </a:extLst>
            </p:cNvPr>
            <p:cNvSpPr txBox="1">
              <a:spLocks noChangeArrowheads="1"/>
            </p:cNvSpPr>
            <p:nvPr/>
          </p:nvSpPr>
          <p:spPr bwMode="auto">
            <a:xfrm>
              <a:off x="4689" y="6838"/>
              <a:ext cx="591"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a:latin typeface="Calibri" panose="020F0502020204030204" pitchFamily="34" charset="0"/>
                </a:rPr>
                <a:t>CE</a:t>
              </a:r>
              <a:endParaRPr lang="en-US" altLang="en-US" sz="1200"/>
            </a:p>
          </p:txBody>
        </p:sp>
        <p:sp>
          <p:nvSpPr>
            <p:cNvPr id="2065" name="Rectangle 17">
              <a:extLst>
                <a:ext uri="{FF2B5EF4-FFF2-40B4-BE49-F238E27FC236}">
                  <a16:creationId xmlns:a16="http://schemas.microsoft.com/office/drawing/2014/main" id="{5EC3582D-5FDF-4419-AA0B-EF8D1C66A5FF}"/>
                </a:ext>
              </a:extLst>
            </p:cNvPr>
            <p:cNvSpPr>
              <a:spLocks noChangeArrowheads="1"/>
            </p:cNvSpPr>
            <p:nvPr/>
          </p:nvSpPr>
          <p:spPr bwMode="auto">
            <a:xfrm>
              <a:off x="4723" y="7495"/>
              <a:ext cx="681" cy="1032"/>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sz="1200"/>
            </a:p>
          </p:txBody>
        </p:sp>
        <p:sp>
          <p:nvSpPr>
            <p:cNvPr id="55310" name="Text Box 18">
              <a:extLst>
                <a:ext uri="{FF2B5EF4-FFF2-40B4-BE49-F238E27FC236}">
                  <a16:creationId xmlns:a16="http://schemas.microsoft.com/office/drawing/2014/main" id="{9085B090-E235-656B-EE2C-661E15F38344}"/>
                </a:ext>
              </a:extLst>
            </p:cNvPr>
            <p:cNvSpPr txBox="1">
              <a:spLocks noChangeArrowheads="1"/>
            </p:cNvSpPr>
            <p:nvPr/>
          </p:nvSpPr>
          <p:spPr bwMode="auto">
            <a:xfrm>
              <a:off x="4677" y="7525"/>
              <a:ext cx="456"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a:latin typeface="Calibri" panose="020F0502020204030204" pitchFamily="34" charset="0"/>
                </a:rPr>
                <a:t>D</a:t>
              </a:r>
              <a:endParaRPr lang="en-US" altLang="en-US" sz="1200"/>
            </a:p>
          </p:txBody>
        </p:sp>
        <p:grpSp>
          <p:nvGrpSpPr>
            <p:cNvPr id="55311" name="Group 19">
              <a:extLst>
                <a:ext uri="{FF2B5EF4-FFF2-40B4-BE49-F238E27FC236}">
                  <a16:creationId xmlns:a16="http://schemas.microsoft.com/office/drawing/2014/main" id="{F4E39E18-F6F8-4587-E702-5E79AE2F57D3}"/>
                </a:ext>
              </a:extLst>
            </p:cNvPr>
            <p:cNvGrpSpPr>
              <a:grpSpLocks/>
            </p:cNvGrpSpPr>
            <p:nvPr/>
          </p:nvGrpSpPr>
          <p:grpSpPr bwMode="auto">
            <a:xfrm>
              <a:off x="4726" y="8018"/>
              <a:ext cx="98" cy="101"/>
              <a:chOff x="7187" y="13254"/>
              <a:chExt cx="119" cy="117"/>
            </a:xfrm>
          </p:grpSpPr>
          <p:sp>
            <p:nvSpPr>
              <p:cNvPr id="55396" name="Line 20">
                <a:extLst>
                  <a:ext uri="{FF2B5EF4-FFF2-40B4-BE49-F238E27FC236}">
                    <a16:creationId xmlns:a16="http://schemas.microsoft.com/office/drawing/2014/main" id="{6573E7CA-076E-9FB2-8CDB-BB7ADAF66283}"/>
                  </a:ext>
                </a:extLst>
              </p:cNvPr>
              <p:cNvSpPr>
                <a:spLocks noChangeShapeType="1"/>
              </p:cNvSpPr>
              <p:nvPr/>
            </p:nvSpPr>
            <p:spPr bwMode="auto">
              <a:xfrm>
                <a:off x="7222" y="13321"/>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7" name="Line 21">
                <a:extLst>
                  <a:ext uri="{FF2B5EF4-FFF2-40B4-BE49-F238E27FC236}">
                    <a16:creationId xmlns:a16="http://schemas.microsoft.com/office/drawing/2014/main" id="{E0CD7BC6-8144-B2EC-5096-9FC0DB1AD55F}"/>
                  </a:ext>
                </a:extLst>
              </p:cNvPr>
              <p:cNvSpPr>
                <a:spLocks noChangeShapeType="1"/>
              </p:cNvSpPr>
              <p:nvPr/>
            </p:nvSpPr>
            <p:spPr bwMode="auto">
              <a:xfrm>
                <a:off x="7222" y="13321"/>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8" name="Line 22">
                <a:extLst>
                  <a:ext uri="{FF2B5EF4-FFF2-40B4-BE49-F238E27FC236}">
                    <a16:creationId xmlns:a16="http://schemas.microsoft.com/office/drawing/2014/main" id="{077FA2AD-533E-6106-DD85-952D5D7ABBD6}"/>
                  </a:ext>
                </a:extLst>
              </p:cNvPr>
              <p:cNvSpPr>
                <a:spLocks noChangeShapeType="1"/>
              </p:cNvSpPr>
              <p:nvPr/>
            </p:nvSpPr>
            <p:spPr bwMode="auto">
              <a:xfrm>
                <a:off x="7286" y="13295"/>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9" name="Line 23">
                <a:extLst>
                  <a:ext uri="{FF2B5EF4-FFF2-40B4-BE49-F238E27FC236}">
                    <a16:creationId xmlns:a16="http://schemas.microsoft.com/office/drawing/2014/main" id="{33A8E1E2-4E01-D08A-0EB6-C6997FCCAF7F}"/>
                  </a:ext>
                </a:extLst>
              </p:cNvPr>
              <p:cNvSpPr>
                <a:spLocks noChangeShapeType="1"/>
              </p:cNvSpPr>
              <p:nvPr/>
            </p:nvSpPr>
            <p:spPr bwMode="auto">
              <a:xfrm>
                <a:off x="7196" y="13254"/>
                <a:ext cx="107" cy="6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00" name="Line 24">
                <a:extLst>
                  <a:ext uri="{FF2B5EF4-FFF2-40B4-BE49-F238E27FC236}">
                    <a16:creationId xmlns:a16="http://schemas.microsoft.com/office/drawing/2014/main" id="{4D5B9088-A919-5564-6FD7-1D7D0C6F2C79}"/>
                  </a:ext>
                </a:extLst>
              </p:cNvPr>
              <p:cNvSpPr>
                <a:spLocks noChangeShapeType="1"/>
              </p:cNvSpPr>
              <p:nvPr/>
            </p:nvSpPr>
            <p:spPr bwMode="auto">
              <a:xfrm flipV="1">
                <a:off x="7187" y="13317"/>
                <a:ext cx="119" cy="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5312" name="Line 25">
              <a:extLst>
                <a:ext uri="{FF2B5EF4-FFF2-40B4-BE49-F238E27FC236}">
                  <a16:creationId xmlns:a16="http://schemas.microsoft.com/office/drawing/2014/main" id="{DA786027-802A-EFD1-3B8F-645800154558}"/>
                </a:ext>
              </a:extLst>
            </p:cNvPr>
            <p:cNvSpPr>
              <a:spLocks noChangeShapeType="1"/>
            </p:cNvSpPr>
            <p:nvPr/>
          </p:nvSpPr>
          <p:spPr bwMode="auto">
            <a:xfrm>
              <a:off x="4281" y="7766"/>
              <a:ext cx="446" cy="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5313" name="Line 26">
              <a:extLst>
                <a:ext uri="{FF2B5EF4-FFF2-40B4-BE49-F238E27FC236}">
                  <a16:creationId xmlns:a16="http://schemas.microsoft.com/office/drawing/2014/main" id="{2DFD26D9-61C2-F8B2-FCBF-38C2A8F273D5}"/>
                </a:ext>
              </a:extLst>
            </p:cNvPr>
            <p:cNvSpPr>
              <a:spLocks noChangeShapeType="1"/>
            </p:cNvSpPr>
            <p:nvPr/>
          </p:nvSpPr>
          <p:spPr bwMode="auto">
            <a:xfrm>
              <a:off x="5405" y="7668"/>
              <a:ext cx="786" cy="0"/>
            </a:xfrm>
            <a:prstGeom prst="line">
              <a:avLst/>
            </a:prstGeom>
            <a:noFill/>
            <a:ln w="1905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5314" name="Line 27">
              <a:extLst>
                <a:ext uri="{FF2B5EF4-FFF2-40B4-BE49-F238E27FC236}">
                  <a16:creationId xmlns:a16="http://schemas.microsoft.com/office/drawing/2014/main" id="{FDC1FE5A-461A-308C-E3C1-95284DC34867}"/>
                </a:ext>
              </a:extLst>
            </p:cNvPr>
            <p:cNvSpPr>
              <a:spLocks noChangeShapeType="1"/>
            </p:cNvSpPr>
            <p:nvPr/>
          </p:nvSpPr>
          <p:spPr bwMode="auto">
            <a:xfrm>
              <a:off x="4443" y="8068"/>
              <a:ext cx="288" cy="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5315" name="Line 28">
              <a:extLst>
                <a:ext uri="{FF2B5EF4-FFF2-40B4-BE49-F238E27FC236}">
                  <a16:creationId xmlns:a16="http://schemas.microsoft.com/office/drawing/2014/main" id="{9C311443-4422-4388-9C24-A70B9C99C2B2}"/>
                </a:ext>
              </a:extLst>
            </p:cNvPr>
            <p:cNvSpPr>
              <a:spLocks noChangeShapeType="1"/>
            </p:cNvSpPr>
            <p:nvPr/>
          </p:nvSpPr>
          <p:spPr bwMode="auto">
            <a:xfrm>
              <a:off x="3976" y="8366"/>
              <a:ext cx="74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6" name="Text Box 29">
              <a:extLst>
                <a:ext uri="{FF2B5EF4-FFF2-40B4-BE49-F238E27FC236}">
                  <a16:creationId xmlns:a16="http://schemas.microsoft.com/office/drawing/2014/main" id="{A5BA5B80-01F5-CC90-5CE0-C3024F83ABF4}"/>
                </a:ext>
              </a:extLst>
            </p:cNvPr>
            <p:cNvSpPr txBox="1">
              <a:spLocks noChangeArrowheads="1"/>
            </p:cNvSpPr>
            <p:nvPr/>
          </p:nvSpPr>
          <p:spPr bwMode="auto">
            <a:xfrm>
              <a:off x="4689" y="8136"/>
              <a:ext cx="591"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a:latin typeface="Calibri" panose="020F0502020204030204" pitchFamily="34" charset="0"/>
                </a:rPr>
                <a:t>CE</a:t>
              </a:r>
              <a:endParaRPr lang="en-US" altLang="en-US" sz="1200"/>
            </a:p>
          </p:txBody>
        </p:sp>
        <p:sp>
          <p:nvSpPr>
            <p:cNvPr id="55317" name="Line 30">
              <a:extLst>
                <a:ext uri="{FF2B5EF4-FFF2-40B4-BE49-F238E27FC236}">
                  <a16:creationId xmlns:a16="http://schemas.microsoft.com/office/drawing/2014/main" id="{F3AFCD6D-3CE1-C79D-687B-8EBE8EE591F2}"/>
                </a:ext>
              </a:extLst>
            </p:cNvPr>
            <p:cNvSpPr>
              <a:spLocks noChangeShapeType="1"/>
            </p:cNvSpPr>
            <p:nvPr/>
          </p:nvSpPr>
          <p:spPr bwMode="auto">
            <a:xfrm>
              <a:off x="5060" y="8627"/>
              <a:ext cx="0" cy="35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79" name="Rectangle 31">
              <a:extLst>
                <a:ext uri="{FF2B5EF4-FFF2-40B4-BE49-F238E27FC236}">
                  <a16:creationId xmlns:a16="http://schemas.microsoft.com/office/drawing/2014/main" id="{FCAB124A-4E64-49FB-AF81-2E376356ABB1}"/>
                </a:ext>
              </a:extLst>
            </p:cNvPr>
            <p:cNvSpPr>
              <a:spLocks noChangeArrowheads="1"/>
            </p:cNvSpPr>
            <p:nvPr/>
          </p:nvSpPr>
          <p:spPr bwMode="auto">
            <a:xfrm>
              <a:off x="4723" y="9137"/>
              <a:ext cx="681" cy="1032"/>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sz="1200"/>
            </a:p>
          </p:txBody>
        </p:sp>
        <p:sp>
          <p:nvSpPr>
            <p:cNvPr id="55319" name="Text Box 32">
              <a:extLst>
                <a:ext uri="{FF2B5EF4-FFF2-40B4-BE49-F238E27FC236}">
                  <a16:creationId xmlns:a16="http://schemas.microsoft.com/office/drawing/2014/main" id="{19CD36AF-ADAF-2E9A-F414-E6DEFEDAA138}"/>
                </a:ext>
              </a:extLst>
            </p:cNvPr>
            <p:cNvSpPr txBox="1">
              <a:spLocks noChangeArrowheads="1"/>
            </p:cNvSpPr>
            <p:nvPr/>
          </p:nvSpPr>
          <p:spPr bwMode="auto">
            <a:xfrm>
              <a:off x="4677" y="9166"/>
              <a:ext cx="456"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a:latin typeface="Calibri" panose="020F0502020204030204" pitchFamily="34" charset="0"/>
                </a:rPr>
                <a:t>D</a:t>
              </a:r>
              <a:endParaRPr lang="en-US" altLang="en-US" sz="1200"/>
            </a:p>
          </p:txBody>
        </p:sp>
        <p:grpSp>
          <p:nvGrpSpPr>
            <p:cNvPr id="55320" name="Group 33">
              <a:extLst>
                <a:ext uri="{FF2B5EF4-FFF2-40B4-BE49-F238E27FC236}">
                  <a16:creationId xmlns:a16="http://schemas.microsoft.com/office/drawing/2014/main" id="{D291B0A0-D843-31BB-540F-82A800F881FB}"/>
                </a:ext>
              </a:extLst>
            </p:cNvPr>
            <p:cNvGrpSpPr>
              <a:grpSpLocks/>
            </p:cNvGrpSpPr>
            <p:nvPr/>
          </p:nvGrpSpPr>
          <p:grpSpPr bwMode="auto">
            <a:xfrm>
              <a:off x="4726" y="9689"/>
              <a:ext cx="98" cy="102"/>
              <a:chOff x="7187" y="13254"/>
              <a:chExt cx="119" cy="117"/>
            </a:xfrm>
          </p:grpSpPr>
          <p:sp>
            <p:nvSpPr>
              <p:cNvPr id="55391" name="Line 34">
                <a:extLst>
                  <a:ext uri="{FF2B5EF4-FFF2-40B4-BE49-F238E27FC236}">
                    <a16:creationId xmlns:a16="http://schemas.microsoft.com/office/drawing/2014/main" id="{D4659477-E6AB-4E01-0F73-1C62778EE90A}"/>
                  </a:ext>
                </a:extLst>
              </p:cNvPr>
              <p:cNvSpPr>
                <a:spLocks noChangeShapeType="1"/>
              </p:cNvSpPr>
              <p:nvPr/>
            </p:nvSpPr>
            <p:spPr bwMode="auto">
              <a:xfrm>
                <a:off x="7222" y="13321"/>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2" name="Line 35">
                <a:extLst>
                  <a:ext uri="{FF2B5EF4-FFF2-40B4-BE49-F238E27FC236}">
                    <a16:creationId xmlns:a16="http://schemas.microsoft.com/office/drawing/2014/main" id="{26E5DA88-E57E-01E3-9A4D-4D8DF3F38713}"/>
                  </a:ext>
                </a:extLst>
              </p:cNvPr>
              <p:cNvSpPr>
                <a:spLocks noChangeShapeType="1"/>
              </p:cNvSpPr>
              <p:nvPr/>
            </p:nvSpPr>
            <p:spPr bwMode="auto">
              <a:xfrm>
                <a:off x="7222" y="13321"/>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3" name="Line 36">
                <a:extLst>
                  <a:ext uri="{FF2B5EF4-FFF2-40B4-BE49-F238E27FC236}">
                    <a16:creationId xmlns:a16="http://schemas.microsoft.com/office/drawing/2014/main" id="{045D9EB3-5430-B2B1-D0B1-B1DD800F3629}"/>
                  </a:ext>
                </a:extLst>
              </p:cNvPr>
              <p:cNvSpPr>
                <a:spLocks noChangeShapeType="1"/>
              </p:cNvSpPr>
              <p:nvPr/>
            </p:nvSpPr>
            <p:spPr bwMode="auto">
              <a:xfrm>
                <a:off x="7286" y="13295"/>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4" name="Line 37">
                <a:extLst>
                  <a:ext uri="{FF2B5EF4-FFF2-40B4-BE49-F238E27FC236}">
                    <a16:creationId xmlns:a16="http://schemas.microsoft.com/office/drawing/2014/main" id="{067D7295-358B-257B-617E-01E9FAE8963E}"/>
                  </a:ext>
                </a:extLst>
              </p:cNvPr>
              <p:cNvSpPr>
                <a:spLocks noChangeShapeType="1"/>
              </p:cNvSpPr>
              <p:nvPr/>
            </p:nvSpPr>
            <p:spPr bwMode="auto">
              <a:xfrm>
                <a:off x="7196" y="13254"/>
                <a:ext cx="107" cy="6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5" name="Line 38">
                <a:extLst>
                  <a:ext uri="{FF2B5EF4-FFF2-40B4-BE49-F238E27FC236}">
                    <a16:creationId xmlns:a16="http://schemas.microsoft.com/office/drawing/2014/main" id="{0D5D4D2C-0531-272F-35B6-832A65A38D67}"/>
                  </a:ext>
                </a:extLst>
              </p:cNvPr>
              <p:cNvSpPr>
                <a:spLocks noChangeShapeType="1"/>
              </p:cNvSpPr>
              <p:nvPr/>
            </p:nvSpPr>
            <p:spPr bwMode="auto">
              <a:xfrm flipV="1">
                <a:off x="7187" y="13317"/>
                <a:ext cx="119" cy="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5321" name="Line 39">
              <a:extLst>
                <a:ext uri="{FF2B5EF4-FFF2-40B4-BE49-F238E27FC236}">
                  <a16:creationId xmlns:a16="http://schemas.microsoft.com/office/drawing/2014/main" id="{4CB81418-7590-EB7C-8BEE-F600EDB825C9}"/>
                </a:ext>
              </a:extLst>
            </p:cNvPr>
            <p:cNvSpPr>
              <a:spLocks noChangeShapeType="1"/>
            </p:cNvSpPr>
            <p:nvPr/>
          </p:nvSpPr>
          <p:spPr bwMode="auto">
            <a:xfrm>
              <a:off x="4281" y="9405"/>
              <a:ext cx="44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2" name="Line 40">
              <a:extLst>
                <a:ext uri="{FF2B5EF4-FFF2-40B4-BE49-F238E27FC236}">
                  <a16:creationId xmlns:a16="http://schemas.microsoft.com/office/drawing/2014/main" id="{3C8AB7F9-7678-CAA5-9E11-43F740990655}"/>
                </a:ext>
              </a:extLst>
            </p:cNvPr>
            <p:cNvSpPr>
              <a:spLocks noChangeShapeType="1"/>
            </p:cNvSpPr>
            <p:nvPr/>
          </p:nvSpPr>
          <p:spPr bwMode="auto">
            <a:xfrm>
              <a:off x="5405" y="9449"/>
              <a:ext cx="568" cy="0"/>
            </a:xfrm>
            <a:prstGeom prst="line">
              <a:avLst/>
            </a:prstGeom>
            <a:noFill/>
            <a:ln w="1905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5323" name="Line 41">
              <a:extLst>
                <a:ext uri="{FF2B5EF4-FFF2-40B4-BE49-F238E27FC236}">
                  <a16:creationId xmlns:a16="http://schemas.microsoft.com/office/drawing/2014/main" id="{C29DBFB7-9958-8F20-9F92-A1E267D28288}"/>
                </a:ext>
              </a:extLst>
            </p:cNvPr>
            <p:cNvSpPr>
              <a:spLocks noChangeShapeType="1"/>
            </p:cNvSpPr>
            <p:nvPr/>
          </p:nvSpPr>
          <p:spPr bwMode="auto">
            <a:xfrm>
              <a:off x="3967" y="9974"/>
              <a:ext cx="74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4" name="Line 42">
              <a:extLst>
                <a:ext uri="{FF2B5EF4-FFF2-40B4-BE49-F238E27FC236}">
                  <a16:creationId xmlns:a16="http://schemas.microsoft.com/office/drawing/2014/main" id="{C665A720-A4C5-64FE-0707-7980780AE265}"/>
                </a:ext>
              </a:extLst>
            </p:cNvPr>
            <p:cNvSpPr>
              <a:spLocks noChangeShapeType="1"/>
            </p:cNvSpPr>
            <p:nvPr/>
          </p:nvSpPr>
          <p:spPr bwMode="auto">
            <a:xfrm>
              <a:off x="2403" y="9742"/>
              <a:ext cx="23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5" name="Text Box 43">
              <a:extLst>
                <a:ext uri="{FF2B5EF4-FFF2-40B4-BE49-F238E27FC236}">
                  <a16:creationId xmlns:a16="http://schemas.microsoft.com/office/drawing/2014/main" id="{24686485-0B49-BC83-1541-6DD1E8DC9A4E}"/>
                </a:ext>
              </a:extLst>
            </p:cNvPr>
            <p:cNvSpPr txBox="1">
              <a:spLocks noChangeArrowheads="1"/>
            </p:cNvSpPr>
            <p:nvPr/>
          </p:nvSpPr>
          <p:spPr bwMode="auto">
            <a:xfrm>
              <a:off x="4674" y="9792"/>
              <a:ext cx="591"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a:latin typeface="Calibri" panose="020F0502020204030204" pitchFamily="34" charset="0"/>
                </a:rPr>
                <a:t>CE</a:t>
              </a:r>
              <a:endParaRPr lang="en-US" altLang="en-US" sz="1200"/>
            </a:p>
          </p:txBody>
        </p:sp>
        <p:sp>
          <p:nvSpPr>
            <p:cNvPr id="55326" name="AutoShape 44">
              <a:extLst>
                <a:ext uri="{FF2B5EF4-FFF2-40B4-BE49-F238E27FC236}">
                  <a16:creationId xmlns:a16="http://schemas.microsoft.com/office/drawing/2014/main" id="{D2807EEE-559E-294B-4B2B-1F2549127984}"/>
                </a:ext>
              </a:extLst>
            </p:cNvPr>
            <p:cNvSpPr>
              <a:spLocks noChangeArrowheads="1"/>
            </p:cNvSpPr>
            <p:nvPr/>
          </p:nvSpPr>
          <p:spPr bwMode="auto">
            <a:xfrm rot="-5400000">
              <a:off x="6291" y="7384"/>
              <a:ext cx="1403" cy="444"/>
            </a:xfrm>
            <a:custGeom>
              <a:avLst/>
              <a:gdLst>
                <a:gd name="T0" fmla="*/ 84 w 21600"/>
                <a:gd name="T1" fmla="*/ 5 h 21600"/>
                <a:gd name="T2" fmla="*/ 46 w 21600"/>
                <a:gd name="T3" fmla="*/ 9 h 21600"/>
                <a:gd name="T4" fmla="*/ 7 w 21600"/>
                <a:gd name="T5" fmla="*/ 5 h 21600"/>
                <a:gd name="T6" fmla="*/ 46 w 21600"/>
                <a:gd name="T7" fmla="*/ 0 h 21600"/>
                <a:gd name="T8" fmla="*/ 0 60000 65536"/>
                <a:gd name="T9" fmla="*/ 0 60000 65536"/>
                <a:gd name="T10" fmla="*/ 0 60000 65536"/>
                <a:gd name="T11" fmla="*/ 0 60000 65536"/>
                <a:gd name="T12" fmla="*/ 3418 w 21600"/>
                <a:gd name="T13" fmla="*/ 3405 h 21600"/>
                <a:gd name="T14" fmla="*/ 18182 w 21600"/>
                <a:gd name="T15" fmla="*/ 18195 h 21600"/>
              </a:gdLst>
              <a:ahLst/>
              <a:cxnLst>
                <a:cxn ang="T8">
                  <a:pos x="T0" y="T1"/>
                </a:cxn>
                <a:cxn ang="T9">
                  <a:pos x="T2" y="T3"/>
                </a:cxn>
                <a:cxn ang="T10">
                  <a:pos x="T4" y="T5"/>
                </a:cxn>
                <a:cxn ang="T11">
                  <a:pos x="T6" y="T7"/>
                </a:cxn>
              </a:cxnLst>
              <a:rect l="T12" t="T13" r="T14" b="T15"/>
              <a:pathLst>
                <a:path w="21600" h="21600">
                  <a:moveTo>
                    <a:pt x="0" y="0"/>
                  </a:moveTo>
                  <a:lnTo>
                    <a:pt x="3240" y="21600"/>
                  </a:lnTo>
                  <a:lnTo>
                    <a:pt x="18360" y="21600"/>
                  </a:lnTo>
                  <a:lnTo>
                    <a:pt x="21600" y="0"/>
                  </a:lnTo>
                  <a:lnTo>
                    <a:pt x="0" y="0"/>
                  </a:lnTo>
                  <a:close/>
                </a:path>
              </a:pathLst>
            </a:custGeom>
            <a:solidFill>
              <a:schemeClr val="accent1"/>
            </a:solidFill>
            <a:ln w="28575">
              <a:solidFill>
                <a:srgbClr val="000000"/>
              </a:solidFill>
              <a:miter lim="800000"/>
              <a:headEnd/>
              <a:tailEnd/>
            </a:ln>
          </p:spPr>
          <p:txBody>
            <a:bodyPr/>
            <a:lstStyle/>
            <a:p>
              <a:endParaRPr lang="en-US"/>
            </a:p>
          </p:txBody>
        </p:sp>
        <p:sp>
          <p:nvSpPr>
            <p:cNvPr id="55327" name="AutoShape 45">
              <a:extLst>
                <a:ext uri="{FF2B5EF4-FFF2-40B4-BE49-F238E27FC236}">
                  <a16:creationId xmlns:a16="http://schemas.microsoft.com/office/drawing/2014/main" id="{5901AF2A-CF96-2F98-DDBE-EE68955CE2D3}"/>
                </a:ext>
              </a:extLst>
            </p:cNvPr>
            <p:cNvSpPr>
              <a:spLocks noChangeArrowheads="1"/>
            </p:cNvSpPr>
            <p:nvPr/>
          </p:nvSpPr>
          <p:spPr bwMode="auto">
            <a:xfrm rot="-5400000">
              <a:off x="6279" y="9313"/>
              <a:ext cx="1403" cy="442"/>
            </a:xfrm>
            <a:custGeom>
              <a:avLst/>
              <a:gdLst>
                <a:gd name="T0" fmla="*/ 84 w 21600"/>
                <a:gd name="T1" fmla="*/ 5 h 21600"/>
                <a:gd name="T2" fmla="*/ 46 w 21600"/>
                <a:gd name="T3" fmla="*/ 9 h 21600"/>
                <a:gd name="T4" fmla="*/ 7 w 21600"/>
                <a:gd name="T5" fmla="*/ 5 h 21600"/>
                <a:gd name="T6" fmla="*/ 46 w 21600"/>
                <a:gd name="T7" fmla="*/ 0 h 21600"/>
                <a:gd name="T8" fmla="*/ 0 60000 65536"/>
                <a:gd name="T9" fmla="*/ 0 60000 65536"/>
                <a:gd name="T10" fmla="*/ 0 60000 65536"/>
                <a:gd name="T11" fmla="*/ 0 60000 65536"/>
                <a:gd name="T12" fmla="*/ 3418 w 21600"/>
                <a:gd name="T13" fmla="*/ 3421 h 21600"/>
                <a:gd name="T14" fmla="*/ 18182 w 21600"/>
                <a:gd name="T15" fmla="*/ 18179 h 21600"/>
              </a:gdLst>
              <a:ahLst/>
              <a:cxnLst>
                <a:cxn ang="T8">
                  <a:pos x="T0" y="T1"/>
                </a:cxn>
                <a:cxn ang="T9">
                  <a:pos x="T2" y="T3"/>
                </a:cxn>
                <a:cxn ang="T10">
                  <a:pos x="T4" y="T5"/>
                </a:cxn>
                <a:cxn ang="T11">
                  <a:pos x="T6" y="T7"/>
                </a:cxn>
              </a:cxnLst>
              <a:rect l="T12" t="T13" r="T14" b="T15"/>
              <a:pathLst>
                <a:path w="21600" h="21600">
                  <a:moveTo>
                    <a:pt x="0" y="0"/>
                  </a:moveTo>
                  <a:lnTo>
                    <a:pt x="3240" y="21600"/>
                  </a:lnTo>
                  <a:lnTo>
                    <a:pt x="18360" y="21600"/>
                  </a:lnTo>
                  <a:lnTo>
                    <a:pt x="21600" y="0"/>
                  </a:lnTo>
                  <a:lnTo>
                    <a:pt x="0" y="0"/>
                  </a:lnTo>
                  <a:close/>
                </a:path>
              </a:pathLst>
            </a:custGeom>
            <a:solidFill>
              <a:schemeClr val="accent1"/>
            </a:solidFill>
            <a:ln w="28575">
              <a:solidFill>
                <a:srgbClr val="000000"/>
              </a:solidFill>
              <a:miter lim="800000"/>
              <a:headEnd/>
              <a:tailEnd/>
            </a:ln>
          </p:spPr>
          <p:txBody>
            <a:bodyPr/>
            <a:lstStyle/>
            <a:p>
              <a:endParaRPr lang="en-US"/>
            </a:p>
          </p:txBody>
        </p:sp>
        <p:sp>
          <p:nvSpPr>
            <p:cNvPr id="55328" name="Line 46">
              <a:extLst>
                <a:ext uri="{FF2B5EF4-FFF2-40B4-BE49-F238E27FC236}">
                  <a16:creationId xmlns:a16="http://schemas.microsoft.com/office/drawing/2014/main" id="{994E28B0-D45D-CD63-D6B9-83FE1F7B2EE9}"/>
                </a:ext>
              </a:extLst>
            </p:cNvPr>
            <p:cNvSpPr>
              <a:spLocks noChangeShapeType="1"/>
            </p:cNvSpPr>
            <p:nvPr/>
          </p:nvSpPr>
          <p:spPr bwMode="auto">
            <a:xfrm>
              <a:off x="6439" y="7060"/>
              <a:ext cx="312" cy="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5329" name="Line 47">
              <a:extLst>
                <a:ext uri="{FF2B5EF4-FFF2-40B4-BE49-F238E27FC236}">
                  <a16:creationId xmlns:a16="http://schemas.microsoft.com/office/drawing/2014/main" id="{A212CB84-B694-5AE3-9A09-11F6F94D64CD}"/>
                </a:ext>
              </a:extLst>
            </p:cNvPr>
            <p:cNvSpPr>
              <a:spLocks noChangeShapeType="1"/>
            </p:cNvSpPr>
            <p:nvPr/>
          </p:nvSpPr>
          <p:spPr bwMode="auto">
            <a:xfrm>
              <a:off x="6439" y="9107"/>
              <a:ext cx="3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0" name="Line 48">
              <a:extLst>
                <a:ext uri="{FF2B5EF4-FFF2-40B4-BE49-F238E27FC236}">
                  <a16:creationId xmlns:a16="http://schemas.microsoft.com/office/drawing/2014/main" id="{C2D14CC0-C2F0-03E4-CDBB-DF15DD6EA4CC}"/>
                </a:ext>
              </a:extLst>
            </p:cNvPr>
            <p:cNvSpPr>
              <a:spLocks noChangeShapeType="1"/>
            </p:cNvSpPr>
            <p:nvPr/>
          </p:nvSpPr>
          <p:spPr bwMode="auto">
            <a:xfrm>
              <a:off x="6439" y="6540"/>
              <a:ext cx="0" cy="255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1" name="Line 49">
              <a:extLst>
                <a:ext uri="{FF2B5EF4-FFF2-40B4-BE49-F238E27FC236}">
                  <a16:creationId xmlns:a16="http://schemas.microsoft.com/office/drawing/2014/main" id="{8FBEB52C-D147-9176-CB7B-0E787537A170}"/>
                </a:ext>
              </a:extLst>
            </p:cNvPr>
            <p:cNvSpPr>
              <a:spLocks noChangeShapeType="1"/>
            </p:cNvSpPr>
            <p:nvPr/>
          </p:nvSpPr>
          <p:spPr bwMode="auto">
            <a:xfrm>
              <a:off x="6190" y="7268"/>
              <a:ext cx="0" cy="201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2" name="Line 50">
              <a:extLst>
                <a:ext uri="{FF2B5EF4-FFF2-40B4-BE49-F238E27FC236}">
                  <a16:creationId xmlns:a16="http://schemas.microsoft.com/office/drawing/2014/main" id="{0CD0C8D7-EB15-0B8F-EA0C-6039361C3783}"/>
                </a:ext>
              </a:extLst>
            </p:cNvPr>
            <p:cNvSpPr>
              <a:spLocks noChangeShapeType="1"/>
            </p:cNvSpPr>
            <p:nvPr/>
          </p:nvSpPr>
          <p:spPr bwMode="auto">
            <a:xfrm>
              <a:off x="6169" y="7268"/>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3" name="Line 51">
              <a:extLst>
                <a:ext uri="{FF2B5EF4-FFF2-40B4-BE49-F238E27FC236}">
                  <a16:creationId xmlns:a16="http://schemas.microsoft.com/office/drawing/2014/main" id="{A3F815E7-CB09-B66D-668F-127FF8C2D36F}"/>
                </a:ext>
              </a:extLst>
            </p:cNvPr>
            <p:cNvSpPr>
              <a:spLocks noChangeShapeType="1"/>
            </p:cNvSpPr>
            <p:nvPr/>
          </p:nvSpPr>
          <p:spPr bwMode="auto">
            <a:xfrm>
              <a:off x="6178" y="9286"/>
              <a:ext cx="58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4" name="Text Box 52">
              <a:extLst>
                <a:ext uri="{FF2B5EF4-FFF2-40B4-BE49-F238E27FC236}">
                  <a16:creationId xmlns:a16="http://schemas.microsoft.com/office/drawing/2014/main" id="{8F8BE923-E4CF-F6F9-E077-9361A4C2894E}"/>
                </a:ext>
              </a:extLst>
            </p:cNvPr>
            <p:cNvSpPr txBox="1">
              <a:spLocks noChangeArrowheads="1"/>
            </p:cNvSpPr>
            <p:nvPr/>
          </p:nvSpPr>
          <p:spPr bwMode="auto">
            <a:xfrm>
              <a:off x="6685" y="6891"/>
              <a:ext cx="455"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a:solidFill>
                    <a:schemeClr val="bg1"/>
                  </a:solidFill>
                  <a:latin typeface="Times New Roman" panose="02020603050405020304" pitchFamily="18" charset="0"/>
                </a:rPr>
                <a:t>0</a:t>
              </a:r>
              <a:endParaRPr lang="en-US" altLang="en-US" sz="1200">
                <a:solidFill>
                  <a:schemeClr val="bg1"/>
                </a:solidFill>
              </a:endParaRPr>
            </a:p>
          </p:txBody>
        </p:sp>
        <p:sp>
          <p:nvSpPr>
            <p:cNvPr id="55335" name="Text Box 53">
              <a:extLst>
                <a:ext uri="{FF2B5EF4-FFF2-40B4-BE49-F238E27FC236}">
                  <a16:creationId xmlns:a16="http://schemas.microsoft.com/office/drawing/2014/main" id="{A2FC211D-C67C-FA95-556B-6EFA84F07D1E}"/>
                </a:ext>
              </a:extLst>
            </p:cNvPr>
            <p:cNvSpPr txBox="1">
              <a:spLocks noChangeArrowheads="1"/>
            </p:cNvSpPr>
            <p:nvPr/>
          </p:nvSpPr>
          <p:spPr bwMode="auto">
            <a:xfrm>
              <a:off x="6698" y="7125"/>
              <a:ext cx="455"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dirty="0">
                  <a:solidFill>
                    <a:schemeClr val="bg1"/>
                  </a:solidFill>
                  <a:latin typeface="Calibri" panose="020F0502020204030204" pitchFamily="34" charset="0"/>
                </a:rPr>
                <a:t>1</a:t>
              </a:r>
              <a:endParaRPr lang="en-US" altLang="en-US" sz="1200" dirty="0">
                <a:solidFill>
                  <a:schemeClr val="bg1"/>
                </a:solidFill>
              </a:endParaRPr>
            </a:p>
          </p:txBody>
        </p:sp>
        <p:sp>
          <p:nvSpPr>
            <p:cNvPr id="55336" name="Text Box 54">
              <a:extLst>
                <a:ext uri="{FF2B5EF4-FFF2-40B4-BE49-F238E27FC236}">
                  <a16:creationId xmlns:a16="http://schemas.microsoft.com/office/drawing/2014/main" id="{0EEE5D79-7727-BE0B-D845-E6D4FF15DDC8}"/>
                </a:ext>
              </a:extLst>
            </p:cNvPr>
            <p:cNvSpPr txBox="1">
              <a:spLocks noChangeArrowheads="1"/>
            </p:cNvSpPr>
            <p:nvPr/>
          </p:nvSpPr>
          <p:spPr bwMode="auto">
            <a:xfrm>
              <a:off x="6718" y="7892"/>
              <a:ext cx="540"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dirty="0">
                  <a:solidFill>
                    <a:schemeClr val="bg1"/>
                  </a:solidFill>
                  <a:latin typeface="Calibri" panose="020F0502020204030204" pitchFamily="34" charset="0"/>
                </a:rPr>
                <a:t>15</a:t>
              </a:r>
              <a:endParaRPr lang="en-US" altLang="en-US" sz="1200" dirty="0">
                <a:solidFill>
                  <a:schemeClr val="bg1"/>
                </a:solidFill>
              </a:endParaRPr>
            </a:p>
          </p:txBody>
        </p:sp>
        <p:sp>
          <p:nvSpPr>
            <p:cNvPr id="55337" name="Text Box 55">
              <a:extLst>
                <a:ext uri="{FF2B5EF4-FFF2-40B4-BE49-F238E27FC236}">
                  <a16:creationId xmlns:a16="http://schemas.microsoft.com/office/drawing/2014/main" id="{0F90ED1D-5B86-5C2E-5D49-86D97CE3CB13}"/>
                </a:ext>
              </a:extLst>
            </p:cNvPr>
            <p:cNvSpPr txBox="1">
              <a:spLocks noChangeArrowheads="1"/>
            </p:cNvSpPr>
            <p:nvPr/>
          </p:nvSpPr>
          <p:spPr bwMode="auto">
            <a:xfrm>
              <a:off x="6685" y="9831"/>
              <a:ext cx="573"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dirty="0">
                  <a:solidFill>
                    <a:schemeClr val="bg1"/>
                  </a:solidFill>
                  <a:latin typeface="Calibri" panose="020F0502020204030204" pitchFamily="34" charset="0"/>
                </a:rPr>
                <a:t>15</a:t>
              </a:r>
              <a:endParaRPr lang="en-US" altLang="en-US" sz="1200" dirty="0">
                <a:solidFill>
                  <a:schemeClr val="bg1"/>
                </a:solidFill>
              </a:endParaRPr>
            </a:p>
          </p:txBody>
        </p:sp>
        <p:sp>
          <p:nvSpPr>
            <p:cNvPr id="55338" name="Text Box 56">
              <a:extLst>
                <a:ext uri="{FF2B5EF4-FFF2-40B4-BE49-F238E27FC236}">
                  <a16:creationId xmlns:a16="http://schemas.microsoft.com/office/drawing/2014/main" id="{C7782F19-CA7A-058B-F957-35D3EF019452}"/>
                </a:ext>
              </a:extLst>
            </p:cNvPr>
            <p:cNvSpPr txBox="1">
              <a:spLocks noChangeArrowheads="1"/>
            </p:cNvSpPr>
            <p:nvPr/>
          </p:nvSpPr>
          <p:spPr bwMode="auto">
            <a:xfrm>
              <a:off x="6698" y="8888"/>
              <a:ext cx="455"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dirty="0">
                  <a:solidFill>
                    <a:schemeClr val="bg1"/>
                  </a:solidFill>
                  <a:latin typeface="Times New Roman" panose="02020603050405020304" pitchFamily="18" charset="0"/>
                </a:rPr>
                <a:t>0</a:t>
              </a:r>
              <a:endParaRPr lang="en-US" altLang="en-US" sz="1200" dirty="0">
                <a:solidFill>
                  <a:schemeClr val="bg1"/>
                </a:solidFill>
              </a:endParaRPr>
            </a:p>
          </p:txBody>
        </p:sp>
        <p:sp>
          <p:nvSpPr>
            <p:cNvPr id="55339" name="Text Box 57">
              <a:extLst>
                <a:ext uri="{FF2B5EF4-FFF2-40B4-BE49-F238E27FC236}">
                  <a16:creationId xmlns:a16="http://schemas.microsoft.com/office/drawing/2014/main" id="{92FEAB15-C893-D123-3E51-708928528A78}"/>
                </a:ext>
              </a:extLst>
            </p:cNvPr>
            <p:cNvSpPr txBox="1">
              <a:spLocks noChangeArrowheads="1"/>
            </p:cNvSpPr>
            <p:nvPr/>
          </p:nvSpPr>
          <p:spPr bwMode="auto">
            <a:xfrm>
              <a:off x="6698" y="9100"/>
              <a:ext cx="455"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dirty="0">
                  <a:solidFill>
                    <a:schemeClr val="bg1"/>
                  </a:solidFill>
                  <a:latin typeface="Calibri" panose="020F0502020204030204" pitchFamily="34" charset="0"/>
                </a:rPr>
                <a:t>1</a:t>
              </a:r>
              <a:endParaRPr lang="en-US" altLang="en-US" sz="1200" dirty="0">
                <a:solidFill>
                  <a:schemeClr val="bg1"/>
                </a:solidFill>
              </a:endParaRPr>
            </a:p>
          </p:txBody>
        </p:sp>
        <p:sp>
          <p:nvSpPr>
            <p:cNvPr id="55340" name="Line 58">
              <a:extLst>
                <a:ext uri="{FF2B5EF4-FFF2-40B4-BE49-F238E27FC236}">
                  <a16:creationId xmlns:a16="http://schemas.microsoft.com/office/drawing/2014/main" id="{97399918-AA00-6BC1-6DE3-E7809BFDF7A5}"/>
                </a:ext>
              </a:extLst>
            </p:cNvPr>
            <p:cNvSpPr>
              <a:spLocks noChangeShapeType="1"/>
            </p:cNvSpPr>
            <p:nvPr/>
          </p:nvSpPr>
          <p:spPr bwMode="auto">
            <a:xfrm>
              <a:off x="5975" y="8074"/>
              <a:ext cx="78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1" name="Line 59">
              <a:extLst>
                <a:ext uri="{FF2B5EF4-FFF2-40B4-BE49-F238E27FC236}">
                  <a16:creationId xmlns:a16="http://schemas.microsoft.com/office/drawing/2014/main" id="{F288753B-D815-51F7-3C97-2273373E3940}"/>
                </a:ext>
              </a:extLst>
            </p:cNvPr>
            <p:cNvSpPr>
              <a:spLocks noChangeShapeType="1"/>
            </p:cNvSpPr>
            <p:nvPr/>
          </p:nvSpPr>
          <p:spPr bwMode="auto">
            <a:xfrm>
              <a:off x="5980" y="8076"/>
              <a:ext cx="0" cy="19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2" name="Line 60">
              <a:extLst>
                <a:ext uri="{FF2B5EF4-FFF2-40B4-BE49-F238E27FC236}">
                  <a16:creationId xmlns:a16="http://schemas.microsoft.com/office/drawing/2014/main" id="{C1A0C692-D6E1-3574-1427-E4FAAF80502E}"/>
                </a:ext>
              </a:extLst>
            </p:cNvPr>
            <p:cNvSpPr>
              <a:spLocks noChangeShapeType="1"/>
            </p:cNvSpPr>
            <p:nvPr/>
          </p:nvSpPr>
          <p:spPr bwMode="auto">
            <a:xfrm>
              <a:off x="5969" y="9985"/>
              <a:ext cx="78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3" name="Line 61">
              <a:extLst>
                <a:ext uri="{FF2B5EF4-FFF2-40B4-BE49-F238E27FC236}">
                  <a16:creationId xmlns:a16="http://schemas.microsoft.com/office/drawing/2014/main" id="{C17866DB-4991-4817-4F03-D07CE07CD419}"/>
                </a:ext>
              </a:extLst>
            </p:cNvPr>
            <p:cNvSpPr>
              <a:spLocks noChangeShapeType="1"/>
            </p:cNvSpPr>
            <p:nvPr/>
          </p:nvSpPr>
          <p:spPr bwMode="auto">
            <a:xfrm>
              <a:off x="7215" y="7567"/>
              <a:ext cx="30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4" name="Line 62">
              <a:extLst>
                <a:ext uri="{FF2B5EF4-FFF2-40B4-BE49-F238E27FC236}">
                  <a16:creationId xmlns:a16="http://schemas.microsoft.com/office/drawing/2014/main" id="{276392E5-08BD-5925-81EC-ED4FA7454941}"/>
                </a:ext>
              </a:extLst>
            </p:cNvPr>
            <p:cNvSpPr>
              <a:spLocks noChangeShapeType="1"/>
            </p:cNvSpPr>
            <p:nvPr/>
          </p:nvSpPr>
          <p:spPr bwMode="auto">
            <a:xfrm>
              <a:off x="7205" y="9525"/>
              <a:ext cx="30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5" name="Rectangle 63">
              <a:extLst>
                <a:ext uri="{FF2B5EF4-FFF2-40B4-BE49-F238E27FC236}">
                  <a16:creationId xmlns:a16="http://schemas.microsoft.com/office/drawing/2014/main" id="{50FD781A-9635-906D-1AFA-A3CD4FD4AD88}"/>
                </a:ext>
              </a:extLst>
            </p:cNvPr>
            <p:cNvSpPr>
              <a:spLocks noChangeArrowheads="1"/>
            </p:cNvSpPr>
            <p:nvPr/>
          </p:nvSpPr>
          <p:spPr bwMode="auto">
            <a:xfrm>
              <a:off x="2942" y="7729"/>
              <a:ext cx="731" cy="1345"/>
            </a:xfrm>
            <a:prstGeom prst="rect">
              <a:avLst/>
            </a:prstGeom>
            <a:solidFill>
              <a:schemeClr val="accent1"/>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200">
                <a:solidFill>
                  <a:schemeClr val="bg1"/>
                </a:solidFill>
              </a:endParaRPr>
            </a:p>
          </p:txBody>
        </p:sp>
        <p:sp>
          <p:nvSpPr>
            <p:cNvPr id="55346" name="Line 64">
              <a:extLst>
                <a:ext uri="{FF2B5EF4-FFF2-40B4-BE49-F238E27FC236}">
                  <a16:creationId xmlns:a16="http://schemas.microsoft.com/office/drawing/2014/main" id="{AB65EAD0-B81D-AF4B-E39C-18EC4FBC47AE}"/>
                </a:ext>
              </a:extLst>
            </p:cNvPr>
            <p:cNvSpPr>
              <a:spLocks noChangeShapeType="1"/>
            </p:cNvSpPr>
            <p:nvPr/>
          </p:nvSpPr>
          <p:spPr bwMode="auto">
            <a:xfrm>
              <a:off x="4443" y="6803"/>
              <a:ext cx="0" cy="2948"/>
            </a:xfrm>
            <a:prstGeom prst="line">
              <a:avLst/>
            </a:prstGeom>
            <a:noFill/>
            <a:ln w="2857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5347" name="Line 65">
              <a:extLst>
                <a:ext uri="{FF2B5EF4-FFF2-40B4-BE49-F238E27FC236}">
                  <a16:creationId xmlns:a16="http://schemas.microsoft.com/office/drawing/2014/main" id="{332A8257-39A6-FE1D-35D3-9B196CF6A4AD}"/>
                </a:ext>
              </a:extLst>
            </p:cNvPr>
            <p:cNvSpPr>
              <a:spLocks noChangeShapeType="1"/>
            </p:cNvSpPr>
            <p:nvPr/>
          </p:nvSpPr>
          <p:spPr bwMode="auto">
            <a:xfrm>
              <a:off x="3668" y="7977"/>
              <a:ext cx="3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8" name="Line 66">
              <a:extLst>
                <a:ext uri="{FF2B5EF4-FFF2-40B4-BE49-F238E27FC236}">
                  <a16:creationId xmlns:a16="http://schemas.microsoft.com/office/drawing/2014/main" id="{F40450B6-9091-B15F-0CC6-8742234D0A15}"/>
                </a:ext>
              </a:extLst>
            </p:cNvPr>
            <p:cNvSpPr>
              <a:spLocks noChangeShapeType="1"/>
            </p:cNvSpPr>
            <p:nvPr/>
          </p:nvSpPr>
          <p:spPr bwMode="auto">
            <a:xfrm>
              <a:off x="3965" y="7099"/>
              <a:ext cx="0" cy="8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9" name="Text Box 67">
              <a:extLst>
                <a:ext uri="{FF2B5EF4-FFF2-40B4-BE49-F238E27FC236}">
                  <a16:creationId xmlns:a16="http://schemas.microsoft.com/office/drawing/2014/main" id="{3670B246-A2DA-4333-FF5E-0349CCC1D90A}"/>
                </a:ext>
              </a:extLst>
            </p:cNvPr>
            <p:cNvSpPr txBox="1">
              <a:spLocks noChangeArrowheads="1"/>
            </p:cNvSpPr>
            <p:nvPr/>
          </p:nvSpPr>
          <p:spPr bwMode="auto">
            <a:xfrm>
              <a:off x="5466" y="6183"/>
              <a:ext cx="79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a:latin typeface="Calibri" panose="020F0502020204030204" pitchFamily="34" charset="0"/>
                </a:rPr>
                <a:t>Reg 0</a:t>
              </a:r>
              <a:endParaRPr lang="en-US" altLang="en-US" sz="1200"/>
            </a:p>
          </p:txBody>
        </p:sp>
        <p:sp>
          <p:nvSpPr>
            <p:cNvPr id="55350" name="Text Box 68">
              <a:extLst>
                <a:ext uri="{FF2B5EF4-FFF2-40B4-BE49-F238E27FC236}">
                  <a16:creationId xmlns:a16="http://schemas.microsoft.com/office/drawing/2014/main" id="{9B4D8108-4790-BB1C-735E-3DCB48674582}"/>
                </a:ext>
              </a:extLst>
            </p:cNvPr>
            <p:cNvSpPr txBox="1">
              <a:spLocks noChangeArrowheads="1"/>
            </p:cNvSpPr>
            <p:nvPr/>
          </p:nvSpPr>
          <p:spPr bwMode="auto">
            <a:xfrm>
              <a:off x="5451" y="7320"/>
              <a:ext cx="60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a:latin typeface="Calibri" panose="020F0502020204030204" pitchFamily="34" charset="0"/>
                </a:rPr>
                <a:t>Reg1</a:t>
              </a:r>
              <a:endParaRPr lang="en-US" altLang="en-US" sz="1200"/>
            </a:p>
          </p:txBody>
        </p:sp>
        <p:sp>
          <p:nvSpPr>
            <p:cNvPr id="55351" name="Text Box 69">
              <a:extLst>
                <a:ext uri="{FF2B5EF4-FFF2-40B4-BE49-F238E27FC236}">
                  <a16:creationId xmlns:a16="http://schemas.microsoft.com/office/drawing/2014/main" id="{09FC3ABE-EED7-7D33-FA1A-1D72301D1FC0}"/>
                </a:ext>
              </a:extLst>
            </p:cNvPr>
            <p:cNvSpPr txBox="1">
              <a:spLocks noChangeArrowheads="1"/>
            </p:cNvSpPr>
            <p:nvPr/>
          </p:nvSpPr>
          <p:spPr bwMode="auto">
            <a:xfrm>
              <a:off x="5358" y="9075"/>
              <a:ext cx="815"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a:latin typeface="Calibri" panose="020F0502020204030204" pitchFamily="34" charset="0"/>
                </a:rPr>
                <a:t>Reg 15</a:t>
              </a:r>
              <a:endParaRPr lang="en-US" altLang="en-US" sz="1200"/>
            </a:p>
          </p:txBody>
        </p:sp>
        <p:sp>
          <p:nvSpPr>
            <p:cNvPr id="55352" name="Line 70">
              <a:extLst>
                <a:ext uri="{FF2B5EF4-FFF2-40B4-BE49-F238E27FC236}">
                  <a16:creationId xmlns:a16="http://schemas.microsoft.com/office/drawing/2014/main" id="{7080D301-0A8E-3F08-AD8E-4EEFE38A817A}"/>
                </a:ext>
              </a:extLst>
            </p:cNvPr>
            <p:cNvSpPr>
              <a:spLocks noChangeShapeType="1"/>
            </p:cNvSpPr>
            <p:nvPr/>
          </p:nvSpPr>
          <p:spPr bwMode="auto">
            <a:xfrm>
              <a:off x="6599" y="9481"/>
              <a:ext cx="0" cy="41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53" name="Line 71">
              <a:extLst>
                <a:ext uri="{FF2B5EF4-FFF2-40B4-BE49-F238E27FC236}">
                  <a16:creationId xmlns:a16="http://schemas.microsoft.com/office/drawing/2014/main" id="{D85B892E-B31B-9341-B203-31DAA2D2D47B}"/>
                </a:ext>
              </a:extLst>
            </p:cNvPr>
            <p:cNvSpPr>
              <a:spLocks noChangeShapeType="1"/>
            </p:cNvSpPr>
            <p:nvPr/>
          </p:nvSpPr>
          <p:spPr bwMode="auto">
            <a:xfrm>
              <a:off x="6611" y="7463"/>
              <a:ext cx="0" cy="41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54" name="Text Box 72">
              <a:extLst>
                <a:ext uri="{FF2B5EF4-FFF2-40B4-BE49-F238E27FC236}">
                  <a16:creationId xmlns:a16="http://schemas.microsoft.com/office/drawing/2014/main" id="{4A3CD8FE-9FFC-3EC7-8A5E-A5A6879AA124}"/>
                </a:ext>
              </a:extLst>
            </p:cNvPr>
            <p:cNvSpPr txBox="1">
              <a:spLocks noChangeArrowheads="1"/>
            </p:cNvSpPr>
            <p:nvPr/>
          </p:nvSpPr>
          <p:spPr bwMode="auto">
            <a:xfrm>
              <a:off x="3360" y="7806"/>
              <a:ext cx="455"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dirty="0">
                  <a:solidFill>
                    <a:schemeClr val="bg1"/>
                  </a:solidFill>
                  <a:latin typeface="Times New Roman" panose="02020603050405020304" pitchFamily="18" charset="0"/>
                </a:rPr>
                <a:t>0</a:t>
              </a:r>
              <a:endParaRPr lang="en-US" altLang="en-US" sz="1200" dirty="0">
                <a:solidFill>
                  <a:schemeClr val="bg1"/>
                </a:solidFill>
              </a:endParaRPr>
            </a:p>
          </p:txBody>
        </p:sp>
        <p:sp>
          <p:nvSpPr>
            <p:cNvPr id="55355" name="Text Box 73">
              <a:extLst>
                <a:ext uri="{FF2B5EF4-FFF2-40B4-BE49-F238E27FC236}">
                  <a16:creationId xmlns:a16="http://schemas.microsoft.com/office/drawing/2014/main" id="{5AC05416-F1B7-3A83-12F0-CA397ECA2E91}"/>
                </a:ext>
              </a:extLst>
            </p:cNvPr>
            <p:cNvSpPr txBox="1">
              <a:spLocks noChangeArrowheads="1"/>
            </p:cNvSpPr>
            <p:nvPr/>
          </p:nvSpPr>
          <p:spPr bwMode="auto">
            <a:xfrm>
              <a:off x="3345" y="7995"/>
              <a:ext cx="455"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a:solidFill>
                    <a:schemeClr val="bg1"/>
                  </a:solidFill>
                  <a:latin typeface="Calibri" panose="020F0502020204030204" pitchFamily="34" charset="0"/>
                </a:rPr>
                <a:t>1</a:t>
              </a:r>
              <a:endParaRPr lang="en-US" altLang="en-US" sz="1200">
                <a:solidFill>
                  <a:schemeClr val="bg1"/>
                </a:solidFill>
              </a:endParaRPr>
            </a:p>
          </p:txBody>
        </p:sp>
        <p:sp>
          <p:nvSpPr>
            <p:cNvPr id="55356" name="Text Box 74">
              <a:extLst>
                <a:ext uri="{FF2B5EF4-FFF2-40B4-BE49-F238E27FC236}">
                  <a16:creationId xmlns:a16="http://schemas.microsoft.com/office/drawing/2014/main" id="{5B58B021-F0CA-F7BC-252C-CEB8347E0C3B}"/>
                </a:ext>
              </a:extLst>
            </p:cNvPr>
            <p:cNvSpPr txBox="1">
              <a:spLocks noChangeArrowheads="1"/>
            </p:cNvSpPr>
            <p:nvPr/>
          </p:nvSpPr>
          <p:spPr bwMode="auto">
            <a:xfrm>
              <a:off x="3293" y="8666"/>
              <a:ext cx="575"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dirty="0">
                  <a:solidFill>
                    <a:schemeClr val="bg1"/>
                  </a:solidFill>
                  <a:latin typeface="Calibri" panose="020F0502020204030204" pitchFamily="34" charset="0"/>
                </a:rPr>
                <a:t>15</a:t>
              </a:r>
              <a:endParaRPr lang="en-US" altLang="en-US" sz="1200" dirty="0">
                <a:solidFill>
                  <a:schemeClr val="bg1"/>
                </a:solidFill>
              </a:endParaRPr>
            </a:p>
          </p:txBody>
        </p:sp>
        <p:sp>
          <p:nvSpPr>
            <p:cNvPr id="55357" name="Line 75">
              <a:extLst>
                <a:ext uri="{FF2B5EF4-FFF2-40B4-BE49-F238E27FC236}">
                  <a16:creationId xmlns:a16="http://schemas.microsoft.com/office/drawing/2014/main" id="{0F157CD2-5AC8-4D6C-8201-A29DDDC8C108}"/>
                </a:ext>
              </a:extLst>
            </p:cNvPr>
            <p:cNvSpPr>
              <a:spLocks noChangeShapeType="1"/>
            </p:cNvSpPr>
            <p:nvPr/>
          </p:nvSpPr>
          <p:spPr bwMode="auto">
            <a:xfrm>
              <a:off x="3670" y="8201"/>
              <a:ext cx="29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8" name="Line 76">
              <a:extLst>
                <a:ext uri="{FF2B5EF4-FFF2-40B4-BE49-F238E27FC236}">
                  <a16:creationId xmlns:a16="http://schemas.microsoft.com/office/drawing/2014/main" id="{E3457AC2-32C9-1313-E221-0999D70110C6}"/>
                </a:ext>
              </a:extLst>
            </p:cNvPr>
            <p:cNvSpPr>
              <a:spLocks noChangeShapeType="1"/>
            </p:cNvSpPr>
            <p:nvPr/>
          </p:nvSpPr>
          <p:spPr bwMode="auto">
            <a:xfrm flipH="1">
              <a:off x="3967" y="8837"/>
              <a:ext cx="0" cy="115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9" name="Line 77">
              <a:extLst>
                <a:ext uri="{FF2B5EF4-FFF2-40B4-BE49-F238E27FC236}">
                  <a16:creationId xmlns:a16="http://schemas.microsoft.com/office/drawing/2014/main" id="{97700AA1-E5E5-3FB6-3AC6-9AC93D8DDD06}"/>
                </a:ext>
              </a:extLst>
            </p:cNvPr>
            <p:cNvSpPr>
              <a:spLocks noChangeShapeType="1"/>
            </p:cNvSpPr>
            <p:nvPr/>
          </p:nvSpPr>
          <p:spPr bwMode="auto">
            <a:xfrm>
              <a:off x="3668" y="8852"/>
              <a:ext cx="3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60" name="Line 78">
              <a:extLst>
                <a:ext uri="{FF2B5EF4-FFF2-40B4-BE49-F238E27FC236}">
                  <a16:creationId xmlns:a16="http://schemas.microsoft.com/office/drawing/2014/main" id="{EDA0DFB7-E5DA-F782-A7FF-E9B20071241F}"/>
                </a:ext>
              </a:extLst>
            </p:cNvPr>
            <p:cNvSpPr>
              <a:spLocks noChangeShapeType="1"/>
            </p:cNvSpPr>
            <p:nvPr/>
          </p:nvSpPr>
          <p:spPr bwMode="auto">
            <a:xfrm>
              <a:off x="3966" y="8185"/>
              <a:ext cx="0" cy="19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61" name="Text Box 79">
              <a:extLst>
                <a:ext uri="{FF2B5EF4-FFF2-40B4-BE49-F238E27FC236}">
                  <a16:creationId xmlns:a16="http://schemas.microsoft.com/office/drawing/2014/main" id="{C988EE24-97F4-0D3C-E0B9-E2621F9B4FFD}"/>
                </a:ext>
              </a:extLst>
            </p:cNvPr>
            <p:cNvSpPr txBox="1">
              <a:spLocks noChangeArrowheads="1"/>
            </p:cNvSpPr>
            <p:nvPr/>
          </p:nvSpPr>
          <p:spPr bwMode="auto">
            <a:xfrm>
              <a:off x="2904" y="7899"/>
              <a:ext cx="517"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a:solidFill>
                    <a:schemeClr val="bg1"/>
                  </a:solidFill>
                  <a:latin typeface="Calibri" panose="020F0502020204030204" pitchFamily="34" charset="0"/>
                </a:rPr>
                <a:t>DC</a:t>
              </a:r>
              <a:endParaRPr lang="en-US" altLang="en-US" sz="1200">
                <a:solidFill>
                  <a:schemeClr val="bg1"/>
                </a:solidFill>
              </a:endParaRPr>
            </a:p>
          </p:txBody>
        </p:sp>
        <p:sp>
          <p:nvSpPr>
            <p:cNvPr id="55362" name="Line 80">
              <a:extLst>
                <a:ext uri="{FF2B5EF4-FFF2-40B4-BE49-F238E27FC236}">
                  <a16:creationId xmlns:a16="http://schemas.microsoft.com/office/drawing/2014/main" id="{FF43397A-31BD-3011-BA29-2F8BA2358C4A}"/>
                </a:ext>
              </a:extLst>
            </p:cNvPr>
            <p:cNvSpPr>
              <a:spLocks noChangeShapeType="1"/>
            </p:cNvSpPr>
            <p:nvPr/>
          </p:nvSpPr>
          <p:spPr bwMode="auto">
            <a:xfrm>
              <a:off x="2655" y="7463"/>
              <a:ext cx="0" cy="655"/>
            </a:xfrm>
            <a:prstGeom prst="line">
              <a:avLst/>
            </a:prstGeom>
            <a:noFill/>
            <a:ln w="28575">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55363" name="Line 81">
              <a:extLst>
                <a:ext uri="{FF2B5EF4-FFF2-40B4-BE49-F238E27FC236}">
                  <a16:creationId xmlns:a16="http://schemas.microsoft.com/office/drawing/2014/main" id="{A4ABDC6D-7B81-642E-A562-4005E4039EF8}"/>
                </a:ext>
              </a:extLst>
            </p:cNvPr>
            <p:cNvSpPr>
              <a:spLocks noChangeShapeType="1"/>
            </p:cNvSpPr>
            <p:nvPr/>
          </p:nvSpPr>
          <p:spPr bwMode="auto">
            <a:xfrm>
              <a:off x="2655" y="8108"/>
              <a:ext cx="27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64" name="Line 82">
              <a:extLst>
                <a:ext uri="{FF2B5EF4-FFF2-40B4-BE49-F238E27FC236}">
                  <a16:creationId xmlns:a16="http://schemas.microsoft.com/office/drawing/2014/main" id="{46319269-4640-C161-0920-DA1F2DF39B21}"/>
                </a:ext>
              </a:extLst>
            </p:cNvPr>
            <p:cNvSpPr>
              <a:spLocks noChangeShapeType="1"/>
            </p:cNvSpPr>
            <p:nvPr/>
          </p:nvSpPr>
          <p:spPr bwMode="auto">
            <a:xfrm flipV="1">
              <a:off x="2461" y="6005"/>
              <a:ext cx="119" cy="1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65" name="Text Box 83">
              <a:extLst>
                <a:ext uri="{FF2B5EF4-FFF2-40B4-BE49-F238E27FC236}">
                  <a16:creationId xmlns:a16="http://schemas.microsoft.com/office/drawing/2014/main" id="{B646414A-B2D8-422E-273B-79AE22BAA823}"/>
                </a:ext>
              </a:extLst>
            </p:cNvPr>
            <p:cNvSpPr txBox="1">
              <a:spLocks noChangeArrowheads="1"/>
            </p:cNvSpPr>
            <p:nvPr/>
          </p:nvSpPr>
          <p:spPr bwMode="auto">
            <a:xfrm>
              <a:off x="1443" y="5856"/>
              <a:ext cx="92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A1[3:0]</a:t>
              </a:r>
              <a:endParaRPr lang="en-US" altLang="en-US" sz="1400"/>
            </a:p>
          </p:txBody>
        </p:sp>
        <p:sp>
          <p:nvSpPr>
            <p:cNvPr id="55366" name="Line 84">
              <a:extLst>
                <a:ext uri="{FF2B5EF4-FFF2-40B4-BE49-F238E27FC236}">
                  <a16:creationId xmlns:a16="http://schemas.microsoft.com/office/drawing/2014/main" id="{DA3C34A1-B0F2-0AA2-A0BC-F3ED6E9F1534}"/>
                </a:ext>
              </a:extLst>
            </p:cNvPr>
            <p:cNvSpPr>
              <a:spLocks noChangeShapeType="1"/>
            </p:cNvSpPr>
            <p:nvPr/>
          </p:nvSpPr>
          <p:spPr bwMode="auto">
            <a:xfrm>
              <a:off x="7018" y="6081"/>
              <a:ext cx="0" cy="94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67" name="Text Box 85">
              <a:extLst>
                <a:ext uri="{FF2B5EF4-FFF2-40B4-BE49-F238E27FC236}">
                  <a16:creationId xmlns:a16="http://schemas.microsoft.com/office/drawing/2014/main" id="{4311AE7B-D4CD-AAC8-E8D4-E8D3AE422B26}"/>
                </a:ext>
              </a:extLst>
            </p:cNvPr>
            <p:cNvSpPr txBox="1">
              <a:spLocks noChangeArrowheads="1"/>
            </p:cNvSpPr>
            <p:nvPr/>
          </p:nvSpPr>
          <p:spPr bwMode="auto">
            <a:xfrm>
              <a:off x="1843" y="9495"/>
              <a:ext cx="73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dirty="0" err="1">
                  <a:latin typeface="Calibri" panose="020F0502020204030204" pitchFamily="34" charset="0"/>
                </a:rPr>
                <a:t>Clk</a:t>
              </a:r>
              <a:endParaRPr lang="en-US" altLang="en-US" sz="1600" dirty="0"/>
            </a:p>
          </p:txBody>
        </p:sp>
        <p:sp>
          <p:nvSpPr>
            <p:cNvPr id="55368" name="Text Box 86">
              <a:extLst>
                <a:ext uri="{FF2B5EF4-FFF2-40B4-BE49-F238E27FC236}">
                  <a16:creationId xmlns:a16="http://schemas.microsoft.com/office/drawing/2014/main" id="{03889A49-BF72-3EF8-DAB4-25606CD61C5F}"/>
                </a:ext>
              </a:extLst>
            </p:cNvPr>
            <p:cNvSpPr txBox="1">
              <a:spLocks noChangeArrowheads="1"/>
            </p:cNvSpPr>
            <p:nvPr/>
          </p:nvSpPr>
          <p:spPr bwMode="auto">
            <a:xfrm>
              <a:off x="7424" y="7255"/>
              <a:ext cx="1899" cy="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Calibri" panose="020F0502020204030204" pitchFamily="34" charset="0"/>
                </a:rPr>
                <a:t>Port 1</a:t>
              </a:r>
            </a:p>
            <a:p>
              <a:pPr eaLnBrk="1" hangingPunct="1"/>
              <a:r>
                <a:rPr lang="en-US" altLang="en-US" sz="1600">
                  <a:latin typeface="Calibri" panose="020F0502020204030204" pitchFamily="34" charset="0"/>
                </a:rPr>
                <a:t>RD1</a:t>
              </a:r>
            </a:p>
            <a:p>
              <a:pPr eaLnBrk="1" hangingPunct="1"/>
              <a:endParaRPr lang="en-US" altLang="en-US" sz="1600">
                <a:latin typeface="Calibri" panose="020F0502020204030204" pitchFamily="34" charset="0"/>
              </a:endParaRPr>
            </a:p>
            <a:p>
              <a:pPr eaLnBrk="1" hangingPunct="1"/>
              <a:endParaRPr lang="en-US" altLang="en-US" sz="1600">
                <a:latin typeface="Calibri" panose="020F0502020204030204" pitchFamily="34" charset="0"/>
              </a:endParaRPr>
            </a:p>
            <a:p>
              <a:pPr eaLnBrk="1" hangingPunct="1"/>
              <a:endParaRPr lang="en-US" altLang="en-US" sz="1600">
                <a:latin typeface="Times New Roman" panose="02020603050405020304" pitchFamily="18" charset="0"/>
              </a:endParaRPr>
            </a:p>
            <a:p>
              <a:pPr eaLnBrk="1" hangingPunct="1"/>
              <a:r>
                <a:rPr lang="en-US" altLang="en-US" sz="1600">
                  <a:latin typeface="Calibri" panose="020F0502020204030204" pitchFamily="34" charset="0"/>
                </a:rPr>
                <a:t>Output (SPO)</a:t>
              </a:r>
              <a:endParaRPr lang="en-US" altLang="en-US" sz="1600"/>
            </a:p>
          </p:txBody>
        </p:sp>
        <p:sp>
          <p:nvSpPr>
            <p:cNvPr id="55369" name="Text Box 87">
              <a:extLst>
                <a:ext uri="{FF2B5EF4-FFF2-40B4-BE49-F238E27FC236}">
                  <a16:creationId xmlns:a16="http://schemas.microsoft.com/office/drawing/2014/main" id="{37E1A692-434B-291F-B0D9-3AF026D70C19}"/>
                </a:ext>
              </a:extLst>
            </p:cNvPr>
            <p:cNvSpPr txBox="1">
              <a:spLocks noChangeArrowheads="1"/>
            </p:cNvSpPr>
            <p:nvPr/>
          </p:nvSpPr>
          <p:spPr bwMode="auto">
            <a:xfrm>
              <a:off x="7461" y="9273"/>
              <a:ext cx="1477"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Calibri" panose="020F0502020204030204" pitchFamily="34" charset="0"/>
                </a:rPr>
                <a:t>Port 2</a:t>
              </a:r>
            </a:p>
            <a:p>
              <a:pPr eaLnBrk="1" hangingPunct="1"/>
              <a:r>
                <a:rPr lang="en-US" altLang="en-US" sz="1600">
                  <a:latin typeface="Calibri" panose="020F0502020204030204" pitchFamily="34" charset="0"/>
                </a:rPr>
                <a:t>RD2</a:t>
              </a:r>
            </a:p>
            <a:p>
              <a:pPr eaLnBrk="1" hangingPunct="1"/>
              <a:endParaRPr lang="en-US" altLang="en-US" sz="1600"/>
            </a:p>
          </p:txBody>
        </p:sp>
        <p:sp>
          <p:nvSpPr>
            <p:cNvPr id="55370" name="Line 88">
              <a:extLst>
                <a:ext uri="{FF2B5EF4-FFF2-40B4-BE49-F238E27FC236}">
                  <a16:creationId xmlns:a16="http://schemas.microsoft.com/office/drawing/2014/main" id="{6EE590A7-971D-0FDD-732B-73ABA3541FAB}"/>
                </a:ext>
              </a:extLst>
            </p:cNvPr>
            <p:cNvSpPr>
              <a:spLocks noChangeShapeType="1"/>
            </p:cNvSpPr>
            <p:nvPr/>
          </p:nvSpPr>
          <p:spPr bwMode="auto">
            <a:xfrm>
              <a:off x="2285" y="6490"/>
              <a:ext cx="243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71" name="Text Box 89">
              <a:extLst>
                <a:ext uri="{FF2B5EF4-FFF2-40B4-BE49-F238E27FC236}">
                  <a16:creationId xmlns:a16="http://schemas.microsoft.com/office/drawing/2014/main" id="{93DB701F-FFB4-F0FA-D7F1-4225EEB7B3AE}"/>
                </a:ext>
              </a:extLst>
            </p:cNvPr>
            <p:cNvSpPr txBox="1">
              <a:spLocks noChangeArrowheads="1"/>
            </p:cNvSpPr>
            <p:nvPr/>
          </p:nvSpPr>
          <p:spPr bwMode="auto">
            <a:xfrm>
              <a:off x="1426" y="6204"/>
              <a:ext cx="1157"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WD3[15:0]</a:t>
              </a:r>
              <a:endParaRPr lang="en-US" altLang="en-US" sz="1400"/>
            </a:p>
          </p:txBody>
        </p:sp>
        <p:sp>
          <p:nvSpPr>
            <p:cNvPr id="55372" name="Line 90">
              <a:extLst>
                <a:ext uri="{FF2B5EF4-FFF2-40B4-BE49-F238E27FC236}">
                  <a16:creationId xmlns:a16="http://schemas.microsoft.com/office/drawing/2014/main" id="{75756D84-AD63-24EC-FB8C-BE6F7D981375}"/>
                </a:ext>
              </a:extLst>
            </p:cNvPr>
            <p:cNvSpPr>
              <a:spLocks noChangeShapeType="1"/>
            </p:cNvSpPr>
            <p:nvPr/>
          </p:nvSpPr>
          <p:spPr bwMode="auto">
            <a:xfrm flipV="1">
              <a:off x="4283" y="6490"/>
              <a:ext cx="0" cy="2920"/>
            </a:xfrm>
            <a:prstGeom prst="line">
              <a:avLst/>
            </a:prstGeom>
            <a:noFill/>
            <a:ln w="2857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5373" name="Text Box 91">
              <a:extLst>
                <a:ext uri="{FF2B5EF4-FFF2-40B4-BE49-F238E27FC236}">
                  <a16:creationId xmlns:a16="http://schemas.microsoft.com/office/drawing/2014/main" id="{488A8EDC-0B87-46DF-6CEF-FBD61BA83347}"/>
                </a:ext>
              </a:extLst>
            </p:cNvPr>
            <p:cNvSpPr txBox="1">
              <a:spLocks noChangeArrowheads="1"/>
            </p:cNvSpPr>
            <p:nvPr/>
          </p:nvSpPr>
          <p:spPr bwMode="auto">
            <a:xfrm>
              <a:off x="1708" y="9996"/>
              <a:ext cx="1035" cy="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A2[3:0]</a:t>
              </a:r>
              <a:endParaRPr lang="en-US" altLang="en-US" sz="1400"/>
            </a:p>
          </p:txBody>
        </p:sp>
        <p:sp>
          <p:nvSpPr>
            <p:cNvPr id="55374" name="Line 92">
              <a:extLst>
                <a:ext uri="{FF2B5EF4-FFF2-40B4-BE49-F238E27FC236}">
                  <a16:creationId xmlns:a16="http://schemas.microsoft.com/office/drawing/2014/main" id="{0D46A170-8C40-8CEC-B7A8-EB794C4093B7}"/>
                </a:ext>
              </a:extLst>
            </p:cNvPr>
            <p:cNvSpPr>
              <a:spLocks noChangeShapeType="1"/>
            </p:cNvSpPr>
            <p:nvPr/>
          </p:nvSpPr>
          <p:spPr bwMode="auto">
            <a:xfrm flipV="1">
              <a:off x="2638" y="10352"/>
              <a:ext cx="119" cy="1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75" name="Text Box 93">
              <a:extLst>
                <a:ext uri="{FF2B5EF4-FFF2-40B4-BE49-F238E27FC236}">
                  <a16:creationId xmlns:a16="http://schemas.microsoft.com/office/drawing/2014/main" id="{BA3BE466-21B8-EFBD-FDFC-0E1E69403161}"/>
                </a:ext>
              </a:extLst>
            </p:cNvPr>
            <p:cNvSpPr txBox="1">
              <a:spLocks noChangeArrowheads="1"/>
            </p:cNvSpPr>
            <p:nvPr/>
          </p:nvSpPr>
          <p:spPr bwMode="auto">
            <a:xfrm>
              <a:off x="1440" y="10455"/>
              <a:ext cx="2511"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ADDR_2 (Read2_port2)</a:t>
              </a:r>
              <a:endParaRPr lang="en-US" altLang="en-US" sz="1600">
                <a:latin typeface="Times New Roman" panose="02020603050405020304" pitchFamily="18" charset="0"/>
              </a:endParaRPr>
            </a:p>
            <a:p>
              <a:pPr eaLnBrk="1" hangingPunct="1"/>
              <a:endParaRPr lang="en-US" altLang="en-US" sz="1600"/>
            </a:p>
          </p:txBody>
        </p:sp>
        <p:sp>
          <p:nvSpPr>
            <p:cNvPr id="55376" name="Line 94">
              <a:extLst>
                <a:ext uri="{FF2B5EF4-FFF2-40B4-BE49-F238E27FC236}">
                  <a16:creationId xmlns:a16="http://schemas.microsoft.com/office/drawing/2014/main" id="{6DCE828A-76EB-1C4C-EB61-24036C416520}"/>
                </a:ext>
              </a:extLst>
            </p:cNvPr>
            <p:cNvSpPr>
              <a:spLocks noChangeShapeType="1"/>
            </p:cNvSpPr>
            <p:nvPr/>
          </p:nvSpPr>
          <p:spPr bwMode="auto">
            <a:xfrm>
              <a:off x="2405" y="8780"/>
              <a:ext cx="52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77" name="Text Box 95">
              <a:extLst>
                <a:ext uri="{FF2B5EF4-FFF2-40B4-BE49-F238E27FC236}">
                  <a16:creationId xmlns:a16="http://schemas.microsoft.com/office/drawing/2014/main" id="{03AA3002-3B4A-1E5F-491D-CE69EFC1FDCD}"/>
                </a:ext>
              </a:extLst>
            </p:cNvPr>
            <p:cNvSpPr txBox="1">
              <a:spLocks noChangeArrowheads="1"/>
            </p:cNvSpPr>
            <p:nvPr/>
          </p:nvSpPr>
          <p:spPr bwMode="auto">
            <a:xfrm>
              <a:off x="1756" y="8606"/>
              <a:ext cx="738"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WE3</a:t>
              </a:r>
              <a:endParaRPr lang="en-US" altLang="en-US" sz="1600"/>
            </a:p>
          </p:txBody>
        </p:sp>
        <p:sp>
          <p:nvSpPr>
            <p:cNvPr id="55378" name="Text Box 96">
              <a:extLst>
                <a:ext uri="{FF2B5EF4-FFF2-40B4-BE49-F238E27FC236}">
                  <a16:creationId xmlns:a16="http://schemas.microsoft.com/office/drawing/2014/main" id="{05F6443B-CAD4-A6E9-A3D4-D41F51C8E0AD}"/>
                </a:ext>
              </a:extLst>
            </p:cNvPr>
            <p:cNvSpPr txBox="1">
              <a:spLocks noChangeArrowheads="1"/>
            </p:cNvSpPr>
            <p:nvPr/>
          </p:nvSpPr>
          <p:spPr bwMode="auto">
            <a:xfrm flipH="1">
              <a:off x="2927" y="8622"/>
              <a:ext cx="916"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200" dirty="0">
                  <a:solidFill>
                    <a:schemeClr val="bg1"/>
                  </a:solidFill>
                  <a:latin typeface="Calibri" panose="020F0502020204030204" pitchFamily="34" charset="0"/>
                </a:rPr>
                <a:t>En</a:t>
              </a:r>
              <a:endParaRPr lang="en-US" altLang="en-US" sz="1200" dirty="0">
                <a:solidFill>
                  <a:schemeClr val="bg1"/>
                </a:solidFill>
              </a:endParaRPr>
            </a:p>
          </p:txBody>
        </p:sp>
        <p:sp>
          <p:nvSpPr>
            <p:cNvPr id="55379" name="Line 97">
              <a:extLst>
                <a:ext uri="{FF2B5EF4-FFF2-40B4-BE49-F238E27FC236}">
                  <a16:creationId xmlns:a16="http://schemas.microsoft.com/office/drawing/2014/main" id="{66C9BD93-CBAF-20A8-79F1-9769898F5358}"/>
                </a:ext>
              </a:extLst>
            </p:cNvPr>
            <p:cNvSpPr>
              <a:spLocks noChangeShapeType="1"/>
            </p:cNvSpPr>
            <p:nvPr/>
          </p:nvSpPr>
          <p:spPr bwMode="auto">
            <a:xfrm>
              <a:off x="2427" y="10424"/>
              <a:ext cx="459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0" name="Line 98">
              <a:extLst>
                <a:ext uri="{FF2B5EF4-FFF2-40B4-BE49-F238E27FC236}">
                  <a16:creationId xmlns:a16="http://schemas.microsoft.com/office/drawing/2014/main" id="{DB9F148B-7378-053A-1212-C69B5CA98933}"/>
                </a:ext>
              </a:extLst>
            </p:cNvPr>
            <p:cNvSpPr>
              <a:spLocks noChangeShapeType="1"/>
            </p:cNvSpPr>
            <p:nvPr/>
          </p:nvSpPr>
          <p:spPr bwMode="auto">
            <a:xfrm flipV="1">
              <a:off x="7030" y="10119"/>
              <a:ext cx="0" cy="30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1" name="Line 99">
              <a:extLst>
                <a:ext uri="{FF2B5EF4-FFF2-40B4-BE49-F238E27FC236}">
                  <a16:creationId xmlns:a16="http://schemas.microsoft.com/office/drawing/2014/main" id="{C6A91D50-C5D5-C239-161C-756164B4D7A2}"/>
                </a:ext>
              </a:extLst>
            </p:cNvPr>
            <p:cNvSpPr>
              <a:spLocks noChangeShapeType="1"/>
            </p:cNvSpPr>
            <p:nvPr/>
          </p:nvSpPr>
          <p:spPr bwMode="auto">
            <a:xfrm>
              <a:off x="3530" y="8334"/>
              <a:ext cx="0" cy="35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solidFill>
                  <a:schemeClr val="bg1"/>
                </a:solidFill>
              </a:endParaRPr>
            </a:p>
          </p:txBody>
        </p:sp>
        <p:sp>
          <p:nvSpPr>
            <p:cNvPr id="55382" name="Line 100">
              <a:extLst>
                <a:ext uri="{FF2B5EF4-FFF2-40B4-BE49-F238E27FC236}">
                  <a16:creationId xmlns:a16="http://schemas.microsoft.com/office/drawing/2014/main" id="{DB9034C7-FF99-D083-030D-B11A13CFE866}"/>
                </a:ext>
              </a:extLst>
            </p:cNvPr>
            <p:cNvSpPr>
              <a:spLocks noChangeShapeType="1"/>
            </p:cNvSpPr>
            <p:nvPr/>
          </p:nvSpPr>
          <p:spPr bwMode="auto">
            <a:xfrm>
              <a:off x="2142" y="7463"/>
              <a:ext cx="52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3" name="Text Box 101">
              <a:extLst>
                <a:ext uri="{FF2B5EF4-FFF2-40B4-BE49-F238E27FC236}">
                  <a16:creationId xmlns:a16="http://schemas.microsoft.com/office/drawing/2014/main" id="{B9070FB3-E23B-971A-8C6B-1517AA836EF8}"/>
                </a:ext>
              </a:extLst>
            </p:cNvPr>
            <p:cNvSpPr txBox="1">
              <a:spLocks noChangeArrowheads="1"/>
            </p:cNvSpPr>
            <p:nvPr/>
          </p:nvSpPr>
          <p:spPr bwMode="auto">
            <a:xfrm>
              <a:off x="1362" y="7268"/>
              <a:ext cx="92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A3[3:0]</a:t>
              </a:r>
              <a:endParaRPr lang="en-US" altLang="en-US" sz="1400"/>
            </a:p>
          </p:txBody>
        </p:sp>
        <p:sp>
          <p:nvSpPr>
            <p:cNvPr id="55384" name="Text Box 102">
              <a:extLst>
                <a:ext uri="{FF2B5EF4-FFF2-40B4-BE49-F238E27FC236}">
                  <a16:creationId xmlns:a16="http://schemas.microsoft.com/office/drawing/2014/main" id="{E809C07D-342D-789D-0CC1-9FDA8C32DE49}"/>
                </a:ext>
              </a:extLst>
            </p:cNvPr>
            <p:cNvSpPr txBox="1">
              <a:spLocks noChangeArrowheads="1"/>
            </p:cNvSpPr>
            <p:nvPr/>
          </p:nvSpPr>
          <p:spPr bwMode="auto">
            <a:xfrm>
              <a:off x="1524" y="6962"/>
              <a:ext cx="2280"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Addr_3 (Write_port3)</a:t>
              </a:r>
              <a:endParaRPr lang="en-US" altLang="en-US" sz="1600"/>
            </a:p>
          </p:txBody>
        </p:sp>
        <p:sp>
          <p:nvSpPr>
            <p:cNvPr id="55385" name="Line 103">
              <a:extLst>
                <a:ext uri="{FF2B5EF4-FFF2-40B4-BE49-F238E27FC236}">
                  <a16:creationId xmlns:a16="http://schemas.microsoft.com/office/drawing/2014/main" id="{687BED74-9C71-132E-B268-70E99D490725}"/>
                </a:ext>
              </a:extLst>
            </p:cNvPr>
            <p:cNvSpPr>
              <a:spLocks noChangeShapeType="1"/>
            </p:cNvSpPr>
            <p:nvPr/>
          </p:nvSpPr>
          <p:spPr bwMode="auto">
            <a:xfrm flipV="1">
              <a:off x="2580" y="6421"/>
              <a:ext cx="119" cy="1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6" name="Line 104">
              <a:extLst>
                <a:ext uri="{FF2B5EF4-FFF2-40B4-BE49-F238E27FC236}">
                  <a16:creationId xmlns:a16="http://schemas.microsoft.com/office/drawing/2014/main" id="{6ECD3DCF-4354-EB87-F0F8-563BC04BDCD4}"/>
                </a:ext>
              </a:extLst>
            </p:cNvPr>
            <p:cNvSpPr>
              <a:spLocks noChangeShapeType="1"/>
            </p:cNvSpPr>
            <p:nvPr/>
          </p:nvSpPr>
          <p:spPr bwMode="auto">
            <a:xfrm flipV="1">
              <a:off x="5969" y="6482"/>
              <a:ext cx="119" cy="1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7" name="Line 105">
              <a:extLst>
                <a:ext uri="{FF2B5EF4-FFF2-40B4-BE49-F238E27FC236}">
                  <a16:creationId xmlns:a16="http://schemas.microsoft.com/office/drawing/2014/main" id="{6CA07103-8BCC-D6C3-82FD-E4AE783075EC}"/>
                </a:ext>
              </a:extLst>
            </p:cNvPr>
            <p:cNvSpPr>
              <a:spLocks noChangeShapeType="1"/>
            </p:cNvSpPr>
            <p:nvPr/>
          </p:nvSpPr>
          <p:spPr bwMode="auto">
            <a:xfrm flipV="1">
              <a:off x="6000" y="7604"/>
              <a:ext cx="119" cy="1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8" name="Line 106">
              <a:extLst>
                <a:ext uri="{FF2B5EF4-FFF2-40B4-BE49-F238E27FC236}">
                  <a16:creationId xmlns:a16="http://schemas.microsoft.com/office/drawing/2014/main" id="{B2F7EC48-7BEB-1DBA-6C54-D762F1912FA2}"/>
                </a:ext>
              </a:extLst>
            </p:cNvPr>
            <p:cNvSpPr>
              <a:spLocks noChangeShapeType="1"/>
            </p:cNvSpPr>
            <p:nvPr/>
          </p:nvSpPr>
          <p:spPr bwMode="auto">
            <a:xfrm flipV="1">
              <a:off x="5726" y="9376"/>
              <a:ext cx="119" cy="1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9" name="Line 107">
              <a:extLst>
                <a:ext uri="{FF2B5EF4-FFF2-40B4-BE49-F238E27FC236}">
                  <a16:creationId xmlns:a16="http://schemas.microsoft.com/office/drawing/2014/main" id="{D3E0495C-F0D8-C86F-1ACF-9EC9FDBC145D}"/>
                </a:ext>
              </a:extLst>
            </p:cNvPr>
            <p:cNvSpPr>
              <a:spLocks noChangeShapeType="1"/>
            </p:cNvSpPr>
            <p:nvPr/>
          </p:nvSpPr>
          <p:spPr bwMode="auto">
            <a:xfrm flipV="1">
              <a:off x="7286" y="7510"/>
              <a:ext cx="119" cy="1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0" name="Line 108">
              <a:extLst>
                <a:ext uri="{FF2B5EF4-FFF2-40B4-BE49-F238E27FC236}">
                  <a16:creationId xmlns:a16="http://schemas.microsoft.com/office/drawing/2014/main" id="{DE560F87-8473-7C71-397B-82655AE6BD7A}"/>
                </a:ext>
              </a:extLst>
            </p:cNvPr>
            <p:cNvSpPr>
              <a:spLocks noChangeShapeType="1"/>
            </p:cNvSpPr>
            <p:nvPr/>
          </p:nvSpPr>
          <p:spPr bwMode="auto">
            <a:xfrm flipV="1">
              <a:off x="7342" y="9463"/>
              <a:ext cx="119" cy="1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AA4A5506-0186-EEB2-A0C6-01F3F161F2E8}"/>
              </a:ext>
            </a:extLst>
          </p:cNvPr>
          <p:cNvSpPr>
            <a:spLocks noGrp="1" noChangeArrowheads="1"/>
          </p:cNvSpPr>
          <p:nvPr>
            <p:ph type="title"/>
          </p:nvPr>
        </p:nvSpPr>
        <p:spPr/>
        <p:txBody>
          <a:bodyPr/>
          <a:lstStyle/>
          <a:p>
            <a:r>
              <a:rPr lang="en-US" altLang="en-US"/>
              <a:t>Verilog Description of RegFile</a:t>
            </a:r>
            <a:endParaRPr lang="en-GB" altLang="en-US"/>
          </a:p>
        </p:txBody>
      </p:sp>
      <p:sp>
        <p:nvSpPr>
          <p:cNvPr id="56323" name="TextBox 2">
            <a:extLst>
              <a:ext uri="{FF2B5EF4-FFF2-40B4-BE49-F238E27FC236}">
                <a16:creationId xmlns:a16="http://schemas.microsoft.com/office/drawing/2014/main" id="{D1F77E1B-0FA6-6DC5-C889-ACF899CAFDAF}"/>
              </a:ext>
            </a:extLst>
          </p:cNvPr>
          <p:cNvSpPr txBox="1">
            <a:spLocks noChangeArrowheads="1"/>
          </p:cNvSpPr>
          <p:nvPr/>
        </p:nvSpPr>
        <p:spPr bwMode="auto">
          <a:xfrm>
            <a:off x="1952626" y="1214438"/>
            <a:ext cx="8501063"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module</a:t>
            </a:r>
            <a:r>
              <a:rPr lang="en-US" altLang="en-US"/>
              <a:t> regfile(clk, we, a1, a2, a3, wd3,rd1, rd2);</a:t>
            </a:r>
            <a:endParaRPr lang="en-GB" altLang="en-US"/>
          </a:p>
          <a:p>
            <a:pPr eaLnBrk="1" hangingPunct="1"/>
            <a:r>
              <a:rPr lang="en-US" altLang="en-US" b="1"/>
              <a:t>input</a:t>
            </a:r>
            <a:r>
              <a:rPr lang="en-US" altLang="en-US"/>
              <a:t> clk,we;</a:t>
            </a:r>
            <a:endParaRPr lang="en-GB" altLang="en-US"/>
          </a:p>
          <a:p>
            <a:pPr eaLnBrk="1" hangingPunct="1"/>
            <a:r>
              <a:rPr lang="it-IT" altLang="en-US" b="1"/>
              <a:t>input</a:t>
            </a:r>
            <a:r>
              <a:rPr lang="it-IT" altLang="en-US"/>
              <a:t> [3:0] a1,a2,a3;</a:t>
            </a:r>
            <a:endParaRPr lang="en-GB" altLang="en-US"/>
          </a:p>
          <a:p>
            <a:pPr eaLnBrk="1" hangingPunct="1"/>
            <a:r>
              <a:rPr lang="it-IT" altLang="en-US" b="1"/>
              <a:t>input </a:t>
            </a:r>
            <a:r>
              <a:rPr lang="it-IT" altLang="en-US"/>
              <a:t>[15:0] wd3;</a:t>
            </a:r>
            <a:endParaRPr lang="en-GB" altLang="en-US"/>
          </a:p>
          <a:p>
            <a:pPr eaLnBrk="1" hangingPunct="1"/>
            <a:r>
              <a:rPr lang="en-US" altLang="en-US" b="1"/>
              <a:t>output </a:t>
            </a:r>
            <a:r>
              <a:rPr lang="en-US" altLang="en-US"/>
              <a:t>[15:0] rd1, rd2;</a:t>
            </a:r>
            <a:endParaRPr lang="en-GB" altLang="en-US"/>
          </a:p>
          <a:p>
            <a:pPr eaLnBrk="1" hangingPunct="1"/>
            <a:r>
              <a:rPr lang="en-US" altLang="en-US" b="1"/>
              <a:t>reg </a:t>
            </a:r>
            <a:r>
              <a:rPr lang="en-US" altLang="en-US"/>
              <a:t>[15:0]   reg_file[0:15];</a:t>
            </a:r>
            <a:endParaRPr lang="en-GB" altLang="en-US"/>
          </a:p>
          <a:p>
            <a:pPr eaLnBrk="1" hangingPunct="1"/>
            <a:r>
              <a:rPr lang="en-US" altLang="en-US" b="1"/>
              <a:t>always</a:t>
            </a:r>
            <a:r>
              <a:rPr lang="en-US" altLang="en-US"/>
              <a:t> @(posedge clk)</a:t>
            </a:r>
            <a:endParaRPr lang="en-GB" altLang="en-US"/>
          </a:p>
          <a:p>
            <a:pPr eaLnBrk="1" hangingPunct="1"/>
            <a:r>
              <a:rPr lang="en-US" altLang="en-US" b="1"/>
              <a:t> begin</a:t>
            </a:r>
            <a:endParaRPr lang="en-GB" altLang="en-US"/>
          </a:p>
          <a:p>
            <a:pPr eaLnBrk="1" hangingPunct="1"/>
            <a:r>
              <a:rPr lang="en-US" altLang="en-US" b="1"/>
              <a:t>if </a:t>
            </a:r>
            <a:r>
              <a:rPr lang="en-US" altLang="en-US"/>
              <a:t>(we)</a:t>
            </a:r>
            <a:endParaRPr lang="en-GB" altLang="en-US"/>
          </a:p>
          <a:p>
            <a:pPr eaLnBrk="1" hangingPunct="1"/>
            <a:r>
              <a:rPr lang="en-US" altLang="en-US"/>
              <a:t>reg_file[a3] &lt;= wd3;</a:t>
            </a:r>
            <a:endParaRPr lang="en-GB" altLang="en-US"/>
          </a:p>
          <a:p>
            <a:pPr eaLnBrk="1" hangingPunct="1"/>
            <a:r>
              <a:rPr lang="en-US" altLang="en-US" b="1"/>
              <a:t>end</a:t>
            </a:r>
            <a:endParaRPr lang="en-GB" altLang="en-US"/>
          </a:p>
          <a:p>
            <a:pPr eaLnBrk="1" hangingPunct="1"/>
            <a:r>
              <a:rPr lang="en-US" altLang="en-US" b="1"/>
              <a:t>assign</a:t>
            </a:r>
            <a:r>
              <a:rPr lang="en-US" altLang="en-US"/>
              <a:t> rd1 = reg_file[a1];</a:t>
            </a:r>
            <a:endParaRPr lang="en-GB" altLang="en-US"/>
          </a:p>
          <a:p>
            <a:pPr eaLnBrk="1" hangingPunct="1"/>
            <a:r>
              <a:rPr lang="en-US" altLang="en-US" b="1"/>
              <a:t>assign </a:t>
            </a:r>
            <a:r>
              <a:rPr lang="en-US" altLang="en-US"/>
              <a:t>rd</a:t>
            </a:r>
            <a:r>
              <a:rPr lang="ru-RU" altLang="en-US"/>
              <a:t>2 = </a:t>
            </a:r>
            <a:r>
              <a:rPr lang="en-US" altLang="en-US"/>
              <a:t>reg_file</a:t>
            </a:r>
            <a:r>
              <a:rPr lang="ru-RU" altLang="en-US"/>
              <a:t>[</a:t>
            </a:r>
            <a:r>
              <a:rPr lang="en-US" altLang="en-US"/>
              <a:t>a</a:t>
            </a:r>
            <a:r>
              <a:rPr lang="ru-RU" altLang="en-US"/>
              <a:t>2];</a:t>
            </a:r>
            <a:endParaRPr lang="en-GB" altLang="en-US"/>
          </a:p>
          <a:p>
            <a:pPr eaLnBrk="1" hangingPunct="1"/>
            <a:r>
              <a:rPr lang="en-US" altLang="en-US" b="1"/>
              <a:t>endmodule</a:t>
            </a:r>
            <a:endParaRPr lang="en-GB" altLang="en-US"/>
          </a:p>
          <a:p>
            <a:pPr eaLnBrk="1" hangingPunct="1"/>
            <a:endParaRPr lang="en-GB"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E5F02258-D690-4BC1-A370-D868CE152C6A}"/>
              </a:ext>
            </a:extLst>
          </p:cNvPr>
          <p:cNvSpPr>
            <a:spLocks noGrp="1" noChangeArrowheads="1"/>
          </p:cNvSpPr>
          <p:nvPr>
            <p:ph type="title"/>
          </p:nvPr>
        </p:nvSpPr>
        <p:spPr/>
        <p:txBody>
          <a:bodyPr/>
          <a:lstStyle/>
          <a:p>
            <a:r>
              <a:rPr lang="en-US" altLang="en-US"/>
              <a:t>FIFO Buffer</a:t>
            </a:r>
            <a:endParaRPr lang="en-GB" altLang="en-US"/>
          </a:p>
        </p:txBody>
      </p:sp>
      <p:grpSp>
        <p:nvGrpSpPr>
          <p:cNvPr id="57347" name="Group 51">
            <a:extLst>
              <a:ext uri="{FF2B5EF4-FFF2-40B4-BE49-F238E27FC236}">
                <a16:creationId xmlns:a16="http://schemas.microsoft.com/office/drawing/2014/main" id="{9AAB272B-7348-AA44-1AE2-234846052B12}"/>
              </a:ext>
            </a:extLst>
          </p:cNvPr>
          <p:cNvGrpSpPr>
            <a:grpSpLocks/>
          </p:cNvGrpSpPr>
          <p:nvPr/>
        </p:nvGrpSpPr>
        <p:grpSpPr bwMode="auto">
          <a:xfrm>
            <a:off x="1774825" y="1428750"/>
            <a:ext cx="6000750" cy="3475038"/>
            <a:chOff x="1357290" y="1785925"/>
            <a:chExt cx="6000792" cy="3474720"/>
          </a:xfrm>
        </p:grpSpPr>
        <p:sp>
          <p:nvSpPr>
            <p:cNvPr id="1027" name="Rectangle 3">
              <a:extLst>
                <a:ext uri="{FF2B5EF4-FFF2-40B4-BE49-F238E27FC236}">
                  <a16:creationId xmlns:a16="http://schemas.microsoft.com/office/drawing/2014/main" id="{FA6A938C-62E9-460E-9E62-CD5308C5E91C}"/>
                </a:ext>
              </a:extLst>
            </p:cNvPr>
            <p:cNvSpPr>
              <a:spLocks noChangeArrowheads="1"/>
            </p:cNvSpPr>
            <p:nvPr/>
          </p:nvSpPr>
          <p:spPr bwMode="auto">
            <a:xfrm>
              <a:off x="3786182" y="1785925"/>
              <a:ext cx="1147771" cy="1569894"/>
            </a:xfrm>
            <a:prstGeom prst="rect">
              <a:avLst/>
            </a:prstGeom>
            <a:solidFill>
              <a:schemeClr val="accent1">
                <a:lumMod val="60000"/>
                <a:lumOff val="40000"/>
              </a:schemeClr>
            </a:solidFill>
            <a:ln w="19050">
              <a:solidFill>
                <a:schemeClr val="tx1"/>
              </a:solidFill>
              <a:miter lim="800000"/>
              <a:headEnd/>
              <a:tailEnd/>
            </a:ln>
          </p:spPr>
          <p:txBody>
            <a:bodyPr lIns="0" tIns="0" rIns="0" bIns="0"/>
            <a:lstStyle/>
            <a:p>
              <a:pPr algn="ctr">
                <a:spcAft>
                  <a:spcPts val="1000"/>
                </a:spcAft>
                <a:defRPr/>
              </a:pPr>
              <a:endParaRPr lang="en-GB" sz="1000" dirty="0">
                <a:latin typeface="Times New Roman" pitchFamily="18" charset="0"/>
              </a:endParaRPr>
            </a:p>
            <a:p>
              <a:pPr algn="ctr">
                <a:spcAft>
                  <a:spcPts val="1000"/>
                </a:spcAft>
                <a:defRPr/>
              </a:pPr>
              <a:r>
                <a:rPr lang="en-GB" dirty="0">
                  <a:latin typeface="+mj-lt"/>
                </a:rPr>
                <a:t>SRAM</a:t>
              </a:r>
              <a:endParaRPr lang="en-US" dirty="0">
                <a:latin typeface="+mj-lt"/>
              </a:endParaRPr>
            </a:p>
          </p:txBody>
        </p:sp>
        <p:sp>
          <p:nvSpPr>
            <p:cNvPr id="1028" name="Rectangle 4">
              <a:extLst>
                <a:ext uri="{FF2B5EF4-FFF2-40B4-BE49-F238E27FC236}">
                  <a16:creationId xmlns:a16="http://schemas.microsoft.com/office/drawing/2014/main" id="{A0695265-0E4A-4CA8-A995-55D7614BA62C}"/>
                </a:ext>
              </a:extLst>
            </p:cNvPr>
            <p:cNvSpPr>
              <a:spLocks noChangeArrowheads="1"/>
            </p:cNvSpPr>
            <p:nvPr/>
          </p:nvSpPr>
          <p:spPr bwMode="auto">
            <a:xfrm>
              <a:off x="2500298" y="1835133"/>
              <a:ext cx="679455" cy="827011"/>
            </a:xfrm>
            <a:prstGeom prst="rect">
              <a:avLst/>
            </a:prstGeom>
            <a:solidFill>
              <a:schemeClr val="accent1"/>
            </a:solidFill>
            <a:ln w="19050">
              <a:solidFill>
                <a:schemeClr val="tx1"/>
              </a:solidFill>
              <a:miter lim="800000"/>
              <a:headEnd/>
              <a:tailEnd/>
            </a:ln>
          </p:spPr>
          <p:txBody>
            <a:bodyPr lIns="0" tIns="0" rIns="0" bIns="0"/>
            <a:lstStyle/>
            <a:p>
              <a:pPr algn="ctr">
                <a:defRPr/>
              </a:pPr>
              <a:endParaRPr lang="en-GB" sz="1400" dirty="0">
                <a:latin typeface="Times New Roman" pitchFamily="18" charset="0"/>
              </a:endParaRPr>
            </a:p>
            <a:p>
              <a:pPr algn="ctr">
                <a:defRPr/>
              </a:pPr>
              <a:r>
                <a:rPr lang="en-GB" sz="1400" dirty="0">
                  <a:solidFill>
                    <a:schemeClr val="bg1"/>
                  </a:solidFill>
                  <a:latin typeface="+mj-lt"/>
                </a:rPr>
                <a:t>Write</a:t>
              </a:r>
              <a:br>
                <a:rPr lang="en-GB" sz="1400" dirty="0">
                  <a:solidFill>
                    <a:schemeClr val="bg1"/>
                  </a:solidFill>
                  <a:latin typeface="+mj-lt"/>
                </a:rPr>
              </a:br>
              <a:r>
                <a:rPr lang="en-GB" sz="1400" dirty="0">
                  <a:solidFill>
                    <a:schemeClr val="bg1"/>
                  </a:solidFill>
                  <a:latin typeface="+mj-lt"/>
                </a:rPr>
                <a:t>Counter</a:t>
              </a:r>
              <a:endParaRPr lang="en-US" sz="1400" dirty="0">
                <a:solidFill>
                  <a:schemeClr val="bg1"/>
                </a:solidFill>
                <a:latin typeface="+mj-lt"/>
              </a:endParaRPr>
            </a:p>
          </p:txBody>
        </p:sp>
        <p:sp>
          <p:nvSpPr>
            <p:cNvPr id="1029" name="Rectangle 5">
              <a:extLst>
                <a:ext uri="{FF2B5EF4-FFF2-40B4-BE49-F238E27FC236}">
                  <a16:creationId xmlns:a16="http://schemas.microsoft.com/office/drawing/2014/main" id="{AD29B47B-8272-43EF-9CF1-3C605663ED6F}"/>
                </a:ext>
              </a:extLst>
            </p:cNvPr>
            <p:cNvSpPr>
              <a:spLocks noChangeArrowheads="1"/>
            </p:cNvSpPr>
            <p:nvPr/>
          </p:nvSpPr>
          <p:spPr bwMode="auto">
            <a:xfrm>
              <a:off x="5537207" y="1797037"/>
              <a:ext cx="677867" cy="825424"/>
            </a:xfrm>
            <a:prstGeom prst="rect">
              <a:avLst/>
            </a:prstGeom>
            <a:solidFill>
              <a:schemeClr val="accent1"/>
            </a:solidFill>
            <a:ln w="19050">
              <a:solidFill>
                <a:schemeClr val="tx1"/>
              </a:solidFill>
              <a:miter lim="800000"/>
              <a:headEnd/>
              <a:tailEnd/>
            </a:ln>
          </p:spPr>
          <p:txBody>
            <a:bodyPr lIns="0" tIns="0" rIns="0" bIns="0"/>
            <a:lstStyle/>
            <a:p>
              <a:pPr algn="ctr">
                <a:defRPr/>
              </a:pPr>
              <a:endParaRPr lang="en-GB" sz="1400" dirty="0">
                <a:latin typeface="+mj-lt"/>
              </a:endParaRPr>
            </a:p>
            <a:p>
              <a:pPr algn="ctr">
                <a:defRPr/>
              </a:pPr>
              <a:r>
                <a:rPr lang="en-GB" sz="1400" dirty="0">
                  <a:solidFill>
                    <a:schemeClr val="bg1"/>
                  </a:solidFill>
                  <a:latin typeface="+mj-lt"/>
                </a:rPr>
                <a:t>Read</a:t>
              </a:r>
              <a:br>
                <a:rPr lang="en-GB" sz="1400" dirty="0">
                  <a:solidFill>
                    <a:schemeClr val="bg1"/>
                  </a:solidFill>
                  <a:latin typeface="+mj-lt"/>
                </a:rPr>
              </a:br>
              <a:r>
                <a:rPr lang="en-GB" sz="1400" dirty="0">
                  <a:solidFill>
                    <a:schemeClr val="bg1"/>
                  </a:solidFill>
                  <a:latin typeface="+mj-lt"/>
                </a:rPr>
                <a:t>Counter</a:t>
              </a:r>
              <a:endParaRPr lang="en-US" sz="1400" dirty="0">
                <a:solidFill>
                  <a:schemeClr val="bg1"/>
                </a:solidFill>
                <a:latin typeface="+mj-lt"/>
              </a:endParaRPr>
            </a:p>
          </p:txBody>
        </p:sp>
        <p:sp>
          <p:nvSpPr>
            <p:cNvPr id="57354" name="Line 6">
              <a:extLst>
                <a:ext uri="{FF2B5EF4-FFF2-40B4-BE49-F238E27FC236}">
                  <a16:creationId xmlns:a16="http://schemas.microsoft.com/office/drawing/2014/main" id="{26BE42AD-1999-1A4F-B32F-4D2B9F66101C}"/>
                </a:ext>
              </a:extLst>
            </p:cNvPr>
            <p:cNvSpPr>
              <a:spLocks noChangeShapeType="1"/>
            </p:cNvSpPr>
            <p:nvPr/>
          </p:nvSpPr>
          <p:spPr bwMode="auto">
            <a:xfrm>
              <a:off x="3181754" y="2209484"/>
              <a:ext cx="597995"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55" name="Line 7">
              <a:extLst>
                <a:ext uri="{FF2B5EF4-FFF2-40B4-BE49-F238E27FC236}">
                  <a16:creationId xmlns:a16="http://schemas.microsoft.com/office/drawing/2014/main" id="{3D65E2B5-03B8-CD07-4613-A8F51B435295}"/>
                </a:ext>
              </a:extLst>
            </p:cNvPr>
            <p:cNvSpPr>
              <a:spLocks noChangeShapeType="1"/>
            </p:cNvSpPr>
            <p:nvPr/>
          </p:nvSpPr>
          <p:spPr bwMode="auto">
            <a:xfrm>
              <a:off x="4935599" y="2198943"/>
              <a:ext cx="598814" cy="0"/>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57356" name="Line 8">
              <a:extLst>
                <a:ext uri="{FF2B5EF4-FFF2-40B4-BE49-F238E27FC236}">
                  <a16:creationId xmlns:a16="http://schemas.microsoft.com/office/drawing/2014/main" id="{A7C0B381-2679-FA9F-3904-F2D3E61DBA7F}"/>
                </a:ext>
              </a:extLst>
            </p:cNvPr>
            <p:cNvSpPr>
              <a:spLocks noChangeShapeType="1"/>
            </p:cNvSpPr>
            <p:nvPr/>
          </p:nvSpPr>
          <p:spPr bwMode="auto">
            <a:xfrm>
              <a:off x="2119288" y="2228650"/>
              <a:ext cx="381734"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33" name="Rectangle 9">
              <a:extLst>
                <a:ext uri="{FF2B5EF4-FFF2-40B4-BE49-F238E27FC236}">
                  <a16:creationId xmlns:a16="http://schemas.microsoft.com/office/drawing/2014/main" id="{1DAE65E6-6413-4C99-9951-DA050E83966B}"/>
                </a:ext>
              </a:extLst>
            </p:cNvPr>
            <p:cNvSpPr>
              <a:spLocks noChangeArrowheads="1"/>
            </p:cNvSpPr>
            <p:nvPr/>
          </p:nvSpPr>
          <p:spPr bwMode="auto">
            <a:xfrm>
              <a:off x="3521068" y="3841550"/>
              <a:ext cx="1784362" cy="787328"/>
            </a:xfrm>
            <a:prstGeom prst="rect">
              <a:avLst/>
            </a:prstGeom>
            <a:solidFill>
              <a:schemeClr val="accent1">
                <a:lumMod val="60000"/>
                <a:lumOff val="40000"/>
              </a:schemeClr>
            </a:solidFill>
            <a:ln w="19050">
              <a:solidFill>
                <a:schemeClr val="tx1"/>
              </a:solidFill>
              <a:miter lim="800000"/>
              <a:headEnd/>
              <a:tailEnd/>
            </a:ln>
          </p:spPr>
          <p:txBody>
            <a:bodyPr lIns="0" tIns="0" rIns="0" bIns="0"/>
            <a:lstStyle/>
            <a:p>
              <a:pPr algn="ctr">
                <a:spcAft>
                  <a:spcPts val="1000"/>
                </a:spcAft>
                <a:defRPr/>
              </a:pPr>
              <a:r>
                <a:rPr lang="en-US" sz="2000" dirty="0"/>
                <a:t>Control</a:t>
              </a:r>
              <a:br>
                <a:rPr lang="en-US" sz="2000" dirty="0"/>
              </a:br>
              <a:r>
                <a:rPr lang="en-US" sz="2000" dirty="0"/>
                <a:t> Logic</a:t>
              </a:r>
            </a:p>
            <a:p>
              <a:pPr algn="ctr">
                <a:spcAft>
                  <a:spcPts val="1000"/>
                </a:spcAft>
                <a:defRPr/>
              </a:pPr>
              <a:endParaRPr lang="en-US" sz="2000" dirty="0"/>
            </a:p>
          </p:txBody>
        </p:sp>
        <p:sp>
          <p:nvSpPr>
            <p:cNvPr id="57358" name="Line 10">
              <a:extLst>
                <a:ext uri="{FF2B5EF4-FFF2-40B4-BE49-F238E27FC236}">
                  <a16:creationId xmlns:a16="http://schemas.microsoft.com/office/drawing/2014/main" id="{5EC19759-B006-E967-B01E-A05C13844572}"/>
                </a:ext>
              </a:extLst>
            </p:cNvPr>
            <p:cNvSpPr>
              <a:spLocks noChangeShapeType="1"/>
            </p:cNvSpPr>
            <p:nvPr/>
          </p:nvSpPr>
          <p:spPr bwMode="auto">
            <a:xfrm flipV="1">
              <a:off x="3977988" y="3354628"/>
              <a:ext cx="0" cy="49447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59" name="Line 11">
              <a:extLst>
                <a:ext uri="{FF2B5EF4-FFF2-40B4-BE49-F238E27FC236}">
                  <a16:creationId xmlns:a16="http://schemas.microsoft.com/office/drawing/2014/main" id="{E162AD54-1265-9953-B2C5-81AF0A5431BD}"/>
                </a:ext>
              </a:extLst>
            </p:cNvPr>
            <p:cNvSpPr>
              <a:spLocks noChangeShapeType="1"/>
            </p:cNvSpPr>
            <p:nvPr/>
          </p:nvSpPr>
          <p:spPr bwMode="auto">
            <a:xfrm flipV="1">
              <a:off x="4376925" y="3354628"/>
              <a:ext cx="0" cy="49447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60" name="Line 12">
              <a:extLst>
                <a:ext uri="{FF2B5EF4-FFF2-40B4-BE49-F238E27FC236}">
                  <a16:creationId xmlns:a16="http://schemas.microsoft.com/office/drawing/2014/main" id="{07E7A451-A989-93A9-DB26-7668B70C914E}"/>
                </a:ext>
              </a:extLst>
            </p:cNvPr>
            <p:cNvSpPr>
              <a:spLocks noChangeShapeType="1"/>
            </p:cNvSpPr>
            <p:nvPr/>
          </p:nvSpPr>
          <p:spPr bwMode="auto">
            <a:xfrm flipV="1">
              <a:off x="4766031" y="3354628"/>
              <a:ext cx="0" cy="49447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61" name="Line 13">
              <a:extLst>
                <a:ext uri="{FF2B5EF4-FFF2-40B4-BE49-F238E27FC236}">
                  <a16:creationId xmlns:a16="http://schemas.microsoft.com/office/drawing/2014/main" id="{29268B7B-696D-8912-172A-62E5C15C8FA6}"/>
                </a:ext>
              </a:extLst>
            </p:cNvPr>
            <p:cNvSpPr>
              <a:spLocks noChangeShapeType="1"/>
            </p:cNvSpPr>
            <p:nvPr/>
          </p:nvSpPr>
          <p:spPr bwMode="auto">
            <a:xfrm>
              <a:off x="2555088" y="3987092"/>
              <a:ext cx="95843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38" name="Text Box 14">
              <a:extLst>
                <a:ext uri="{FF2B5EF4-FFF2-40B4-BE49-F238E27FC236}">
                  <a16:creationId xmlns:a16="http://schemas.microsoft.com/office/drawing/2014/main" id="{2618F90F-15E5-40DD-ABCE-9D80E9FE0966}"/>
                </a:ext>
              </a:extLst>
            </p:cNvPr>
            <p:cNvSpPr txBox="1">
              <a:spLocks noChangeArrowheads="1"/>
            </p:cNvSpPr>
            <p:nvPr/>
          </p:nvSpPr>
          <p:spPr bwMode="auto">
            <a:xfrm>
              <a:off x="2012933" y="3787580"/>
              <a:ext cx="763592" cy="298423"/>
            </a:xfrm>
            <a:prstGeom prst="rect">
              <a:avLst/>
            </a:prstGeom>
            <a:noFill/>
            <a:ln w="9525">
              <a:noFill/>
              <a:miter lim="800000"/>
              <a:headEnd/>
              <a:tailEnd/>
            </a:ln>
          </p:spPr>
          <p:txBody>
            <a:bodyPr lIns="0" tIns="0" rIns="0" bIns="0"/>
            <a:lstStyle/>
            <a:p>
              <a:pPr algn="ctr">
                <a:spcAft>
                  <a:spcPts val="1000"/>
                </a:spcAft>
                <a:defRPr/>
              </a:pPr>
              <a:r>
                <a:rPr lang="en-GB" sz="1600"/>
                <a:t>WEN</a:t>
              </a:r>
              <a:endParaRPr lang="en-US" sz="1600"/>
            </a:p>
          </p:txBody>
        </p:sp>
        <p:sp>
          <p:nvSpPr>
            <p:cNvPr id="57363" name="Line 15">
              <a:extLst>
                <a:ext uri="{FF2B5EF4-FFF2-40B4-BE49-F238E27FC236}">
                  <a16:creationId xmlns:a16="http://schemas.microsoft.com/office/drawing/2014/main" id="{A25138BD-2305-9C61-BD7E-FFDE054302C5}"/>
                </a:ext>
              </a:extLst>
            </p:cNvPr>
            <p:cNvSpPr>
              <a:spLocks noChangeShapeType="1"/>
            </p:cNvSpPr>
            <p:nvPr/>
          </p:nvSpPr>
          <p:spPr bwMode="auto">
            <a:xfrm flipH="1">
              <a:off x="5316514" y="4030215"/>
              <a:ext cx="838831"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0" name="Text Box 16">
              <a:extLst>
                <a:ext uri="{FF2B5EF4-FFF2-40B4-BE49-F238E27FC236}">
                  <a16:creationId xmlns:a16="http://schemas.microsoft.com/office/drawing/2014/main" id="{247B896D-0147-443D-AE9E-1F1495E04AA6}"/>
                </a:ext>
              </a:extLst>
            </p:cNvPr>
            <p:cNvSpPr txBox="1">
              <a:spLocks noChangeArrowheads="1"/>
            </p:cNvSpPr>
            <p:nvPr/>
          </p:nvSpPr>
          <p:spPr bwMode="auto">
            <a:xfrm>
              <a:off x="6072198" y="3903456"/>
              <a:ext cx="763593" cy="338107"/>
            </a:xfrm>
            <a:prstGeom prst="rect">
              <a:avLst/>
            </a:prstGeom>
            <a:noFill/>
            <a:ln w="9525">
              <a:noFill/>
              <a:miter lim="800000"/>
              <a:headEnd/>
              <a:tailEnd/>
            </a:ln>
          </p:spPr>
          <p:txBody>
            <a:bodyPr lIns="0" tIns="0" rIns="0" bIns="0"/>
            <a:lstStyle/>
            <a:p>
              <a:pPr algn="ctr">
                <a:spcAft>
                  <a:spcPts val="1000"/>
                </a:spcAft>
                <a:defRPr/>
              </a:pPr>
              <a:r>
                <a:rPr lang="en-GB" sz="1600" dirty="0"/>
                <a:t>RDEN</a:t>
              </a:r>
              <a:endParaRPr lang="en-US" sz="1600" dirty="0"/>
            </a:p>
          </p:txBody>
        </p:sp>
        <p:sp>
          <p:nvSpPr>
            <p:cNvPr id="57365" name="Line 17">
              <a:extLst>
                <a:ext uri="{FF2B5EF4-FFF2-40B4-BE49-F238E27FC236}">
                  <a16:creationId xmlns:a16="http://schemas.microsoft.com/office/drawing/2014/main" id="{4AFCFEE9-C1C2-001A-9085-1D7607D71B9C}"/>
                </a:ext>
              </a:extLst>
            </p:cNvPr>
            <p:cNvSpPr>
              <a:spLocks noChangeShapeType="1"/>
            </p:cNvSpPr>
            <p:nvPr/>
          </p:nvSpPr>
          <p:spPr bwMode="auto">
            <a:xfrm flipV="1">
              <a:off x="2607515" y="4193122"/>
              <a:ext cx="915834"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2" name="Text Box 18">
              <a:extLst>
                <a:ext uri="{FF2B5EF4-FFF2-40B4-BE49-F238E27FC236}">
                  <a16:creationId xmlns:a16="http://schemas.microsoft.com/office/drawing/2014/main" id="{7E5FA17C-00EE-4743-8733-D0FC0BAE729C}"/>
                </a:ext>
              </a:extLst>
            </p:cNvPr>
            <p:cNvSpPr txBox="1">
              <a:spLocks noChangeArrowheads="1"/>
            </p:cNvSpPr>
            <p:nvPr/>
          </p:nvSpPr>
          <p:spPr bwMode="auto">
            <a:xfrm>
              <a:off x="1831956" y="4073304"/>
              <a:ext cx="887418" cy="298423"/>
            </a:xfrm>
            <a:prstGeom prst="rect">
              <a:avLst/>
            </a:prstGeom>
            <a:noFill/>
            <a:ln w="9525">
              <a:noFill/>
              <a:miter lim="800000"/>
              <a:headEnd/>
              <a:tailEnd/>
            </a:ln>
          </p:spPr>
          <p:txBody>
            <a:bodyPr lIns="0" tIns="0" rIns="0" bIns="0"/>
            <a:lstStyle/>
            <a:p>
              <a:pPr algn="ctr">
                <a:spcAft>
                  <a:spcPts val="1000"/>
                </a:spcAft>
                <a:defRPr/>
              </a:pPr>
              <a:r>
                <a:rPr lang="en-GB" sz="1600"/>
                <a:t>WRCLK</a:t>
              </a:r>
              <a:endParaRPr lang="en-US" sz="1600"/>
            </a:p>
          </p:txBody>
        </p:sp>
        <p:sp>
          <p:nvSpPr>
            <p:cNvPr id="57367" name="Line 19">
              <a:extLst>
                <a:ext uri="{FF2B5EF4-FFF2-40B4-BE49-F238E27FC236}">
                  <a16:creationId xmlns:a16="http://schemas.microsoft.com/office/drawing/2014/main" id="{6A88F30B-9C9A-3A50-2D78-CA89BBEB174B}"/>
                </a:ext>
              </a:extLst>
            </p:cNvPr>
            <p:cNvSpPr>
              <a:spLocks noChangeShapeType="1"/>
            </p:cNvSpPr>
            <p:nvPr/>
          </p:nvSpPr>
          <p:spPr bwMode="auto">
            <a:xfrm flipH="1">
              <a:off x="5300950" y="4347405"/>
              <a:ext cx="838831"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 name="Text Box 20">
              <a:extLst>
                <a:ext uri="{FF2B5EF4-FFF2-40B4-BE49-F238E27FC236}">
                  <a16:creationId xmlns:a16="http://schemas.microsoft.com/office/drawing/2014/main" id="{DA96FBB5-0FBD-4427-AF24-000CE57C98AC}"/>
                </a:ext>
              </a:extLst>
            </p:cNvPr>
            <p:cNvSpPr txBox="1">
              <a:spLocks noChangeArrowheads="1"/>
            </p:cNvSpPr>
            <p:nvPr/>
          </p:nvSpPr>
          <p:spPr bwMode="auto">
            <a:xfrm>
              <a:off x="6061086" y="4222515"/>
              <a:ext cx="887418" cy="298423"/>
            </a:xfrm>
            <a:prstGeom prst="rect">
              <a:avLst/>
            </a:prstGeom>
            <a:noFill/>
            <a:ln w="9525">
              <a:noFill/>
              <a:miter lim="800000"/>
              <a:headEnd/>
              <a:tailEnd/>
            </a:ln>
          </p:spPr>
          <p:txBody>
            <a:bodyPr lIns="0" tIns="0" rIns="0" bIns="0"/>
            <a:lstStyle/>
            <a:p>
              <a:pPr algn="ctr">
                <a:spcAft>
                  <a:spcPts val="1000"/>
                </a:spcAft>
                <a:defRPr/>
              </a:pPr>
              <a:r>
                <a:rPr lang="en-GB" sz="1600"/>
                <a:t>RDCLK</a:t>
              </a:r>
              <a:endParaRPr lang="en-US" sz="1600"/>
            </a:p>
          </p:txBody>
        </p:sp>
        <p:sp>
          <p:nvSpPr>
            <p:cNvPr id="57369" name="Line 21">
              <a:extLst>
                <a:ext uri="{FF2B5EF4-FFF2-40B4-BE49-F238E27FC236}">
                  <a16:creationId xmlns:a16="http://schemas.microsoft.com/office/drawing/2014/main" id="{FA0230D4-6514-5608-65D9-8A67E92556FB}"/>
                </a:ext>
              </a:extLst>
            </p:cNvPr>
            <p:cNvSpPr>
              <a:spLocks noChangeShapeType="1"/>
            </p:cNvSpPr>
            <p:nvPr/>
          </p:nvSpPr>
          <p:spPr bwMode="auto">
            <a:xfrm>
              <a:off x="2596865" y="4415443"/>
              <a:ext cx="91911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6" name="Text Box 22">
              <a:extLst>
                <a:ext uri="{FF2B5EF4-FFF2-40B4-BE49-F238E27FC236}">
                  <a16:creationId xmlns:a16="http://schemas.microsoft.com/office/drawing/2014/main" id="{8E3B7132-E4B9-48EF-8A2A-1095DD362276}"/>
                </a:ext>
              </a:extLst>
            </p:cNvPr>
            <p:cNvSpPr txBox="1">
              <a:spLocks noChangeArrowheads="1"/>
            </p:cNvSpPr>
            <p:nvPr/>
          </p:nvSpPr>
          <p:spPr bwMode="auto">
            <a:xfrm>
              <a:off x="1924032" y="4309819"/>
              <a:ext cx="887418" cy="298423"/>
            </a:xfrm>
            <a:prstGeom prst="rect">
              <a:avLst/>
            </a:prstGeom>
            <a:noFill/>
            <a:ln w="9525">
              <a:noFill/>
              <a:miter lim="800000"/>
              <a:headEnd/>
              <a:tailEnd/>
            </a:ln>
          </p:spPr>
          <p:txBody>
            <a:bodyPr lIns="0" tIns="0" rIns="0" bIns="0"/>
            <a:lstStyle/>
            <a:p>
              <a:pPr algn="ctr">
                <a:spcAft>
                  <a:spcPts val="1000"/>
                </a:spcAft>
                <a:defRPr/>
              </a:pPr>
              <a:r>
                <a:rPr lang="en-GB" sz="1600" dirty="0">
                  <a:latin typeface="+mj-lt"/>
                </a:rPr>
                <a:t>Reset</a:t>
              </a:r>
              <a:endParaRPr lang="en-US" sz="1600" dirty="0">
                <a:latin typeface="+mj-lt"/>
              </a:endParaRPr>
            </a:p>
          </p:txBody>
        </p:sp>
        <p:sp>
          <p:nvSpPr>
            <p:cNvPr id="1047" name="Text Box 23">
              <a:extLst>
                <a:ext uri="{FF2B5EF4-FFF2-40B4-BE49-F238E27FC236}">
                  <a16:creationId xmlns:a16="http://schemas.microsoft.com/office/drawing/2014/main" id="{4D8F3DCD-B59D-47CB-9C47-3A92B8BDCDB9}"/>
                </a:ext>
              </a:extLst>
            </p:cNvPr>
            <p:cNvSpPr txBox="1">
              <a:spLocks noChangeArrowheads="1"/>
            </p:cNvSpPr>
            <p:nvPr/>
          </p:nvSpPr>
          <p:spPr bwMode="auto">
            <a:xfrm>
              <a:off x="3503605" y="3519316"/>
              <a:ext cx="630242" cy="298423"/>
            </a:xfrm>
            <a:prstGeom prst="rect">
              <a:avLst/>
            </a:prstGeom>
            <a:noFill/>
            <a:ln w="9525">
              <a:noFill/>
              <a:miter lim="800000"/>
              <a:headEnd/>
              <a:tailEnd/>
            </a:ln>
          </p:spPr>
          <p:txBody>
            <a:bodyPr lIns="0" tIns="0" rIns="0" bIns="0"/>
            <a:lstStyle/>
            <a:p>
              <a:pPr algn="ctr">
                <a:spcAft>
                  <a:spcPts val="1000"/>
                </a:spcAft>
                <a:defRPr/>
              </a:pPr>
              <a:r>
                <a:rPr lang="en-GB" sz="1400" dirty="0">
                  <a:latin typeface="+mj-lt"/>
                </a:rPr>
                <a:t>OE</a:t>
              </a:r>
              <a:endParaRPr lang="en-US" sz="1400" dirty="0">
                <a:latin typeface="+mj-lt"/>
              </a:endParaRPr>
            </a:p>
          </p:txBody>
        </p:sp>
        <p:sp>
          <p:nvSpPr>
            <p:cNvPr id="57372" name="Line 24">
              <a:extLst>
                <a:ext uri="{FF2B5EF4-FFF2-40B4-BE49-F238E27FC236}">
                  <a16:creationId xmlns:a16="http://schemas.microsoft.com/office/drawing/2014/main" id="{49113BD9-08C3-0869-68A8-70D044BB4FAE}"/>
                </a:ext>
              </a:extLst>
            </p:cNvPr>
            <p:cNvSpPr>
              <a:spLocks noChangeShapeType="1"/>
            </p:cNvSpPr>
            <p:nvPr/>
          </p:nvSpPr>
          <p:spPr bwMode="auto">
            <a:xfrm>
              <a:off x="6218422" y="2179778"/>
              <a:ext cx="383372" cy="0"/>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57373" name="Line 25">
              <a:extLst>
                <a:ext uri="{FF2B5EF4-FFF2-40B4-BE49-F238E27FC236}">
                  <a16:creationId xmlns:a16="http://schemas.microsoft.com/office/drawing/2014/main" id="{2CB91240-FCED-695D-21AC-1B3E9900ABD0}"/>
                </a:ext>
              </a:extLst>
            </p:cNvPr>
            <p:cNvSpPr>
              <a:spLocks noChangeShapeType="1"/>
            </p:cNvSpPr>
            <p:nvPr/>
          </p:nvSpPr>
          <p:spPr bwMode="auto">
            <a:xfrm flipV="1">
              <a:off x="5719546" y="2622710"/>
              <a:ext cx="0" cy="1390463"/>
            </a:xfrm>
            <a:prstGeom prst="line">
              <a:avLst/>
            </a:prstGeom>
            <a:noFill/>
            <a:ln w="1905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74" name="Line 26">
              <a:extLst>
                <a:ext uri="{FF2B5EF4-FFF2-40B4-BE49-F238E27FC236}">
                  <a16:creationId xmlns:a16="http://schemas.microsoft.com/office/drawing/2014/main" id="{AC89920E-A031-4FD0-6D7F-334078D361A3}"/>
                </a:ext>
              </a:extLst>
            </p:cNvPr>
            <p:cNvSpPr>
              <a:spLocks noChangeShapeType="1"/>
            </p:cNvSpPr>
            <p:nvPr/>
          </p:nvSpPr>
          <p:spPr bwMode="auto">
            <a:xfrm flipV="1">
              <a:off x="3039218" y="2670417"/>
              <a:ext cx="0" cy="1314759"/>
            </a:xfrm>
            <a:prstGeom prst="line">
              <a:avLst/>
            </a:prstGeom>
            <a:noFill/>
            <a:ln w="1905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75" name="Line 27">
              <a:extLst>
                <a:ext uri="{FF2B5EF4-FFF2-40B4-BE49-F238E27FC236}">
                  <a16:creationId xmlns:a16="http://schemas.microsoft.com/office/drawing/2014/main" id="{1683DC70-6B0C-9528-1A07-690CC7E7F7D4}"/>
                </a:ext>
              </a:extLst>
            </p:cNvPr>
            <p:cNvSpPr>
              <a:spLocks noChangeShapeType="1"/>
            </p:cNvSpPr>
            <p:nvPr/>
          </p:nvSpPr>
          <p:spPr bwMode="auto">
            <a:xfrm flipV="1">
              <a:off x="5942361" y="2634585"/>
              <a:ext cx="0" cy="1699987"/>
            </a:xfrm>
            <a:prstGeom prst="line">
              <a:avLst/>
            </a:prstGeom>
            <a:noFill/>
            <a:ln w="1905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76" name="Line 28">
              <a:extLst>
                <a:ext uri="{FF2B5EF4-FFF2-40B4-BE49-F238E27FC236}">
                  <a16:creationId xmlns:a16="http://schemas.microsoft.com/office/drawing/2014/main" id="{9D9A1FA3-1D37-2FCB-1FA5-290136BB6319}"/>
                </a:ext>
              </a:extLst>
            </p:cNvPr>
            <p:cNvSpPr>
              <a:spLocks noChangeShapeType="1"/>
            </p:cNvSpPr>
            <p:nvPr/>
          </p:nvSpPr>
          <p:spPr bwMode="auto">
            <a:xfrm flipV="1">
              <a:off x="2894225" y="2670417"/>
              <a:ext cx="0" cy="1520789"/>
            </a:xfrm>
            <a:prstGeom prst="line">
              <a:avLst/>
            </a:prstGeom>
            <a:noFill/>
            <a:ln w="1905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77" name="Line 29">
              <a:extLst>
                <a:ext uri="{FF2B5EF4-FFF2-40B4-BE49-F238E27FC236}">
                  <a16:creationId xmlns:a16="http://schemas.microsoft.com/office/drawing/2014/main" id="{0C0F14B8-0B1C-74C3-EC2D-0A4DD9B70157}"/>
                </a:ext>
              </a:extLst>
            </p:cNvPr>
            <p:cNvSpPr>
              <a:spLocks noChangeShapeType="1"/>
            </p:cNvSpPr>
            <p:nvPr/>
          </p:nvSpPr>
          <p:spPr bwMode="auto">
            <a:xfrm flipV="1">
              <a:off x="2756604" y="2670417"/>
              <a:ext cx="0" cy="1744068"/>
            </a:xfrm>
            <a:prstGeom prst="line">
              <a:avLst/>
            </a:prstGeom>
            <a:noFill/>
            <a:ln w="1905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78" name="Line 30">
              <a:extLst>
                <a:ext uri="{FF2B5EF4-FFF2-40B4-BE49-F238E27FC236}">
                  <a16:creationId xmlns:a16="http://schemas.microsoft.com/office/drawing/2014/main" id="{79DCCF43-9DE0-5D2B-7A10-69C25B485D38}"/>
                </a:ext>
              </a:extLst>
            </p:cNvPr>
            <p:cNvSpPr>
              <a:spLocks noChangeShapeType="1"/>
            </p:cNvSpPr>
            <p:nvPr/>
          </p:nvSpPr>
          <p:spPr bwMode="auto">
            <a:xfrm>
              <a:off x="3903444" y="4626264"/>
              <a:ext cx="0" cy="34785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79" name="Line 31">
              <a:extLst>
                <a:ext uri="{FF2B5EF4-FFF2-40B4-BE49-F238E27FC236}">
                  <a16:creationId xmlns:a16="http://schemas.microsoft.com/office/drawing/2014/main" id="{CF603B18-1540-DF15-457E-88E6C4736F2F}"/>
                </a:ext>
              </a:extLst>
            </p:cNvPr>
            <p:cNvSpPr>
              <a:spLocks noChangeShapeType="1"/>
            </p:cNvSpPr>
            <p:nvPr/>
          </p:nvSpPr>
          <p:spPr bwMode="auto">
            <a:xfrm>
              <a:off x="4827469" y="4628181"/>
              <a:ext cx="0" cy="34785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6" name="Text Box 32">
              <a:extLst>
                <a:ext uri="{FF2B5EF4-FFF2-40B4-BE49-F238E27FC236}">
                  <a16:creationId xmlns:a16="http://schemas.microsoft.com/office/drawing/2014/main" id="{3B9E517A-207F-4D3F-A6A1-175879AFC7C8}"/>
                </a:ext>
              </a:extLst>
            </p:cNvPr>
            <p:cNvSpPr txBox="1">
              <a:spLocks noChangeArrowheads="1"/>
            </p:cNvSpPr>
            <p:nvPr/>
          </p:nvSpPr>
          <p:spPr bwMode="auto">
            <a:xfrm>
              <a:off x="3932233" y="3524079"/>
              <a:ext cx="631829" cy="296835"/>
            </a:xfrm>
            <a:prstGeom prst="rect">
              <a:avLst/>
            </a:prstGeom>
            <a:noFill/>
            <a:ln w="9525">
              <a:noFill/>
              <a:miter lim="800000"/>
              <a:headEnd/>
              <a:tailEnd/>
            </a:ln>
          </p:spPr>
          <p:txBody>
            <a:bodyPr lIns="0" tIns="0" rIns="0" bIns="0"/>
            <a:lstStyle/>
            <a:p>
              <a:pPr algn="ctr">
                <a:spcAft>
                  <a:spcPts val="1000"/>
                </a:spcAft>
                <a:defRPr/>
              </a:pPr>
              <a:r>
                <a:rPr lang="en-GB" sz="1400" dirty="0">
                  <a:latin typeface="+mj-lt"/>
                </a:rPr>
                <a:t>RD</a:t>
              </a:r>
              <a:endParaRPr lang="en-US" sz="1400" dirty="0">
                <a:latin typeface="+mj-lt"/>
              </a:endParaRPr>
            </a:p>
          </p:txBody>
        </p:sp>
        <p:sp>
          <p:nvSpPr>
            <p:cNvPr id="1057" name="Text Box 33">
              <a:extLst>
                <a:ext uri="{FF2B5EF4-FFF2-40B4-BE49-F238E27FC236}">
                  <a16:creationId xmlns:a16="http://schemas.microsoft.com/office/drawing/2014/main" id="{9ECDB2FF-4ACC-42F3-AEC4-89F5E5AC89EE}"/>
                </a:ext>
              </a:extLst>
            </p:cNvPr>
            <p:cNvSpPr txBox="1">
              <a:spLocks noChangeArrowheads="1"/>
            </p:cNvSpPr>
            <p:nvPr/>
          </p:nvSpPr>
          <p:spPr bwMode="auto">
            <a:xfrm>
              <a:off x="4316411" y="3538365"/>
              <a:ext cx="631829" cy="296836"/>
            </a:xfrm>
            <a:prstGeom prst="rect">
              <a:avLst/>
            </a:prstGeom>
            <a:noFill/>
            <a:ln w="9525">
              <a:noFill/>
              <a:miter lim="800000"/>
              <a:headEnd/>
              <a:tailEnd/>
            </a:ln>
          </p:spPr>
          <p:txBody>
            <a:bodyPr lIns="0" tIns="0" rIns="0" bIns="0"/>
            <a:lstStyle/>
            <a:p>
              <a:pPr algn="ctr">
                <a:spcAft>
                  <a:spcPts val="1000"/>
                </a:spcAft>
                <a:defRPr/>
              </a:pPr>
              <a:r>
                <a:rPr lang="en-GB" sz="1400" dirty="0">
                  <a:latin typeface="+mj-lt"/>
                </a:rPr>
                <a:t>WE</a:t>
              </a:r>
              <a:endParaRPr lang="en-US" sz="1400" dirty="0">
                <a:latin typeface="+mj-lt"/>
              </a:endParaRPr>
            </a:p>
          </p:txBody>
        </p:sp>
        <p:sp>
          <p:nvSpPr>
            <p:cNvPr id="1058" name="Text Box 34">
              <a:extLst>
                <a:ext uri="{FF2B5EF4-FFF2-40B4-BE49-F238E27FC236}">
                  <a16:creationId xmlns:a16="http://schemas.microsoft.com/office/drawing/2014/main" id="{C463F261-3DF4-429D-9112-367D35FA18DB}"/>
                </a:ext>
              </a:extLst>
            </p:cNvPr>
            <p:cNvSpPr txBox="1">
              <a:spLocks noChangeArrowheads="1"/>
            </p:cNvSpPr>
            <p:nvPr/>
          </p:nvSpPr>
          <p:spPr bwMode="auto">
            <a:xfrm>
              <a:off x="1563666" y="1960534"/>
              <a:ext cx="765180" cy="784153"/>
            </a:xfrm>
            <a:prstGeom prst="rect">
              <a:avLst/>
            </a:prstGeom>
            <a:noFill/>
            <a:ln w="9525">
              <a:noFill/>
              <a:miter lim="800000"/>
              <a:headEnd/>
              <a:tailEnd/>
            </a:ln>
          </p:spPr>
          <p:txBody>
            <a:bodyPr lIns="0" tIns="0" rIns="0" bIns="0"/>
            <a:lstStyle/>
            <a:p>
              <a:pPr algn="ctr">
                <a:spcAft>
                  <a:spcPts val="1000"/>
                </a:spcAft>
                <a:defRPr/>
              </a:pPr>
              <a:r>
                <a:rPr lang="en-GB" sz="1600"/>
                <a:t>Write Count</a:t>
              </a:r>
              <a:endParaRPr lang="en-US" sz="1600"/>
            </a:p>
          </p:txBody>
        </p:sp>
        <p:sp>
          <p:nvSpPr>
            <p:cNvPr id="1059" name="Text Box 35">
              <a:extLst>
                <a:ext uri="{FF2B5EF4-FFF2-40B4-BE49-F238E27FC236}">
                  <a16:creationId xmlns:a16="http://schemas.microsoft.com/office/drawing/2014/main" id="{940EB3A5-650C-406A-AE81-C6C59A6E0C1F}"/>
                </a:ext>
              </a:extLst>
            </p:cNvPr>
            <p:cNvSpPr txBox="1">
              <a:spLocks noChangeArrowheads="1"/>
            </p:cNvSpPr>
            <p:nvPr/>
          </p:nvSpPr>
          <p:spPr bwMode="auto">
            <a:xfrm>
              <a:off x="6484951" y="1955772"/>
              <a:ext cx="712793" cy="609544"/>
            </a:xfrm>
            <a:prstGeom prst="rect">
              <a:avLst/>
            </a:prstGeom>
            <a:noFill/>
            <a:ln w="9525">
              <a:noFill/>
              <a:miter lim="800000"/>
              <a:headEnd/>
              <a:tailEnd/>
            </a:ln>
          </p:spPr>
          <p:txBody>
            <a:bodyPr lIns="0" tIns="0" rIns="0" bIns="0"/>
            <a:lstStyle/>
            <a:p>
              <a:pPr algn="ctr">
                <a:spcAft>
                  <a:spcPts val="1000"/>
                </a:spcAft>
                <a:defRPr/>
              </a:pPr>
              <a:r>
                <a:rPr lang="en-GB" sz="1600"/>
                <a:t>Read Count</a:t>
              </a:r>
              <a:endParaRPr lang="en-US" sz="1600"/>
            </a:p>
          </p:txBody>
        </p:sp>
        <p:sp>
          <p:nvSpPr>
            <p:cNvPr id="57384" name="Line 36">
              <a:extLst>
                <a:ext uri="{FF2B5EF4-FFF2-40B4-BE49-F238E27FC236}">
                  <a16:creationId xmlns:a16="http://schemas.microsoft.com/office/drawing/2014/main" id="{C6FD88BE-F147-37FA-0259-4911956553E6}"/>
                </a:ext>
              </a:extLst>
            </p:cNvPr>
            <p:cNvSpPr>
              <a:spLocks noChangeShapeType="1"/>
            </p:cNvSpPr>
            <p:nvPr/>
          </p:nvSpPr>
          <p:spPr bwMode="auto">
            <a:xfrm>
              <a:off x="2119288" y="3061394"/>
              <a:ext cx="127463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85" name="Line 37">
              <a:extLst>
                <a:ext uri="{FF2B5EF4-FFF2-40B4-BE49-F238E27FC236}">
                  <a16:creationId xmlns:a16="http://schemas.microsoft.com/office/drawing/2014/main" id="{B22C0BA9-126A-BAC2-FC5E-3ABB8BB6DDE6}"/>
                </a:ext>
              </a:extLst>
            </p:cNvPr>
            <p:cNvSpPr>
              <a:spLocks noChangeShapeType="1"/>
            </p:cNvSpPr>
            <p:nvPr/>
          </p:nvSpPr>
          <p:spPr bwMode="auto">
            <a:xfrm flipV="1">
              <a:off x="3393919" y="2614836"/>
              <a:ext cx="0" cy="44655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86" name="Line 38">
              <a:extLst>
                <a:ext uri="{FF2B5EF4-FFF2-40B4-BE49-F238E27FC236}">
                  <a16:creationId xmlns:a16="http://schemas.microsoft.com/office/drawing/2014/main" id="{65815512-C23C-D6F2-1BE2-8C5B7B0AAAFF}"/>
                </a:ext>
              </a:extLst>
            </p:cNvPr>
            <p:cNvSpPr>
              <a:spLocks noChangeShapeType="1"/>
            </p:cNvSpPr>
            <p:nvPr/>
          </p:nvSpPr>
          <p:spPr bwMode="auto">
            <a:xfrm>
              <a:off x="3393919" y="2614836"/>
              <a:ext cx="382553"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87" name="Line 39">
              <a:extLst>
                <a:ext uri="{FF2B5EF4-FFF2-40B4-BE49-F238E27FC236}">
                  <a16:creationId xmlns:a16="http://schemas.microsoft.com/office/drawing/2014/main" id="{163ACB53-1CCF-EDED-407A-4D80A4351EA4}"/>
                </a:ext>
              </a:extLst>
            </p:cNvPr>
            <p:cNvSpPr>
              <a:spLocks noChangeShapeType="1"/>
            </p:cNvSpPr>
            <p:nvPr/>
          </p:nvSpPr>
          <p:spPr bwMode="auto">
            <a:xfrm>
              <a:off x="4933961" y="2614836"/>
              <a:ext cx="38255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88" name="Line 40">
              <a:extLst>
                <a:ext uri="{FF2B5EF4-FFF2-40B4-BE49-F238E27FC236}">
                  <a16:creationId xmlns:a16="http://schemas.microsoft.com/office/drawing/2014/main" id="{B8884C06-83EE-7D9A-1A40-ABD9DD66C3F4}"/>
                </a:ext>
              </a:extLst>
            </p:cNvPr>
            <p:cNvSpPr>
              <a:spLocks noChangeShapeType="1"/>
            </p:cNvSpPr>
            <p:nvPr/>
          </p:nvSpPr>
          <p:spPr bwMode="auto">
            <a:xfrm flipV="1">
              <a:off x="5316514" y="2614836"/>
              <a:ext cx="0" cy="44655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89" name="Line 41">
              <a:extLst>
                <a:ext uri="{FF2B5EF4-FFF2-40B4-BE49-F238E27FC236}">
                  <a16:creationId xmlns:a16="http://schemas.microsoft.com/office/drawing/2014/main" id="{38A8C2AF-CAD2-B26D-09C8-856C0AFE5D7F}"/>
                </a:ext>
              </a:extLst>
            </p:cNvPr>
            <p:cNvSpPr>
              <a:spLocks noChangeShapeType="1"/>
            </p:cNvSpPr>
            <p:nvPr/>
          </p:nvSpPr>
          <p:spPr bwMode="auto">
            <a:xfrm>
              <a:off x="5318152" y="3061394"/>
              <a:ext cx="1146021"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6" name="Text Box 42">
              <a:extLst>
                <a:ext uri="{FF2B5EF4-FFF2-40B4-BE49-F238E27FC236}">
                  <a16:creationId xmlns:a16="http://schemas.microsoft.com/office/drawing/2014/main" id="{ECEC2D7F-EDBA-456B-9DE7-B5A45DA54871}"/>
                </a:ext>
              </a:extLst>
            </p:cNvPr>
            <p:cNvSpPr txBox="1">
              <a:spLocks noChangeArrowheads="1"/>
            </p:cNvSpPr>
            <p:nvPr/>
          </p:nvSpPr>
          <p:spPr bwMode="auto">
            <a:xfrm>
              <a:off x="1357290" y="2973266"/>
              <a:ext cx="763593" cy="384140"/>
            </a:xfrm>
            <a:prstGeom prst="rect">
              <a:avLst/>
            </a:prstGeom>
            <a:noFill/>
            <a:ln w="9525">
              <a:noFill/>
              <a:miter lim="800000"/>
              <a:headEnd/>
              <a:tailEnd/>
            </a:ln>
          </p:spPr>
          <p:txBody>
            <a:bodyPr lIns="0" tIns="0" rIns="0" bIns="0"/>
            <a:lstStyle/>
            <a:p>
              <a:pPr algn="ctr">
                <a:spcAft>
                  <a:spcPts val="1000"/>
                </a:spcAft>
                <a:defRPr/>
              </a:pPr>
              <a:r>
                <a:rPr lang="en-GB" sz="1600" dirty="0" err="1"/>
                <a:t>Data_In</a:t>
              </a:r>
              <a:endParaRPr lang="en-US" sz="1600" dirty="0"/>
            </a:p>
          </p:txBody>
        </p:sp>
        <p:sp>
          <p:nvSpPr>
            <p:cNvPr id="1067" name="Text Box 43">
              <a:extLst>
                <a:ext uri="{FF2B5EF4-FFF2-40B4-BE49-F238E27FC236}">
                  <a16:creationId xmlns:a16="http://schemas.microsoft.com/office/drawing/2014/main" id="{6423146F-0246-4686-B929-4FEDB6EADE9D}"/>
                </a:ext>
              </a:extLst>
            </p:cNvPr>
            <p:cNvSpPr txBox="1">
              <a:spLocks noChangeArrowheads="1"/>
            </p:cNvSpPr>
            <p:nvPr/>
          </p:nvSpPr>
          <p:spPr bwMode="auto">
            <a:xfrm>
              <a:off x="6465901" y="2982790"/>
              <a:ext cx="892181" cy="446047"/>
            </a:xfrm>
            <a:prstGeom prst="rect">
              <a:avLst/>
            </a:prstGeom>
            <a:noFill/>
            <a:ln w="9525">
              <a:noFill/>
              <a:miter lim="800000"/>
              <a:headEnd/>
              <a:tailEnd/>
            </a:ln>
          </p:spPr>
          <p:txBody>
            <a:bodyPr lIns="0" tIns="0" rIns="0" bIns="0"/>
            <a:lstStyle/>
            <a:p>
              <a:pPr algn="ctr">
                <a:spcAft>
                  <a:spcPts val="1000"/>
                </a:spcAft>
                <a:defRPr/>
              </a:pPr>
              <a:r>
                <a:rPr lang="en-GB" sz="1600" dirty="0" err="1"/>
                <a:t>Data_Out</a:t>
              </a:r>
              <a:endParaRPr lang="en-US" sz="1600" dirty="0"/>
            </a:p>
          </p:txBody>
        </p:sp>
        <p:sp>
          <p:nvSpPr>
            <p:cNvPr id="1068" name="Text Box 44">
              <a:extLst>
                <a:ext uri="{FF2B5EF4-FFF2-40B4-BE49-F238E27FC236}">
                  <a16:creationId xmlns:a16="http://schemas.microsoft.com/office/drawing/2014/main" id="{0A662621-A460-4678-943D-9F7FDEB2FDD1}"/>
                </a:ext>
              </a:extLst>
            </p:cNvPr>
            <p:cNvSpPr txBox="1">
              <a:spLocks noChangeArrowheads="1"/>
            </p:cNvSpPr>
            <p:nvPr/>
          </p:nvSpPr>
          <p:spPr bwMode="auto">
            <a:xfrm>
              <a:off x="3492493" y="4962222"/>
              <a:ext cx="765180" cy="298423"/>
            </a:xfrm>
            <a:prstGeom prst="rect">
              <a:avLst/>
            </a:prstGeom>
            <a:noFill/>
            <a:ln w="9525">
              <a:noFill/>
              <a:miter lim="800000"/>
              <a:headEnd/>
              <a:tailEnd/>
            </a:ln>
          </p:spPr>
          <p:txBody>
            <a:bodyPr lIns="0" tIns="0" rIns="0" bIns="0"/>
            <a:lstStyle/>
            <a:p>
              <a:pPr algn="ctr">
                <a:spcAft>
                  <a:spcPts val="1000"/>
                </a:spcAft>
                <a:defRPr/>
              </a:pPr>
              <a:r>
                <a:rPr lang="en-GB" sz="1600"/>
                <a:t>Full</a:t>
              </a:r>
              <a:endParaRPr lang="en-US" sz="1600"/>
            </a:p>
          </p:txBody>
        </p:sp>
        <p:sp>
          <p:nvSpPr>
            <p:cNvPr id="1069" name="Text Box 45">
              <a:extLst>
                <a:ext uri="{FF2B5EF4-FFF2-40B4-BE49-F238E27FC236}">
                  <a16:creationId xmlns:a16="http://schemas.microsoft.com/office/drawing/2014/main" id="{EC4A99C5-6D10-4E47-B8E9-2ED3C5F31164}"/>
                </a:ext>
              </a:extLst>
            </p:cNvPr>
            <p:cNvSpPr txBox="1">
              <a:spLocks noChangeArrowheads="1"/>
            </p:cNvSpPr>
            <p:nvPr/>
          </p:nvSpPr>
          <p:spPr bwMode="auto">
            <a:xfrm>
              <a:off x="4462462" y="4947936"/>
              <a:ext cx="763593" cy="298423"/>
            </a:xfrm>
            <a:prstGeom prst="rect">
              <a:avLst/>
            </a:prstGeom>
            <a:noFill/>
            <a:ln w="9525">
              <a:noFill/>
              <a:miter lim="800000"/>
              <a:headEnd/>
              <a:tailEnd/>
            </a:ln>
          </p:spPr>
          <p:txBody>
            <a:bodyPr lIns="0" tIns="0" rIns="0" bIns="0"/>
            <a:lstStyle/>
            <a:p>
              <a:pPr algn="ctr">
                <a:spcAft>
                  <a:spcPts val="1000"/>
                </a:spcAft>
                <a:defRPr/>
              </a:pPr>
              <a:r>
                <a:rPr lang="en-GB" sz="1600"/>
                <a:t>Empty</a:t>
              </a:r>
              <a:endParaRPr lang="en-US" sz="1600"/>
            </a:p>
          </p:txBody>
        </p:sp>
        <p:sp>
          <p:nvSpPr>
            <p:cNvPr id="57394" name="Line 46">
              <a:extLst>
                <a:ext uri="{FF2B5EF4-FFF2-40B4-BE49-F238E27FC236}">
                  <a16:creationId xmlns:a16="http://schemas.microsoft.com/office/drawing/2014/main" id="{24750CE5-FA79-48E8-B0A5-61CE2E8BB3BC}"/>
                </a:ext>
              </a:extLst>
            </p:cNvPr>
            <p:cNvSpPr>
              <a:spLocks noChangeShapeType="1"/>
            </p:cNvSpPr>
            <p:nvPr/>
          </p:nvSpPr>
          <p:spPr bwMode="auto">
            <a:xfrm flipH="1">
              <a:off x="2313432" y="2993357"/>
              <a:ext cx="102396" cy="1197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95" name="Line 47">
              <a:extLst>
                <a:ext uri="{FF2B5EF4-FFF2-40B4-BE49-F238E27FC236}">
                  <a16:creationId xmlns:a16="http://schemas.microsoft.com/office/drawing/2014/main" id="{D6CC72CB-B393-B896-3730-81C24D288996}"/>
                </a:ext>
              </a:extLst>
            </p:cNvPr>
            <p:cNvSpPr>
              <a:spLocks noChangeShapeType="1"/>
            </p:cNvSpPr>
            <p:nvPr/>
          </p:nvSpPr>
          <p:spPr bwMode="auto">
            <a:xfrm flipH="1">
              <a:off x="6122579" y="2993357"/>
              <a:ext cx="102396" cy="1197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96" name="Line 48">
              <a:extLst>
                <a:ext uri="{FF2B5EF4-FFF2-40B4-BE49-F238E27FC236}">
                  <a16:creationId xmlns:a16="http://schemas.microsoft.com/office/drawing/2014/main" id="{2B9C89DC-330A-292B-C1DF-13A4D338A612}"/>
                </a:ext>
              </a:extLst>
            </p:cNvPr>
            <p:cNvSpPr>
              <a:spLocks noChangeShapeType="1"/>
            </p:cNvSpPr>
            <p:nvPr/>
          </p:nvSpPr>
          <p:spPr bwMode="auto">
            <a:xfrm flipH="1">
              <a:off x="3456176" y="2145280"/>
              <a:ext cx="102396" cy="1197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97" name="Line 49">
              <a:extLst>
                <a:ext uri="{FF2B5EF4-FFF2-40B4-BE49-F238E27FC236}">
                  <a16:creationId xmlns:a16="http://schemas.microsoft.com/office/drawing/2014/main" id="{BB6E2735-3ACC-57F4-5E95-1354E0CB9B3D}"/>
                </a:ext>
              </a:extLst>
            </p:cNvPr>
            <p:cNvSpPr>
              <a:spLocks noChangeShapeType="1"/>
            </p:cNvSpPr>
            <p:nvPr/>
          </p:nvSpPr>
          <p:spPr bwMode="auto">
            <a:xfrm flipH="1">
              <a:off x="5237874" y="2130905"/>
              <a:ext cx="102396" cy="1197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7348" name="TextBox 50">
            <a:extLst>
              <a:ext uri="{FF2B5EF4-FFF2-40B4-BE49-F238E27FC236}">
                <a16:creationId xmlns:a16="http://schemas.microsoft.com/office/drawing/2014/main" id="{B64B3167-08FE-F918-D108-59E0E5ABA865}"/>
              </a:ext>
            </a:extLst>
          </p:cNvPr>
          <p:cNvSpPr txBox="1">
            <a:spLocks noChangeArrowheads="1"/>
          </p:cNvSpPr>
          <p:nvPr/>
        </p:nvSpPr>
        <p:spPr bwMode="auto">
          <a:xfrm>
            <a:off x="1952625" y="1000125"/>
            <a:ext cx="7786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FIFO  -   First-In, First-Out.     Double-Port Memory</a:t>
            </a:r>
            <a:endParaRPr lang="en-GB" altLang="en-US" sz="2000"/>
          </a:p>
        </p:txBody>
      </p:sp>
      <p:sp>
        <p:nvSpPr>
          <p:cNvPr id="57349" name="TextBox 52">
            <a:extLst>
              <a:ext uri="{FF2B5EF4-FFF2-40B4-BE49-F238E27FC236}">
                <a16:creationId xmlns:a16="http://schemas.microsoft.com/office/drawing/2014/main" id="{CF64985C-C4DC-7537-1065-3EB151A3685A}"/>
              </a:ext>
            </a:extLst>
          </p:cNvPr>
          <p:cNvSpPr txBox="1">
            <a:spLocks noChangeArrowheads="1"/>
          </p:cNvSpPr>
          <p:nvPr/>
        </p:nvSpPr>
        <p:spPr bwMode="auto">
          <a:xfrm>
            <a:off x="1774826" y="5086351"/>
            <a:ext cx="86074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Full – if(write &amp;&amp; ( write_count==read_count))                FIFO queue is full</a:t>
            </a:r>
          </a:p>
          <a:p>
            <a:pPr eaLnBrk="1" hangingPunct="1"/>
            <a:r>
              <a:rPr lang="en-US" altLang="en-US"/>
              <a:t>Empty  - if(read &amp;&amp;(read_count==write_count))              FIFO queue is empty</a:t>
            </a:r>
            <a:endParaRPr lang="en-GB" altLang="en-US"/>
          </a:p>
        </p:txBody>
      </p:sp>
      <p:sp>
        <p:nvSpPr>
          <p:cNvPr id="57350" name="TextBox 2">
            <a:extLst>
              <a:ext uri="{FF2B5EF4-FFF2-40B4-BE49-F238E27FC236}">
                <a16:creationId xmlns:a16="http://schemas.microsoft.com/office/drawing/2014/main" id="{2FAA2E98-7B05-28C1-AE4D-0433A96DA0AE}"/>
              </a:ext>
            </a:extLst>
          </p:cNvPr>
          <p:cNvSpPr txBox="1">
            <a:spLocks noChangeArrowheads="1"/>
          </p:cNvSpPr>
          <p:nvPr/>
        </p:nvSpPr>
        <p:spPr bwMode="auto">
          <a:xfrm>
            <a:off x="7373939" y="3948113"/>
            <a:ext cx="28908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WEN – write enable, RDEN – read enable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2B300B9-DA3A-129A-60BE-41458B40FB14}"/>
              </a:ext>
            </a:extLst>
          </p:cNvPr>
          <p:cNvSpPr>
            <a:spLocks noGrp="1" noChangeArrowheads="1"/>
          </p:cNvSpPr>
          <p:nvPr>
            <p:ph type="title"/>
          </p:nvPr>
        </p:nvSpPr>
        <p:spPr/>
        <p:txBody>
          <a:bodyPr/>
          <a:lstStyle/>
          <a:p>
            <a:r>
              <a:rPr lang="en-US" altLang="en-US"/>
              <a:t>Dynamic Random Access Memory (DRAM)</a:t>
            </a:r>
          </a:p>
        </p:txBody>
      </p:sp>
      <p:sp>
        <p:nvSpPr>
          <p:cNvPr id="58371" name="Content Placeholder 95">
            <a:extLst>
              <a:ext uri="{FF2B5EF4-FFF2-40B4-BE49-F238E27FC236}">
                <a16:creationId xmlns:a16="http://schemas.microsoft.com/office/drawing/2014/main" id="{A247AF04-9EA9-115E-7810-A789C79E1C34}"/>
              </a:ext>
            </a:extLst>
          </p:cNvPr>
          <p:cNvSpPr>
            <a:spLocks noGrp="1" noChangeArrowheads="1"/>
          </p:cNvSpPr>
          <p:nvPr>
            <p:ph type="body" sz="quarter" idx="10"/>
          </p:nvPr>
        </p:nvSpPr>
        <p:spPr/>
        <p:txBody>
          <a:bodyPr/>
          <a:lstStyle/>
          <a:p>
            <a:endParaRPr lang="en-US" altLang="en-US" sz="1600"/>
          </a:p>
          <a:p>
            <a:endParaRPr lang="en-US" altLang="en-US" sz="1600"/>
          </a:p>
          <a:p>
            <a:endParaRPr lang="en-US" altLang="en-US" sz="1600"/>
          </a:p>
          <a:p>
            <a:endParaRPr lang="en-US" altLang="en-US" sz="1600"/>
          </a:p>
          <a:p>
            <a:endParaRPr lang="en-US" altLang="en-US" sz="1600"/>
          </a:p>
          <a:p>
            <a:endParaRPr lang="en-US" altLang="en-US" sz="1600"/>
          </a:p>
          <a:p>
            <a:endParaRPr lang="en-US" altLang="en-US" sz="1600"/>
          </a:p>
          <a:p>
            <a:endParaRPr lang="en-US" altLang="en-US" sz="1600"/>
          </a:p>
          <a:p>
            <a:endParaRPr lang="en-US" altLang="en-US" sz="1600"/>
          </a:p>
          <a:p>
            <a:pPr>
              <a:spcBef>
                <a:spcPct val="0"/>
              </a:spcBef>
              <a:buFont typeface="Wingdings" panose="05000000000000000000" pitchFamily="2" charset="2"/>
              <a:buNone/>
            </a:pPr>
            <a:endParaRPr lang="en-US" altLang="en-US" sz="2000"/>
          </a:p>
          <a:p>
            <a:pPr>
              <a:spcBef>
                <a:spcPct val="0"/>
              </a:spcBef>
              <a:buFont typeface="Wingdings" panose="05000000000000000000" pitchFamily="2" charset="2"/>
              <a:buNone/>
            </a:pPr>
            <a:r>
              <a:rPr lang="en-US" altLang="en-US" sz="2000"/>
              <a:t>Bit stores  as a charge in capacitor Cc</a:t>
            </a:r>
            <a:endParaRPr lang="ru-RU" altLang="en-US" sz="2000"/>
          </a:p>
          <a:p>
            <a:pPr>
              <a:spcBef>
                <a:spcPct val="0"/>
              </a:spcBef>
              <a:buFont typeface="Wingdings" panose="05000000000000000000" pitchFamily="2" charset="2"/>
              <a:buNone/>
            </a:pPr>
            <a:r>
              <a:rPr lang="ru-RU" altLang="en-US" sz="2000"/>
              <a:t> </a:t>
            </a:r>
            <a:endParaRPr lang="en-US" altLang="en-US" sz="1600"/>
          </a:p>
        </p:txBody>
      </p:sp>
      <p:grpSp>
        <p:nvGrpSpPr>
          <p:cNvPr id="58372" name="Group 106">
            <a:extLst>
              <a:ext uri="{FF2B5EF4-FFF2-40B4-BE49-F238E27FC236}">
                <a16:creationId xmlns:a16="http://schemas.microsoft.com/office/drawing/2014/main" id="{E89DDFC5-B4AD-F090-1F93-DC6DC93BDE70}"/>
              </a:ext>
            </a:extLst>
          </p:cNvPr>
          <p:cNvGrpSpPr>
            <a:grpSpLocks/>
          </p:cNvGrpSpPr>
          <p:nvPr/>
        </p:nvGrpSpPr>
        <p:grpSpPr bwMode="auto">
          <a:xfrm>
            <a:off x="2332038" y="1655764"/>
            <a:ext cx="7835900" cy="3003749"/>
            <a:chOff x="736600" y="1857376"/>
            <a:chExt cx="7835900" cy="2546350"/>
          </a:xfrm>
        </p:grpSpPr>
        <p:sp>
          <p:nvSpPr>
            <p:cNvPr id="5" name="Rectangle 5">
              <a:extLst>
                <a:ext uri="{FF2B5EF4-FFF2-40B4-BE49-F238E27FC236}">
                  <a16:creationId xmlns:a16="http://schemas.microsoft.com/office/drawing/2014/main" id="{FFE889D0-1966-4ABE-AE63-35B6B5E04CAF}"/>
                </a:ext>
              </a:extLst>
            </p:cNvPr>
            <p:cNvSpPr>
              <a:spLocks noChangeArrowheads="1"/>
            </p:cNvSpPr>
            <p:nvPr/>
          </p:nvSpPr>
          <p:spPr bwMode="auto">
            <a:xfrm>
              <a:off x="4983162" y="2387606"/>
              <a:ext cx="2403475" cy="1867917"/>
            </a:xfrm>
            <a:prstGeom prst="rect">
              <a:avLst/>
            </a:prstGeom>
            <a:solidFill>
              <a:srgbClr val="8446AD"/>
            </a:solidFill>
            <a:ln w="9525">
              <a:solidFill>
                <a:srgbClr val="8446AD"/>
              </a:solidFill>
              <a:miter lim="800000"/>
              <a:headEnd/>
              <a:tailEnd/>
            </a:ln>
          </p:spPr>
          <p:txBody>
            <a:bodyPr wrap="none" anchor="ctr"/>
            <a:lstStyle/>
            <a:p>
              <a:pPr eaLnBrk="1" hangingPunct="1">
                <a:defRPr/>
              </a:pPr>
              <a:endParaRPr lang="en-US" sz="1600"/>
            </a:p>
          </p:txBody>
        </p:sp>
        <p:sp>
          <p:nvSpPr>
            <p:cNvPr id="58377" name="Line 65">
              <a:extLst>
                <a:ext uri="{FF2B5EF4-FFF2-40B4-BE49-F238E27FC236}">
                  <a16:creationId xmlns:a16="http://schemas.microsoft.com/office/drawing/2014/main" id="{92669BD4-A7B1-85A0-8B5C-E7850DE55D37}"/>
                </a:ext>
              </a:extLst>
            </p:cNvPr>
            <p:cNvSpPr>
              <a:spLocks noChangeShapeType="1"/>
            </p:cNvSpPr>
            <p:nvPr/>
          </p:nvSpPr>
          <p:spPr bwMode="auto">
            <a:xfrm>
              <a:off x="5864225" y="1968501"/>
              <a:ext cx="0" cy="24352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78" name="Line 66">
              <a:extLst>
                <a:ext uri="{FF2B5EF4-FFF2-40B4-BE49-F238E27FC236}">
                  <a16:creationId xmlns:a16="http://schemas.microsoft.com/office/drawing/2014/main" id="{8218C50F-7782-3203-F206-6DE0C34B8431}"/>
                </a:ext>
              </a:extLst>
            </p:cNvPr>
            <p:cNvSpPr>
              <a:spLocks noChangeShapeType="1"/>
            </p:cNvSpPr>
            <p:nvPr/>
          </p:nvSpPr>
          <p:spPr bwMode="auto">
            <a:xfrm>
              <a:off x="4926013" y="2590801"/>
              <a:ext cx="2197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79" name="Line 67">
              <a:extLst>
                <a:ext uri="{FF2B5EF4-FFF2-40B4-BE49-F238E27FC236}">
                  <a16:creationId xmlns:a16="http://schemas.microsoft.com/office/drawing/2014/main" id="{1D1638F3-ED86-5BAC-CA11-08184C0F054D}"/>
                </a:ext>
              </a:extLst>
            </p:cNvPr>
            <p:cNvSpPr>
              <a:spLocks noChangeShapeType="1"/>
            </p:cNvSpPr>
            <p:nvPr/>
          </p:nvSpPr>
          <p:spPr bwMode="auto">
            <a:xfrm>
              <a:off x="6521450" y="2590801"/>
              <a:ext cx="0" cy="236538"/>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8380" name="Line 68">
              <a:extLst>
                <a:ext uri="{FF2B5EF4-FFF2-40B4-BE49-F238E27FC236}">
                  <a16:creationId xmlns:a16="http://schemas.microsoft.com/office/drawing/2014/main" id="{0CC1252E-F10C-D521-E78D-3A2920AABDB5}"/>
                </a:ext>
              </a:extLst>
            </p:cNvPr>
            <p:cNvSpPr>
              <a:spLocks noChangeShapeType="1"/>
            </p:cNvSpPr>
            <p:nvPr/>
          </p:nvSpPr>
          <p:spPr bwMode="auto">
            <a:xfrm>
              <a:off x="6303963" y="2833689"/>
              <a:ext cx="439737" cy="0"/>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1" name="Line 69">
              <a:extLst>
                <a:ext uri="{FF2B5EF4-FFF2-40B4-BE49-F238E27FC236}">
                  <a16:creationId xmlns:a16="http://schemas.microsoft.com/office/drawing/2014/main" id="{A308F7BC-3CEE-BA1C-C3D6-9D4DED5B8C4E}"/>
                </a:ext>
              </a:extLst>
            </p:cNvPr>
            <p:cNvSpPr>
              <a:spLocks noChangeShapeType="1"/>
            </p:cNvSpPr>
            <p:nvPr/>
          </p:nvSpPr>
          <p:spPr bwMode="auto">
            <a:xfrm flipV="1">
              <a:off x="6292850" y="2967039"/>
              <a:ext cx="434975" cy="1587"/>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2" name="Line 70">
              <a:extLst>
                <a:ext uri="{FF2B5EF4-FFF2-40B4-BE49-F238E27FC236}">
                  <a16:creationId xmlns:a16="http://schemas.microsoft.com/office/drawing/2014/main" id="{C7ED1EAC-3E08-46AB-356D-9459CEB0F823}"/>
                </a:ext>
              </a:extLst>
            </p:cNvPr>
            <p:cNvSpPr>
              <a:spLocks noChangeShapeType="1"/>
            </p:cNvSpPr>
            <p:nvPr/>
          </p:nvSpPr>
          <p:spPr bwMode="auto">
            <a:xfrm>
              <a:off x="6713538" y="2968626"/>
              <a:ext cx="0" cy="2619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3" name="Line 71">
              <a:extLst>
                <a:ext uri="{FF2B5EF4-FFF2-40B4-BE49-F238E27FC236}">
                  <a16:creationId xmlns:a16="http://schemas.microsoft.com/office/drawing/2014/main" id="{561C6BAF-2189-DC48-620A-0D22152E89F7}"/>
                </a:ext>
              </a:extLst>
            </p:cNvPr>
            <p:cNvSpPr>
              <a:spLocks noChangeShapeType="1"/>
            </p:cNvSpPr>
            <p:nvPr/>
          </p:nvSpPr>
          <p:spPr bwMode="auto">
            <a:xfrm>
              <a:off x="6315075" y="2959101"/>
              <a:ext cx="0" cy="2714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4" name="Line 72">
              <a:extLst>
                <a:ext uri="{FF2B5EF4-FFF2-40B4-BE49-F238E27FC236}">
                  <a16:creationId xmlns:a16="http://schemas.microsoft.com/office/drawing/2014/main" id="{43901F1D-BD79-94D8-924B-8C154423DF45}"/>
                </a:ext>
              </a:extLst>
            </p:cNvPr>
            <p:cNvSpPr>
              <a:spLocks noChangeShapeType="1"/>
            </p:cNvSpPr>
            <p:nvPr/>
          </p:nvSpPr>
          <p:spPr bwMode="auto">
            <a:xfrm>
              <a:off x="6700838" y="3230564"/>
              <a:ext cx="2635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5" name="Line 73">
              <a:extLst>
                <a:ext uri="{FF2B5EF4-FFF2-40B4-BE49-F238E27FC236}">
                  <a16:creationId xmlns:a16="http://schemas.microsoft.com/office/drawing/2014/main" id="{3FA933DF-E8A6-CFB1-D48F-CE55233D6EE5}"/>
                </a:ext>
              </a:extLst>
            </p:cNvPr>
            <p:cNvSpPr>
              <a:spLocks noChangeShapeType="1"/>
            </p:cNvSpPr>
            <p:nvPr/>
          </p:nvSpPr>
          <p:spPr bwMode="auto">
            <a:xfrm>
              <a:off x="6964363" y="3230564"/>
              <a:ext cx="0" cy="2794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6" name="Line 74">
              <a:extLst>
                <a:ext uri="{FF2B5EF4-FFF2-40B4-BE49-F238E27FC236}">
                  <a16:creationId xmlns:a16="http://schemas.microsoft.com/office/drawing/2014/main" id="{FF399C2F-B7C9-1E1B-C192-231AC4E94555}"/>
                </a:ext>
              </a:extLst>
            </p:cNvPr>
            <p:cNvSpPr>
              <a:spLocks noChangeShapeType="1"/>
            </p:cNvSpPr>
            <p:nvPr/>
          </p:nvSpPr>
          <p:spPr bwMode="auto">
            <a:xfrm>
              <a:off x="6853238" y="3509964"/>
              <a:ext cx="2206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7" name="Line 75">
              <a:extLst>
                <a:ext uri="{FF2B5EF4-FFF2-40B4-BE49-F238E27FC236}">
                  <a16:creationId xmlns:a16="http://schemas.microsoft.com/office/drawing/2014/main" id="{AAD45E3A-58C2-55F8-B374-EF180EFCF065}"/>
                </a:ext>
              </a:extLst>
            </p:cNvPr>
            <p:cNvSpPr>
              <a:spLocks noChangeShapeType="1"/>
            </p:cNvSpPr>
            <p:nvPr/>
          </p:nvSpPr>
          <p:spPr bwMode="auto">
            <a:xfrm>
              <a:off x="6854825" y="3609976"/>
              <a:ext cx="2206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8" name="Line 76">
              <a:extLst>
                <a:ext uri="{FF2B5EF4-FFF2-40B4-BE49-F238E27FC236}">
                  <a16:creationId xmlns:a16="http://schemas.microsoft.com/office/drawing/2014/main" id="{ECE02A00-B755-B91B-0D2C-AA2F19E4307D}"/>
                </a:ext>
              </a:extLst>
            </p:cNvPr>
            <p:cNvSpPr>
              <a:spLocks noChangeShapeType="1"/>
            </p:cNvSpPr>
            <p:nvPr/>
          </p:nvSpPr>
          <p:spPr bwMode="auto">
            <a:xfrm>
              <a:off x="6964363" y="3609976"/>
              <a:ext cx="0" cy="4413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9" name="Line 77">
              <a:extLst>
                <a:ext uri="{FF2B5EF4-FFF2-40B4-BE49-F238E27FC236}">
                  <a16:creationId xmlns:a16="http://schemas.microsoft.com/office/drawing/2014/main" id="{FE57555F-0779-CEFF-51B8-22F2F4F42027}"/>
                </a:ext>
              </a:extLst>
            </p:cNvPr>
            <p:cNvSpPr>
              <a:spLocks noChangeShapeType="1"/>
            </p:cNvSpPr>
            <p:nvPr/>
          </p:nvSpPr>
          <p:spPr bwMode="auto">
            <a:xfrm flipH="1">
              <a:off x="6865938" y="4051301"/>
              <a:ext cx="1857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90" name="Line 78">
              <a:extLst>
                <a:ext uri="{FF2B5EF4-FFF2-40B4-BE49-F238E27FC236}">
                  <a16:creationId xmlns:a16="http://schemas.microsoft.com/office/drawing/2014/main" id="{D29778A7-B47D-A706-FF3A-B690AE4F3292}"/>
                </a:ext>
              </a:extLst>
            </p:cNvPr>
            <p:cNvSpPr>
              <a:spLocks noChangeShapeType="1"/>
            </p:cNvSpPr>
            <p:nvPr/>
          </p:nvSpPr>
          <p:spPr bwMode="auto">
            <a:xfrm>
              <a:off x="5645150" y="3781426"/>
              <a:ext cx="219075"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8391" name="Line 81">
              <a:extLst>
                <a:ext uri="{FF2B5EF4-FFF2-40B4-BE49-F238E27FC236}">
                  <a16:creationId xmlns:a16="http://schemas.microsoft.com/office/drawing/2014/main" id="{982761BC-0F47-620F-49B6-CBE7D89DE0C7}"/>
                </a:ext>
              </a:extLst>
            </p:cNvPr>
            <p:cNvSpPr>
              <a:spLocks noChangeShapeType="1"/>
            </p:cNvSpPr>
            <p:nvPr/>
          </p:nvSpPr>
          <p:spPr bwMode="auto">
            <a:xfrm flipH="1">
              <a:off x="5526088" y="3650800"/>
              <a:ext cx="1587" cy="2743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92" name="Line 83">
              <a:extLst>
                <a:ext uri="{FF2B5EF4-FFF2-40B4-BE49-F238E27FC236}">
                  <a16:creationId xmlns:a16="http://schemas.microsoft.com/office/drawing/2014/main" id="{759CDA6C-0F52-3B7D-D839-0C84D7E672B6}"/>
                </a:ext>
              </a:extLst>
            </p:cNvPr>
            <p:cNvSpPr>
              <a:spLocks noChangeShapeType="1"/>
            </p:cNvSpPr>
            <p:nvPr/>
          </p:nvSpPr>
          <p:spPr bwMode="auto">
            <a:xfrm flipH="1">
              <a:off x="5314950" y="3781426"/>
              <a:ext cx="2206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93" name="Line 84">
              <a:extLst>
                <a:ext uri="{FF2B5EF4-FFF2-40B4-BE49-F238E27FC236}">
                  <a16:creationId xmlns:a16="http://schemas.microsoft.com/office/drawing/2014/main" id="{85F8BFB7-A072-FF68-9DDE-89FF255AEE42}"/>
                </a:ext>
              </a:extLst>
            </p:cNvPr>
            <p:cNvSpPr>
              <a:spLocks noChangeShapeType="1"/>
            </p:cNvSpPr>
            <p:nvPr/>
          </p:nvSpPr>
          <p:spPr bwMode="auto">
            <a:xfrm flipH="1">
              <a:off x="5319713" y="3702051"/>
              <a:ext cx="1587" cy="157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94" name="Line 85">
              <a:extLst>
                <a:ext uri="{FF2B5EF4-FFF2-40B4-BE49-F238E27FC236}">
                  <a16:creationId xmlns:a16="http://schemas.microsoft.com/office/drawing/2014/main" id="{600A4266-4EC3-B30F-E24F-4F96904A5C1B}"/>
                </a:ext>
              </a:extLst>
            </p:cNvPr>
            <p:cNvSpPr>
              <a:spLocks noChangeShapeType="1"/>
            </p:cNvSpPr>
            <p:nvPr/>
          </p:nvSpPr>
          <p:spPr bwMode="auto">
            <a:xfrm flipH="1">
              <a:off x="5864225" y="3236914"/>
              <a:ext cx="457200"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8395" name="Line 86">
              <a:extLst>
                <a:ext uri="{FF2B5EF4-FFF2-40B4-BE49-F238E27FC236}">
                  <a16:creationId xmlns:a16="http://schemas.microsoft.com/office/drawing/2014/main" id="{E7C32D45-B9EF-6620-EAA1-DA9720DFFACD}"/>
                </a:ext>
              </a:extLst>
            </p:cNvPr>
            <p:cNvSpPr>
              <a:spLocks noChangeShapeType="1"/>
            </p:cNvSpPr>
            <p:nvPr/>
          </p:nvSpPr>
          <p:spPr bwMode="auto">
            <a:xfrm flipH="1">
              <a:off x="6700838" y="3379789"/>
              <a:ext cx="263525" cy="0"/>
            </a:xfrm>
            <a:prstGeom prst="line">
              <a:avLst/>
            </a:prstGeom>
            <a:noFill/>
            <a:ln w="25400">
              <a:solidFill>
                <a:srgbClr val="000000"/>
              </a:solidFill>
              <a:prstDash val="dash"/>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8396" name="Line 87">
              <a:extLst>
                <a:ext uri="{FF2B5EF4-FFF2-40B4-BE49-F238E27FC236}">
                  <a16:creationId xmlns:a16="http://schemas.microsoft.com/office/drawing/2014/main" id="{0CDD61BC-017F-DADB-0B55-6D95055E089A}"/>
                </a:ext>
              </a:extLst>
            </p:cNvPr>
            <p:cNvSpPr>
              <a:spLocks noChangeShapeType="1"/>
            </p:cNvSpPr>
            <p:nvPr/>
          </p:nvSpPr>
          <p:spPr bwMode="auto">
            <a:xfrm>
              <a:off x="6700838" y="3379789"/>
              <a:ext cx="0" cy="130175"/>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8397" name="Rectangle 88">
              <a:extLst>
                <a:ext uri="{FF2B5EF4-FFF2-40B4-BE49-F238E27FC236}">
                  <a16:creationId xmlns:a16="http://schemas.microsoft.com/office/drawing/2014/main" id="{C5FBD021-CBF3-8728-7AE2-6AC93E36EDE8}"/>
                </a:ext>
              </a:extLst>
            </p:cNvPr>
            <p:cNvSpPr>
              <a:spLocks noChangeArrowheads="1"/>
            </p:cNvSpPr>
            <p:nvPr/>
          </p:nvSpPr>
          <p:spPr bwMode="auto">
            <a:xfrm>
              <a:off x="6648450" y="3509964"/>
              <a:ext cx="109538" cy="34925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58398" name="Line 89">
              <a:extLst>
                <a:ext uri="{FF2B5EF4-FFF2-40B4-BE49-F238E27FC236}">
                  <a16:creationId xmlns:a16="http://schemas.microsoft.com/office/drawing/2014/main" id="{1DB1B63D-45D0-69C0-BD72-8A3F5116D831}"/>
                </a:ext>
              </a:extLst>
            </p:cNvPr>
            <p:cNvSpPr>
              <a:spLocks noChangeShapeType="1"/>
            </p:cNvSpPr>
            <p:nvPr/>
          </p:nvSpPr>
          <p:spPr bwMode="auto">
            <a:xfrm flipH="1">
              <a:off x="6700838" y="3938589"/>
              <a:ext cx="263525" cy="0"/>
            </a:xfrm>
            <a:prstGeom prst="line">
              <a:avLst/>
            </a:prstGeom>
            <a:noFill/>
            <a:ln w="25400">
              <a:solidFill>
                <a:srgbClr val="000000"/>
              </a:solidFill>
              <a:prstDash val="dash"/>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8399" name="Line 90">
              <a:extLst>
                <a:ext uri="{FF2B5EF4-FFF2-40B4-BE49-F238E27FC236}">
                  <a16:creationId xmlns:a16="http://schemas.microsoft.com/office/drawing/2014/main" id="{1AE4294B-2673-6047-8FB4-23DFEBB8F48F}"/>
                </a:ext>
              </a:extLst>
            </p:cNvPr>
            <p:cNvSpPr>
              <a:spLocks noChangeShapeType="1"/>
            </p:cNvSpPr>
            <p:nvPr/>
          </p:nvSpPr>
          <p:spPr bwMode="auto">
            <a:xfrm flipV="1">
              <a:off x="6700838" y="3859214"/>
              <a:ext cx="0" cy="79375"/>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8400" name="Text Box 92">
              <a:extLst>
                <a:ext uri="{FF2B5EF4-FFF2-40B4-BE49-F238E27FC236}">
                  <a16:creationId xmlns:a16="http://schemas.microsoft.com/office/drawing/2014/main" id="{5C9E2AF4-3AF6-7034-9817-EE4A95FDEDF7}"/>
                </a:ext>
              </a:extLst>
            </p:cNvPr>
            <p:cNvSpPr txBox="1">
              <a:spLocks noChangeArrowheads="1"/>
            </p:cNvSpPr>
            <p:nvPr/>
          </p:nvSpPr>
          <p:spPr bwMode="auto">
            <a:xfrm>
              <a:off x="7299325" y="2224089"/>
              <a:ext cx="1273175"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“wordline”</a:t>
              </a:r>
            </a:p>
            <a:p>
              <a:r>
                <a:rPr lang="en-US" altLang="en-US"/>
                <a:t> (select)</a:t>
              </a:r>
            </a:p>
            <a:p>
              <a:endParaRPr lang="en-US" altLang="en-US"/>
            </a:p>
            <a:p>
              <a:endParaRPr lang="en-US" altLang="en-US"/>
            </a:p>
          </p:txBody>
        </p:sp>
        <p:sp>
          <p:nvSpPr>
            <p:cNvPr id="58401" name="Text Box 93">
              <a:extLst>
                <a:ext uri="{FF2B5EF4-FFF2-40B4-BE49-F238E27FC236}">
                  <a16:creationId xmlns:a16="http://schemas.microsoft.com/office/drawing/2014/main" id="{5D97E6CA-43E3-F674-F256-3D82B5FF682B}"/>
                </a:ext>
              </a:extLst>
            </p:cNvPr>
            <p:cNvSpPr txBox="1">
              <a:spLocks noChangeArrowheads="1"/>
            </p:cNvSpPr>
            <p:nvPr/>
          </p:nvSpPr>
          <p:spPr bwMode="auto">
            <a:xfrm>
              <a:off x="6980238" y="3300414"/>
              <a:ext cx="509587"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a:t>Cc</a:t>
              </a:r>
            </a:p>
            <a:p>
              <a:endParaRPr lang="en-US" altLang="en-US" sz="2000"/>
            </a:p>
          </p:txBody>
        </p:sp>
        <p:sp>
          <p:nvSpPr>
            <p:cNvPr id="58402" name="Text Box 94">
              <a:extLst>
                <a:ext uri="{FF2B5EF4-FFF2-40B4-BE49-F238E27FC236}">
                  <a16:creationId xmlns:a16="http://schemas.microsoft.com/office/drawing/2014/main" id="{8D802397-F75F-F766-B9B4-088FBB8710B8}"/>
                </a:ext>
              </a:extLst>
            </p:cNvPr>
            <p:cNvSpPr txBox="1">
              <a:spLocks noChangeArrowheads="1"/>
            </p:cNvSpPr>
            <p:nvPr/>
          </p:nvSpPr>
          <p:spPr bwMode="auto">
            <a:xfrm>
              <a:off x="6143625" y="3468689"/>
              <a:ext cx="60325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Rн</a:t>
              </a:r>
            </a:p>
            <a:p>
              <a:endParaRPr lang="en-US" altLang="en-US" sz="1600"/>
            </a:p>
          </p:txBody>
        </p:sp>
        <p:sp>
          <p:nvSpPr>
            <p:cNvPr id="58403" name="Text Box 95">
              <a:extLst>
                <a:ext uri="{FF2B5EF4-FFF2-40B4-BE49-F238E27FC236}">
                  <a16:creationId xmlns:a16="http://schemas.microsoft.com/office/drawing/2014/main" id="{93A1C441-1BAD-8C78-FC8D-55B1DCF3A14F}"/>
                </a:ext>
              </a:extLst>
            </p:cNvPr>
            <p:cNvSpPr txBox="1">
              <a:spLocks noChangeArrowheads="1"/>
            </p:cNvSpPr>
            <p:nvPr/>
          </p:nvSpPr>
          <p:spPr bwMode="auto">
            <a:xfrm>
              <a:off x="5003800" y="3295651"/>
              <a:ext cx="569913"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a:t>Cl</a:t>
              </a:r>
            </a:p>
            <a:p>
              <a:endParaRPr lang="en-US" altLang="en-US" sz="2000"/>
            </a:p>
          </p:txBody>
        </p:sp>
        <p:grpSp>
          <p:nvGrpSpPr>
            <p:cNvPr id="58404" name="Group 96">
              <a:extLst>
                <a:ext uri="{FF2B5EF4-FFF2-40B4-BE49-F238E27FC236}">
                  <a16:creationId xmlns:a16="http://schemas.microsoft.com/office/drawing/2014/main" id="{C0F2BF3B-0477-1E6B-B34B-63EDA65AE985}"/>
                </a:ext>
              </a:extLst>
            </p:cNvPr>
            <p:cNvGrpSpPr>
              <a:grpSpLocks/>
            </p:cNvGrpSpPr>
            <p:nvPr/>
          </p:nvGrpSpPr>
          <p:grpSpPr bwMode="auto">
            <a:xfrm>
              <a:off x="736600" y="1966914"/>
              <a:ext cx="4024313" cy="2406064"/>
              <a:chOff x="928688" y="1489541"/>
              <a:chExt cx="4023866" cy="2406653"/>
            </a:xfrm>
          </p:grpSpPr>
          <p:sp>
            <p:nvSpPr>
              <p:cNvPr id="58407" name="Line 54">
                <a:extLst>
                  <a:ext uri="{FF2B5EF4-FFF2-40B4-BE49-F238E27FC236}">
                    <a16:creationId xmlns:a16="http://schemas.microsoft.com/office/drawing/2014/main" id="{3826A1FD-092C-9FD6-8D7E-B1D3E0A3FA84}"/>
                  </a:ext>
                </a:extLst>
              </p:cNvPr>
              <p:cNvSpPr>
                <a:spLocks noChangeShapeType="1"/>
              </p:cNvSpPr>
              <p:nvPr/>
            </p:nvSpPr>
            <p:spPr bwMode="auto">
              <a:xfrm flipV="1">
                <a:off x="3872322" y="2388984"/>
                <a:ext cx="352772" cy="423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08" name="Line 6">
                <a:extLst>
                  <a:ext uri="{FF2B5EF4-FFF2-40B4-BE49-F238E27FC236}">
                    <a16:creationId xmlns:a16="http://schemas.microsoft.com/office/drawing/2014/main" id="{A7DD3540-8708-AE42-00E4-B2CE5BAE1875}"/>
                  </a:ext>
                </a:extLst>
              </p:cNvPr>
              <p:cNvSpPr>
                <a:spLocks noChangeShapeType="1"/>
              </p:cNvSpPr>
              <p:nvPr/>
            </p:nvSpPr>
            <p:spPr bwMode="auto">
              <a:xfrm>
                <a:off x="1456361" y="2417406"/>
                <a:ext cx="635528" cy="1496"/>
              </a:xfrm>
              <a:prstGeom prst="line">
                <a:avLst/>
              </a:prstGeom>
              <a:noFill/>
              <a:ln w="857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09" name="Line 7">
                <a:extLst>
                  <a:ext uri="{FF2B5EF4-FFF2-40B4-BE49-F238E27FC236}">
                    <a16:creationId xmlns:a16="http://schemas.microsoft.com/office/drawing/2014/main" id="{B0762128-8090-4BD8-BAB4-58A7D511452F}"/>
                  </a:ext>
                </a:extLst>
              </p:cNvPr>
              <p:cNvSpPr>
                <a:spLocks noChangeShapeType="1"/>
              </p:cNvSpPr>
              <p:nvPr/>
            </p:nvSpPr>
            <p:spPr bwMode="auto">
              <a:xfrm>
                <a:off x="2059712" y="2388984"/>
                <a:ext cx="222166" cy="430932"/>
              </a:xfrm>
              <a:prstGeom prst="line">
                <a:avLst/>
              </a:prstGeom>
              <a:noFill/>
              <a:ln w="889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10" name="Line 8">
                <a:extLst>
                  <a:ext uri="{FF2B5EF4-FFF2-40B4-BE49-F238E27FC236}">
                    <a16:creationId xmlns:a16="http://schemas.microsoft.com/office/drawing/2014/main" id="{1323F604-B09E-2BDD-D57F-E6480D0830A4}"/>
                  </a:ext>
                </a:extLst>
              </p:cNvPr>
              <p:cNvSpPr>
                <a:spLocks noChangeShapeType="1"/>
              </p:cNvSpPr>
              <p:nvPr/>
            </p:nvSpPr>
            <p:spPr bwMode="auto">
              <a:xfrm>
                <a:off x="2237445" y="2819916"/>
                <a:ext cx="222166" cy="1496"/>
              </a:xfrm>
              <a:prstGeom prst="line">
                <a:avLst/>
              </a:prstGeom>
              <a:noFill/>
              <a:ln w="857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11" name="Line 9">
                <a:extLst>
                  <a:ext uri="{FF2B5EF4-FFF2-40B4-BE49-F238E27FC236}">
                    <a16:creationId xmlns:a16="http://schemas.microsoft.com/office/drawing/2014/main" id="{7E152377-493A-4DE8-07E8-A727B9357185}"/>
                  </a:ext>
                </a:extLst>
              </p:cNvPr>
              <p:cNvSpPr>
                <a:spLocks noChangeShapeType="1"/>
              </p:cNvSpPr>
              <p:nvPr/>
            </p:nvSpPr>
            <p:spPr bwMode="auto">
              <a:xfrm flipV="1">
                <a:off x="2439413" y="2371028"/>
                <a:ext cx="138686" cy="43991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12" name="Line 10">
                <a:extLst>
                  <a:ext uri="{FF2B5EF4-FFF2-40B4-BE49-F238E27FC236}">
                    <a16:creationId xmlns:a16="http://schemas.microsoft.com/office/drawing/2014/main" id="{D8D73482-1898-4CFB-CCCC-E31AF59481CC}"/>
                  </a:ext>
                </a:extLst>
              </p:cNvPr>
              <p:cNvSpPr>
                <a:spLocks noChangeShapeType="1"/>
              </p:cNvSpPr>
              <p:nvPr/>
            </p:nvSpPr>
            <p:spPr bwMode="auto">
              <a:xfrm>
                <a:off x="2560595" y="2378351"/>
                <a:ext cx="222569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11">
                <a:extLst>
                  <a:ext uri="{FF2B5EF4-FFF2-40B4-BE49-F238E27FC236}">
                    <a16:creationId xmlns:a16="http://schemas.microsoft.com/office/drawing/2014/main" id="{0B19B066-6CFE-497C-A1E0-E95882FF61B0}"/>
                  </a:ext>
                </a:extLst>
              </p:cNvPr>
              <p:cNvSpPr>
                <a:spLocks noChangeShapeType="1"/>
              </p:cNvSpPr>
              <p:nvPr/>
            </p:nvSpPr>
            <p:spPr bwMode="auto">
              <a:xfrm flipV="1">
                <a:off x="1527109" y="2825678"/>
                <a:ext cx="3276236" cy="12114"/>
              </a:xfrm>
              <a:prstGeom prst="line">
                <a:avLst/>
              </a:prstGeom>
              <a:ln w="28575">
                <a:headEnd/>
                <a:tailEnd/>
              </a:ln>
            </p:spPr>
            <p:style>
              <a:lnRef idx="1">
                <a:schemeClr val="dk1"/>
              </a:lnRef>
              <a:fillRef idx="0">
                <a:schemeClr val="dk1"/>
              </a:fillRef>
              <a:effectRef idx="0">
                <a:schemeClr val="dk1"/>
              </a:effectRef>
              <a:fontRef idx="minor">
                <a:schemeClr val="tx1"/>
              </a:fontRef>
            </p:style>
            <p:txBody>
              <a:bodyPr/>
              <a:lstStyle/>
              <a:p>
                <a:pPr eaLnBrk="1" hangingPunct="1">
                  <a:defRPr/>
                </a:pPr>
                <a:endParaRPr lang="en-GB"/>
              </a:p>
            </p:txBody>
          </p:sp>
          <p:sp>
            <p:nvSpPr>
              <p:cNvPr id="58414" name="AutoShape 12">
                <a:extLst>
                  <a:ext uri="{FF2B5EF4-FFF2-40B4-BE49-F238E27FC236}">
                    <a16:creationId xmlns:a16="http://schemas.microsoft.com/office/drawing/2014/main" id="{FFB864A9-4965-B36A-F293-60F9F941B0FA}"/>
                  </a:ext>
                </a:extLst>
              </p:cNvPr>
              <p:cNvSpPr>
                <a:spLocks noChangeArrowheads="1"/>
              </p:cNvSpPr>
              <p:nvPr/>
            </p:nvSpPr>
            <p:spPr bwMode="auto">
              <a:xfrm>
                <a:off x="2665618" y="2557905"/>
                <a:ext cx="782292" cy="137160"/>
              </a:xfrm>
              <a:prstGeom prst="roundRect">
                <a:avLst>
                  <a:gd name="adj" fmla="val 16667"/>
                </a:avLst>
              </a:prstGeom>
              <a:solidFill>
                <a:srgbClr val="C0C0C0"/>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58415" name="Arc 14">
                <a:extLst>
                  <a:ext uri="{FF2B5EF4-FFF2-40B4-BE49-F238E27FC236}">
                    <a16:creationId xmlns:a16="http://schemas.microsoft.com/office/drawing/2014/main" id="{6AEDB059-4E9C-75BE-51C8-32C19071C29F}"/>
                  </a:ext>
                </a:extLst>
              </p:cNvPr>
              <p:cNvSpPr>
                <a:spLocks/>
              </p:cNvSpPr>
              <p:nvPr/>
            </p:nvSpPr>
            <p:spPr bwMode="auto">
              <a:xfrm rot="10800000" flipV="1">
                <a:off x="3465414" y="2560560"/>
                <a:ext cx="591095" cy="274320"/>
              </a:xfrm>
              <a:custGeom>
                <a:avLst/>
                <a:gdLst>
                  <a:gd name="T0" fmla="*/ 0 w 21600"/>
                  <a:gd name="T1" fmla="*/ 0 h 25621"/>
                  <a:gd name="T2" fmla="*/ 2147483646 w 21600"/>
                  <a:gd name="T3" fmla="*/ 2147483646 h 25621"/>
                  <a:gd name="T4" fmla="*/ 0 w 21600"/>
                  <a:gd name="T5" fmla="*/ 2147483646 h 25621"/>
                  <a:gd name="T6" fmla="*/ 0 60000 65536"/>
                  <a:gd name="T7" fmla="*/ 0 60000 65536"/>
                  <a:gd name="T8" fmla="*/ 0 60000 65536"/>
                  <a:gd name="T9" fmla="*/ 0 w 21600"/>
                  <a:gd name="T10" fmla="*/ 0 h 25621"/>
                  <a:gd name="T11" fmla="*/ 21600 w 21600"/>
                  <a:gd name="T12" fmla="*/ 25621 h 25621"/>
                </a:gdLst>
                <a:ahLst/>
                <a:cxnLst>
                  <a:cxn ang="T6">
                    <a:pos x="T0" y="T1"/>
                  </a:cxn>
                  <a:cxn ang="T7">
                    <a:pos x="T2" y="T3"/>
                  </a:cxn>
                  <a:cxn ang="T8">
                    <a:pos x="T4" y="T5"/>
                  </a:cxn>
                </a:cxnLst>
                <a:rect l="T9" t="T10" r="T11" b="T12"/>
                <a:pathLst>
                  <a:path w="21600" h="25621" fill="none" extrusionOk="0">
                    <a:moveTo>
                      <a:pt x="-1" y="0"/>
                    </a:moveTo>
                    <a:cubicBezTo>
                      <a:pt x="11929" y="0"/>
                      <a:pt x="21600" y="9670"/>
                      <a:pt x="21600" y="21600"/>
                    </a:cubicBezTo>
                    <a:cubicBezTo>
                      <a:pt x="21600" y="22949"/>
                      <a:pt x="21473" y="24295"/>
                      <a:pt x="21222" y="25620"/>
                    </a:cubicBezTo>
                  </a:path>
                  <a:path w="21600" h="25621" stroke="0" extrusionOk="0">
                    <a:moveTo>
                      <a:pt x="-1" y="0"/>
                    </a:moveTo>
                    <a:cubicBezTo>
                      <a:pt x="11929" y="0"/>
                      <a:pt x="21600" y="9670"/>
                      <a:pt x="21600" y="21600"/>
                    </a:cubicBezTo>
                    <a:cubicBezTo>
                      <a:pt x="21600" y="22949"/>
                      <a:pt x="21473" y="24295"/>
                      <a:pt x="21222" y="25620"/>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 </a:t>
                </a:r>
              </a:p>
            </p:txBody>
          </p:sp>
          <p:sp>
            <p:nvSpPr>
              <p:cNvPr id="58416" name="Freeform 106">
                <a:extLst>
                  <a:ext uri="{FF2B5EF4-FFF2-40B4-BE49-F238E27FC236}">
                    <a16:creationId xmlns:a16="http://schemas.microsoft.com/office/drawing/2014/main" id="{E18364E8-F2BF-4CE0-3C0F-5709DEF140B3}"/>
                  </a:ext>
                </a:extLst>
              </p:cNvPr>
              <p:cNvSpPr>
                <a:spLocks/>
              </p:cNvSpPr>
              <p:nvPr/>
            </p:nvSpPr>
            <p:spPr bwMode="auto">
              <a:xfrm>
                <a:off x="3966296" y="2631383"/>
                <a:ext cx="63284" cy="89778"/>
              </a:xfrm>
              <a:custGeom>
                <a:avLst/>
                <a:gdLst>
                  <a:gd name="T0" fmla="*/ 0 w 12"/>
                  <a:gd name="T1" fmla="*/ 0 h 60"/>
                  <a:gd name="T2" fmla="*/ 2147483646 w 12"/>
                  <a:gd name="T3" fmla="*/ 2147483646 h 60"/>
                  <a:gd name="T4" fmla="*/ 0 60000 65536"/>
                  <a:gd name="T5" fmla="*/ 0 60000 65536"/>
                  <a:gd name="T6" fmla="*/ 0 w 12"/>
                  <a:gd name="T7" fmla="*/ 0 h 60"/>
                  <a:gd name="T8" fmla="*/ 12 w 12"/>
                  <a:gd name="T9" fmla="*/ 60 h 60"/>
                </a:gdLst>
                <a:ahLst/>
                <a:cxnLst>
                  <a:cxn ang="T4">
                    <a:pos x="T0" y="T1"/>
                  </a:cxn>
                  <a:cxn ang="T5">
                    <a:pos x="T2" y="T3"/>
                  </a:cxn>
                </a:cxnLst>
                <a:rect l="T6" t="T7" r="T8" b="T9"/>
                <a:pathLst>
                  <a:path w="12" h="60">
                    <a:moveTo>
                      <a:pt x="0" y="0"/>
                    </a:moveTo>
                    <a:cubicBezTo>
                      <a:pt x="5" y="19"/>
                      <a:pt x="12" y="40"/>
                      <a:pt x="12" y="60"/>
                    </a:cubicBezTo>
                  </a:path>
                </a:pathLst>
              </a:cu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17" name="Line 16">
                <a:extLst>
                  <a:ext uri="{FF2B5EF4-FFF2-40B4-BE49-F238E27FC236}">
                    <a16:creationId xmlns:a16="http://schemas.microsoft.com/office/drawing/2014/main" id="{832F66D1-F9C8-694D-694B-E82A6FB78D37}"/>
                  </a:ext>
                </a:extLst>
              </p:cNvPr>
              <p:cNvSpPr>
                <a:spLocks noChangeShapeType="1"/>
              </p:cNvSpPr>
              <p:nvPr/>
            </p:nvSpPr>
            <p:spPr bwMode="auto">
              <a:xfrm>
                <a:off x="4572202" y="2380006"/>
                <a:ext cx="1347" cy="465347"/>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 name="AutoShape 17">
                <a:extLst>
                  <a:ext uri="{FF2B5EF4-FFF2-40B4-BE49-F238E27FC236}">
                    <a16:creationId xmlns:a16="http://schemas.microsoft.com/office/drawing/2014/main" id="{7E5581EC-5A8F-48DD-8F3F-F23803FD4619}"/>
                  </a:ext>
                </a:extLst>
              </p:cNvPr>
              <p:cNvSpPr>
                <a:spLocks/>
              </p:cNvSpPr>
              <p:nvPr/>
            </p:nvSpPr>
            <p:spPr bwMode="auto">
              <a:xfrm rot="16200000">
                <a:off x="2218580" y="2727281"/>
                <a:ext cx="267873" cy="488896"/>
              </a:xfrm>
              <a:prstGeom prst="leftBracket">
                <a:avLst>
                  <a:gd name="adj" fmla="val 16806"/>
                </a:avLst>
              </a:prstGeom>
              <a:solidFill>
                <a:schemeClr val="bg1">
                  <a:lumMod val="50000"/>
                </a:schemeClr>
              </a:solidFill>
              <a:ln w="22225">
                <a:solidFill>
                  <a:schemeClr val="tx1"/>
                </a:solidFill>
                <a:round/>
                <a:headEnd/>
                <a:tailEnd/>
              </a:ln>
            </p:spPr>
            <p:txBody>
              <a:bodyPr vert="eaVert" wrap="none" anchor="ctr"/>
              <a:lstStyle/>
              <a:p>
                <a:pPr algn="ctr" eaLnBrk="1" hangingPunct="1">
                  <a:defRPr/>
                </a:pPr>
                <a:r>
                  <a:rPr lang="en-US" sz="1400"/>
                  <a:t>n</a:t>
                </a:r>
                <a:r>
                  <a:rPr lang="en-US" sz="1400" baseline="30000"/>
                  <a:t>+</a:t>
                </a:r>
                <a:endParaRPr lang="en-US" sz="1400"/>
              </a:p>
            </p:txBody>
          </p:sp>
          <p:sp>
            <p:nvSpPr>
              <p:cNvPr id="110" name="AutoShape 18">
                <a:extLst>
                  <a:ext uri="{FF2B5EF4-FFF2-40B4-BE49-F238E27FC236}">
                    <a16:creationId xmlns:a16="http://schemas.microsoft.com/office/drawing/2014/main" id="{7198B14B-BF9E-464B-93FD-2834DAE54C4C}"/>
                  </a:ext>
                </a:extLst>
              </p:cNvPr>
              <p:cNvSpPr>
                <a:spLocks/>
              </p:cNvSpPr>
              <p:nvPr/>
            </p:nvSpPr>
            <p:spPr bwMode="auto">
              <a:xfrm rot="16200000">
                <a:off x="3429830" y="2735237"/>
                <a:ext cx="269218" cy="490483"/>
              </a:xfrm>
              <a:prstGeom prst="leftBracket">
                <a:avLst>
                  <a:gd name="adj" fmla="val 16806"/>
                </a:avLst>
              </a:prstGeom>
              <a:solidFill>
                <a:schemeClr val="bg1">
                  <a:lumMod val="50000"/>
                </a:schemeClr>
              </a:solidFill>
              <a:ln w="22225">
                <a:solidFill>
                  <a:schemeClr val="tx1"/>
                </a:solidFill>
                <a:round/>
                <a:headEnd/>
                <a:tailEnd/>
              </a:ln>
            </p:spPr>
            <p:txBody>
              <a:bodyPr vert="eaVert" wrap="none" anchor="ctr"/>
              <a:lstStyle/>
              <a:p>
                <a:pPr algn="ctr" eaLnBrk="1" hangingPunct="1">
                  <a:defRPr/>
                </a:pPr>
                <a:r>
                  <a:rPr lang="en-US" sz="1400"/>
                  <a:t>n</a:t>
                </a:r>
                <a:r>
                  <a:rPr lang="en-US" sz="1400" baseline="30000"/>
                  <a:t>+</a:t>
                </a:r>
                <a:endParaRPr lang="en-US" sz="1400"/>
              </a:p>
            </p:txBody>
          </p:sp>
          <p:sp>
            <p:nvSpPr>
              <p:cNvPr id="58420" name="Line 19">
                <a:extLst>
                  <a:ext uri="{FF2B5EF4-FFF2-40B4-BE49-F238E27FC236}">
                    <a16:creationId xmlns:a16="http://schemas.microsoft.com/office/drawing/2014/main" id="{EDD74CE0-6155-6293-9DBF-109E0493E274}"/>
                  </a:ext>
                </a:extLst>
              </p:cNvPr>
              <p:cNvSpPr>
                <a:spLocks noChangeShapeType="1"/>
              </p:cNvSpPr>
              <p:nvPr/>
            </p:nvSpPr>
            <p:spPr bwMode="auto">
              <a:xfrm flipV="1">
                <a:off x="1550751" y="3261322"/>
                <a:ext cx="3242270" cy="1197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21" name="Freeform 111">
                <a:extLst>
                  <a:ext uri="{FF2B5EF4-FFF2-40B4-BE49-F238E27FC236}">
                    <a16:creationId xmlns:a16="http://schemas.microsoft.com/office/drawing/2014/main" id="{E517044D-D596-9EBF-2F7E-7D7BDF8C64D0}"/>
                  </a:ext>
                </a:extLst>
              </p:cNvPr>
              <p:cNvSpPr>
                <a:spLocks/>
              </p:cNvSpPr>
              <p:nvPr/>
            </p:nvSpPr>
            <p:spPr bwMode="auto">
              <a:xfrm>
                <a:off x="1486121" y="2451828"/>
                <a:ext cx="63284" cy="825954"/>
              </a:xfrm>
              <a:custGeom>
                <a:avLst/>
                <a:gdLst>
                  <a:gd name="T0" fmla="*/ 0 w 36"/>
                  <a:gd name="T1" fmla="*/ 0 h 552"/>
                  <a:gd name="T2" fmla="*/ 2147483646 w 36"/>
                  <a:gd name="T3" fmla="*/ 2147483646 h 552"/>
                  <a:gd name="T4" fmla="*/ 2147483646 w 36"/>
                  <a:gd name="T5" fmla="*/ 2147483646 h 552"/>
                  <a:gd name="T6" fmla="*/ 2147483646 w 36"/>
                  <a:gd name="T7" fmla="*/ 2147483646 h 552"/>
                  <a:gd name="T8" fmla="*/ 2147483646 w 36"/>
                  <a:gd name="T9" fmla="*/ 2147483646 h 552"/>
                  <a:gd name="T10" fmla="*/ 2147483646 w 36"/>
                  <a:gd name="T11" fmla="*/ 2147483646 h 552"/>
                  <a:gd name="T12" fmla="*/ 0 60000 65536"/>
                  <a:gd name="T13" fmla="*/ 0 60000 65536"/>
                  <a:gd name="T14" fmla="*/ 0 60000 65536"/>
                  <a:gd name="T15" fmla="*/ 0 60000 65536"/>
                  <a:gd name="T16" fmla="*/ 0 60000 65536"/>
                  <a:gd name="T17" fmla="*/ 0 60000 65536"/>
                  <a:gd name="T18" fmla="*/ 0 w 36"/>
                  <a:gd name="T19" fmla="*/ 0 h 552"/>
                  <a:gd name="T20" fmla="*/ 36 w 36"/>
                  <a:gd name="T21" fmla="*/ 552 h 552"/>
                </a:gdLst>
                <a:ahLst/>
                <a:cxnLst>
                  <a:cxn ang="T12">
                    <a:pos x="T0" y="T1"/>
                  </a:cxn>
                  <a:cxn ang="T13">
                    <a:pos x="T2" y="T3"/>
                  </a:cxn>
                  <a:cxn ang="T14">
                    <a:pos x="T4" y="T5"/>
                  </a:cxn>
                  <a:cxn ang="T15">
                    <a:pos x="T6" y="T7"/>
                  </a:cxn>
                  <a:cxn ang="T16">
                    <a:pos x="T8" y="T9"/>
                  </a:cxn>
                  <a:cxn ang="T17">
                    <a:pos x="T10" y="T11"/>
                  </a:cxn>
                </a:cxnLst>
                <a:rect l="T18" t="T19" r="T20" b="T21"/>
                <a:pathLst>
                  <a:path w="36" h="552">
                    <a:moveTo>
                      <a:pt x="0" y="0"/>
                    </a:moveTo>
                    <a:cubicBezTo>
                      <a:pt x="7" y="37"/>
                      <a:pt x="12" y="72"/>
                      <a:pt x="24" y="108"/>
                    </a:cubicBezTo>
                    <a:cubicBezTo>
                      <a:pt x="28" y="120"/>
                      <a:pt x="36" y="144"/>
                      <a:pt x="36" y="144"/>
                    </a:cubicBezTo>
                    <a:cubicBezTo>
                      <a:pt x="34" y="190"/>
                      <a:pt x="35" y="236"/>
                      <a:pt x="30" y="282"/>
                    </a:cubicBezTo>
                    <a:cubicBezTo>
                      <a:pt x="29" y="295"/>
                      <a:pt x="18" y="318"/>
                      <a:pt x="18" y="318"/>
                    </a:cubicBezTo>
                    <a:cubicBezTo>
                      <a:pt x="21" y="394"/>
                      <a:pt x="36" y="477"/>
                      <a:pt x="36" y="552"/>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22" name="Freeform 112">
                <a:extLst>
                  <a:ext uri="{FF2B5EF4-FFF2-40B4-BE49-F238E27FC236}">
                    <a16:creationId xmlns:a16="http://schemas.microsoft.com/office/drawing/2014/main" id="{5F66CD78-2A92-A632-839A-24796C2DB757}"/>
                  </a:ext>
                </a:extLst>
              </p:cNvPr>
              <p:cNvSpPr>
                <a:spLocks/>
              </p:cNvSpPr>
              <p:nvPr/>
            </p:nvSpPr>
            <p:spPr bwMode="auto">
              <a:xfrm>
                <a:off x="4531808" y="2846850"/>
                <a:ext cx="103678" cy="412977"/>
              </a:xfrm>
              <a:custGeom>
                <a:avLst/>
                <a:gdLst>
                  <a:gd name="T0" fmla="*/ 2147483646 w 67"/>
                  <a:gd name="T1" fmla="*/ 0 h 276"/>
                  <a:gd name="T2" fmla="*/ 2147483646 w 67"/>
                  <a:gd name="T3" fmla="*/ 2147483646 h 276"/>
                  <a:gd name="T4" fmla="*/ 2147483646 w 67"/>
                  <a:gd name="T5" fmla="*/ 2147483646 h 276"/>
                  <a:gd name="T6" fmla="*/ 0 60000 65536"/>
                  <a:gd name="T7" fmla="*/ 0 60000 65536"/>
                  <a:gd name="T8" fmla="*/ 0 60000 65536"/>
                  <a:gd name="T9" fmla="*/ 0 w 67"/>
                  <a:gd name="T10" fmla="*/ 0 h 276"/>
                  <a:gd name="T11" fmla="*/ 67 w 67"/>
                  <a:gd name="T12" fmla="*/ 276 h 276"/>
                </a:gdLst>
                <a:ahLst/>
                <a:cxnLst>
                  <a:cxn ang="T6">
                    <a:pos x="T0" y="T1"/>
                  </a:cxn>
                  <a:cxn ang="T7">
                    <a:pos x="T2" y="T3"/>
                  </a:cxn>
                  <a:cxn ang="T8">
                    <a:pos x="T4" y="T5"/>
                  </a:cxn>
                </a:cxnLst>
                <a:rect l="T9" t="T10" r="T11" b="T12"/>
                <a:pathLst>
                  <a:path w="67" h="276">
                    <a:moveTo>
                      <a:pt x="24" y="0"/>
                    </a:moveTo>
                    <a:cubicBezTo>
                      <a:pt x="11" y="38"/>
                      <a:pt x="0" y="86"/>
                      <a:pt x="48" y="102"/>
                    </a:cubicBezTo>
                    <a:cubicBezTo>
                      <a:pt x="67" y="160"/>
                      <a:pt x="42" y="218"/>
                      <a:pt x="42" y="276"/>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23" name="Line 22">
                <a:extLst>
                  <a:ext uri="{FF2B5EF4-FFF2-40B4-BE49-F238E27FC236}">
                    <a16:creationId xmlns:a16="http://schemas.microsoft.com/office/drawing/2014/main" id="{38251342-7ADC-D5EA-A19F-830E92A6C725}"/>
                  </a:ext>
                </a:extLst>
              </p:cNvPr>
              <p:cNvSpPr>
                <a:spLocks noChangeShapeType="1"/>
              </p:cNvSpPr>
              <p:nvPr/>
            </p:nvSpPr>
            <p:spPr bwMode="auto">
              <a:xfrm>
                <a:off x="4087477" y="2999472"/>
                <a:ext cx="294875" cy="1496"/>
              </a:xfrm>
              <a:prstGeom prst="line">
                <a:avLst/>
              </a:prstGeom>
              <a:noFill/>
              <a:ln w="31750">
                <a:solidFill>
                  <a:schemeClr val="tx1"/>
                </a:solidFill>
                <a:prstDash val="sysDash"/>
                <a:round/>
                <a:headEnd/>
                <a:tailEnd/>
              </a:ln>
              <a:extLst>
                <a:ext uri="{909E8E84-426E-40DD-AFC4-6F175D3DCCD1}">
                  <a14:hiddenFill xmlns:a14="http://schemas.microsoft.com/office/drawing/2010/main">
                    <a:noFill/>
                  </a14:hiddenFill>
                </a:ext>
              </a:extLst>
            </p:spPr>
            <p:txBody>
              <a:bodyPr/>
              <a:lstStyle/>
              <a:p>
                <a:endParaRPr lang="en-US"/>
              </a:p>
            </p:txBody>
          </p:sp>
          <p:sp>
            <p:nvSpPr>
              <p:cNvPr id="58424" name="Line 23">
                <a:extLst>
                  <a:ext uri="{FF2B5EF4-FFF2-40B4-BE49-F238E27FC236}">
                    <a16:creationId xmlns:a16="http://schemas.microsoft.com/office/drawing/2014/main" id="{FA859537-71D9-7EEE-2030-3ECE5F37990A}"/>
                  </a:ext>
                </a:extLst>
              </p:cNvPr>
              <p:cNvSpPr>
                <a:spLocks noChangeShapeType="1"/>
              </p:cNvSpPr>
              <p:nvPr/>
            </p:nvSpPr>
            <p:spPr bwMode="auto">
              <a:xfrm>
                <a:off x="4087477" y="3071294"/>
                <a:ext cx="294875" cy="1496"/>
              </a:xfrm>
              <a:prstGeom prst="line">
                <a:avLst/>
              </a:prstGeom>
              <a:noFill/>
              <a:ln w="31750">
                <a:solidFill>
                  <a:schemeClr val="tx1"/>
                </a:solidFill>
                <a:prstDash val="sysDash"/>
                <a:round/>
                <a:headEnd/>
                <a:tailEnd/>
              </a:ln>
              <a:extLst>
                <a:ext uri="{909E8E84-426E-40DD-AFC4-6F175D3DCCD1}">
                  <a14:hiddenFill xmlns:a14="http://schemas.microsoft.com/office/drawing/2010/main">
                    <a:noFill/>
                  </a14:hiddenFill>
                </a:ext>
              </a:extLst>
            </p:spPr>
            <p:txBody>
              <a:bodyPr/>
              <a:lstStyle/>
              <a:p>
                <a:endParaRPr lang="en-US"/>
              </a:p>
            </p:txBody>
          </p:sp>
          <p:sp>
            <p:nvSpPr>
              <p:cNvPr id="58425" name="Freeform 115">
                <a:extLst>
                  <a:ext uri="{FF2B5EF4-FFF2-40B4-BE49-F238E27FC236}">
                    <a16:creationId xmlns:a16="http://schemas.microsoft.com/office/drawing/2014/main" id="{178DD00B-85A4-61A4-2432-19353E07EB4A}"/>
                  </a:ext>
                </a:extLst>
              </p:cNvPr>
              <p:cNvSpPr>
                <a:spLocks/>
              </p:cNvSpPr>
              <p:nvPr/>
            </p:nvSpPr>
            <p:spPr bwMode="auto">
              <a:xfrm>
                <a:off x="3956079" y="2658317"/>
                <a:ext cx="267945" cy="332177"/>
              </a:xfrm>
              <a:custGeom>
                <a:avLst/>
                <a:gdLst>
                  <a:gd name="T0" fmla="*/ 0 w 174"/>
                  <a:gd name="T1" fmla="*/ 0 h 222"/>
                  <a:gd name="T2" fmla="*/ 2147483646 w 174"/>
                  <a:gd name="T3" fmla="*/ 2147483646 h 222"/>
                  <a:gd name="T4" fmla="*/ 2147483646 w 174"/>
                  <a:gd name="T5" fmla="*/ 2147483646 h 222"/>
                  <a:gd name="T6" fmla="*/ 2147483646 w 174"/>
                  <a:gd name="T7" fmla="*/ 2147483646 h 222"/>
                  <a:gd name="T8" fmla="*/ 2147483646 w 174"/>
                  <a:gd name="T9" fmla="*/ 2147483646 h 222"/>
                  <a:gd name="T10" fmla="*/ 0 60000 65536"/>
                  <a:gd name="T11" fmla="*/ 0 60000 65536"/>
                  <a:gd name="T12" fmla="*/ 0 60000 65536"/>
                  <a:gd name="T13" fmla="*/ 0 60000 65536"/>
                  <a:gd name="T14" fmla="*/ 0 60000 65536"/>
                  <a:gd name="T15" fmla="*/ 0 w 174"/>
                  <a:gd name="T16" fmla="*/ 0 h 222"/>
                  <a:gd name="T17" fmla="*/ 174 w 174"/>
                  <a:gd name="T18" fmla="*/ 222 h 222"/>
                </a:gdLst>
                <a:ahLst/>
                <a:cxnLst>
                  <a:cxn ang="T10">
                    <a:pos x="T0" y="T1"/>
                  </a:cxn>
                  <a:cxn ang="T11">
                    <a:pos x="T2" y="T3"/>
                  </a:cxn>
                  <a:cxn ang="T12">
                    <a:pos x="T4" y="T5"/>
                  </a:cxn>
                  <a:cxn ang="T13">
                    <a:pos x="T6" y="T7"/>
                  </a:cxn>
                  <a:cxn ang="T14">
                    <a:pos x="T8" y="T9"/>
                  </a:cxn>
                </a:cxnLst>
                <a:rect l="T15" t="T16" r="T17" b="T18"/>
                <a:pathLst>
                  <a:path w="174" h="222">
                    <a:moveTo>
                      <a:pt x="0" y="0"/>
                    </a:moveTo>
                    <a:cubicBezTo>
                      <a:pt x="43" y="14"/>
                      <a:pt x="25" y="5"/>
                      <a:pt x="54" y="24"/>
                    </a:cubicBezTo>
                    <a:cubicBezTo>
                      <a:pt x="69" y="46"/>
                      <a:pt x="92" y="69"/>
                      <a:pt x="114" y="84"/>
                    </a:cubicBezTo>
                    <a:cubicBezTo>
                      <a:pt x="132" y="111"/>
                      <a:pt x="153" y="142"/>
                      <a:pt x="162" y="174"/>
                    </a:cubicBezTo>
                    <a:cubicBezTo>
                      <a:pt x="166" y="190"/>
                      <a:pt x="174" y="222"/>
                      <a:pt x="174" y="222"/>
                    </a:cubicBezTo>
                  </a:path>
                </a:pathLst>
              </a:custGeom>
              <a:noFill/>
              <a:ln w="1587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26" name="Freeform 116">
                <a:extLst>
                  <a:ext uri="{FF2B5EF4-FFF2-40B4-BE49-F238E27FC236}">
                    <a16:creationId xmlns:a16="http://schemas.microsoft.com/office/drawing/2014/main" id="{EFB8760E-10CE-C92F-CCDE-738B3B812D71}"/>
                  </a:ext>
                </a:extLst>
              </p:cNvPr>
              <p:cNvSpPr>
                <a:spLocks/>
              </p:cNvSpPr>
              <p:nvPr/>
            </p:nvSpPr>
            <p:spPr bwMode="auto">
              <a:xfrm>
                <a:off x="4163156" y="3071294"/>
                <a:ext cx="63284" cy="161600"/>
              </a:xfrm>
              <a:custGeom>
                <a:avLst/>
                <a:gdLst>
                  <a:gd name="T0" fmla="*/ 2147483646 w 36"/>
                  <a:gd name="T1" fmla="*/ 0 h 108"/>
                  <a:gd name="T2" fmla="*/ 0 w 36"/>
                  <a:gd name="T3" fmla="*/ 2147483646 h 108"/>
                  <a:gd name="T4" fmla="*/ 0 60000 65536"/>
                  <a:gd name="T5" fmla="*/ 0 60000 65536"/>
                  <a:gd name="T6" fmla="*/ 0 w 36"/>
                  <a:gd name="T7" fmla="*/ 0 h 108"/>
                  <a:gd name="T8" fmla="*/ 36 w 36"/>
                  <a:gd name="T9" fmla="*/ 108 h 108"/>
                </a:gdLst>
                <a:ahLst/>
                <a:cxnLst>
                  <a:cxn ang="T4">
                    <a:pos x="T0" y="T1"/>
                  </a:cxn>
                  <a:cxn ang="T5">
                    <a:pos x="T2" y="T3"/>
                  </a:cxn>
                </a:cxnLst>
                <a:rect l="T6" t="T7" r="T8" b="T9"/>
                <a:pathLst>
                  <a:path w="36" h="108">
                    <a:moveTo>
                      <a:pt x="24" y="0"/>
                    </a:moveTo>
                    <a:cubicBezTo>
                      <a:pt x="36" y="35"/>
                      <a:pt x="27" y="81"/>
                      <a:pt x="0" y="108"/>
                    </a:cubicBezTo>
                  </a:path>
                </a:pathLst>
              </a:custGeom>
              <a:noFill/>
              <a:ln w="1587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27" name="Text Box 26">
                <a:extLst>
                  <a:ext uri="{FF2B5EF4-FFF2-40B4-BE49-F238E27FC236}">
                    <a16:creationId xmlns:a16="http://schemas.microsoft.com/office/drawing/2014/main" id="{89BBC36A-2738-D722-03AC-05780BF37011}"/>
                  </a:ext>
                </a:extLst>
              </p:cNvPr>
              <p:cNvSpPr txBox="1">
                <a:spLocks noChangeArrowheads="1"/>
              </p:cNvSpPr>
              <p:nvPr/>
            </p:nvSpPr>
            <p:spPr bwMode="auto">
              <a:xfrm>
                <a:off x="3781317" y="2864805"/>
                <a:ext cx="517040" cy="31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a:t>
                </a:r>
                <a:r>
                  <a:rPr lang="en-US" altLang="en-US" baseline="-25000"/>
                  <a:t>c</a:t>
                </a:r>
                <a:endParaRPr lang="en-US" altLang="en-US"/>
              </a:p>
            </p:txBody>
          </p:sp>
          <p:sp>
            <p:nvSpPr>
              <p:cNvPr id="58428" name="Line 27">
                <a:extLst>
                  <a:ext uri="{FF2B5EF4-FFF2-40B4-BE49-F238E27FC236}">
                    <a16:creationId xmlns:a16="http://schemas.microsoft.com/office/drawing/2014/main" id="{8C84C2A0-582E-FC8B-E931-D64A449BCA6B}"/>
                  </a:ext>
                </a:extLst>
              </p:cNvPr>
              <p:cNvSpPr>
                <a:spLocks noChangeShapeType="1"/>
              </p:cNvSpPr>
              <p:nvPr/>
            </p:nvSpPr>
            <p:spPr bwMode="auto">
              <a:xfrm>
                <a:off x="2948374" y="3263137"/>
                <a:ext cx="1347" cy="287288"/>
              </a:xfrm>
              <a:prstGeom prst="line">
                <a:avLst/>
              </a:prstGeom>
              <a:noFill/>
              <a:ln w="25400">
                <a:solidFill>
                  <a:schemeClr val="tx1"/>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8429" name="Line 29">
                <a:extLst>
                  <a:ext uri="{FF2B5EF4-FFF2-40B4-BE49-F238E27FC236}">
                    <a16:creationId xmlns:a16="http://schemas.microsoft.com/office/drawing/2014/main" id="{CA4EBCAE-6D8A-3377-C303-A68EDCB3A091}"/>
                  </a:ext>
                </a:extLst>
              </p:cNvPr>
              <p:cNvSpPr>
                <a:spLocks noChangeShapeType="1"/>
              </p:cNvSpPr>
              <p:nvPr/>
            </p:nvSpPr>
            <p:spPr bwMode="auto">
              <a:xfrm flipV="1">
                <a:off x="3135532" y="2143116"/>
                <a:ext cx="722088" cy="48377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8430" name="Line 30">
                <a:extLst>
                  <a:ext uri="{FF2B5EF4-FFF2-40B4-BE49-F238E27FC236}">
                    <a16:creationId xmlns:a16="http://schemas.microsoft.com/office/drawing/2014/main" id="{5401D1BD-4A7A-7F2E-DC5B-113B7F2819C0}"/>
                  </a:ext>
                </a:extLst>
              </p:cNvPr>
              <p:cNvSpPr>
                <a:spLocks noChangeShapeType="1"/>
              </p:cNvSpPr>
              <p:nvPr/>
            </p:nvSpPr>
            <p:spPr bwMode="auto">
              <a:xfrm flipV="1">
                <a:off x="3841075" y="2143115"/>
                <a:ext cx="159420" cy="50622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8431" name="Text Box 31">
                <a:extLst>
                  <a:ext uri="{FF2B5EF4-FFF2-40B4-BE49-F238E27FC236}">
                    <a16:creationId xmlns:a16="http://schemas.microsoft.com/office/drawing/2014/main" id="{B20B5D2E-59BB-F9A9-29FE-A9FD7A831E1F}"/>
                  </a:ext>
                </a:extLst>
              </p:cNvPr>
              <p:cNvSpPr txBox="1">
                <a:spLocks noChangeArrowheads="1"/>
              </p:cNvSpPr>
              <p:nvPr/>
            </p:nvSpPr>
            <p:spPr bwMode="auto">
              <a:xfrm>
                <a:off x="3682845" y="1814832"/>
                <a:ext cx="1269709" cy="287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Polysilicon</a:t>
                </a:r>
              </a:p>
            </p:txBody>
          </p:sp>
          <p:sp>
            <p:nvSpPr>
              <p:cNvPr id="58432" name="Line 32">
                <a:extLst>
                  <a:ext uri="{FF2B5EF4-FFF2-40B4-BE49-F238E27FC236}">
                    <a16:creationId xmlns:a16="http://schemas.microsoft.com/office/drawing/2014/main" id="{FF778FD8-573D-2228-EA01-1A0584E9CDFE}"/>
                  </a:ext>
                </a:extLst>
              </p:cNvPr>
              <p:cNvSpPr>
                <a:spLocks noChangeShapeType="1"/>
              </p:cNvSpPr>
              <p:nvPr/>
            </p:nvSpPr>
            <p:spPr bwMode="auto">
              <a:xfrm flipV="1">
                <a:off x="1494200" y="2433873"/>
                <a:ext cx="184465" cy="1167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33" name="Line 33">
                <a:extLst>
                  <a:ext uri="{FF2B5EF4-FFF2-40B4-BE49-F238E27FC236}">
                    <a16:creationId xmlns:a16="http://schemas.microsoft.com/office/drawing/2014/main" id="{711C07B0-2F9E-D7CC-8D96-076B249F8BEB}"/>
                  </a:ext>
                </a:extLst>
              </p:cNvPr>
              <p:cNvSpPr>
                <a:spLocks noChangeShapeType="1"/>
              </p:cNvSpPr>
              <p:nvPr/>
            </p:nvSpPr>
            <p:spPr bwMode="auto">
              <a:xfrm flipV="1">
                <a:off x="1558830" y="2433873"/>
                <a:ext cx="351426" cy="2244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34" name="Line 34">
                <a:extLst>
                  <a:ext uri="{FF2B5EF4-FFF2-40B4-BE49-F238E27FC236}">
                    <a16:creationId xmlns:a16="http://schemas.microsoft.com/office/drawing/2014/main" id="{A8ECBB01-B8B9-39E5-0377-F39F55A7D5EA}"/>
                  </a:ext>
                </a:extLst>
              </p:cNvPr>
              <p:cNvSpPr>
                <a:spLocks noChangeShapeType="1"/>
              </p:cNvSpPr>
              <p:nvPr/>
            </p:nvSpPr>
            <p:spPr bwMode="auto">
              <a:xfrm flipV="1">
                <a:off x="1542673" y="2451828"/>
                <a:ext cx="517040" cy="3411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35" name="Line 35">
                <a:extLst>
                  <a:ext uri="{FF2B5EF4-FFF2-40B4-BE49-F238E27FC236}">
                    <a16:creationId xmlns:a16="http://schemas.microsoft.com/office/drawing/2014/main" id="{FB205CD7-FC29-C8AB-608D-96A07D607138}"/>
                  </a:ext>
                </a:extLst>
              </p:cNvPr>
              <p:cNvSpPr>
                <a:spLocks noChangeShapeType="1"/>
              </p:cNvSpPr>
              <p:nvPr/>
            </p:nvSpPr>
            <p:spPr bwMode="auto">
              <a:xfrm flipV="1">
                <a:off x="1671933" y="2505695"/>
                <a:ext cx="471260" cy="3231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36" name="Line 36">
                <a:extLst>
                  <a:ext uri="{FF2B5EF4-FFF2-40B4-BE49-F238E27FC236}">
                    <a16:creationId xmlns:a16="http://schemas.microsoft.com/office/drawing/2014/main" id="{D6FAB7B2-B3FA-F5BF-2023-29177243178E}"/>
                  </a:ext>
                </a:extLst>
              </p:cNvPr>
              <p:cNvSpPr>
                <a:spLocks noChangeShapeType="1"/>
              </p:cNvSpPr>
              <p:nvPr/>
            </p:nvSpPr>
            <p:spPr bwMode="auto">
              <a:xfrm flipV="1">
                <a:off x="1841586" y="2622406"/>
                <a:ext cx="304299" cy="206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37" name="Line 37">
                <a:extLst>
                  <a:ext uri="{FF2B5EF4-FFF2-40B4-BE49-F238E27FC236}">
                    <a16:creationId xmlns:a16="http://schemas.microsoft.com/office/drawing/2014/main" id="{CB4E1F77-4D78-09EE-918A-C636B5956A43}"/>
                  </a:ext>
                </a:extLst>
              </p:cNvPr>
              <p:cNvSpPr>
                <a:spLocks noChangeShapeType="1"/>
              </p:cNvSpPr>
              <p:nvPr/>
            </p:nvSpPr>
            <p:spPr bwMode="auto">
              <a:xfrm flipV="1">
                <a:off x="2003161" y="2694228"/>
                <a:ext cx="203316" cy="1256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38" name="Line 38">
                <a:extLst>
                  <a:ext uri="{FF2B5EF4-FFF2-40B4-BE49-F238E27FC236}">
                    <a16:creationId xmlns:a16="http://schemas.microsoft.com/office/drawing/2014/main" id="{620A3DA0-1F99-F8DC-B722-2649A1992817}"/>
                  </a:ext>
                </a:extLst>
              </p:cNvPr>
              <p:cNvSpPr>
                <a:spLocks noChangeShapeType="1"/>
              </p:cNvSpPr>
              <p:nvPr/>
            </p:nvSpPr>
            <p:spPr bwMode="auto">
              <a:xfrm flipV="1">
                <a:off x="2525309" y="2392294"/>
                <a:ext cx="222166" cy="2154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39" name="Line 39">
                <a:extLst>
                  <a:ext uri="{FF2B5EF4-FFF2-40B4-BE49-F238E27FC236}">
                    <a16:creationId xmlns:a16="http://schemas.microsoft.com/office/drawing/2014/main" id="{6AFB0D98-7FDB-B071-915F-A98A68C221EB}"/>
                  </a:ext>
                </a:extLst>
              </p:cNvPr>
              <p:cNvSpPr>
                <a:spLocks noChangeShapeType="1"/>
              </p:cNvSpPr>
              <p:nvPr/>
            </p:nvSpPr>
            <p:spPr bwMode="auto">
              <a:xfrm flipV="1">
                <a:off x="2479391" y="2397962"/>
                <a:ext cx="365760" cy="4309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40" name="Line 40">
                <a:extLst>
                  <a:ext uri="{FF2B5EF4-FFF2-40B4-BE49-F238E27FC236}">
                    <a16:creationId xmlns:a16="http://schemas.microsoft.com/office/drawing/2014/main" id="{34882731-BC59-2C26-74A2-2241884B5065}"/>
                  </a:ext>
                </a:extLst>
              </p:cNvPr>
              <p:cNvSpPr>
                <a:spLocks noChangeShapeType="1"/>
              </p:cNvSpPr>
              <p:nvPr/>
            </p:nvSpPr>
            <p:spPr bwMode="auto">
              <a:xfrm flipV="1">
                <a:off x="2617562" y="2688560"/>
                <a:ext cx="146304" cy="1645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41" name="Line 41">
                <a:extLst>
                  <a:ext uri="{FF2B5EF4-FFF2-40B4-BE49-F238E27FC236}">
                    <a16:creationId xmlns:a16="http://schemas.microsoft.com/office/drawing/2014/main" id="{4A03C297-46F6-9560-E92C-1A0792C0652A}"/>
                  </a:ext>
                </a:extLst>
              </p:cNvPr>
              <p:cNvSpPr>
                <a:spLocks noChangeShapeType="1"/>
              </p:cNvSpPr>
              <p:nvPr/>
            </p:nvSpPr>
            <p:spPr bwMode="auto">
              <a:xfrm flipV="1">
                <a:off x="2830163" y="2380006"/>
                <a:ext cx="146304" cy="1645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42" name="Line 42">
                <a:extLst>
                  <a:ext uri="{FF2B5EF4-FFF2-40B4-BE49-F238E27FC236}">
                    <a16:creationId xmlns:a16="http://schemas.microsoft.com/office/drawing/2014/main" id="{BF1C22BA-8E65-4AF7-079C-872EE90D48E4}"/>
                  </a:ext>
                </a:extLst>
              </p:cNvPr>
              <p:cNvSpPr>
                <a:spLocks noChangeShapeType="1"/>
              </p:cNvSpPr>
              <p:nvPr/>
            </p:nvSpPr>
            <p:spPr bwMode="auto">
              <a:xfrm flipV="1">
                <a:off x="3090406" y="2378351"/>
                <a:ext cx="148110" cy="16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43" name="Line 43">
                <a:extLst>
                  <a:ext uri="{FF2B5EF4-FFF2-40B4-BE49-F238E27FC236}">
                    <a16:creationId xmlns:a16="http://schemas.microsoft.com/office/drawing/2014/main" id="{0CF926F9-2B9F-E8BD-2A11-A63FF6FD732E}"/>
                  </a:ext>
                </a:extLst>
              </p:cNvPr>
              <p:cNvSpPr>
                <a:spLocks noChangeShapeType="1"/>
              </p:cNvSpPr>
              <p:nvPr/>
            </p:nvSpPr>
            <p:spPr bwMode="auto">
              <a:xfrm flipV="1">
                <a:off x="2765949" y="2679583"/>
                <a:ext cx="148110" cy="16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44" name="Line 44">
                <a:extLst>
                  <a:ext uri="{FF2B5EF4-FFF2-40B4-BE49-F238E27FC236}">
                    <a16:creationId xmlns:a16="http://schemas.microsoft.com/office/drawing/2014/main" id="{BC7499FC-2948-F79C-CECB-481696E977BF}"/>
                  </a:ext>
                </a:extLst>
              </p:cNvPr>
              <p:cNvSpPr>
                <a:spLocks noChangeShapeType="1"/>
              </p:cNvSpPr>
              <p:nvPr/>
            </p:nvSpPr>
            <p:spPr bwMode="auto">
              <a:xfrm flipV="1">
                <a:off x="2911783" y="2679583"/>
                <a:ext cx="148110" cy="16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45" name="Line 45">
                <a:extLst>
                  <a:ext uri="{FF2B5EF4-FFF2-40B4-BE49-F238E27FC236}">
                    <a16:creationId xmlns:a16="http://schemas.microsoft.com/office/drawing/2014/main" id="{19A6B247-98CD-EE98-1772-F3EA86E35A57}"/>
                  </a:ext>
                </a:extLst>
              </p:cNvPr>
              <p:cNvSpPr>
                <a:spLocks noChangeShapeType="1"/>
              </p:cNvSpPr>
              <p:nvPr/>
            </p:nvSpPr>
            <p:spPr bwMode="auto">
              <a:xfrm flipV="1">
                <a:off x="3147789" y="2677927"/>
                <a:ext cx="148110" cy="16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46" name="Line 46">
                <a:extLst>
                  <a:ext uri="{FF2B5EF4-FFF2-40B4-BE49-F238E27FC236}">
                    <a16:creationId xmlns:a16="http://schemas.microsoft.com/office/drawing/2014/main" id="{FF7E77C1-7B82-2414-53F9-94D253F9AC37}"/>
                  </a:ext>
                </a:extLst>
              </p:cNvPr>
              <p:cNvSpPr>
                <a:spLocks noChangeShapeType="1"/>
              </p:cNvSpPr>
              <p:nvPr/>
            </p:nvSpPr>
            <p:spPr bwMode="auto">
              <a:xfrm flipV="1">
                <a:off x="3243902" y="2397962"/>
                <a:ext cx="148110" cy="16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47" name="Line 47">
                <a:extLst>
                  <a:ext uri="{FF2B5EF4-FFF2-40B4-BE49-F238E27FC236}">
                    <a16:creationId xmlns:a16="http://schemas.microsoft.com/office/drawing/2014/main" id="{3AE563AB-434B-A2C3-6820-E2D9E41409EC}"/>
                  </a:ext>
                </a:extLst>
              </p:cNvPr>
              <p:cNvSpPr>
                <a:spLocks noChangeShapeType="1"/>
              </p:cNvSpPr>
              <p:nvPr/>
            </p:nvSpPr>
            <p:spPr bwMode="auto">
              <a:xfrm flipV="1">
                <a:off x="3360390" y="2397962"/>
                <a:ext cx="148110" cy="16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48" name="Line 48">
                <a:extLst>
                  <a:ext uri="{FF2B5EF4-FFF2-40B4-BE49-F238E27FC236}">
                    <a16:creationId xmlns:a16="http://schemas.microsoft.com/office/drawing/2014/main" id="{7FAE3DD8-6AEB-9947-23FD-494FCBAE86E7}"/>
                  </a:ext>
                </a:extLst>
              </p:cNvPr>
              <p:cNvSpPr>
                <a:spLocks noChangeShapeType="1"/>
              </p:cNvSpPr>
              <p:nvPr/>
            </p:nvSpPr>
            <p:spPr bwMode="auto">
              <a:xfrm flipV="1">
                <a:off x="3269386" y="2388984"/>
                <a:ext cx="365760" cy="429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49" name="Line 49">
                <a:extLst>
                  <a:ext uri="{FF2B5EF4-FFF2-40B4-BE49-F238E27FC236}">
                    <a16:creationId xmlns:a16="http://schemas.microsoft.com/office/drawing/2014/main" id="{8E6DF254-BCCB-5B91-3FC3-FF2F507C7B3A}"/>
                  </a:ext>
                </a:extLst>
              </p:cNvPr>
              <p:cNvSpPr>
                <a:spLocks noChangeShapeType="1"/>
              </p:cNvSpPr>
              <p:nvPr/>
            </p:nvSpPr>
            <p:spPr bwMode="auto">
              <a:xfrm flipV="1">
                <a:off x="3378820" y="2378696"/>
                <a:ext cx="365760" cy="429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50" name="Line 50">
                <a:extLst>
                  <a:ext uri="{FF2B5EF4-FFF2-40B4-BE49-F238E27FC236}">
                    <a16:creationId xmlns:a16="http://schemas.microsoft.com/office/drawing/2014/main" id="{9AE89A40-65B1-8020-FB98-918A9C6DAD62}"/>
                  </a:ext>
                </a:extLst>
              </p:cNvPr>
              <p:cNvSpPr>
                <a:spLocks noChangeShapeType="1"/>
              </p:cNvSpPr>
              <p:nvPr/>
            </p:nvSpPr>
            <p:spPr bwMode="auto">
              <a:xfrm flipV="1">
                <a:off x="3636336" y="2411905"/>
                <a:ext cx="181794" cy="2037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51" name="Line 51">
                <a:extLst>
                  <a:ext uri="{FF2B5EF4-FFF2-40B4-BE49-F238E27FC236}">
                    <a16:creationId xmlns:a16="http://schemas.microsoft.com/office/drawing/2014/main" id="{0E9EEF6D-2DC5-4EF7-A8B5-454331816AD1}"/>
                  </a:ext>
                </a:extLst>
              </p:cNvPr>
              <p:cNvSpPr>
                <a:spLocks noChangeShapeType="1"/>
              </p:cNvSpPr>
              <p:nvPr/>
            </p:nvSpPr>
            <p:spPr bwMode="auto">
              <a:xfrm flipV="1">
                <a:off x="3643146" y="2730139"/>
                <a:ext cx="74056" cy="987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52" name="Line 52">
                <a:extLst>
                  <a:ext uri="{FF2B5EF4-FFF2-40B4-BE49-F238E27FC236}">
                    <a16:creationId xmlns:a16="http://schemas.microsoft.com/office/drawing/2014/main" id="{30F2759A-126F-CCCA-6FBE-983AE662E674}"/>
                  </a:ext>
                </a:extLst>
              </p:cNvPr>
              <p:cNvSpPr>
                <a:spLocks noChangeShapeType="1"/>
              </p:cNvSpPr>
              <p:nvPr/>
            </p:nvSpPr>
            <p:spPr bwMode="auto">
              <a:xfrm flipV="1">
                <a:off x="4251607" y="2447816"/>
                <a:ext cx="338328" cy="3840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53" name="Line 53">
                <a:extLst>
                  <a:ext uri="{FF2B5EF4-FFF2-40B4-BE49-F238E27FC236}">
                    <a16:creationId xmlns:a16="http://schemas.microsoft.com/office/drawing/2014/main" id="{499E657C-7A89-C897-65B2-59D1BF8CF335}"/>
                  </a:ext>
                </a:extLst>
              </p:cNvPr>
              <p:cNvSpPr>
                <a:spLocks noChangeShapeType="1"/>
              </p:cNvSpPr>
              <p:nvPr/>
            </p:nvSpPr>
            <p:spPr bwMode="auto">
              <a:xfrm flipV="1">
                <a:off x="4148721" y="2397962"/>
                <a:ext cx="352772" cy="423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54" name="Line 55">
                <a:extLst>
                  <a:ext uri="{FF2B5EF4-FFF2-40B4-BE49-F238E27FC236}">
                    <a16:creationId xmlns:a16="http://schemas.microsoft.com/office/drawing/2014/main" id="{8DDF0ACD-2AE4-FB0F-73EF-2917BBEE8B81}"/>
                  </a:ext>
                </a:extLst>
              </p:cNvPr>
              <p:cNvSpPr>
                <a:spLocks noChangeShapeType="1"/>
              </p:cNvSpPr>
              <p:nvPr/>
            </p:nvSpPr>
            <p:spPr bwMode="auto">
              <a:xfrm flipV="1">
                <a:off x="3912781" y="2380006"/>
                <a:ext cx="152412" cy="1824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55" name="Line 56">
                <a:extLst>
                  <a:ext uri="{FF2B5EF4-FFF2-40B4-BE49-F238E27FC236}">
                    <a16:creationId xmlns:a16="http://schemas.microsoft.com/office/drawing/2014/main" id="{705C7173-6AC9-01BD-FAD1-F76D8BEACB9F}"/>
                  </a:ext>
                </a:extLst>
              </p:cNvPr>
              <p:cNvSpPr>
                <a:spLocks noChangeShapeType="1"/>
              </p:cNvSpPr>
              <p:nvPr/>
            </p:nvSpPr>
            <p:spPr bwMode="auto">
              <a:xfrm flipV="1">
                <a:off x="3780485" y="2730139"/>
                <a:ext cx="74056" cy="987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56" name="Line 57">
                <a:extLst>
                  <a:ext uri="{FF2B5EF4-FFF2-40B4-BE49-F238E27FC236}">
                    <a16:creationId xmlns:a16="http://schemas.microsoft.com/office/drawing/2014/main" id="{0718A152-170F-D4CA-E423-6D276256CF51}"/>
                  </a:ext>
                </a:extLst>
              </p:cNvPr>
              <p:cNvSpPr>
                <a:spLocks noChangeShapeType="1"/>
              </p:cNvSpPr>
              <p:nvPr/>
            </p:nvSpPr>
            <p:spPr bwMode="auto">
              <a:xfrm flipV="1">
                <a:off x="4416152" y="2622406"/>
                <a:ext cx="158882" cy="1975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57" name="Line 58">
                <a:extLst>
                  <a:ext uri="{FF2B5EF4-FFF2-40B4-BE49-F238E27FC236}">
                    <a16:creationId xmlns:a16="http://schemas.microsoft.com/office/drawing/2014/main" id="{2AC1A982-635F-BEF1-7BBF-D1B318EB4D23}"/>
                  </a:ext>
                </a:extLst>
              </p:cNvPr>
              <p:cNvSpPr>
                <a:spLocks noChangeShapeType="1"/>
              </p:cNvSpPr>
              <p:nvPr/>
            </p:nvSpPr>
            <p:spPr bwMode="auto">
              <a:xfrm flipV="1">
                <a:off x="2334390" y="2074762"/>
                <a:ext cx="1347" cy="718221"/>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58" name="Line 59">
                <a:extLst>
                  <a:ext uri="{FF2B5EF4-FFF2-40B4-BE49-F238E27FC236}">
                    <a16:creationId xmlns:a16="http://schemas.microsoft.com/office/drawing/2014/main" id="{8891A1CC-F32D-0958-F0FE-3CFB5890B520}"/>
                  </a:ext>
                </a:extLst>
              </p:cNvPr>
              <p:cNvSpPr>
                <a:spLocks noChangeShapeType="1"/>
              </p:cNvSpPr>
              <p:nvPr/>
            </p:nvSpPr>
            <p:spPr bwMode="auto">
              <a:xfrm flipV="1">
                <a:off x="3060131" y="1859296"/>
                <a:ext cx="1346" cy="718221"/>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59" name="Line 60">
                <a:extLst>
                  <a:ext uri="{FF2B5EF4-FFF2-40B4-BE49-F238E27FC236}">
                    <a16:creationId xmlns:a16="http://schemas.microsoft.com/office/drawing/2014/main" id="{8C4A15EB-CE80-3988-DD5D-9B5CC98CC12C}"/>
                  </a:ext>
                </a:extLst>
              </p:cNvPr>
              <p:cNvSpPr>
                <a:spLocks noChangeShapeType="1"/>
              </p:cNvSpPr>
              <p:nvPr/>
            </p:nvSpPr>
            <p:spPr bwMode="auto">
              <a:xfrm flipH="1">
                <a:off x="1348783" y="2649339"/>
                <a:ext cx="368929" cy="1436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60" name="Text Box 61">
                <a:extLst>
                  <a:ext uri="{FF2B5EF4-FFF2-40B4-BE49-F238E27FC236}">
                    <a16:creationId xmlns:a16="http://schemas.microsoft.com/office/drawing/2014/main" id="{172F4FC2-3EDC-8417-2309-13B4774286F7}"/>
                  </a:ext>
                </a:extLst>
              </p:cNvPr>
              <p:cNvSpPr txBox="1">
                <a:spLocks noChangeArrowheads="1"/>
              </p:cNvSpPr>
              <p:nvPr/>
            </p:nvSpPr>
            <p:spPr bwMode="auto">
              <a:xfrm>
                <a:off x="2398300" y="1489541"/>
                <a:ext cx="743286" cy="31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(WL)</a:t>
                </a:r>
              </a:p>
            </p:txBody>
          </p:sp>
          <p:sp>
            <p:nvSpPr>
              <p:cNvPr id="58461" name="Text Box 62">
                <a:extLst>
                  <a:ext uri="{FF2B5EF4-FFF2-40B4-BE49-F238E27FC236}">
                    <a16:creationId xmlns:a16="http://schemas.microsoft.com/office/drawing/2014/main" id="{3F9F67FA-BEA9-34D7-197D-1C052A4218B8}"/>
                  </a:ext>
                </a:extLst>
              </p:cNvPr>
              <p:cNvSpPr txBox="1">
                <a:spLocks noChangeArrowheads="1"/>
              </p:cNvSpPr>
              <p:nvPr/>
            </p:nvSpPr>
            <p:spPr bwMode="auto">
              <a:xfrm>
                <a:off x="2928926" y="1500174"/>
                <a:ext cx="960025" cy="31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Select</a:t>
                </a:r>
              </a:p>
            </p:txBody>
          </p:sp>
          <p:sp>
            <p:nvSpPr>
              <p:cNvPr id="58462" name="Text Box 63">
                <a:extLst>
                  <a:ext uri="{FF2B5EF4-FFF2-40B4-BE49-F238E27FC236}">
                    <a16:creationId xmlns:a16="http://schemas.microsoft.com/office/drawing/2014/main" id="{22FCF019-73DB-7261-1F17-FDC9FE2A3E12}"/>
                  </a:ext>
                </a:extLst>
              </p:cNvPr>
              <p:cNvSpPr txBox="1">
                <a:spLocks noChangeArrowheads="1"/>
              </p:cNvSpPr>
              <p:nvPr/>
            </p:nvSpPr>
            <p:spPr bwMode="auto">
              <a:xfrm>
                <a:off x="1386484" y="3583026"/>
                <a:ext cx="3545223" cy="31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t>DRAM memory cell construction</a:t>
                </a:r>
              </a:p>
            </p:txBody>
          </p:sp>
          <p:sp>
            <p:nvSpPr>
              <p:cNvPr id="58463" name="Text Box 64">
                <a:extLst>
                  <a:ext uri="{FF2B5EF4-FFF2-40B4-BE49-F238E27FC236}">
                    <a16:creationId xmlns:a16="http://schemas.microsoft.com/office/drawing/2014/main" id="{8DAEFB28-3052-D312-A5DF-71C912463C0C}"/>
                  </a:ext>
                </a:extLst>
              </p:cNvPr>
              <p:cNvSpPr txBox="1">
                <a:spLocks noChangeArrowheads="1"/>
              </p:cNvSpPr>
              <p:nvPr/>
            </p:nvSpPr>
            <p:spPr bwMode="auto">
              <a:xfrm>
                <a:off x="928688" y="2792983"/>
                <a:ext cx="840190" cy="31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SiO</a:t>
                </a:r>
                <a:r>
                  <a:rPr lang="en-US" altLang="en-US" baseline="-25000"/>
                  <a:t>2</a:t>
                </a:r>
                <a:endParaRPr lang="en-US" altLang="en-US"/>
              </a:p>
            </p:txBody>
          </p:sp>
          <p:sp>
            <p:nvSpPr>
              <p:cNvPr id="58464" name="Line 45">
                <a:extLst>
                  <a:ext uri="{FF2B5EF4-FFF2-40B4-BE49-F238E27FC236}">
                    <a16:creationId xmlns:a16="http://schemas.microsoft.com/office/drawing/2014/main" id="{06C42C56-B8C5-4B25-2911-9A684260B944}"/>
                  </a:ext>
                </a:extLst>
              </p:cNvPr>
              <p:cNvSpPr>
                <a:spLocks noChangeShapeType="1"/>
              </p:cNvSpPr>
              <p:nvPr/>
            </p:nvSpPr>
            <p:spPr bwMode="auto">
              <a:xfrm flipV="1">
                <a:off x="3030828" y="2677927"/>
                <a:ext cx="148110" cy="16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65" name="Line 41">
                <a:extLst>
                  <a:ext uri="{FF2B5EF4-FFF2-40B4-BE49-F238E27FC236}">
                    <a16:creationId xmlns:a16="http://schemas.microsoft.com/office/drawing/2014/main" id="{BC973260-9CCD-377E-E1E0-693707A57817}"/>
                  </a:ext>
                </a:extLst>
              </p:cNvPr>
              <p:cNvSpPr>
                <a:spLocks noChangeShapeType="1"/>
              </p:cNvSpPr>
              <p:nvPr/>
            </p:nvSpPr>
            <p:spPr bwMode="auto">
              <a:xfrm flipV="1">
                <a:off x="2968465" y="2389329"/>
                <a:ext cx="146304" cy="1645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66" name="Arc 14">
                <a:extLst>
                  <a:ext uri="{FF2B5EF4-FFF2-40B4-BE49-F238E27FC236}">
                    <a16:creationId xmlns:a16="http://schemas.microsoft.com/office/drawing/2014/main" id="{3E6897E7-D0E2-B2DE-C4DA-75BB984DFDF2}"/>
                  </a:ext>
                </a:extLst>
              </p:cNvPr>
              <p:cNvSpPr>
                <a:spLocks/>
              </p:cNvSpPr>
              <p:nvPr/>
            </p:nvSpPr>
            <p:spPr bwMode="auto">
              <a:xfrm rot="10800000" flipV="1">
                <a:off x="3610065" y="2681457"/>
                <a:ext cx="457200" cy="182880"/>
              </a:xfrm>
              <a:custGeom>
                <a:avLst/>
                <a:gdLst>
                  <a:gd name="T0" fmla="*/ 0 w 21600"/>
                  <a:gd name="T1" fmla="*/ 0 h 25621"/>
                  <a:gd name="T2" fmla="*/ 2147483646 w 21600"/>
                  <a:gd name="T3" fmla="*/ 2147483646 h 25621"/>
                  <a:gd name="T4" fmla="*/ 0 w 21600"/>
                  <a:gd name="T5" fmla="*/ 2147483646 h 25621"/>
                  <a:gd name="T6" fmla="*/ 0 60000 65536"/>
                  <a:gd name="T7" fmla="*/ 0 60000 65536"/>
                  <a:gd name="T8" fmla="*/ 0 60000 65536"/>
                  <a:gd name="T9" fmla="*/ 0 w 21600"/>
                  <a:gd name="T10" fmla="*/ 0 h 25621"/>
                  <a:gd name="T11" fmla="*/ 21600 w 21600"/>
                  <a:gd name="T12" fmla="*/ 25621 h 25621"/>
                </a:gdLst>
                <a:ahLst/>
                <a:cxnLst>
                  <a:cxn ang="T6">
                    <a:pos x="T0" y="T1"/>
                  </a:cxn>
                  <a:cxn ang="T7">
                    <a:pos x="T2" y="T3"/>
                  </a:cxn>
                  <a:cxn ang="T8">
                    <a:pos x="T4" y="T5"/>
                  </a:cxn>
                </a:cxnLst>
                <a:rect l="T9" t="T10" r="T11" b="T12"/>
                <a:pathLst>
                  <a:path w="21600" h="25621" fill="none" extrusionOk="0">
                    <a:moveTo>
                      <a:pt x="-1" y="0"/>
                    </a:moveTo>
                    <a:cubicBezTo>
                      <a:pt x="11929" y="0"/>
                      <a:pt x="21600" y="9670"/>
                      <a:pt x="21600" y="21600"/>
                    </a:cubicBezTo>
                    <a:cubicBezTo>
                      <a:pt x="21600" y="22949"/>
                      <a:pt x="21473" y="24295"/>
                      <a:pt x="21222" y="25620"/>
                    </a:cubicBezTo>
                  </a:path>
                  <a:path w="21600" h="25621" stroke="0" extrusionOk="0">
                    <a:moveTo>
                      <a:pt x="-1" y="0"/>
                    </a:moveTo>
                    <a:cubicBezTo>
                      <a:pt x="11929" y="0"/>
                      <a:pt x="21600" y="9670"/>
                      <a:pt x="21600" y="21600"/>
                    </a:cubicBezTo>
                    <a:cubicBezTo>
                      <a:pt x="21600" y="22949"/>
                      <a:pt x="21473" y="24295"/>
                      <a:pt x="21222" y="25620"/>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 </a:t>
                </a:r>
              </a:p>
            </p:txBody>
          </p:sp>
          <p:cxnSp>
            <p:nvCxnSpPr>
              <p:cNvPr id="58467" name="Straight Connector 157">
                <a:extLst>
                  <a:ext uri="{FF2B5EF4-FFF2-40B4-BE49-F238E27FC236}">
                    <a16:creationId xmlns:a16="http://schemas.microsoft.com/office/drawing/2014/main" id="{51E1A36E-70EA-F1BD-0A34-2083E107CB9A}"/>
                  </a:ext>
                </a:extLst>
              </p:cNvPr>
              <p:cNvCxnSpPr>
                <a:cxnSpLocks noChangeShapeType="1"/>
              </p:cNvCxnSpPr>
              <p:nvPr/>
            </p:nvCxnSpPr>
            <p:spPr bwMode="auto">
              <a:xfrm rot="16200000" flipH="1">
                <a:off x="4007926" y="2611073"/>
                <a:ext cx="128016"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58468" name="Line 50">
                <a:extLst>
                  <a:ext uri="{FF2B5EF4-FFF2-40B4-BE49-F238E27FC236}">
                    <a16:creationId xmlns:a16="http://schemas.microsoft.com/office/drawing/2014/main" id="{EAF2057E-22D0-DDE6-3B2F-D5F399D875E4}"/>
                  </a:ext>
                </a:extLst>
              </p:cNvPr>
              <p:cNvSpPr>
                <a:spLocks noChangeShapeType="1"/>
              </p:cNvSpPr>
              <p:nvPr/>
            </p:nvSpPr>
            <p:spPr bwMode="auto">
              <a:xfrm flipV="1">
                <a:off x="3775549" y="2396969"/>
                <a:ext cx="173736" cy="201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69" name="Line 49">
                <a:extLst>
                  <a:ext uri="{FF2B5EF4-FFF2-40B4-BE49-F238E27FC236}">
                    <a16:creationId xmlns:a16="http://schemas.microsoft.com/office/drawing/2014/main" id="{1EE912B2-D229-710E-C91A-843A86970A1F}"/>
                  </a:ext>
                </a:extLst>
              </p:cNvPr>
              <p:cNvSpPr>
                <a:spLocks noChangeShapeType="1"/>
              </p:cNvSpPr>
              <p:nvPr/>
            </p:nvSpPr>
            <p:spPr bwMode="auto">
              <a:xfrm flipV="1">
                <a:off x="4000496" y="2407602"/>
                <a:ext cx="365760" cy="429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58470" name="Straight Connector 160">
                <a:extLst>
                  <a:ext uri="{FF2B5EF4-FFF2-40B4-BE49-F238E27FC236}">
                    <a16:creationId xmlns:a16="http://schemas.microsoft.com/office/drawing/2014/main" id="{3E5E67E0-F67B-962B-267E-6B2ABADF5ADF}"/>
                  </a:ext>
                </a:extLst>
              </p:cNvPr>
              <p:cNvCxnSpPr>
                <a:cxnSpLocks noChangeShapeType="1"/>
              </p:cNvCxnSpPr>
              <p:nvPr/>
            </p:nvCxnSpPr>
            <p:spPr bwMode="auto">
              <a:xfrm>
                <a:off x="2796683" y="3542970"/>
                <a:ext cx="285752"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58471" name="Text Box 64">
                <a:extLst>
                  <a:ext uri="{FF2B5EF4-FFF2-40B4-BE49-F238E27FC236}">
                    <a16:creationId xmlns:a16="http://schemas.microsoft.com/office/drawing/2014/main" id="{48C900EC-B119-8204-8621-D331E6EDAEEF}"/>
                  </a:ext>
                </a:extLst>
              </p:cNvPr>
              <p:cNvSpPr txBox="1">
                <a:spLocks noChangeArrowheads="1"/>
              </p:cNvSpPr>
              <p:nvPr/>
            </p:nvSpPr>
            <p:spPr bwMode="auto">
              <a:xfrm>
                <a:off x="2553463" y="2936574"/>
                <a:ext cx="840190" cy="287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p-Si</a:t>
                </a:r>
              </a:p>
            </p:txBody>
          </p:sp>
          <p:sp>
            <p:nvSpPr>
              <p:cNvPr id="58472" name="Text Box 61">
                <a:extLst>
                  <a:ext uri="{FF2B5EF4-FFF2-40B4-BE49-F238E27FC236}">
                    <a16:creationId xmlns:a16="http://schemas.microsoft.com/office/drawing/2014/main" id="{EE6F9D35-2AF0-044C-5C75-F11E72786A4A}"/>
                  </a:ext>
                </a:extLst>
              </p:cNvPr>
              <p:cNvSpPr txBox="1">
                <a:spLocks noChangeArrowheads="1"/>
              </p:cNvSpPr>
              <p:nvPr/>
            </p:nvSpPr>
            <p:spPr bwMode="auto">
              <a:xfrm>
                <a:off x="1620122" y="1880654"/>
                <a:ext cx="743286" cy="31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(BL)</a:t>
                </a:r>
              </a:p>
            </p:txBody>
          </p:sp>
        </p:grpSp>
        <p:sp>
          <p:nvSpPr>
            <p:cNvPr id="58405" name="Text Box 92">
              <a:extLst>
                <a:ext uri="{FF2B5EF4-FFF2-40B4-BE49-F238E27FC236}">
                  <a16:creationId xmlns:a16="http://schemas.microsoft.com/office/drawing/2014/main" id="{B4C6821E-0604-0707-C91E-469097DB825A}"/>
                </a:ext>
              </a:extLst>
            </p:cNvPr>
            <p:cNvSpPr txBox="1">
              <a:spLocks noChangeArrowheads="1"/>
            </p:cNvSpPr>
            <p:nvPr/>
          </p:nvSpPr>
          <p:spPr bwMode="auto">
            <a:xfrm>
              <a:off x="5000625" y="1857376"/>
              <a:ext cx="1165225"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“bitline”</a:t>
              </a:r>
            </a:p>
            <a:p>
              <a:endParaRPr lang="en-US" altLang="en-US"/>
            </a:p>
            <a:p>
              <a:endParaRPr lang="en-US" altLang="en-US"/>
            </a:p>
          </p:txBody>
        </p:sp>
        <p:sp>
          <p:nvSpPr>
            <p:cNvPr id="58406" name="Line 81">
              <a:extLst>
                <a:ext uri="{FF2B5EF4-FFF2-40B4-BE49-F238E27FC236}">
                  <a16:creationId xmlns:a16="http://schemas.microsoft.com/office/drawing/2014/main" id="{0861E176-7DDD-B241-3C76-D63B60836887}"/>
                </a:ext>
              </a:extLst>
            </p:cNvPr>
            <p:cNvSpPr>
              <a:spLocks noChangeShapeType="1"/>
            </p:cNvSpPr>
            <p:nvPr/>
          </p:nvSpPr>
          <p:spPr bwMode="auto">
            <a:xfrm flipH="1">
              <a:off x="5630548" y="3641151"/>
              <a:ext cx="1587" cy="2743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3" name="Isosceles Triangle 102">
            <a:extLst>
              <a:ext uri="{FF2B5EF4-FFF2-40B4-BE49-F238E27FC236}">
                <a16:creationId xmlns:a16="http://schemas.microsoft.com/office/drawing/2014/main" id="{1E282CBF-D48E-45DC-990B-3FADB2194A0D}"/>
              </a:ext>
            </a:extLst>
          </p:cNvPr>
          <p:cNvSpPr/>
          <p:nvPr/>
        </p:nvSpPr>
        <p:spPr bwMode="auto">
          <a:xfrm rot="10800000">
            <a:off x="7221538" y="4654550"/>
            <a:ext cx="457200" cy="274638"/>
          </a:xfrm>
          <a:prstGeom prst="triangle">
            <a:avLst/>
          </a:prstGeom>
          <a:solidFill>
            <a:schemeClr val="accent1">
              <a:lumMod val="75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cxnSp>
        <p:nvCxnSpPr>
          <p:cNvPr id="58374" name="Straight Connector 107">
            <a:extLst>
              <a:ext uri="{FF2B5EF4-FFF2-40B4-BE49-F238E27FC236}">
                <a16:creationId xmlns:a16="http://schemas.microsoft.com/office/drawing/2014/main" id="{5B48AB8F-BC1B-8EEC-6D8C-09A691DBED24}"/>
              </a:ext>
            </a:extLst>
          </p:cNvPr>
          <p:cNvCxnSpPr>
            <a:cxnSpLocks noChangeShapeType="1"/>
          </p:cNvCxnSpPr>
          <p:nvPr/>
        </p:nvCxnSpPr>
        <p:spPr bwMode="auto">
          <a:xfrm rot="5400000">
            <a:off x="7362032" y="4996657"/>
            <a:ext cx="182563"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58375" name="TextBox 111">
            <a:extLst>
              <a:ext uri="{FF2B5EF4-FFF2-40B4-BE49-F238E27FC236}">
                <a16:creationId xmlns:a16="http://schemas.microsoft.com/office/drawing/2014/main" id="{D51F6304-1CF7-56FA-F248-A62BD11056A2}"/>
              </a:ext>
            </a:extLst>
          </p:cNvPr>
          <p:cNvSpPr txBox="1">
            <a:spLocks noChangeArrowheads="1"/>
          </p:cNvSpPr>
          <p:nvPr/>
        </p:nvSpPr>
        <p:spPr bwMode="auto">
          <a:xfrm>
            <a:off x="7524750" y="4929189"/>
            <a:ext cx="2071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Sense amplifier</a:t>
            </a:r>
            <a:endParaRPr lang="en-GB"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4B4037DD-96D6-698A-9BB3-76585A41346B}"/>
              </a:ext>
            </a:extLst>
          </p:cNvPr>
          <p:cNvSpPr>
            <a:spLocks noGrp="1" noChangeArrowheads="1"/>
          </p:cNvSpPr>
          <p:nvPr>
            <p:ph type="title"/>
          </p:nvPr>
        </p:nvSpPr>
        <p:spPr/>
        <p:txBody>
          <a:bodyPr/>
          <a:lstStyle/>
          <a:p>
            <a:r>
              <a:rPr lang="en-US" altLang="en-US"/>
              <a:t>DRAM (One-transistor Cell)</a:t>
            </a:r>
            <a:endParaRPr lang="en-GB" altLang="en-US"/>
          </a:p>
        </p:txBody>
      </p:sp>
      <p:sp>
        <p:nvSpPr>
          <p:cNvPr id="59395" name="TextBox 2">
            <a:extLst>
              <a:ext uri="{FF2B5EF4-FFF2-40B4-BE49-F238E27FC236}">
                <a16:creationId xmlns:a16="http://schemas.microsoft.com/office/drawing/2014/main" id="{BD930457-71CB-04A0-8F56-45936190BA11}"/>
              </a:ext>
            </a:extLst>
          </p:cNvPr>
          <p:cNvSpPr txBox="1">
            <a:spLocks noChangeArrowheads="1"/>
          </p:cNvSpPr>
          <p:nvPr/>
        </p:nvSpPr>
        <p:spPr bwMode="auto">
          <a:xfrm>
            <a:off x="1924050" y="1773239"/>
            <a:ext cx="828675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solidFill>
                  <a:srgbClr val="0000FF"/>
                </a:solidFill>
              </a:rPr>
              <a:t>Write operation</a:t>
            </a:r>
          </a:p>
          <a:p>
            <a:pPr eaLnBrk="1" hangingPunct="1">
              <a:buFont typeface="Arial" panose="020B0604020202020204" pitchFamily="34" charset="0"/>
              <a:buChar char="•"/>
            </a:pPr>
            <a:r>
              <a:rPr lang="en-GB" altLang="en-US"/>
              <a:t>To store a 1, the bit is accessed and a high  voltage is placed  on the bit line, which charges  the capacitor through  the “on” transistor.</a:t>
            </a:r>
          </a:p>
          <a:p>
            <a:pPr eaLnBrk="1" hangingPunct="1">
              <a:buFont typeface="Arial" panose="020B0604020202020204" pitchFamily="34" charset="0"/>
              <a:buChar char="•"/>
            </a:pPr>
            <a:r>
              <a:rPr lang="en-US" altLang="en-US"/>
              <a:t> To store a 0, a low  voltage  placed on </a:t>
            </a:r>
            <a:r>
              <a:rPr lang="en-GB" altLang="en-US"/>
              <a:t> transistor opens and the capacitor is charged on the bit line discharges the capacitor (if “1” has been stored</a:t>
            </a:r>
            <a:r>
              <a:rPr lang="ru-RU" altLang="en-US"/>
              <a:t>)</a:t>
            </a:r>
            <a:r>
              <a:rPr lang="en-US" altLang="en-US"/>
              <a:t>.</a:t>
            </a:r>
          </a:p>
          <a:p>
            <a:pPr eaLnBrk="1" hangingPunct="1">
              <a:buFont typeface="Arial" panose="020B0604020202020204" pitchFamily="34" charset="0"/>
              <a:buChar char="•"/>
            </a:pPr>
            <a:endParaRPr lang="en-US" altLang="en-US"/>
          </a:p>
          <a:p>
            <a:pPr algn="ctr" eaLnBrk="1" hangingPunct="1"/>
            <a:r>
              <a:rPr lang="en-US" altLang="en-US" sz="2000">
                <a:solidFill>
                  <a:srgbClr val="0000FF"/>
                </a:solidFill>
              </a:rPr>
              <a:t>Read operation</a:t>
            </a:r>
          </a:p>
          <a:p>
            <a:pPr eaLnBrk="1" hangingPunct="1">
              <a:buFont typeface="Arial" panose="020B0604020202020204" pitchFamily="34" charset="0"/>
              <a:buChar char="•"/>
            </a:pPr>
            <a:r>
              <a:rPr lang="en-US" altLang="en-US" sz="2000"/>
              <a:t> </a:t>
            </a:r>
            <a:r>
              <a:rPr lang="en-US" altLang="en-US"/>
              <a:t>To read a DRAM cell  the bit line (</a:t>
            </a:r>
            <a:r>
              <a:rPr lang="en-GB" altLang="en-US"/>
              <a:t>BL) is </a:t>
            </a:r>
            <a:r>
              <a:rPr lang="en-US" altLang="en-US"/>
              <a:t>first </a:t>
            </a:r>
            <a:r>
              <a:rPr lang="en-GB" altLang="en-US"/>
              <a:t>precharged to a voltage halfway between High and Low - V</a:t>
            </a:r>
            <a:r>
              <a:rPr lang="en-GB" altLang="en-US" baseline="-25000"/>
              <a:t>PRE</a:t>
            </a:r>
            <a:r>
              <a:rPr lang="en-GB" altLang="en-US"/>
              <a:t>.</a:t>
            </a:r>
            <a:r>
              <a:rPr lang="en-GB" altLang="en-US" baseline="-25000"/>
              <a:t> </a:t>
            </a:r>
            <a:r>
              <a:rPr lang="ru-RU" altLang="en-US" baseline="-25000"/>
              <a:t>   </a:t>
            </a:r>
            <a:r>
              <a:rPr lang="en-US" altLang="en-US"/>
              <a:t>Depending on whether the capacitor voltage is Hign or Low, the precharged  BL is pulled slightly  higher or slightly  lower.</a:t>
            </a:r>
          </a:p>
          <a:p>
            <a:pPr eaLnBrk="1" hangingPunct="1">
              <a:buFont typeface="Arial" panose="020B0604020202020204" pitchFamily="34" charset="0"/>
              <a:buChar char="•"/>
            </a:pPr>
            <a:r>
              <a:rPr lang="en-US" altLang="en-US" sz="2000"/>
              <a:t> A sense amplifier detects this small change and recover “1” or “0” accordingly.</a:t>
            </a:r>
          </a:p>
          <a:p>
            <a:pPr eaLnBrk="1" hangingPunct="1">
              <a:buFont typeface="Arial" panose="020B0604020202020204" pitchFamily="34" charset="0"/>
              <a:buChar char="•"/>
            </a:pPr>
            <a:r>
              <a:rPr lang="en-US" altLang="en-US" sz="2000"/>
              <a:t> R</a:t>
            </a:r>
            <a:r>
              <a:rPr lang="ru-RU" altLang="en-US" sz="2000"/>
              <a:t>ead </a:t>
            </a:r>
            <a:r>
              <a:rPr lang="en-US" altLang="en-US" sz="2000"/>
              <a:t>operation </a:t>
            </a:r>
            <a:r>
              <a:rPr lang="ru-RU" altLang="en-US" sz="2000"/>
              <a:t>is destructive: </a:t>
            </a:r>
            <a:r>
              <a:rPr lang="en-US" altLang="en-US" sz="2000"/>
              <a:t>data must be  written back </a:t>
            </a:r>
            <a:r>
              <a:rPr lang="ru-RU" altLang="en-US" sz="2000"/>
              <a:t>immediately</a:t>
            </a:r>
            <a:r>
              <a:rPr lang="en-US" altLang="en-US" sz="2000"/>
              <a:t>.</a:t>
            </a:r>
            <a:r>
              <a:rPr lang="en-US" altLang="en-US"/>
              <a:t> </a:t>
            </a:r>
            <a:endParaRPr lang="en-GB"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5">
            <a:extLst>
              <a:ext uri="{FF2B5EF4-FFF2-40B4-BE49-F238E27FC236}">
                <a16:creationId xmlns:a16="http://schemas.microsoft.com/office/drawing/2014/main" id="{F4EA83BB-511A-E560-17C7-8B2212076282}"/>
              </a:ext>
            </a:extLst>
          </p:cNvPr>
          <p:cNvSpPr>
            <a:spLocks noGrp="1" noChangeArrowheads="1"/>
          </p:cNvSpPr>
          <p:nvPr>
            <p:ph type="title"/>
          </p:nvPr>
        </p:nvSpPr>
        <p:spPr/>
        <p:txBody>
          <a:bodyPr/>
          <a:lstStyle/>
          <a:p>
            <a:r>
              <a:rPr lang="en-US" altLang="en-US"/>
              <a:t>Properties of DRAM</a:t>
            </a:r>
          </a:p>
        </p:txBody>
      </p:sp>
      <p:sp>
        <p:nvSpPr>
          <p:cNvPr id="50180" name="Content Placeholder 3">
            <a:extLst>
              <a:ext uri="{FF2B5EF4-FFF2-40B4-BE49-F238E27FC236}">
                <a16:creationId xmlns:a16="http://schemas.microsoft.com/office/drawing/2014/main" id="{27B22207-CB50-4144-BDD8-05143B967831}"/>
              </a:ext>
            </a:extLst>
          </p:cNvPr>
          <p:cNvSpPr>
            <a:spLocks noGrp="1"/>
          </p:cNvSpPr>
          <p:nvPr>
            <p:ph type="body" sz="quarter" idx="10"/>
          </p:nvPr>
        </p:nvSpPr>
        <p:spPr/>
        <p:txBody>
          <a:bodyPr/>
          <a:lstStyle/>
          <a:p>
            <a:pPr>
              <a:defRPr/>
            </a:pPr>
            <a:r>
              <a:rPr lang="en-US" sz="1800" dirty="0"/>
              <a:t> High density (1 transistor for DRAM </a:t>
            </a:r>
            <a:r>
              <a:rPr lang="en-US" sz="1800" dirty="0" err="1"/>
              <a:t>vs</a:t>
            </a:r>
            <a:r>
              <a:rPr lang="en-US" sz="1800" dirty="0"/>
              <a:t> 6 (or 4) transistors for SRAM)</a:t>
            </a:r>
          </a:p>
          <a:p>
            <a:pPr>
              <a:defRPr/>
            </a:pPr>
            <a:r>
              <a:rPr lang="en-US" sz="1800" dirty="0"/>
              <a:t> Destructive read (capacitor discharge on a read)</a:t>
            </a:r>
          </a:p>
          <a:p>
            <a:pPr lvl="1">
              <a:defRPr/>
            </a:pPr>
            <a:r>
              <a:rPr lang="en-US" sz="1800" dirty="0"/>
              <a:t>Read is automatically followed by a write (to restore)</a:t>
            </a:r>
          </a:p>
          <a:p>
            <a:pPr lvl="1">
              <a:defRPr/>
            </a:pPr>
            <a:r>
              <a:rPr lang="en-US" sz="1800" dirty="0"/>
              <a:t>Charge leaks away over time (need to refresh)</a:t>
            </a:r>
          </a:p>
          <a:p>
            <a:pPr marL="344487" lvl="1" indent="0">
              <a:buNone/>
              <a:defRPr/>
            </a:pPr>
            <a:r>
              <a:rPr lang="en-US" sz="1800" dirty="0"/>
              <a:t>DRAM use refresh cycles to update  every memory cell periodically, typically  once every 64 </a:t>
            </a:r>
            <a:r>
              <a:rPr lang="en-US" sz="1800" dirty="0" err="1"/>
              <a:t>ms.</a:t>
            </a:r>
            <a:endParaRPr lang="en-US" sz="1800" dirty="0"/>
          </a:p>
          <a:p>
            <a:pPr>
              <a:defRPr/>
            </a:pPr>
            <a:endParaRPr lang="ru-RU" sz="1800" dirty="0"/>
          </a:p>
          <a:p>
            <a:pPr>
              <a:defRPr/>
            </a:pPr>
            <a:endParaRPr lang="en-US" sz="1800" dirty="0"/>
          </a:p>
        </p:txBody>
      </p:sp>
      <p:grpSp>
        <p:nvGrpSpPr>
          <p:cNvPr id="60420" name="Group 31">
            <a:extLst>
              <a:ext uri="{FF2B5EF4-FFF2-40B4-BE49-F238E27FC236}">
                <a16:creationId xmlns:a16="http://schemas.microsoft.com/office/drawing/2014/main" id="{1080C313-A2F2-3BE9-2DA6-973C9252353A}"/>
              </a:ext>
            </a:extLst>
          </p:cNvPr>
          <p:cNvGrpSpPr>
            <a:grpSpLocks/>
          </p:cNvGrpSpPr>
          <p:nvPr/>
        </p:nvGrpSpPr>
        <p:grpSpPr bwMode="auto">
          <a:xfrm>
            <a:off x="2166939" y="3575050"/>
            <a:ext cx="6664325" cy="2012950"/>
            <a:chOff x="340" y="2478"/>
            <a:chExt cx="4578" cy="1664"/>
          </a:xfrm>
        </p:grpSpPr>
        <p:sp>
          <p:nvSpPr>
            <p:cNvPr id="60421" name="Line 10">
              <a:extLst>
                <a:ext uri="{FF2B5EF4-FFF2-40B4-BE49-F238E27FC236}">
                  <a16:creationId xmlns:a16="http://schemas.microsoft.com/office/drawing/2014/main" id="{9F4729B2-B1C9-7F7E-AC48-9DB99F12BF37}"/>
                </a:ext>
              </a:extLst>
            </p:cNvPr>
            <p:cNvSpPr>
              <a:spLocks noChangeShapeType="1"/>
            </p:cNvSpPr>
            <p:nvPr/>
          </p:nvSpPr>
          <p:spPr bwMode="auto">
            <a:xfrm flipV="1">
              <a:off x="836" y="2552"/>
              <a:ext cx="0" cy="1271"/>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22" name="Line 11">
              <a:extLst>
                <a:ext uri="{FF2B5EF4-FFF2-40B4-BE49-F238E27FC236}">
                  <a16:creationId xmlns:a16="http://schemas.microsoft.com/office/drawing/2014/main" id="{F90F9310-23B3-84A6-4358-2DBF4181F220}"/>
                </a:ext>
              </a:extLst>
            </p:cNvPr>
            <p:cNvSpPr>
              <a:spLocks noChangeShapeType="1"/>
            </p:cNvSpPr>
            <p:nvPr/>
          </p:nvSpPr>
          <p:spPr bwMode="auto">
            <a:xfrm>
              <a:off x="836" y="3823"/>
              <a:ext cx="402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23" name="Line 12">
              <a:extLst>
                <a:ext uri="{FF2B5EF4-FFF2-40B4-BE49-F238E27FC236}">
                  <a16:creationId xmlns:a16="http://schemas.microsoft.com/office/drawing/2014/main" id="{5A4003FB-D5FD-4F50-BBD7-18493B8BCBC6}"/>
                </a:ext>
              </a:extLst>
            </p:cNvPr>
            <p:cNvSpPr>
              <a:spLocks noChangeShapeType="1"/>
            </p:cNvSpPr>
            <p:nvPr/>
          </p:nvSpPr>
          <p:spPr bwMode="auto">
            <a:xfrm>
              <a:off x="846" y="3752"/>
              <a:ext cx="71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4" name="Line 13">
              <a:extLst>
                <a:ext uri="{FF2B5EF4-FFF2-40B4-BE49-F238E27FC236}">
                  <a16:creationId xmlns:a16="http://schemas.microsoft.com/office/drawing/2014/main" id="{F4610DDF-8D11-BE59-5D04-F09C094A7C77}"/>
                </a:ext>
              </a:extLst>
            </p:cNvPr>
            <p:cNvSpPr>
              <a:spLocks noChangeShapeType="1"/>
            </p:cNvSpPr>
            <p:nvPr/>
          </p:nvSpPr>
          <p:spPr bwMode="auto">
            <a:xfrm flipV="1">
              <a:off x="1560" y="2917"/>
              <a:ext cx="0" cy="8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5" name="Line 14">
              <a:extLst>
                <a:ext uri="{FF2B5EF4-FFF2-40B4-BE49-F238E27FC236}">
                  <a16:creationId xmlns:a16="http://schemas.microsoft.com/office/drawing/2014/main" id="{4CC99C79-1728-7D17-EE32-FC9FC2CFB6A1}"/>
                </a:ext>
              </a:extLst>
            </p:cNvPr>
            <p:cNvSpPr>
              <a:spLocks noChangeShapeType="1"/>
            </p:cNvSpPr>
            <p:nvPr/>
          </p:nvSpPr>
          <p:spPr bwMode="auto">
            <a:xfrm>
              <a:off x="836" y="3293"/>
              <a:ext cx="383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6" name="Arc 15">
              <a:extLst>
                <a:ext uri="{FF2B5EF4-FFF2-40B4-BE49-F238E27FC236}">
                  <a16:creationId xmlns:a16="http://schemas.microsoft.com/office/drawing/2014/main" id="{5324F28F-A7B9-2E86-682B-4CBDFADF8B43}"/>
                </a:ext>
              </a:extLst>
            </p:cNvPr>
            <p:cNvSpPr>
              <a:spLocks/>
            </p:cNvSpPr>
            <p:nvPr/>
          </p:nvSpPr>
          <p:spPr bwMode="auto">
            <a:xfrm rot="10800000">
              <a:off x="1559" y="2918"/>
              <a:ext cx="725" cy="282"/>
            </a:xfrm>
            <a:custGeom>
              <a:avLst/>
              <a:gdLst>
                <a:gd name="T0" fmla="*/ 0 w 26322"/>
                <a:gd name="T1" fmla="*/ 0 h 21600"/>
                <a:gd name="T2" fmla="*/ 0 w 26322"/>
                <a:gd name="T3" fmla="*/ 0 h 21600"/>
                <a:gd name="T4" fmla="*/ 0 w 26322"/>
                <a:gd name="T5" fmla="*/ 0 h 21600"/>
                <a:gd name="T6" fmla="*/ 0 60000 65536"/>
                <a:gd name="T7" fmla="*/ 0 60000 65536"/>
                <a:gd name="T8" fmla="*/ 0 60000 65536"/>
                <a:gd name="T9" fmla="*/ 0 w 26322"/>
                <a:gd name="T10" fmla="*/ 0 h 21600"/>
                <a:gd name="T11" fmla="*/ 26322 w 26322"/>
                <a:gd name="T12" fmla="*/ 21600 h 21600"/>
              </a:gdLst>
              <a:ahLst/>
              <a:cxnLst>
                <a:cxn ang="T6">
                  <a:pos x="T0" y="T1"/>
                </a:cxn>
                <a:cxn ang="T7">
                  <a:pos x="T2" y="T3"/>
                </a:cxn>
                <a:cxn ang="T8">
                  <a:pos x="T4" y="T5"/>
                </a:cxn>
              </a:cxnLst>
              <a:rect l="T9" t="T10" r="T11" b="T12"/>
              <a:pathLst>
                <a:path w="26322" h="21600" fill="none" extrusionOk="0">
                  <a:moveTo>
                    <a:pt x="-1" y="522"/>
                  </a:moveTo>
                  <a:cubicBezTo>
                    <a:pt x="1549" y="175"/>
                    <a:pt x="3133" y="-1"/>
                    <a:pt x="4722" y="0"/>
                  </a:cubicBezTo>
                  <a:cubicBezTo>
                    <a:pt x="16651" y="0"/>
                    <a:pt x="26322" y="9670"/>
                    <a:pt x="26322" y="21600"/>
                  </a:cubicBezTo>
                </a:path>
                <a:path w="26322" h="21600" stroke="0" extrusionOk="0">
                  <a:moveTo>
                    <a:pt x="-1" y="522"/>
                  </a:moveTo>
                  <a:cubicBezTo>
                    <a:pt x="1549" y="175"/>
                    <a:pt x="3133" y="-1"/>
                    <a:pt x="4722" y="0"/>
                  </a:cubicBezTo>
                  <a:cubicBezTo>
                    <a:pt x="16651" y="0"/>
                    <a:pt x="26322" y="9670"/>
                    <a:pt x="26322" y="21600"/>
                  </a:cubicBezTo>
                  <a:lnTo>
                    <a:pt x="4722" y="21600"/>
                  </a:lnTo>
                  <a:lnTo>
                    <a:pt x="-1" y="522"/>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27" name="Line 16">
              <a:extLst>
                <a:ext uri="{FF2B5EF4-FFF2-40B4-BE49-F238E27FC236}">
                  <a16:creationId xmlns:a16="http://schemas.microsoft.com/office/drawing/2014/main" id="{6DCE43DC-8B2B-1774-355E-307016C99C40}"/>
                </a:ext>
              </a:extLst>
            </p:cNvPr>
            <p:cNvSpPr>
              <a:spLocks noChangeShapeType="1"/>
            </p:cNvSpPr>
            <p:nvPr/>
          </p:nvSpPr>
          <p:spPr bwMode="auto">
            <a:xfrm flipV="1">
              <a:off x="2284" y="2895"/>
              <a:ext cx="0" cy="40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8" name="Arc 17">
              <a:extLst>
                <a:ext uri="{FF2B5EF4-FFF2-40B4-BE49-F238E27FC236}">
                  <a16:creationId xmlns:a16="http://schemas.microsoft.com/office/drawing/2014/main" id="{B89CF4B2-4385-7EEC-69AD-DF8C4C2AA825}"/>
                </a:ext>
              </a:extLst>
            </p:cNvPr>
            <p:cNvSpPr>
              <a:spLocks/>
            </p:cNvSpPr>
            <p:nvPr/>
          </p:nvSpPr>
          <p:spPr bwMode="auto">
            <a:xfrm rot="10800000">
              <a:off x="2294" y="2905"/>
              <a:ext cx="725" cy="283"/>
            </a:xfrm>
            <a:custGeom>
              <a:avLst/>
              <a:gdLst>
                <a:gd name="T0" fmla="*/ 0 w 26322"/>
                <a:gd name="T1" fmla="*/ 0 h 21600"/>
                <a:gd name="T2" fmla="*/ 0 w 26322"/>
                <a:gd name="T3" fmla="*/ 0 h 21600"/>
                <a:gd name="T4" fmla="*/ 0 w 26322"/>
                <a:gd name="T5" fmla="*/ 0 h 21600"/>
                <a:gd name="T6" fmla="*/ 0 60000 65536"/>
                <a:gd name="T7" fmla="*/ 0 60000 65536"/>
                <a:gd name="T8" fmla="*/ 0 60000 65536"/>
                <a:gd name="T9" fmla="*/ 0 w 26322"/>
                <a:gd name="T10" fmla="*/ 0 h 21600"/>
                <a:gd name="T11" fmla="*/ 26322 w 26322"/>
                <a:gd name="T12" fmla="*/ 21600 h 21600"/>
              </a:gdLst>
              <a:ahLst/>
              <a:cxnLst>
                <a:cxn ang="T6">
                  <a:pos x="T0" y="T1"/>
                </a:cxn>
                <a:cxn ang="T7">
                  <a:pos x="T2" y="T3"/>
                </a:cxn>
                <a:cxn ang="T8">
                  <a:pos x="T4" y="T5"/>
                </a:cxn>
              </a:cxnLst>
              <a:rect l="T9" t="T10" r="T11" b="T12"/>
              <a:pathLst>
                <a:path w="26322" h="21600" fill="none" extrusionOk="0">
                  <a:moveTo>
                    <a:pt x="-1" y="522"/>
                  </a:moveTo>
                  <a:cubicBezTo>
                    <a:pt x="1549" y="175"/>
                    <a:pt x="3133" y="-1"/>
                    <a:pt x="4722" y="0"/>
                  </a:cubicBezTo>
                  <a:cubicBezTo>
                    <a:pt x="16651" y="0"/>
                    <a:pt x="26322" y="9670"/>
                    <a:pt x="26322" y="21600"/>
                  </a:cubicBezTo>
                </a:path>
                <a:path w="26322" h="21600" stroke="0" extrusionOk="0">
                  <a:moveTo>
                    <a:pt x="-1" y="522"/>
                  </a:moveTo>
                  <a:cubicBezTo>
                    <a:pt x="1549" y="175"/>
                    <a:pt x="3133" y="-1"/>
                    <a:pt x="4722" y="0"/>
                  </a:cubicBezTo>
                  <a:cubicBezTo>
                    <a:pt x="16651" y="0"/>
                    <a:pt x="26322" y="9670"/>
                    <a:pt x="26322" y="21600"/>
                  </a:cubicBezTo>
                  <a:lnTo>
                    <a:pt x="4722" y="21600"/>
                  </a:lnTo>
                  <a:lnTo>
                    <a:pt x="-1" y="522"/>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29" name="Line 18">
              <a:extLst>
                <a:ext uri="{FF2B5EF4-FFF2-40B4-BE49-F238E27FC236}">
                  <a16:creationId xmlns:a16="http://schemas.microsoft.com/office/drawing/2014/main" id="{B36A4302-FBCF-3CF7-2069-71C21BFCC963}"/>
                </a:ext>
              </a:extLst>
            </p:cNvPr>
            <p:cNvSpPr>
              <a:spLocks noChangeShapeType="1"/>
            </p:cNvSpPr>
            <p:nvPr/>
          </p:nvSpPr>
          <p:spPr bwMode="auto">
            <a:xfrm flipV="1">
              <a:off x="3018" y="2895"/>
              <a:ext cx="0" cy="40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0" name="Arc 19">
              <a:extLst>
                <a:ext uri="{FF2B5EF4-FFF2-40B4-BE49-F238E27FC236}">
                  <a16:creationId xmlns:a16="http://schemas.microsoft.com/office/drawing/2014/main" id="{2CD0EF6C-7401-52D5-DA98-4A8A4A2550C9}"/>
                </a:ext>
              </a:extLst>
            </p:cNvPr>
            <p:cNvSpPr>
              <a:spLocks/>
            </p:cNvSpPr>
            <p:nvPr/>
          </p:nvSpPr>
          <p:spPr bwMode="auto">
            <a:xfrm rot="10800000">
              <a:off x="3028" y="2905"/>
              <a:ext cx="725" cy="283"/>
            </a:xfrm>
            <a:custGeom>
              <a:avLst/>
              <a:gdLst>
                <a:gd name="T0" fmla="*/ 0 w 26322"/>
                <a:gd name="T1" fmla="*/ 0 h 21600"/>
                <a:gd name="T2" fmla="*/ 0 w 26322"/>
                <a:gd name="T3" fmla="*/ 0 h 21600"/>
                <a:gd name="T4" fmla="*/ 0 w 26322"/>
                <a:gd name="T5" fmla="*/ 0 h 21600"/>
                <a:gd name="T6" fmla="*/ 0 60000 65536"/>
                <a:gd name="T7" fmla="*/ 0 60000 65536"/>
                <a:gd name="T8" fmla="*/ 0 60000 65536"/>
                <a:gd name="T9" fmla="*/ 0 w 26322"/>
                <a:gd name="T10" fmla="*/ 0 h 21600"/>
                <a:gd name="T11" fmla="*/ 26322 w 26322"/>
                <a:gd name="T12" fmla="*/ 21600 h 21600"/>
              </a:gdLst>
              <a:ahLst/>
              <a:cxnLst>
                <a:cxn ang="T6">
                  <a:pos x="T0" y="T1"/>
                </a:cxn>
                <a:cxn ang="T7">
                  <a:pos x="T2" y="T3"/>
                </a:cxn>
                <a:cxn ang="T8">
                  <a:pos x="T4" y="T5"/>
                </a:cxn>
              </a:cxnLst>
              <a:rect l="T9" t="T10" r="T11" b="T12"/>
              <a:pathLst>
                <a:path w="26322" h="21600" fill="none" extrusionOk="0">
                  <a:moveTo>
                    <a:pt x="-1" y="522"/>
                  </a:moveTo>
                  <a:cubicBezTo>
                    <a:pt x="1549" y="175"/>
                    <a:pt x="3133" y="-1"/>
                    <a:pt x="4722" y="0"/>
                  </a:cubicBezTo>
                  <a:cubicBezTo>
                    <a:pt x="16651" y="0"/>
                    <a:pt x="26322" y="9670"/>
                    <a:pt x="26322" y="21600"/>
                  </a:cubicBezTo>
                </a:path>
                <a:path w="26322" h="21600" stroke="0" extrusionOk="0">
                  <a:moveTo>
                    <a:pt x="-1" y="522"/>
                  </a:moveTo>
                  <a:cubicBezTo>
                    <a:pt x="1549" y="175"/>
                    <a:pt x="3133" y="-1"/>
                    <a:pt x="4722" y="0"/>
                  </a:cubicBezTo>
                  <a:cubicBezTo>
                    <a:pt x="16651" y="0"/>
                    <a:pt x="26322" y="9670"/>
                    <a:pt x="26322" y="21600"/>
                  </a:cubicBezTo>
                  <a:lnTo>
                    <a:pt x="4722" y="21600"/>
                  </a:lnTo>
                  <a:lnTo>
                    <a:pt x="-1" y="522"/>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31" name="Line 20">
              <a:extLst>
                <a:ext uri="{FF2B5EF4-FFF2-40B4-BE49-F238E27FC236}">
                  <a16:creationId xmlns:a16="http://schemas.microsoft.com/office/drawing/2014/main" id="{3D5E218E-666F-3560-DF84-4E396F8F8405}"/>
                </a:ext>
              </a:extLst>
            </p:cNvPr>
            <p:cNvSpPr>
              <a:spLocks noChangeShapeType="1"/>
            </p:cNvSpPr>
            <p:nvPr/>
          </p:nvSpPr>
          <p:spPr bwMode="auto">
            <a:xfrm flipV="1">
              <a:off x="3761" y="2894"/>
              <a:ext cx="0" cy="4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2" name="Arc 21">
              <a:extLst>
                <a:ext uri="{FF2B5EF4-FFF2-40B4-BE49-F238E27FC236}">
                  <a16:creationId xmlns:a16="http://schemas.microsoft.com/office/drawing/2014/main" id="{986F34EA-2322-1725-9900-BCE288FD37F3}"/>
                </a:ext>
              </a:extLst>
            </p:cNvPr>
            <p:cNvSpPr>
              <a:spLocks/>
            </p:cNvSpPr>
            <p:nvPr/>
          </p:nvSpPr>
          <p:spPr bwMode="auto">
            <a:xfrm rot="10800000">
              <a:off x="3771" y="2904"/>
              <a:ext cx="726" cy="282"/>
            </a:xfrm>
            <a:custGeom>
              <a:avLst/>
              <a:gdLst>
                <a:gd name="T0" fmla="*/ 0 w 26322"/>
                <a:gd name="T1" fmla="*/ 0 h 21600"/>
                <a:gd name="T2" fmla="*/ 0 w 26322"/>
                <a:gd name="T3" fmla="*/ 0 h 21600"/>
                <a:gd name="T4" fmla="*/ 0 w 26322"/>
                <a:gd name="T5" fmla="*/ 0 h 21600"/>
                <a:gd name="T6" fmla="*/ 0 60000 65536"/>
                <a:gd name="T7" fmla="*/ 0 60000 65536"/>
                <a:gd name="T8" fmla="*/ 0 60000 65536"/>
                <a:gd name="T9" fmla="*/ 0 w 26322"/>
                <a:gd name="T10" fmla="*/ 0 h 21600"/>
                <a:gd name="T11" fmla="*/ 26322 w 26322"/>
                <a:gd name="T12" fmla="*/ 21600 h 21600"/>
              </a:gdLst>
              <a:ahLst/>
              <a:cxnLst>
                <a:cxn ang="T6">
                  <a:pos x="T0" y="T1"/>
                </a:cxn>
                <a:cxn ang="T7">
                  <a:pos x="T2" y="T3"/>
                </a:cxn>
                <a:cxn ang="T8">
                  <a:pos x="T4" y="T5"/>
                </a:cxn>
              </a:cxnLst>
              <a:rect l="T9" t="T10" r="T11" b="T12"/>
              <a:pathLst>
                <a:path w="26322" h="21600" fill="none" extrusionOk="0">
                  <a:moveTo>
                    <a:pt x="-1" y="522"/>
                  </a:moveTo>
                  <a:cubicBezTo>
                    <a:pt x="1549" y="175"/>
                    <a:pt x="3133" y="-1"/>
                    <a:pt x="4722" y="0"/>
                  </a:cubicBezTo>
                  <a:cubicBezTo>
                    <a:pt x="16651" y="0"/>
                    <a:pt x="26322" y="9670"/>
                    <a:pt x="26322" y="21600"/>
                  </a:cubicBezTo>
                </a:path>
                <a:path w="26322" h="21600" stroke="0" extrusionOk="0">
                  <a:moveTo>
                    <a:pt x="-1" y="522"/>
                  </a:moveTo>
                  <a:cubicBezTo>
                    <a:pt x="1549" y="175"/>
                    <a:pt x="3133" y="-1"/>
                    <a:pt x="4722" y="0"/>
                  </a:cubicBezTo>
                  <a:cubicBezTo>
                    <a:pt x="16651" y="0"/>
                    <a:pt x="26322" y="9670"/>
                    <a:pt x="26322" y="21600"/>
                  </a:cubicBezTo>
                  <a:lnTo>
                    <a:pt x="4722" y="21600"/>
                  </a:lnTo>
                  <a:lnTo>
                    <a:pt x="-1" y="522"/>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33" name="Text Box 22">
              <a:extLst>
                <a:ext uri="{FF2B5EF4-FFF2-40B4-BE49-F238E27FC236}">
                  <a16:creationId xmlns:a16="http://schemas.microsoft.com/office/drawing/2014/main" id="{E21AB4A8-D7AC-B04F-B9F0-186ACE636E58}"/>
                </a:ext>
              </a:extLst>
            </p:cNvPr>
            <p:cNvSpPr txBox="1">
              <a:spLocks noChangeArrowheads="1"/>
            </p:cNvSpPr>
            <p:nvPr/>
          </p:nvSpPr>
          <p:spPr bwMode="auto">
            <a:xfrm>
              <a:off x="1161" y="2658"/>
              <a:ext cx="310"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0</a:t>
              </a:r>
            </a:p>
          </p:txBody>
        </p:sp>
        <p:sp>
          <p:nvSpPr>
            <p:cNvPr id="60434" name="Text Box 23">
              <a:extLst>
                <a:ext uri="{FF2B5EF4-FFF2-40B4-BE49-F238E27FC236}">
                  <a16:creationId xmlns:a16="http://schemas.microsoft.com/office/drawing/2014/main" id="{D666A7A5-89F6-E6D5-CF33-7FE82C57D402}"/>
                </a:ext>
              </a:extLst>
            </p:cNvPr>
            <p:cNvSpPr txBox="1">
              <a:spLocks noChangeArrowheads="1"/>
            </p:cNvSpPr>
            <p:nvPr/>
          </p:nvSpPr>
          <p:spPr bwMode="auto">
            <a:xfrm>
              <a:off x="1730" y="2658"/>
              <a:ext cx="309"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1</a:t>
              </a:r>
            </a:p>
          </p:txBody>
        </p:sp>
        <p:sp>
          <p:nvSpPr>
            <p:cNvPr id="60435" name="Text Box 24">
              <a:extLst>
                <a:ext uri="{FF2B5EF4-FFF2-40B4-BE49-F238E27FC236}">
                  <a16:creationId xmlns:a16="http://schemas.microsoft.com/office/drawing/2014/main" id="{D096BD2D-4A59-8AF4-78D2-7FFBC192FF08}"/>
                </a:ext>
              </a:extLst>
            </p:cNvPr>
            <p:cNvSpPr txBox="1">
              <a:spLocks noChangeArrowheads="1"/>
            </p:cNvSpPr>
            <p:nvPr/>
          </p:nvSpPr>
          <p:spPr bwMode="auto">
            <a:xfrm>
              <a:off x="2366" y="2718"/>
              <a:ext cx="722"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refresh</a:t>
              </a:r>
            </a:p>
          </p:txBody>
        </p:sp>
        <p:sp>
          <p:nvSpPr>
            <p:cNvPr id="60436" name="Text Box 25">
              <a:extLst>
                <a:ext uri="{FF2B5EF4-FFF2-40B4-BE49-F238E27FC236}">
                  <a16:creationId xmlns:a16="http://schemas.microsoft.com/office/drawing/2014/main" id="{856C4B1D-0E86-C076-9D22-A0F9FAFEE263}"/>
                </a:ext>
              </a:extLst>
            </p:cNvPr>
            <p:cNvSpPr txBox="1">
              <a:spLocks noChangeArrowheads="1"/>
            </p:cNvSpPr>
            <p:nvPr/>
          </p:nvSpPr>
          <p:spPr bwMode="auto">
            <a:xfrm>
              <a:off x="3108" y="2718"/>
              <a:ext cx="76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refresh</a:t>
              </a:r>
            </a:p>
          </p:txBody>
        </p:sp>
        <p:sp>
          <p:nvSpPr>
            <p:cNvPr id="60437" name="Text Box 26">
              <a:extLst>
                <a:ext uri="{FF2B5EF4-FFF2-40B4-BE49-F238E27FC236}">
                  <a16:creationId xmlns:a16="http://schemas.microsoft.com/office/drawing/2014/main" id="{62A8C0DD-F718-DAF4-15C3-C48A28BD0579}"/>
                </a:ext>
              </a:extLst>
            </p:cNvPr>
            <p:cNvSpPr txBox="1">
              <a:spLocks noChangeArrowheads="1"/>
            </p:cNvSpPr>
            <p:nvPr/>
          </p:nvSpPr>
          <p:spPr bwMode="auto">
            <a:xfrm>
              <a:off x="3801" y="2712"/>
              <a:ext cx="994"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refresh</a:t>
              </a:r>
            </a:p>
          </p:txBody>
        </p:sp>
        <p:sp>
          <p:nvSpPr>
            <p:cNvPr id="60438" name="Line 27">
              <a:extLst>
                <a:ext uri="{FF2B5EF4-FFF2-40B4-BE49-F238E27FC236}">
                  <a16:creationId xmlns:a16="http://schemas.microsoft.com/office/drawing/2014/main" id="{086F2A77-5C6D-6E0D-701B-1503386E6224}"/>
                </a:ext>
              </a:extLst>
            </p:cNvPr>
            <p:cNvSpPr>
              <a:spLocks noChangeShapeType="1"/>
            </p:cNvSpPr>
            <p:nvPr/>
          </p:nvSpPr>
          <p:spPr bwMode="auto">
            <a:xfrm>
              <a:off x="776" y="2901"/>
              <a:ext cx="11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9" name="Text Box 28">
              <a:extLst>
                <a:ext uri="{FF2B5EF4-FFF2-40B4-BE49-F238E27FC236}">
                  <a16:creationId xmlns:a16="http://schemas.microsoft.com/office/drawing/2014/main" id="{8F11211D-85FB-787D-3C5D-6C878624B42F}"/>
                </a:ext>
              </a:extLst>
            </p:cNvPr>
            <p:cNvSpPr txBox="1">
              <a:spLocks noChangeArrowheads="1"/>
            </p:cNvSpPr>
            <p:nvPr/>
          </p:nvSpPr>
          <p:spPr bwMode="auto">
            <a:xfrm>
              <a:off x="380" y="2724"/>
              <a:ext cx="476"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Vcc</a:t>
              </a:r>
            </a:p>
          </p:txBody>
        </p:sp>
        <p:sp>
          <p:nvSpPr>
            <p:cNvPr id="60440" name="Text Box 29">
              <a:extLst>
                <a:ext uri="{FF2B5EF4-FFF2-40B4-BE49-F238E27FC236}">
                  <a16:creationId xmlns:a16="http://schemas.microsoft.com/office/drawing/2014/main" id="{DB944A7D-D3C6-9290-8950-64CB332CE0D3}"/>
                </a:ext>
              </a:extLst>
            </p:cNvPr>
            <p:cNvSpPr txBox="1">
              <a:spLocks noChangeArrowheads="1"/>
            </p:cNvSpPr>
            <p:nvPr/>
          </p:nvSpPr>
          <p:spPr bwMode="auto">
            <a:xfrm>
              <a:off x="340" y="2478"/>
              <a:ext cx="71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Vcap</a:t>
              </a:r>
            </a:p>
          </p:txBody>
        </p:sp>
        <p:sp>
          <p:nvSpPr>
            <p:cNvPr id="60441" name="Text Box 30">
              <a:extLst>
                <a:ext uri="{FF2B5EF4-FFF2-40B4-BE49-F238E27FC236}">
                  <a16:creationId xmlns:a16="http://schemas.microsoft.com/office/drawing/2014/main" id="{E8EC0017-F806-A2FE-97AE-9DCAB6229C28}"/>
                </a:ext>
              </a:extLst>
            </p:cNvPr>
            <p:cNvSpPr txBox="1">
              <a:spLocks noChangeArrowheads="1"/>
            </p:cNvSpPr>
            <p:nvPr/>
          </p:nvSpPr>
          <p:spPr bwMode="auto">
            <a:xfrm>
              <a:off x="469" y="3642"/>
              <a:ext cx="476"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0V</a:t>
              </a:r>
            </a:p>
          </p:txBody>
        </p:sp>
        <p:sp>
          <p:nvSpPr>
            <p:cNvPr id="60442" name="Text Box 26">
              <a:extLst>
                <a:ext uri="{FF2B5EF4-FFF2-40B4-BE49-F238E27FC236}">
                  <a16:creationId xmlns:a16="http://schemas.microsoft.com/office/drawing/2014/main" id="{AAE75258-2B82-9C47-B854-3698DEC056C2}"/>
                </a:ext>
              </a:extLst>
            </p:cNvPr>
            <p:cNvSpPr txBox="1">
              <a:spLocks noChangeArrowheads="1"/>
            </p:cNvSpPr>
            <p:nvPr/>
          </p:nvSpPr>
          <p:spPr bwMode="auto">
            <a:xfrm>
              <a:off x="4346" y="3790"/>
              <a:ext cx="572"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time</a:t>
              </a:r>
              <a:endParaRPr lang="ru-RU" altLang="en-US"/>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a:extLst>
              <a:ext uri="{FF2B5EF4-FFF2-40B4-BE49-F238E27FC236}">
                <a16:creationId xmlns:a16="http://schemas.microsoft.com/office/drawing/2014/main" id="{F32E7DC8-AE07-2FE9-80FE-3FF81F34CE7A}"/>
              </a:ext>
            </a:extLst>
          </p:cNvPr>
          <p:cNvSpPr>
            <a:spLocks noGrp="1" noChangeArrowheads="1"/>
          </p:cNvSpPr>
          <p:nvPr>
            <p:ph type="title"/>
          </p:nvPr>
        </p:nvSpPr>
        <p:spPr/>
        <p:txBody>
          <a:bodyPr/>
          <a:lstStyle/>
          <a:p>
            <a:r>
              <a:rPr lang="en-US" altLang="en-US"/>
              <a:t>The Matrix of Memory Elements</a:t>
            </a:r>
            <a:endParaRPr lang="ru-RU" altLang="en-US"/>
          </a:p>
        </p:txBody>
      </p:sp>
      <p:grpSp>
        <p:nvGrpSpPr>
          <p:cNvPr id="61443" name="Group 143">
            <a:extLst>
              <a:ext uri="{FF2B5EF4-FFF2-40B4-BE49-F238E27FC236}">
                <a16:creationId xmlns:a16="http://schemas.microsoft.com/office/drawing/2014/main" id="{824EA285-BED8-242E-A338-B0E6045B1BD9}"/>
              </a:ext>
            </a:extLst>
          </p:cNvPr>
          <p:cNvGrpSpPr>
            <a:grpSpLocks/>
          </p:cNvGrpSpPr>
          <p:nvPr/>
        </p:nvGrpSpPr>
        <p:grpSpPr bwMode="auto">
          <a:xfrm>
            <a:off x="2700339" y="1552576"/>
            <a:ext cx="6396037" cy="3787775"/>
            <a:chOff x="1081132" y="1143000"/>
            <a:chExt cx="6426357" cy="3808943"/>
          </a:xfrm>
        </p:grpSpPr>
        <p:sp>
          <p:nvSpPr>
            <p:cNvPr id="61446" name="Line 5">
              <a:extLst>
                <a:ext uri="{FF2B5EF4-FFF2-40B4-BE49-F238E27FC236}">
                  <a16:creationId xmlns:a16="http://schemas.microsoft.com/office/drawing/2014/main" id="{315D953A-C0DA-8A10-CE55-B5411BBD9C42}"/>
                </a:ext>
              </a:extLst>
            </p:cNvPr>
            <p:cNvSpPr>
              <a:spLocks noChangeShapeType="1"/>
            </p:cNvSpPr>
            <p:nvPr/>
          </p:nvSpPr>
          <p:spPr bwMode="auto">
            <a:xfrm>
              <a:off x="1981257" y="1418766"/>
              <a:ext cx="4847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47" name="Line 6">
              <a:extLst>
                <a:ext uri="{FF2B5EF4-FFF2-40B4-BE49-F238E27FC236}">
                  <a16:creationId xmlns:a16="http://schemas.microsoft.com/office/drawing/2014/main" id="{4E1715F4-444E-7873-23AD-0F4B5D3D475C}"/>
                </a:ext>
              </a:extLst>
            </p:cNvPr>
            <p:cNvSpPr>
              <a:spLocks noChangeShapeType="1"/>
            </p:cNvSpPr>
            <p:nvPr/>
          </p:nvSpPr>
          <p:spPr bwMode="auto">
            <a:xfrm>
              <a:off x="1983495" y="1418766"/>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48" name="Line 7">
              <a:extLst>
                <a:ext uri="{FF2B5EF4-FFF2-40B4-BE49-F238E27FC236}">
                  <a16:creationId xmlns:a16="http://schemas.microsoft.com/office/drawing/2014/main" id="{9B833FFD-803B-B0C1-0A28-421F91C14855}"/>
                </a:ext>
              </a:extLst>
            </p:cNvPr>
            <p:cNvSpPr>
              <a:spLocks noChangeShapeType="1"/>
            </p:cNvSpPr>
            <p:nvPr/>
          </p:nvSpPr>
          <p:spPr bwMode="auto">
            <a:xfrm>
              <a:off x="1881672" y="1603285"/>
              <a:ext cx="202528"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49" name="Line 8">
              <a:extLst>
                <a:ext uri="{FF2B5EF4-FFF2-40B4-BE49-F238E27FC236}">
                  <a16:creationId xmlns:a16="http://schemas.microsoft.com/office/drawing/2014/main" id="{E01C5FC7-0CEC-EACE-4D45-DD229C2369F6}"/>
                </a:ext>
              </a:extLst>
            </p:cNvPr>
            <p:cNvSpPr>
              <a:spLocks noChangeShapeType="1"/>
            </p:cNvSpPr>
            <p:nvPr/>
          </p:nvSpPr>
          <p:spPr bwMode="auto">
            <a:xfrm>
              <a:off x="1739567" y="1694531"/>
              <a:ext cx="4565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0" name="Line 9">
              <a:extLst>
                <a:ext uri="{FF2B5EF4-FFF2-40B4-BE49-F238E27FC236}">
                  <a16:creationId xmlns:a16="http://schemas.microsoft.com/office/drawing/2014/main" id="{AE6A98E0-F701-C63C-AB6F-492378740F76}"/>
                </a:ext>
              </a:extLst>
            </p:cNvPr>
            <p:cNvSpPr>
              <a:spLocks noChangeShapeType="1"/>
            </p:cNvSpPr>
            <p:nvPr/>
          </p:nvSpPr>
          <p:spPr bwMode="auto">
            <a:xfrm>
              <a:off x="1831320" y="1694531"/>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1" name="Line 10">
              <a:extLst>
                <a:ext uri="{FF2B5EF4-FFF2-40B4-BE49-F238E27FC236}">
                  <a16:creationId xmlns:a16="http://schemas.microsoft.com/office/drawing/2014/main" id="{014C94CF-2917-AFCF-9E1A-B5DBD80BD206}"/>
                </a:ext>
              </a:extLst>
            </p:cNvPr>
            <p:cNvSpPr>
              <a:spLocks noChangeShapeType="1"/>
            </p:cNvSpPr>
            <p:nvPr/>
          </p:nvSpPr>
          <p:spPr bwMode="auto">
            <a:xfrm>
              <a:off x="2056225" y="1703656"/>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2" name="Line 11">
              <a:extLst>
                <a:ext uri="{FF2B5EF4-FFF2-40B4-BE49-F238E27FC236}">
                  <a16:creationId xmlns:a16="http://schemas.microsoft.com/office/drawing/2014/main" id="{57448ED1-A06E-6326-B1AA-D7F1869C072D}"/>
                </a:ext>
              </a:extLst>
            </p:cNvPr>
            <p:cNvSpPr>
              <a:spLocks noChangeShapeType="1"/>
            </p:cNvSpPr>
            <p:nvPr/>
          </p:nvSpPr>
          <p:spPr bwMode="auto">
            <a:xfrm>
              <a:off x="2053988" y="1879051"/>
              <a:ext cx="30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3" name="Line 12">
              <a:extLst>
                <a:ext uri="{FF2B5EF4-FFF2-40B4-BE49-F238E27FC236}">
                  <a16:creationId xmlns:a16="http://schemas.microsoft.com/office/drawing/2014/main" id="{262FCF77-0D6F-6732-3E69-CB12F5D3A89C}"/>
                </a:ext>
              </a:extLst>
            </p:cNvPr>
            <p:cNvSpPr>
              <a:spLocks noChangeShapeType="1"/>
            </p:cNvSpPr>
            <p:nvPr/>
          </p:nvSpPr>
          <p:spPr bwMode="auto">
            <a:xfrm>
              <a:off x="1401649" y="1869926"/>
              <a:ext cx="4307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4" name="Line 13">
              <a:extLst>
                <a:ext uri="{FF2B5EF4-FFF2-40B4-BE49-F238E27FC236}">
                  <a16:creationId xmlns:a16="http://schemas.microsoft.com/office/drawing/2014/main" id="{77DD6E74-E52D-9A6F-1256-BBF084E8E61C}"/>
                </a:ext>
              </a:extLst>
            </p:cNvPr>
            <p:cNvSpPr>
              <a:spLocks noChangeShapeType="1"/>
            </p:cNvSpPr>
            <p:nvPr/>
          </p:nvSpPr>
          <p:spPr bwMode="auto">
            <a:xfrm>
              <a:off x="1669074" y="1879051"/>
              <a:ext cx="0" cy="13788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5" name="Rectangle 14">
              <a:extLst>
                <a:ext uri="{FF2B5EF4-FFF2-40B4-BE49-F238E27FC236}">
                  <a16:creationId xmlns:a16="http://schemas.microsoft.com/office/drawing/2014/main" id="{B9C28A82-A480-906E-86B1-082812AB0BC5}"/>
                </a:ext>
              </a:extLst>
            </p:cNvPr>
            <p:cNvSpPr>
              <a:spLocks noChangeArrowheads="1"/>
            </p:cNvSpPr>
            <p:nvPr/>
          </p:nvSpPr>
          <p:spPr bwMode="auto">
            <a:xfrm>
              <a:off x="1589630" y="2008823"/>
              <a:ext cx="152175" cy="27576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61456" name="Line 15">
              <a:extLst>
                <a:ext uri="{FF2B5EF4-FFF2-40B4-BE49-F238E27FC236}">
                  <a16:creationId xmlns:a16="http://schemas.microsoft.com/office/drawing/2014/main" id="{CC18BF1A-5FEE-9EA9-8A3E-FDD2CBEE7AD4}"/>
                </a:ext>
              </a:extLst>
            </p:cNvPr>
            <p:cNvSpPr>
              <a:spLocks noChangeShapeType="1"/>
            </p:cNvSpPr>
            <p:nvPr/>
          </p:nvSpPr>
          <p:spPr bwMode="auto">
            <a:xfrm>
              <a:off x="1284161" y="2089931"/>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7" name="Line 16">
              <a:extLst>
                <a:ext uri="{FF2B5EF4-FFF2-40B4-BE49-F238E27FC236}">
                  <a16:creationId xmlns:a16="http://schemas.microsoft.com/office/drawing/2014/main" id="{6CF3727B-BB14-93D9-7CD2-1D88F94121E2}"/>
                </a:ext>
              </a:extLst>
            </p:cNvPr>
            <p:cNvSpPr>
              <a:spLocks noChangeShapeType="1"/>
            </p:cNvSpPr>
            <p:nvPr/>
          </p:nvSpPr>
          <p:spPr bwMode="auto">
            <a:xfrm>
              <a:off x="1406125" y="1879051"/>
              <a:ext cx="0" cy="2068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8" name="Line 17">
              <a:extLst>
                <a:ext uri="{FF2B5EF4-FFF2-40B4-BE49-F238E27FC236}">
                  <a16:creationId xmlns:a16="http://schemas.microsoft.com/office/drawing/2014/main" id="{3479268C-D2E3-8BE3-F841-FAB83466BED4}"/>
                </a:ext>
              </a:extLst>
            </p:cNvPr>
            <p:cNvSpPr>
              <a:spLocks noChangeShapeType="1"/>
            </p:cNvSpPr>
            <p:nvPr/>
          </p:nvSpPr>
          <p:spPr bwMode="auto">
            <a:xfrm>
              <a:off x="1284161" y="2163941"/>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9" name="Line 18">
              <a:extLst>
                <a:ext uri="{FF2B5EF4-FFF2-40B4-BE49-F238E27FC236}">
                  <a16:creationId xmlns:a16="http://schemas.microsoft.com/office/drawing/2014/main" id="{DE7CA32C-7D1B-2504-DB97-1A3CA719D33E}"/>
                </a:ext>
              </a:extLst>
            </p:cNvPr>
            <p:cNvSpPr>
              <a:spLocks noChangeShapeType="1"/>
            </p:cNvSpPr>
            <p:nvPr/>
          </p:nvSpPr>
          <p:spPr bwMode="auto">
            <a:xfrm>
              <a:off x="1396054" y="2176107"/>
              <a:ext cx="0" cy="252448"/>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460" name="Line 19">
              <a:extLst>
                <a:ext uri="{FF2B5EF4-FFF2-40B4-BE49-F238E27FC236}">
                  <a16:creationId xmlns:a16="http://schemas.microsoft.com/office/drawing/2014/main" id="{DC0D0757-7128-E81A-7B54-B8B20640764B}"/>
                </a:ext>
              </a:extLst>
            </p:cNvPr>
            <p:cNvSpPr>
              <a:spLocks noChangeShapeType="1"/>
            </p:cNvSpPr>
            <p:nvPr/>
          </p:nvSpPr>
          <p:spPr bwMode="auto">
            <a:xfrm>
              <a:off x="1669074" y="2283575"/>
              <a:ext cx="0" cy="137883"/>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461" name="Line 20">
              <a:extLst>
                <a:ext uri="{FF2B5EF4-FFF2-40B4-BE49-F238E27FC236}">
                  <a16:creationId xmlns:a16="http://schemas.microsoft.com/office/drawing/2014/main" id="{A2F3C2A4-DCCA-D783-245A-66B45965B90F}"/>
                </a:ext>
              </a:extLst>
            </p:cNvPr>
            <p:cNvSpPr>
              <a:spLocks noChangeShapeType="1"/>
            </p:cNvSpPr>
            <p:nvPr/>
          </p:nvSpPr>
          <p:spPr bwMode="auto">
            <a:xfrm>
              <a:off x="1192408" y="2430582"/>
              <a:ext cx="5690901" cy="405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62" name="Line 21">
              <a:extLst>
                <a:ext uri="{FF2B5EF4-FFF2-40B4-BE49-F238E27FC236}">
                  <a16:creationId xmlns:a16="http://schemas.microsoft.com/office/drawing/2014/main" id="{EAEC0CC1-FDA5-58C9-2B43-B0BBE0A392A3}"/>
                </a:ext>
              </a:extLst>
            </p:cNvPr>
            <p:cNvSpPr>
              <a:spLocks noChangeShapeType="1"/>
            </p:cNvSpPr>
            <p:nvPr/>
          </p:nvSpPr>
          <p:spPr bwMode="auto">
            <a:xfrm>
              <a:off x="3313908" y="1418766"/>
              <a:ext cx="0" cy="18452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1463" name="Line 22">
              <a:extLst>
                <a:ext uri="{FF2B5EF4-FFF2-40B4-BE49-F238E27FC236}">
                  <a16:creationId xmlns:a16="http://schemas.microsoft.com/office/drawing/2014/main" id="{5B83DBA5-3C95-027E-5B20-04AFF964B804}"/>
                </a:ext>
              </a:extLst>
            </p:cNvPr>
            <p:cNvSpPr>
              <a:spLocks noChangeShapeType="1"/>
            </p:cNvSpPr>
            <p:nvPr/>
          </p:nvSpPr>
          <p:spPr bwMode="auto">
            <a:xfrm>
              <a:off x="3212085" y="1603285"/>
              <a:ext cx="202527"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64" name="Line 23">
              <a:extLst>
                <a:ext uri="{FF2B5EF4-FFF2-40B4-BE49-F238E27FC236}">
                  <a16:creationId xmlns:a16="http://schemas.microsoft.com/office/drawing/2014/main" id="{837898A1-F526-45A6-0388-551041992C34}"/>
                </a:ext>
              </a:extLst>
            </p:cNvPr>
            <p:cNvSpPr>
              <a:spLocks noChangeShapeType="1"/>
            </p:cNvSpPr>
            <p:nvPr/>
          </p:nvSpPr>
          <p:spPr bwMode="auto">
            <a:xfrm>
              <a:off x="3069980" y="1694531"/>
              <a:ext cx="4565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65" name="Line 24">
              <a:extLst>
                <a:ext uri="{FF2B5EF4-FFF2-40B4-BE49-F238E27FC236}">
                  <a16:creationId xmlns:a16="http://schemas.microsoft.com/office/drawing/2014/main" id="{4DEB75C7-526C-9EF0-8638-5C9C7A798784}"/>
                </a:ext>
              </a:extLst>
            </p:cNvPr>
            <p:cNvSpPr>
              <a:spLocks noChangeShapeType="1"/>
            </p:cNvSpPr>
            <p:nvPr/>
          </p:nvSpPr>
          <p:spPr bwMode="auto">
            <a:xfrm>
              <a:off x="3161733" y="1694531"/>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66" name="Line 25">
              <a:extLst>
                <a:ext uri="{FF2B5EF4-FFF2-40B4-BE49-F238E27FC236}">
                  <a16:creationId xmlns:a16="http://schemas.microsoft.com/office/drawing/2014/main" id="{CCED3C8F-7303-A8A2-6C98-2BF909246F9D}"/>
                </a:ext>
              </a:extLst>
            </p:cNvPr>
            <p:cNvSpPr>
              <a:spLocks noChangeShapeType="1"/>
            </p:cNvSpPr>
            <p:nvPr/>
          </p:nvSpPr>
          <p:spPr bwMode="auto">
            <a:xfrm>
              <a:off x="3386639" y="1703656"/>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67" name="Line 26">
              <a:extLst>
                <a:ext uri="{FF2B5EF4-FFF2-40B4-BE49-F238E27FC236}">
                  <a16:creationId xmlns:a16="http://schemas.microsoft.com/office/drawing/2014/main" id="{B8877BBC-3899-71A9-40AD-FF65DB168A66}"/>
                </a:ext>
              </a:extLst>
            </p:cNvPr>
            <p:cNvSpPr>
              <a:spLocks noChangeShapeType="1"/>
            </p:cNvSpPr>
            <p:nvPr/>
          </p:nvSpPr>
          <p:spPr bwMode="auto">
            <a:xfrm>
              <a:off x="3384401" y="1879051"/>
              <a:ext cx="30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68" name="Line 27">
              <a:extLst>
                <a:ext uri="{FF2B5EF4-FFF2-40B4-BE49-F238E27FC236}">
                  <a16:creationId xmlns:a16="http://schemas.microsoft.com/office/drawing/2014/main" id="{B85F592B-7BD1-2C68-7F05-78BA369FE40F}"/>
                </a:ext>
              </a:extLst>
            </p:cNvPr>
            <p:cNvSpPr>
              <a:spLocks noChangeShapeType="1"/>
            </p:cNvSpPr>
            <p:nvPr/>
          </p:nvSpPr>
          <p:spPr bwMode="auto">
            <a:xfrm>
              <a:off x="2732062" y="1869926"/>
              <a:ext cx="43079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69" name="Line 28">
              <a:extLst>
                <a:ext uri="{FF2B5EF4-FFF2-40B4-BE49-F238E27FC236}">
                  <a16:creationId xmlns:a16="http://schemas.microsoft.com/office/drawing/2014/main" id="{F0499F5E-CEA1-ED61-EF7A-C871F59E5E30}"/>
                </a:ext>
              </a:extLst>
            </p:cNvPr>
            <p:cNvSpPr>
              <a:spLocks noChangeShapeType="1"/>
            </p:cNvSpPr>
            <p:nvPr/>
          </p:nvSpPr>
          <p:spPr bwMode="auto">
            <a:xfrm>
              <a:off x="2999488" y="1879051"/>
              <a:ext cx="0" cy="13788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0" name="Rectangle 29">
              <a:extLst>
                <a:ext uri="{FF2B5EF4-FFF2-40B4-BE49-F238E27FC236}">
                  <a16:creationId xmlns:a16="http://schemas.microsoft.com/office/drawing/2014/main" id="{69FF5F1E-5D8D-5484-58D2-15C85069EF9C}"/>
                </a:ext>
              </a:extLst>
            </p:cNvPr>
            <p:cNvSpPr>
              <a:spLocks noChangeArrowheads="1"/>
            </p:cNvSpPr>
            <p:nvPr/>
          </p:nvSpPr>
          <p:spPr bwMode="auto">
            <a:xfrm>
              <a:off x="2920043" y="2008823"/>
              <a:ext cx="152175" cy="27576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61471" name="Line 30">
              <a:extLst>
                <a:ext uri="{FF2B5EF4-FFF2-40B4-BE49-F238E27FC236}">
                  <a16:creationId xmlns:a16="http://schemas.microsoft.com/office/drawing/2014/main" id="{3ABD0984-341A-580F-BB08-56D8B63AAC3D}"/>
                </a:ext>
              </a:extLst>
            </p:cNvPr>
            <p:cNvSpPr>
              <a:spLocks noChangeShapeType="1"/>
            </p:cNvSpPr>
            <p:nvPr/>
          </p:nvSpPr>
          <p:spPr bwMode="auto">
            <a:xfrm>
              <a:off x="2736538" y="1879051"/>
              <a:ext cx="0" cy="2068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2" name="Line 31">
              <a:extLst>
                <a:ext uri="{FF2B5EF4-FFF2-40B4-BE49-F238E27FC236}">
                  <a16:creationId xmlns:a16="http://schemas.microsoft.com/office/drawing/2014/main" id="{8ABFE9F6-F587-6CBB-8D84-9B4F89FDE7F5}"/>
                </a:ext>
              </a:extLst>
            </p:cNvPr>
            <p:cNvSpPr>
              <a:spLocks noChangeShapeType="1"/>
            </p:cNvSpPr>
            <p:nvPr/>
          </p:nvSpPr>
          <p:spPr bwMode="auto">
            <a:xfrm>
              <a:off x="2726468" y="2176107"/>
              <a:ext cx="0" cy="252448"/>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473" name="Line 32">
              <a:extLst>
                <a:ext uri="{FF2B5EF4-FFF2-40B4-BE49-F238E27FC236}">
                  <a16:creationId xmlns:a16="http://schemas.microsoft.com/office/drawing/2014/main" id="{9C303201-59AF-7693-23CF-11D9EFF1DD4C}"/>
                </a:ext>
              </a:extLst>
            </p:cNvPr>
            <p:cNvSpPr>
              <a:spLocks noChangeShapeType="1"/>
            </p:cNvSpPr>
            <p:nvPr/>
          </p:nvSpPr>
          <p:spPr bwMode="auto">
            <a:xfrm>
              <a:off x="2999488" y="2283575"/>
              <a:ext cx="0" cy="137883"/>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474" name="Line 33">
              <a:extLst>
                <a:ext uri="{FF2B5EF4-FFF2-40B4-BE49-F238E27FC236}">
                  <a16:creationId xmlns:a16="http://schemas.microsoft.com/office/drawing/2014/main" id="{4A7B2B7A-7C4F-97BD-789E-6924FBFAE562}"/>
                </a:ext>
              </a:extLst>
            </p:cNvPr>
            <p:cNvSpPr>
              <a:spLocks noChangeShapeType="1"/>
            </p:cNvSpPr>
            <p:nvPr/>
          </p:nvSpPr>
          <p:spPr bwMode="auto">
            <a:xfrm>
              <a:off x="2624644" y="2080806"/>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5" name="Line 34">
              <a:extLst>
                <a:ext uri="{FF2B5EF4-FFF2-40B4-BE49-F238E27FC236}">
                  <a16:creationId xmlns:a16="http://schemas.microsoft.com/office/drawing/2014/main" id="{5CA83A38-84D8-0B84-A270-299B31F8F9AF}"/>
                </a:ext>
              </a:extLst>
            </p:cNvPr>
            <p:cNvSpPr>
              <a:spLocks noChangeShapeType="1"/>
            </p:cNvSpPr>
            <p:nvPr/>
          </p:nvSpPr>
          <p:spPr bwMode="auto">
            <a:xfrm>
              <a:off x="2624644" y="2163941"/>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6" name="Line 35">
              <a:extLst>
                <a:ext uri="{FF2B5EF4-FFF2-40B4-BE49-F238E27FC236}">
                  <a16:creationId xmlns:a16="http://schemas.microsoft.com/office/drawing/2014/main" id="{C7CFF835-35B7-5BA3-051D-E5FC9C508949}"/>
                </a:ext>
              </a:extLst>
            </p:cNvPr>
            <p:cNvSpPr>
              <a:spLocks noChangeShapeType="1"/>
            </p:cNvSpPr>
            <p:nvPr/>
          </p:nvSpPr>
          <p:spPr bwMode="auto">
            <a:xfrm>
              <a:off x="4787545" y="1418766"/>
              <a:ext cx="0" cy="18452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1477" name="Line 36">
              <a:extLst>
                <a:ext uri="{FF2B5EF4-FFF2-40B4-BE49-F238E27FC236}">
                  <a16:creationId xmlns:a16="http://schemas.microsoft.com/office/drawing/2014/main" id="{BB576210-6E47-1D5C-F982-265DABF61065}"/>
                </a:ext>
              </a:extLst>
            </p:cNvPr>
            <p:cNvSpPr>
              <a:spLocks noChangeShapeType="1"/>
            </p:cNvSpPr>
            <p:nvPr/>
          </p:nvSpPr>
          <p:spPr bwMode="auto">
            <a:xfrm>
              <a:off x="4685722" y="1603285"/>
              <a:ext cx="202528"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8" name="Line 37">
              <a:extLst>
                <a:ext uri="{FF2B5EF4-FFF2-40B4-BE49-F238E27FC236}">
                  <a16:creationId xmlns:a16="http://schemas.microsoft.com/office/drawing/2014/main" id="{91172188-9A25-2ECD-626D-C89051C08783}"/>
                </a:ext>
              </a:extLst>
            </p:cNvPr>
            <p:cNvSpPr>
              <a:spLocks noChangeShapeType="1"/>
            </p:cNvSpPr>
            <p:nvPr/>
          </p:nvSpPr>
          <p:spPr bwMode="auto">
            <a:xfrm>
              <a:off x="4543617" y="1694531"/>
              <a:ext cx="4565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9" name="Line 38">
              <a:extLst>
                <a:ext uri="{FF2B5EF4-FFF2-40B4-BE49-F238E27FC236}">
                  <a16:creationId xmlns:a16="http://schemas.microsoft.com/office/drawing/2014/main" id="{0B4E7022-468F-3DE2-CE3A-8BF03DB4BE5D}"/>
                </a:ext>
              </a:extLst>
            </p:cNvPr>
            <p:cNvSpPr>
              <a:spLocks noChangeShapeType="1"/>
            </p:cNvSpPr>
            <p:nvPr/>
          </p:nvSpPr>
          <p:spPr bwMode="auto">
            <a:xfrm>
              <a:off x="4635370" y="1694531"/>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0" name="Line 39">
              <a:extLst>
                <a:ext uri="{FF2B5EF4-FFF2-40B4-BE49-F238E27FC236}">
                  <a16:creationId xmlns:a16="http://schemas.microsoft.com/office/drawing/2014/main" id="{F240D61A-54AB-958F-7B7A-79F33E8CE4AC}"/>
                </a:ext>
              </a:extLst>
            </p:cNvPr>
            <p:cNvSpPr>
              <a:spLocks noChangeShapeType="1"/>
            </p:cNvSpPr>
            <p:nvPr/>
          </p:nvSpPr>
          <p:spPr bwMode="auto">
            <a:xfrm>
              <a:off x="4860276" y="1703656"/>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1" name="Line 40">
              <a:extLst>
                <a:ext uri="{FF2B5EF4-FFF2-40B4-BE49-F238E27FC236}">
                  <a16:creationId xmlns:a16="http://schemas.microsoft.com/office/drawing/2014/main" id="{940A217A-535D-D356-93F1-E665342D07F6}"/>
                </a:ext>
              </a:extLst>
            </p:cNvPr>
            <p:cNvSpPr>
              <a:spLocks noChangeShapeType="1"/>
            </p:cNvSpPr>
            <p:nvPr/>
          </p:nvSpPr>
          <p:spPr bwMode="auto">
            <a:xfrm>
              <a:off x="4858038" y="1879051"/>
              <a:ext cx="30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2" name="Line 41">
              <a:extLst>
                <a:ext uri="{FF2B5EF4-FFF2-40B4-BE49-F238E27FC236}">
                  <a16:creationId xmlns:a16="http://schemas.microsoft.com/office/drawing/2014/main" id="{9EF04D7B-A121-FDCE-AE59-F687114676C7}"/>
                </a:ext>
              </a:extLst>
            </p:cNvPr>
            <p:cNvSpPr>
              <a:spLocks noChangeShapeType="1"/>
            </p:cNvSpPr>
            <p:nvPr/>
          </p:nvSpPr>
          <p:spPr bwMode="auto">
            <a:xfrm>
              <a:off x="4205699" y="1869926"/>
              <a:ext cx="4307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3" name="Line 42">
              <a:extLst>
                <a:ext uri="{FF2B5EF4-FFF2-40B4-BE49-F238E27FC236}">
                  <a16:creationId xmlns:a16="http://schemas.microsoft.com/office/drawing/2014/main" id="{223188E0-6EE2-3E5A-9E43-2332B10A14AF}"/>
                </a:ext>
              </a:extLst>
            </p:cNvPr>
            <p:cNvSpPr>
              <a:spLocks noChangeShapeType="1"/>
            </p:cNvSpPr>
            <p:nvPr/>
          </p:nvSpPr>
          <p:spPr bwMode="auto">
            <a:xfrm>
              <a:off x="4473124" y="1879051"/>
              <a:ext cx="0" cy="13788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4" name="Rectangle 43">
              <a:extLst>
                <a:ext uri="{FF2B5EF4-FFF2-40B4-BE49-F238E27FC236}">
                  <a16:creationId xmlns:a16="http://schemas.microsoft.com/office/drawing/2014/main" id="{D160353D-E73C-209E-1DBE-25AB17335198}"/>
                </a:ext>
              </a:extLst>
            </p:cNvPr>
            <p:cNvSpPr>
              <a:spLocks noChangeArrowheads="1"/>
            </p:cNvSpPr>
            <p:nvPr/>
          </p:nvSpPr>
          <p:spPr bwMode="auto">
            <a:xfrm>
              <a:off x="4393680" y="2008823"/>
              <a:ext cx="152175" cy="27576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61485" name="Line 44">
              <a:extLst>
                <a:ext uri="{FF2B5EF4-FFF2-40B4-BE49-F238E27FC236}">
                  <a16:creationId xmlns:a16="http://schemas.microsoft.com/office/drawing/2014/main" id="{1F606759-D5BE-96A6-8712-3D267F269A3D}"/>
                </a:ext>
              </a:extLst>
            </p:cNvPr>
            <p:cNvSpPr>
              <a:spLocks noChangeShapeType="1"/>
            </p:cNvSpPr>
            <p:nvPr/>
          </p:nvSpPr>
          <p:spPr bwMode="auto">
            <a:xfrm>
              <a:off x="4210175" y="1879051"/>
              <a:ext cx="0" cy="2068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6" name="Line 45">
              <a:extLst>
                <a:ext uri="{FF2B5EF4-FFF2-40B4-BE49-F238E27FC236}">
                  <a16:creationId xmlns:a16="http://schemas.microsoft.com/office/drawing/2014/main" id="{D15B0959-A85D-B5B6-37C5-B3A761D81C82}"/>
                </a:ext>
              </a:extLst>
            </p:cNvPr>
            <p:cNvSpPr>
              <a:spLocks noChangeShapeType="1"/>
            </p:cNvSpPr>
            <p:nvPr/>
          </p:nvSpPr>
          <p:spPr bwMode="auto">
            <a:xfrm>
              <a:off x="4200104" y="2176107"/>
              <a:ext cx="0" cy="252448"/>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487" name="Line 46">
              <a:extLst>
                <a:ext uri="{FF2B5EF4-FFF2-40B4-BE49-F238E27FC236}">
                  <a16:creationId xmlns:a16="http://schemas.microsoft.com/office/drawing/2014/main" id="{BF3AD774-DDD8-4996-9BF3-9F13366393A5}"/>
                </a:ext>
              </a:extLst>
            </p:cNvPr>
            <p:cNvSpPr>
              <a:spLocks noChangeShapeType="1"/>
            </p:cNvSpPr>
            <p:nvPr/>
          </p:nvSpPr>
          <p:spPr bwMode="auto">
            <a:xfrm>
              <a:off x="4473124" y="2283575"/>
              <a:ext cx="0" cy="137883"/>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488" name="Line 47">
              <a:extLst>
                <a:ext uri="{FF2B5EF4-FFF2-40B4-BE49-F238E27FC236}">
                  <a16:creationId xmlns:a16="http://schemas.microsoft.com/office/drawing/2014/main" id="{FF90CD87-06AA-B6CA-4826-5DBB1224F0A6}"/>
                </a:ext>
              </a:extLst>
            </p:cNvPr>
            <p:cNvSpPr>
              <a:spLocks noChangeShapeType="1"/>
            </p:cNvSpPr>
            <p:nvPr/>
          </p:nvSpPr>
          <p:spPr bwMode="auto">
            <a:xfrm>
              <a:off x="4098281" y="2080806"/>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9" name="Line 48">
              <a:extLst>
                <a:ext uri="{FF2B5EF4-FFF2-40B4-BE49-F238E27FC236}">
                  <a16:creationId xmlns:a16="http://schemas.microsoft.com/office/drawing/2014/main" id="{A52B4D33-338F-3DFA-AA6E-58A1E1A2B43A}"/>
                </a:ext>
              </a:extLst>
            </p:cNvPr>
            <p:cNvSpPr>
              <a:spLocks noChangeShapeType="1"/>
            </p:cNvSpPr>
            <p:nvPr/>
          </p:nvSpPr>
          <p:spPr bwMode="auto">
            <a:xfrm>
              <a:off x="4098281" y="2163941"/>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0" name="Line 49">
              <a:extLst>
                <a:ext uri="{FF2B5EF4-FFF2-40B4-BE49-F238E27FC236}">
                  <a16:creationId xmlns:a16="http://schemas.microsoft.com/office/drawing/2014/main" id="{C2FA0962-A720-4183-C1E7-75ACEB8D0586}"/>
                </a:ext>
              </a:extLst>
            </p:cNvPr>
            <p:cNvSpPr>
              <a:spLocks noChangeShapeType="1"/>
            </p:cNvSpPr>
            <p:nvPr/>
          </p:nvSpPr>
          <p:spPr bwMode="auto">
            <a:xfrm>
              <a:off x="6230971" y="1427890"/>
              <a:ext cx="0" cy="18452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1491" name="Line 50">
              <a:extLst>
                <a:ext uri="{FF2B5EF4-FFF2-40B4-BE49-F238E27FC236}">
                  <a16:creationId xmlns:a16="http://schemas.microsoft.com/office/drawing/2014/main" id="{96CB540F-66B0-E47E-6693-53B353C23AE9}"/>
                </a:ext>
              </a:extLst>
            </p:cNvPr>
            <p:cNvSpPr>
              <a:spLocks noChangeShapeType="1"/>
            </p:cNvSpPr>
            <p:nvPr/>
          </p:nvSpPr>
          <p:spPr bwMode="auto">
            <a:xfrm>
              <a:off x="6129147" y="1612410"/>
              <a:ext cx="202528"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2" name="Line 51">
              <a:extLst>
                <a:ext uri="{FF2B5EF4-FFF2-40B4-BE49-F238E27FC236}">
                  <a16:creationId xmlns:a16="http://schemas.microsoft.com/office/drawing/2014/main" id="{F4B99B1B-9B6B-1D7C-7F83-655406283105}"/>
                </a:ext>
              </a:extLst>
            </p:cNvPr>
            <p:cNvSpPr>
              <a:spLocks noChangeShapeType="1"/>
            </p:cNvSpPr>
            <p:nvPr/>
          </p:nvSpPr>
          <p:spPr bwMode="auto">
            <a:xfrm>
              <a:off x="5987043" y="1703656"/>
              <a:ext cx="4565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3" name="Line 52">
              <a:extLst>
                <a:ext uri="{FF2B5EF4-FFF2-40B4-BE49-F238E27FC236}">
                  <a16:creationId xmlns:a16="http://schemas.microsoft.com/office/drawing/2014/main" id="{9A6CC412-BFF9-E7E6-9541-359B641707B1}"/>
                </a:ext>
              </a:extLst>
            </p:cNvPr>
            <p:cNvSpPr>
              <a:spLocks noChangeShapeType="1"/>
            </p:cNvSpPr>
            <p:nvPr/>
          </p:nvSpPr>
          <p:spPr bwMode="auto">
            <a:xfrm>
              <a:off x="6078796" y="1703656"/>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4" name="Line 53">
              <a:extLst>
                <a:ext uri="{FF2B5EF4-FFF2-40B4-BE49-F238E27FC236}">
                  <a16:creationId xmlns:a16="http://schemas.microsoft.com/office/drawing/2014/main" id="{6C39DF59-42AC-2EEC-E8E1-04E811ECF9CB}"/>
                </a:ext>
              </a:extLst>
            </p:cNvPr>
            <p:cNvSpPr>
              <a:spLocks noChangeShapeType="1"/>
            </p:cNvSpPr>
            <p:nvPr/>
          </p:nvSpPr>
          <p:spPr bwMode="auto">
            <a:xfrm>
              <a:off x="6303701" y="1712781"/>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5" name="Line 54">
              <a:extLst>
                <a:ext uri="{FF2B5EF4-FFF2-40B4-BE49-F238E27FC236}">
                  <a16:creationId xmlns:a16="http://schemas.microsoft.com/office/drawing/2014/main" id="{DF50CBAE-D9DD-7CD6-8161-D0EFAD0EF6DC}"/>
                </a:ext>
              </a:extLst>
            </p:cNvPr>
            <p:cNvSpPr>
              <a:spLocks noChangeShapeType="1"/>
            </p:cNvSpPr>
            <p:nvPr/>
          </p:nvSpPr>
          <p:spPr bwMode="auto">
            <a:xfrm>
              <a:off x="6301463" y="1888175"/>
              <a:ext cx="30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6" name="Line 55">
              <a:extLst>
                <a:ext uri="{FF2B5EF4-FFF2-40B4-BE49-F238E27FC236}">
                  <a16:creationId xmlns:a16="http://schemas.microsoft.com/office/drawing/2014/main" id="{B6D08835-92D2-3AA4-4517-B0E6AC6C5F93}"/>
                </a:ext>
              </a:extLst>
            </p:cNvPr>
            <p:cNvSpPr>
              <a:spLocks noChangeShapeType="1"/>
            </p:cNvSpPr>
            <p:nvPr/>
          </p:nvSpPr>
          <p:spPr bwMode="auto">
            <a:xfrm>
              <a:off x="5649125" y="1879051"/>
              <a:ext cx="4307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7" name="Line 56">
              <a:extLst>
                <a:ext uri="{FF2B5EF4-FFF2-40B4-BE49-F238E27FC236}">
                  <a16:creationId xmlns:a16="http://schemas.microsoft.com/office/drawing/2014/main" id="{56CDAF05-A491-EC43-8B0F-492D6430FE7D}"/>
                </a:ext>
              </a:extLst>
            </p:cNvPr>
            <p:cNvSpPr>
              <a:spLocks noChangeShapeType="1"/>
            </p:cNvSpPr>
            <p:nvPr/>
          </p:nvSpPr>
          <p:spPr bwMode="auto">
            <a:xfrm>
              <a:off x="5916550" y="1888175"/>
              <a:ext cx="0" cy="13788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8" name="Rectangle 57">
              <a:extLst>
                <a:ext uri="{FF2B5EF4-FFF2-40B4-BE49-F238E27FC236}">
                  <a16:creationId xmlns:a16="http://schemas.microsoft.com/office/drawing/2014/main" id="{C13B478A-F397-516F-01F7-C68F1F136F54}"/>
                </a:ext>
              </a:extLst>
            </p:cNvPr>
            <p:cNvSpPr>
              <a:spLocks noChangeArrowheads="1"/>
            </p:cNvSpPr>
            <p:nvPr/>
          </p:nvSpPr>
          <p:spPr bwMode="auto">
            <a:xfrm>
              <a:off x="5837106" y="2017947"/>
              <a:ext cx="152175" cy="27576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61499" name="Line 58">
              <a:extLst>
                <a:ext uri="{FF2B5EF4-FFF2-40B4-BE49-F238E27FC236}">
                  <a16:creationId xmlns:a16="http://schemas.microsoft.com/office/drawing/2014/main" id="{718442B4-19C7-CDB7-42CD-DFE3EEB0926F}"/>
                </a:ext>
              </a:extLst>
            </p:cNvPr>
            <p:cNvSpPr>
              <a:spLocks noChangeShapeType="1"/>
            </p:cNvSpPr>
            <p:nvPr/>
          </p:nvSpPr>
          <p:spPr bwMode="auto">
            <a:xfrm>
              <a:off x="5653601" y="1888175"/>
              <a:ext cx="0" cy="2068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0" name="Line 59">
              <a:extLst>
                <a:ext uri="{FF2B5EF4-FFF2-40B4-BE49-F238E27FC236}">
                  <a16:creationId xmlns:a16="http://schemas.microsoft.com/office/drawing/2014/main" id="{1CB7A58F-41C0-B77C-DC3D-A6FBB110A1B8}"/>
                </a:ext>
              </a:extLst>
            </p:cNvPr>
            <p:cNvSpPr>
              <a:spLocks noChangeShapeType="1"/>
            </p:cNvSpPr>
            <p:nvPr/>
          </p:nvSpPr>
          <p:spPr bwMode="auto">
            <a:xfrm>
              <a:off x="5643530" y="2185232"/>
              <a:ext cx="0" cy="252447"/>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01" name="Line 60">
              <a:extLst>
                <a:ext uri="{FF2B5EF4-FFF2-40B4-BE49-F238E27FC236}">
                  <a16:creationId xmlns:a16="http://schemas.microsoft.com/office/drawing/2014/main" id="{13AF857D-F320-0427-2EB8-D4C6D2F912FA}"/>
                </a:ext>
              </a:extLst>
            </p:cNvPr>
            <p:cNvSpPr>
              <a:spLocks noChangeShapeType="1"/>
            </p:cNvSpPr>
            <p:nvPr/>
          </p:nvSpPr>
          <p:spPr bwMode="auto">
            <a:xfrm>
              <a:off x="5916550" y="2292700"/>
              <a:ext cx="0" cy="137883"/>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02" name="Line 61">
              <a:extLst>
                <a:ext uri="{FF2B5EF4-FFF2-40B4-BE49-F238E27FC236}">
                  <a16:creationId xmlns:a16="http://schemas.microsoft.com/office/drawing/2014/main" id="{A4CEE431-802F-4909-6FCE-77186DADFB6F}"/>
                </a:ext>
              </a:extLst>
            </p:cNvPr>
            <p:cNvSpPr>
              <a:spLocks noChangeShapeType="1"/>
            </p:cNvSpPr>
            <p:nvPr/>
          </p:nvSpPr>
          <p:spPr bwMode="auto">
            <a:xfrm>
              <a:off x="5541707" y="2089931"/>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3" name="Line 62">
              <a:extLst>
                <a:ext uri="{FF2B5EF4-FFF2-40B4-BE49-F238E27FC236}">
                  <a16:creationId xmlns:a16="http://schemas.microsoft.com/office/drawing/2014/main" id="{95666565-D850-97E5-9253-058FE61AFF66}"/>
                </a:ext>
              </a:extLst>
            </p:cNvPr>
            <p:cNvSpPr>
              <a:spLocks noChangeShapeType="1"/>
            </p:cNvSpPr>
            <p:nvPr/>
          </p:nvSpPr>
          <p:spPr bwMode="auto">
            <a:xfrm>
              <a:off x="5541707" y="2173066"/>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4" name="Line 63">
              <a:extLst>
                <a:ext uri="{FF2B5EF4-FFF2-40B4-BE49-F238E27FC236}">
                  <a16:creationId xmlns:a16="http://schemas.microsoft.com/office/drawing/2014/main" id="{F4DF91F7-F3EC-AF5D-536C-4B826341B4B2}"/>
                </a:ext>
              </a:extLst>
            </p:cNvPr>
            <p:cNvSpPr>
              <a:spLocks noChangeShapeType="1"/>
            </p:cNvSpPr>
            <p:nvPr/>
          </p:nvSpPr>
          <p:spPr bwMode="auto">
            <a:xfrm>
              <a:off x="1961116" y="3354194"/>
              <a:ext cx="4847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5" name="Line 64">
              <a:extLst>
                <a:ext uri="{FF2B5EF4-FFF2-40B4-BE49-F238E27FC236}">
                  <a16:creationId xmlns:a16="http://schemas.microsoft.com/office/drawing/2014/main" id="{4EB9BB79-325C-AE24-9938-BF65EE93CB4D}"/>
                </a:ext>
              </a:extLst>
            </p:cNvPr>
            <p:cNvSpPr>
              <a:spLocks noChangeShapeType="1"/>
            </p:cNvSpPr>
            <p:nvPr/>
          </p:nvSpPr>
          <p:spPr bwMode="auto">
            <a:xfrm>
              <a:off x="1963354" y="3354194"/>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6" name="Line 65">
              <a:extLst>
                <a:ext uri="{FF2B5EF4-FFF2-40B4-BE49-F238E27FC236}">
                  <a16:creationId xmlns:a16="http://schemas.microsoft.com/office/drawing/2014/main" id="{04743DB5-AD8E-7743-6402-0BB5628BC3FC}"/>
                </a:ext>
              </a:extLst>
            </p:cNvPr>
            <p:cNvSpPr>
              <a:spLocks noChangeShapeType="1"/>
            </p:cNvSpPr>
            <p:nvPr/>
          </p:nvSpPr>
          <p:spPr bwMode="auto">
            <a:xfrm>
              <a:off x="1861531" y="3538714"/>
              <a:ext cx="202528"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7" name="Line 66">
              <a:extLst>
                <a:ext uri="{FF2B5EF4-FFF2-40B4-BE49-F238E27FC236}">
                  <a16:creationId xmlns:a16="http://schemas.microsoft.com/office/drawing/2014/main" id="{E1BD5C23-2437-8229-A7E4-F5E62D55C4F5}"/>
                </a:ext>
              </a:extLst>
            </p:cNvPr>
            <p:cNvSpPr>
              <a:spLocks noChangeShapeType="1"/>
            </p:cNvSpPr>
            <p:nvPr/>
          </p:nvSpPr>
          <p:spPr bwMode="auto">
            <a:xfrm>
              <a:off x="1719426" y="3629960"/>
              <a:ext cx="4565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8" name="Line 67">
              <a:extLst>
                <a:ext uri="{FF2B5EF4-FFF2-40B4-BE49-F238E27FC236}">
                  <a16:creationId xmlns:a16="http://schemas.microsoft.com/office/drawing/2014/main" id="{9499248F-3A5E-E264-BD56-7721A3AED79B}"/>
                </a:ext>
              </a:extLst>
            </p:cNvPr>
            <p:cNvSpPr>
              <a:spLocks noChangeShapeType="1"/>
            </p:cNvSpPr>
            <p:nvPr/>
          </p:nvSpPr>
          <p:spPr bwMode="auto">
            <a:xfrm>
              <a:off x="1811179" y="3629960"/>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9" name="Line 68">
              <a:extLst>
                <a:ext uri="{FF2B5EF4-FFF2-40B4-BE49-F238E27FC236}">
                  <a16:creationId xmlns:a16="http://schemas.microsoft.com/office/drawing/2014/main" id="{5660FCAF-B616-5CA0-FD75-5BD7EC4DC97E}"/>
                </a:ext>
              </a:extLst>
            </p:cNvPr>
            <p:cNvSpPr>
              <a:spLocks noChangeShapeType="1"/>
            </p:cNvSpPr>
            <p:nvPr/>
          </p:nvSpPr>
          <p:spPr bwMode="auto">
            <a:xfrm>
              <a:off x="2036085" y="3639085"/>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10" name="Line 69">
              <a:extLst>
                <a:ext uri="{FF2B5EF4-FFF2-40B4-BE49-F238E27FC236}">
                  <a16:creationId xmlns:a16="http://schemas.microsoft.com/office/drawing/2014/main" id="{724C0404-5E31-EC1E-74D6-8BEA8E210285}"/>
                </a:ext>
              </a:extLst>
            </p:cNvPr>
            <p:cNvSpPr>
              <a:spLocks noChangeShapeType="1"/>
            </p:cNvSpPr>
            <p:nvPr/>
          </p:nvSpPr>
          <p:spPr bwMode="auto">
            <a:xfrm>
              <a:off x="2033847" y="3814480"/>
              <a:ext cx="304350"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11" name="Line 70">
              <a:extLst>
                <a:ext uri="{FF2B5EF4-FFF2-40B4-BE49-F238E27FC236}">
                  <a16:creationId xmlns:a16="http://schemas.microsoft.com/office/drawing/2014/main" id="{DE304BD9-7913-DA6E-F2B4-BF5233CB4EB6}"/>
                </a:ext>
              </a:extLst>
            </p:cNvPr>
            <p:cNvSpPr>
              <a:spLocks noChangeShapeType="1"/>
            </p:cNvSpPr>
            <p:nvPr/>
          </p:nvSpPr>
          <p:spPr bwMode="auto">
            <a:xfrm>
              <a:off x="1381508" y="3805355"/>
              <a:ext cx="4307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12" name="Line 71">
              <a:extLst>
                <a:ext uri="{FF2B5EF4-FFF2-40B4-BE49-F238E27FC236}">
                  <a16:creationId xmlns:a16="http://schemas.microsoft.com/office/drawing/2014/main" id="{1C5F1F2D-9CE3-6DFC-C9E1-5966B7EDB933}"/>
                </a:ext>
              </a:extLst>
            </p:cNvPr>
            <p:cNvSpPr>
              <a:spLocks noChangeShapeType="1"/>
            </p:cNvSpPr>
            <p:nvPr/>
          </p:nvSpPr>
          <p:spPr bwMode="auto">
            <a:xfrm>
              <a:off x="1648933" y="3814480"/>
              <a:ext cx="0" cy="13788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13" name="Rectangle 72">
              <a:extLst>
                <a:ext uri="{FF2B5EF4-FFF2-40B4-BE49-F238E27FC236}">
                  <a16:creationId xmlns:a16="http://schemas.microsoft.com/office/drawing/2014/main" id="{95EF85CC-B109-1A90-6A47-083D412B7E20}"/>
                </a:ext>
              </a:extLst>
            </p:cNvPr>
            <p:cNvSpPr>
              <a:spLocks noChangeArrowheads="1"/>
            </p:cNvSpPr>
            <p:nvPr/>
          </p:nvSpPr>
          <p:spPr bwMode="auto">
            <a:xfrm>
              <a:off x="1569489" y="3944252"/>
              <a:ext cx="152175" cy="27576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61514" name="Line 73">
              <a:extLst>
                <a:ext uri="{FF2B5EF4-FFF2-40B4-BE49-F238E27FC236}">
                  <a16:creationId xmlns:a16="http://schemas.microsoft.com/office/drawing/2014/main" id="{37AD29AA-1D72-A161-E651-3A066CF24A5A}"/>
                </a:ext>
              </a:extLst>
            </p:cNvPr>
            <p:cNvSpPr>
              <a:spLocks noChangeShapeType="1"/>
            </p:cNvSpPr>
            <p:nvPr/>
          </p:nvSpPr>
          <p:spPr bwMode="auto">
            <a:xfrm>
              <a:off x="1264020" y="4025359"/>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15" name="Line 74">
              <a:extLst>
                <a:ext uri="{FF2B5EF4-FFF2-40B4-BE49-F238E27FC236}">
                  <a16:creationId xmlns:a16="http://schemas.microsoft.com/office/drawing/2014/main" id="{2641EC37-5C1D-4DCC-7591-B5A155DA9E21}"/>
                </a:ext>
              </a:extLst>
            </p:cNvPr>
            <p:cNvSpPr>
              <a:spLocks noChangeShapeType="1"/>
            </p:cNvSpPr>
            <p:nvPr/>
          </p:nvSpPr>
          <p:spPr bwMode="auto">
            <a:xfrm>
              <a:off x="1385984" y="3814480"/>
              <a:ext cx="0" cy="2068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16" name="Line 75">
              <a:extLst>
                <a:ext uri="{FF2B5EF4-FFF2-40B4-BE49-F238E27FC236}">
                  <a16:creationId xmlns:a16="http://schemas.microsoft.com/office/drawing/2014/main" id="{661B7013-B1B9-B45F-7F56-E5C088235A2E}"/>
                </a:ext>
              </a:extLst>
            </p:cNvPr>
            <p:cNvSpPr>
              <a:spLocks noChangeShapeType="1"/>
            </p:cNvSpPr>
            <p:nvPr/>
          </p:nvSpPr>
          <p:spPr bwMode="auto">
            <a:xfrm>
              <a:off x="1264020" y="4099370"/>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17" name="Line 76">
              <a:extLst>
                <a:ext uri="{FF2B5EF4-FFF2-40B4-BE49-F238E27FC236}">
                  <a16:creationId xmlns:a16="http://schemas.microsoft.com/office/drawing/2014/main" id="{97ADC283-1E93-15C1-12D5-6220A9F78187}"/>
                </a:ext>
              </a:extLst>
            </p:cNvPr>
            <p:cNvSpPr>
              <a:spLocks noChangeShapeType="1"/>
            </p:cNvSpPr>
            <p:nvPr/>
          </p:nvSpPr>
          <p:spPr bwMode="auto">
            <a:xfrm>
              <a:off x="1375913" y="4111536"/>
              <a:ext cx="0" cy="252447"/>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18" name="Line 77">
              <a:extLst>
                <a:ext uri="{FF2B5EF4-FFF2-40B4-BE49-F238E27FC236}">
                  <a16:creationId xmlns:a16="http://schemas.microsoft.com/office/drawing/2014/main" id="{9338C199-9D00-8FCB-0B9F-4B929323F579}"/>
                </a:ext>
              </a:extLst>
            </p:cNvPr>
            <p:cNvSpPr>
              <a:spLocks noChangeShapeType="1"/>
            </p:cNvSpPr>
            <p:nvPr/>
          </p:nvSpPr>
          <p:spPr bwMode="auto">
            <a:xfrm>
              <a:off x="1648933" y="4219004"/>
              <a:ext cx="0" cy="137883"/>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19" name="Line 78">
              <a:extLst>
                <a:ext uri="{FF2B5EF4-FFF2-40B4-BE49-F238E27FC236}">
                  <a16:creationId xmlns:a16="http://schemas.microsoft.com/office/drawing/2014/main" id="{404162EC-EDFC-4C6D-3F19-E84AB51859EB}"/>
                </a:ext>
              </a:extLst>
            </p:cNvPr>
            <p:cNvSpPr>
              <a:spLocks noChangeShapeType="1"/>
            </p:cNvSpPr>
            <p:nvPr/>
          </p:nvSpPr>
          <p:spPr bwMode="auto">
            <a:xfrm>
              <a:off x="1172267" y="4366011"/>
              <a:ext cx="5690901" cy="405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20" name="Line 79">
              <a:extLst>
                <a:ext uri="{FF2B5EF4-FFF2-40B4-BE49-F238E27FC236}">
                  <a16:creationId xmlns:a16="http://schemas.microsoft.com/office/drawing/2014/main" id="{4E9E48A3-A496-3D66-7A34-1E339BE8152E}"/>
                </a:ext>
              </a:extLst>
            </p:cNvPr>
            <p:cNvSpPr>
              <a:spLocks noChangeShapeType="1"/>
            </p:cNvSpPr>
            <p:nvPr/>
          </p:nvSpPr>
          <p:spPr bwMode="auto">
            <a:xfrm>
              <a:off x="3293767" y="3354194"/>
              <a:ext cx="0" cy="18452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1521" name="Line 80">
              <a:extLst>
                <a:ext uri="{FF2B5EF4-FFF2-40B4-BE49-F238E27FC236}">
                  <a16:creationId xmlns:a16="http://schemas.microsoft.com/office/drawing/2014/main" id="{37B8843E-F638-B684-5F41-5CD0AD773AEC}"/>
                </a:ext>
              </a:extLst>
            </p:cNvPr>
            <p:cNvSpPr>
              <a:spLocks noChangeShapeType="1"/>
            </p:cNvSpPr>
            <p:nvPr/>
          </p:nvSpPr>
          <p:spPr bwMode="auto">
            <a:xfrm>
              <a:off x="3191944" y="3538714"/>
              <a:ext cx="202527"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22" name="Line 81">
              <a:extLst>
                <a:ext uri="{FF2B5EF4-FFF2-40B4-BE49-F238E27FC236}">
                  <a16:creationId xmlns:a16="http://schemas.microsoft.com/office/drawing/2014/main" id="{4BD91580-C383-68F0-6156-C70AAC40DDC4}"/>
                </a:ext>
              </a:extLst>
            </p:cNvPr>
            <p:cNvSpPr>
              <a:spLocks noChangeShapeType="1"/>
            </p:cNvSpPr>
            <p:nvPr/>
          </p:nvSpPr>
          <p:spPr bwMode="auto">
            <a:xfrm>
              <a:off x="3049839" y="3629960"/>
              <a:ext cx="4565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23" name="Line 82">
              <a:extLst>
                <a:ext uri="{FF2B5EF4-FFF2-40B4-BE49-F238E27FC236}">
                  <a16:creationId xmlns:a16="http://schemas.microsoft.com/office/drawing/2014/main" id="{51C739D5-F583-CC53-54E5-61D7C7361FBE}"/>
                </a:ext>
              </a:extLst>
            </p:cNvPr>
            <p:cNvSpPr>
              <a:spLocks noChangeShapeType="1"/>
            </p:cNvSpPr>
            <p:nvPr/>
          </p:nvSpPr>
          <p:spPr bwMode="auto">
            <a:xfrm>
              <a:off x="3141592" y="3629960"/>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24" name="Line 83">
              <a:extLst>
                <a:ext uri="{FF2B5EF4-FFF2-40B4-BE49-F238E27FC236}">
                  <a16:creationId xmlns:a16="http://schemas.microsoft.com/office/drawing/2014/main" id="{E3800CB1-CF88-1953-4DF8-EEE409D0A509}"/>
                </a:ext>
              </a:extLst>
            </p:cNvPr>
            <p:cNvSpPr>
              <a:spLocks noChangeShapeType="1"/>
            </p:cNvSpPr>
            <p:nvPr/>
          </p:nvSpPr>
          <p:spPr bwMode="auto">
            <a:xfrm>
              <a:off x="3366498" y="3639085"/>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25" name="Line 84">
              <a:extLst>
                <a:ext uri="{FF2B5EF4-FFF2-40B4-BE49-F238E27FC236}">
                  <a16:creationId xmlns:a16="http://schemas.microsoft.com/office/drawing/2014/main" id="{B688A1EA-29F9-108C-5811-90428BD74EF2}"/>
                </a:ext>
              </a:extLst>
            </p:cNvPr>
            <p:cNvSpPr>
              <a:spLocks noChangeShapeType="1"/>
            </p:cNvSpPr>
            <p:nvPr/>
          </p:nvSpPr>
          <p:spPr bwMode="auto">
            <a:xfrm>
              <a:off x="3364260" y="3814480"/>
              <a:ext cx="304350"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26" name="Line 85">
              <a:extLst>
                <a:ext uri="{FF2B5EF4-FFF2-40B4-BE49-F238E27FC236}">
                  <a16:creationId xmlns:a16="http://schemas.microsoft.com/office/drawing/2014/main" id="{950C1CC8-1D00-EE7C-564E-CD853D9EBCA8}"/>
                </a:ext>
              </a:extLst>
            </p:cNvPr>
            <p:cNvSpPr>
              <a:spLocks noChangeShapeType="1"/>
            </p:cNvSpPr>
            <p:nvPr/>
          </p:nvSpPr>
          <p:spPr bwMode="auto">
            <a:xfrm>
              <a:off x="2711921" y="3805355"/>
              <a:ext cx="43079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27" name="Line 86">
              <a:extLst>
                <a:ext uri="{FF2B5EF4-FFF2-40B4-BE49-F238E27FC236}">
                  <a16:creationId xmlns:a16="http://schemas.microsoft.com/office/drawing/2014/main" id="{83A0C8FE-5312-CFD2-7A63-4CC9E3781C44}"/>
                </a:ext>
              </a:extLst>
            </p:cNvPr>
            <p:cNvSpPr>
              <a:spLocks noChangeShapeType="1"/>
            </p:cNvSpPr>
            <p:nvPr/>
          </p:nvSpPr>
          <p:spPr bwMode="auto">
            <a:xfrm>
              <a:off x="2979347" y="3814480"/>
              <a:ext cx="0" cy="13788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28" name="Rectangle 87">
              <a:extLst>
                <a:ext uri="{FF2B5EF4-FFF2-40B4-BE49-F238E27FC236}">
                  <a16:creationId xmlns:a16="http://schemas.microsoft.com/office/drawing/2014/main" id="{7365F128-B009-0AE2-28C8-C738A1DAAF28}"/>
                </a:ext>
              </a:extLst>
            </p:cNvPr>
            <p:cNvSpPr>
              <a:spLocks noChangeArrowheads="1"/>
            </p:cNvSpPr>
            <p:nvPr/>
          </p:nvSpPr>
          <p:spPr bwMode="auto">
            <a:xfrm>
              <a:off x="2899902" y="3944252"/>
              <a:ext cx="152175" cy="27576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61529" name="Line 88">
              <a:extLst>
                <a:ext uri="{FF2B5EF4-FFF2-40B4-BE49-F238E27FC236}">
                  <a16:creationId xmlns:a16="http://schemas.microsoft.com/office/drawing/2014/main" id="{026A8E68-91A5-27D4-65D2-53EBDF2E942A}"/>
                </a:ext>
              </a:extLst>
            </p:cNvPr>
            <p:cNvSpPr>
              <a:spLocks noChangeShapeType="1"/>
            </p:cNvSpPr>
            <p:nvPr/>
          </p:nvSpPr>
          <p:spPr bwMode="auto">
            <a:xfrm>
              <a:off x="2716397" y="3814480"/>
              <a:ext cx="0" cy="2068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30" name="Line 89">
              <a:extLst>
                <a:ext uri="{FF2B5EF4-FFF2-40B4-BE49-F238E27FC236}">
                  <a16:creationId xmlns:a16="http://schemas.microsoft.com/office/drawing/2014/main" id="{24A1228A-F90F-E2DE-6578-A25761070F1B}"/>
                </a:ext>
              </a:extLst>
            </p:cNvPr>
            <p:cNvSpPr>
              <a:spLocks noChangeShapeType="1"/>
            </p:cNvSpPr>
            <p:nvPr/>
          </p:nvSpPr>
          <p:spPr bwMode="auto">
            <a:xfrm>
              <a:off x="2706327" y="4111536"/>
              <a:ext cx="0" cy="252447"/>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31" name="Line 90">
              <a:extLst>
                <a:ext uri="{FF2B5EF4-FFF2-40B4-BE49-F238E27FC236}">
                  <a16:creationId xmlns:a16="http://schemas.microsoft.com/office/drawing/2014/main" id="{9368B3CA-C4C4-FDAE-87D1-EB221C8E1280}"/>
                </a:ext>
              </a:extLst>
            </p:cNvPr>
            <p:cNvSpPr>
              <a:spLocks noChangeShapeType="1"/>
            </p:cNvSpPr>
            <p:nvPr/>
          </p:nvSpPr>
          <p:spPr bwMode="auto">
            <a:xfrm>
              <a:off x="2979347" y="4219004"/>
              <a:ext cx="0" cy="137883"/>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32" name="Line 91">
              <a:extLst>
                <a:ext uri="{FF2B5EF4-FFF2-40B4-BE49-F238E27FC236}">
                  <a16:creationId xmlns:a16="http://schemas.microsoft.com/office/drawing/2014/main" id="{110A0D1F-AED9-E477-0C72-408B79BAF8B2}"/>
                </a:ext>
              </a:extLst>
            </p:cNvPr>
            <p:cNvSpPr>
              <a:spLocks noChangeShapeType="1"/>
            </p:cNvSpPr>
            <p:nvPr/>
          </p:nvSpPr>
          <p:spPr bwMode="auto">
            <a:xfrm>
              <a:off x="2604503" y="4016235"/>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33" name="Line 92">
              <a:extLst>
                <a:ext uri="{FF2B5EF4-FFF2-40B4-BE49-F238E27FC236}">
                  <a16:creationId xmlns:a16="http://schemas.microsoft.com/office/drawing/2014/main" id="{8796DA98-8399-FDC9-522E-149DC538E01C}"/>
                </a:ext>
              </a:extLst>
            </p:cNvPr>
            <p:cNvSpPr>
              <a:spLocks noChangeShapeType="1"/>
            </p:cNvSpPr>
            <p:nvPr/>
          </p:nvSpPr>
          <p:spPr bwMode="auto">
            <a:xfrm>
              <a:off x="2604503" y="4099370"/>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34" name="Line 93">
              <a:extLst>
                <a:ext uri="{FF2B5EF4-FFF2-40B4-BE49-F238E27FC236}">
                  <a16:creationId xmlns:a16="http://schemas.microsoft.com/office/drawing/2014/main" id="{019FABD2-A79B-BEA2-0C68-BB29FE582333}"/>
                </a:ext>
              </a:extLst>
            </p:cNvPr>
            <p:cNvSpPr>
              <a:spLocks noChangeShapeType="1"/>
            </p:cNvSpPr>
            <p:nvPr/>
          </p:nvSpPr>
          <p:spPr bwMode="auto">
            <a:xfrm>
              <a:off x="4767404" y="3354194"/>
              <a:ext cx="0" cy="18452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1535" name="Line 94">
              <a:extLst>
                <a:ext uri="{FF2B5EF4-FFF2-40B4-BE49-F238E27FC236}">
                  <a16:creationId xmlns:a16="http://schemas.microsoft.com/office/drawing/2014/main" id="{DE0ADFF9-A5D8-53B3-BBD8-4EDC7ACAC9FE}"/>
                </a:ext>
              </a:extLst>
            </p:cNvPr>
            <p:cNvSpPr>
              <a:spLocks noChangeShapeType="1"/>
            </p:cNvSpPr>
            <p:nvPr/>
          </p:nvSpPr>
          <p:spPr bwMode="auto">
            <a:xfrm>
              <a:off x="4665581" y="3538714"/>
              <a:ext cx="202528"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36" name="Line 95">
              <a:extLst>
                <a:ext uri="{FF2B5EF4-FFF2-40B4-BE49-F238E27FC236}">
                  <a16:creationId xmlns:a16="http://schemas.microsoft.com/office/drawing/2014/main" id="{D0211440-A414-EEC2-D311-E438ED70E01D}"/>
                </a:ext>
              </a:extLst>
            </p:cNvPr>
            <p:cNvSpPr>
              <a:spLocks noChangeShapeType="1"/>
            </p:cNvSpPr>
            <p:nvPr/>
          </p:nvSpPr>
          <p:spPr bwMode="auto">
            <a:xfrm>
              <a:off x="4523477" y="3629960"/>
              <a:ext cx="4565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37" name="Line 96">
              <a:extLst>
                <a:ext uri="{FF2B5EF4-FFF2-40B4-BE49-F238E27FC236}">
                  <a16:creationId xmlns:a16="http://schemas.microsoft.com/office/drawing/2014/main" id="{F1F1CADB-BEE3-46C4-B4E3-B55C37102343}"/>
                </a:ext>
              </a:extLst>
            </p:cNvPr>
            <p:cNvSpPr>
              <a:spLocks noChangeShapeType="1"/>
            </p:cNvSpPr>
            <p:nvPr/>
          </p:nvSpPr>
          <p:spPr bwMode="auto">
            <a:xfrm>
              <a:off x="4615229" y="3629960"/>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38" name="Line 97">
              <a:extLst>
                <a:ext uri="{FF2B5EF4-FFF2-40B4-BE49-F238E27FC236}">
                  <a16:creationId xmlns:a16="http://schemas.microsoft.com/office/drawing/2014/main" id="{A4141EEB-AF49-E8E8-A8E0-DB13E61F3456}"/>
                </a:ext>
              </a:extLst>
            </p:cNvPr>
            <p:cNvSpPr>
              <a:spLocks noChangeShapeType="1"/>
            </p:cNvSpPr>
            <p:nvPr/>
          </p:nvSpPr>
          <p:spPr bwMode="auto">
            <a:xfrm>
              <a:off x="4840135" y="3639085"/>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39" name="Line 98">
              <a:extLst>
                <a:ext uri="{FF2B5EF4-FFF2-40B4-BE49-F238E27FC236}">
                  <a16:creationId xmlns:a16="http://schemas.microsoft.com/office/drawing/2014/main" id="{9666FE50-9033-E314-AE4C-60464A318D07}"/>
                </a:ext>
              </a:extLst>
            </p:cNvPr>
            <p:cNvSpPr>
              <a:spLocks noChangeShapeType="1"/>
            </p:cNvSpPr>
            <p:nvPr/>
          </p:nvSpPr>
          <p:spPr bwMode="auto">
            <a:xfrm>
              <a:off x="4837897" y="3814480"/>
              <a:ext cx="304350"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40" name="Line 99">
              <a:extLst>
                <a:ext uri="{FF2B5EF4-FFF2-40B4-BE49-F238E27FC236}">
                  <a16:creationId xmlns:a16="http://schemas.microsoft.com/office/drawing/2014/main" id="{2BA4B93C-ABD1-6484-AC96-714F64334991}"/>
                </a:ext>
              </a:extLst>
            </p:cNvPr>
            <p:cNvSpPr>
              <a:spLocks noChangeShapeType="1"/>
            </p:cNvSpPr>
            <p:nvPr/>
          </p:nvSpPr>
          <p:spPr bwMode="auto">
            <a:xfrm>
              <a:off x="4185558" y="3805355"/>
              <a:ext cx="4307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41" name="Line 100">
              <a:extLst>
                <a:ext uri="{FF2B5EF4-FFF2-40B4-BE49-F238E27FC236}">
                  <a16:creationId xmlns:a16="http://schemas.microsoft.com/office/drawing/2014/main" id="{573EA825-89E6-1C3A-7B47-6101364E5DEE}"/>
                </a:ext>
              </a:extLst>
            </p:cNvPr>
            <p:cNvSpPr>
              <a:spLocks noChangeShapeType="1"/>
            </p:cNvSpPr>
            <p:nvPr/>
          </p:nvSpPr>
          <p:spPr bwMode="auto">
            <a:xfrm>
              <a:off x="4452983" y="3814480"/>
              <a:ext cx="0" cy="13788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42" name="Rectangle 101">
              <a:extLst>
                <a:ext uri="{FF2B5EF4-FFF2-40B4-BE49-F238E27FC236}">
                  <a16:creationId xmlns:a16="http://schemas.microsoft.com/office/drawing/2014/main" id="{FB696457-56A7-7638-0DDC-C04F7BE48FF8}"/>
                </a:ext>
              </a:extLst>
            </p:cNvPr>
            <p:cNvSpPr>
              <a:spLocks noChangeArrowheads="1"/>
            </p:cNvSpPr>
            <p:nvPr/>
          </p:nvSpPr>
          <p:spPr bwMode="auto">
            <a:xfrm>
              <a:off x="4373539" y="3944252"/>
              <a:ext cx="152175" cy="27576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61543" name="Line 102">
              <a:extLst>
                <a:ext uri="{FF2B5EF4-FFF2-40B4-BE49-F238E27FC236}">
                  <a16:creationId xmlns:a16="http://schemas.microsoft.com/office/drawing/2014/main" id="{E38FD7F6-A0E6-F060-B2AE-AD084095F280}"/>
                </a:ext>
              </a:extLst>
            </p:cNvPr>
            <p:cNvSpPr>
              <a:spLocks noChangeShapeType="1"/>
            </p:cNvSpPr>
            <p:nvPr/>
          </p:nvSpPr>
          <p:spPr bwMode="auto">
            <a:xfrm>
              <a:off x="4190034" y="3814480"/>
              <a:ext cx="0" cy="2068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44" name="Line 103">
              <a:extLst>
                <a:ext uri="{FF2B5EF4-FFF2-40B4-BE49-F238E27FC236}">
                  <a16:creationId xmlns:a16="http://schemas.microsoft.com/office/drawing/2014/main" id="{EF259FE0-0CA4-1909-C736-BBB868702400}"/>
                </a:ext>
              </a:extLst>
            </p:cNvPr>
            <p:cNvSpPr>
              <a:spLocks noChangeShapeType="1"/>
            </p:cNvSpPr>
            <p:nvPr/>
          </p:nvSpPr>
          <p:spPr bwMode="auto">
            <a:xfrm>
              <a:off x="4179963" y="4111536"/>
              <a:ext cx="0" cy="252447"/>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45" name="Line 104">
              <a:extLst>
                <a:ext uri="{FF2B5EF4-FFF2-40B4-BE49-F238E27FC236}">
                  <a16:creationId xmlns:a16="http://schemas.microsoft.com/office/drawing/2014/main" id="{397C2760-0BB2-B021-6CC9-63FBD1EF9BE0}"/>
                </a:ext>
              </a:extLst>
            </p:cNvPr>
            <p:cNvSpPr>
              <a:spLocks noChangeShapeType="1"/>
            </p:cNvSpPr>
            <p:nvPr/>
          </p:nvSpPr>
          <p:spPr bwMode="auto">
            <a:xfrm>
              <a:off x="4452983" y="4219004"/>
              <a:ext cx="0" cy="137883"/>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46" name="Line 105">
              <a:extLst>
                <a:ext uri="{FF2B5EF4-FFF2-40B4-BE49-F238E27FC236}">
                  <a16:creationId xmlns:a16="http://schemas.microsoft.com/office/drawing/2014/main" id="{BA566381-47FB-38F8-F045-C72901783F0C}"/>
                </a:ext>
              </a:extLst>
            </p:cNvPr>
            <p:cNvSpPr>
              <a:spLocks noChangeShapeType="1"/>
            </p:cNvSpPr>
            <p:nvPr/>
          </p:nvSpPr>
          <p:spPr bwMode="auto">
            <a:xfrm>
              <a:off x="4078141" y="4016235"/>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47" name="Line 106">
              <a:extLst>
                <a:ext uri="{FF2B5EF4-FFF2-40B4-BE49-F238E27FC236}">
                  <a16:creationId xmlns:a16="http://schemas.microsoft.com/office/drawing/2014/main" id="{51A24834-2D6A-1A1A-C3F7-A0D73D2C0E1B}"/>
                </a:ext>
              </a:extLst>
            </p:cNvPr>
            <p:cNvSpPr>
              <a:spLocks noChangeShapeType="1"/>
            </p:cNvSpPr>
            <p:nvPr/>
          </p:nvSpPr>
          <p:spPr bwMode="auto">
            <a:xfrm>
              <a:off x="4078141" y="4099370"/>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48" name="Line 107">
              <a:extLst>
                <a:ext uri="{FF2B5EF4-FFF2-40B4-BE49-F238E27FC236}">
                  <a16:creationId xmlns:a16="http://schemas.microsoft.com/office/drawing/2014/main" id="{680BB404-000F-F119-3708-466805BED60A}"/>
                </a:ext>
              </a:extLst>
            </p:cNvPr>
            <p:cNvSpPr>
              <a:spLocks noChangeShapeType="1"/>
            </p:cNvSpPr>
            <p:nvPr/>
          </p:nvSpPr>
          <p:spPr bwMode="auto">
            <a:xfrm>
              <a:off x="6210830" y="3363319"/>
              <a:ext cx="0" cy="18452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1549" name="Line 108">
              <a:extLst>
                <a:ext uri="{FF2B5EF4-FFF2-40B4-BE49-F238E27FC236}">
                  <a16:creationId xmlns:a16="http://schemas.microsoft.com/office/drawing/2014/main" id="{2E6319E9-360C-CE88-E69D-FB114F91577D}"/>
                </a:ext>
              </a:extLst>
            </p:cNvPr>
            <p:cNvSpPr>
              <a:spLocks noChangeShapeType="1"/>
            </p:cNvSpPr>
            <p:nvPr/>
          </p:nvSpPr>
          <p:spPr bwMode="auto">
            <a:xfrm>
              <a:off x="6109007" y="3547839"/>
              <a:ext cx="202528"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50" name="Line 109">
              <a:extLst>
                <a:ext uri="{FF2B5EF4-FFF2-40B4-BE49-F238E27FC236}">
                  <a16:creationId xmlns:a16="http://schemas.microsoft.com/office/drawing/2014/main" id="{5CA024A8-C12A-F419-E3D1-DE74453FB2C7}"/>
                </a:ext>
              </a:extLst>
            </p:cNvPr>
            <p:cNvSpPr>
              <a:spLocks noChangeShapeType="1"/>
            </p:cNvSpPr>
            <p:nvPr/>
          </p:nvSpPr>
          <p:spPr bwMode="auto">
            <a:xfrm>
              <a:off x="5966902" y="3639085"/>
              <a:ext cx="4565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51" name="Line 110">
              <a:extLst>
                <a:ext uri="{FF2B5EF4-FFF2-40B4-BE49-F238E27FC236}">
                  <a16:creationId xmlns:a16="http://schemas.microsoft.com/office/drawing/2014/main" id="{295CFBE0-2038-6001-93E2-240CCF373679}"/>
                </a:ext>
              </a:extLst>
            </p:cNvPr>
            <p:cNvSpPr>
              <a:spLocks noChangeShapeType="1"/>
            </p:cNvSpPr>
            <p:nvPr/>
          </p:nvSpPr>
          <p:spPr bwMode="auto">
            <a:xfrm>
              <a:off x="6058655" y="3639085"/>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52" name="Line 111">
              <a:extLst>
                <a:ext uri="{FF2B5EF4-FFF2-40B4-BE49-F238E27FC236}">
                  <a16:creationId xmlns:a16="http://schemas.microsoft.com/office/drawing/2014/main" id="{C837E326-E61E-1FB1-AC8B-29EF2461BCD7}"/>
                </a:ext>
              </a:extLst>
            </p:cNvPr>
            <p:cNvSpPr>
              <a:spLocks noChangeShapeType="1"/>
            </p:cNvSpPr>
            <p:nvPr/>
          </p:nvSpPr>
          <p:spPr bwMode="auto">
            <a:xfrm>
              <a:off x="6283560" y="3648209"/>
              <a:ext cx="0" cy="1845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53" name="Line 112">
              <a:extLst>
                <a:ext uri="{FF2B5EF4-FFF2-40B4-BE49-F238E27FC236}">
                  <a16:creationId xmlns:a16="http://schemas.microsoft.com/office/drawing/2014/main" id="{D30E6A89-C528-BC49-56BD-CFE9B1944C71}"/>
                </a:ext>
              </a:extLst>
            </p:cNvPr>
            <p:cNvSpPr>
              <a:spLocks noChangeShapeType="1"/>
            </p:cNvSpPr>
            <p:nvPr/>
          </p:nvSpPr>
          <p:spPr bwMode="auto">
            <a:xfrm>
              <a:off x="6281323" y="3823605"/>
              <a:ext cx="304350"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54" name="Line 113">
              <a:extLst>
                <a:ext uri="{FF2B5EF4-FFF2-40B4-BE49-F238E27FC236}">
                  <a16:creationId xmlns:a16="http://schemas.microsoft.com/office/drawing/2014/main" id="{4D01C2DF-9F2B-90F5-3403-087549F058A4}"/>
                </a:ext>
              </a:extLst>
            </p:cNvPr>
            <p:cNvSpPr>
              <a:spLocks noChangeShapeType="1"/>
            </p:cNvSpPr>
            <p:nvPr/>
          </p:nvSpPr>
          <p:spPr bwMode="auto">
            <a:xfrm>
              <a:off x="5628984" y="3814480"/>
              <a:ext cx="4307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55" name="Line 114">
              <a:extLst>
                <a:ext uri="{FF2B5EF4-FFF2-40B4-BE49-F238E27FC236}">
                  <a16:creationId xmlns:a16="http://schemas.microsoft.com/office/drawing/2014/main" id="{788456BD-53FF-FE94-4E1B-3A61455B9496}"/>
                </a:ext>
              </a:extLst>
            </p:cNvPr>
            <p:cNvSpPr>
              <a:spLocks noChangeShapeType="1"/>
            </p:cNvSpPr>
            <p:nvPr/>
          </p:nvSpPr>
          <p:spPr bwMode="auto">
            <a:xfrm>
              <a:off x="5896409" y="3823605"/>
              <a:ext cx="0" cy="13788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56" name="Rectangle 115">
              <a:extLst>
                <a:ext uri="{FF2B5EF4-FFF2-40B4-BE49-F238E27FC236}">
                  <a16:creationId xmlns:a16="http://schemas.microsoft.com/office/drawing/2014/main" id="{ACD3E7BA-3A75-4C61-7849-27A861A28C12}"/>
                </a:ext>
              </a:extLst>
            </p:cNvPr>
            <p:cNvSpPr>
              <a:spLocks noChangeArrowheads="1"/>
            </p:cNvSpPr>
            <p:nvPr/>
          </p:nvSpPr>
          <p:spPr bwMode="auto">
            <a:xfrm>
              <a:off x="5816965" y="3953377"/>
              <a:ext cx="152175" cy="27576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61557" name="Line 116">
              <a:extLst>
                <a:ext uri="{FF2B5EF4-FFF2-40B4-BE49-F238E27FC236}">
                  <a16:creationId xmlns:a16="http://schemas.microsoft.com/office/drawing/2014/main" id="{FAAFFE44-ADEC-27A6-73B4-562078E7B556}"/>
                </a:ext>
              </a:extLst>
            </p:cNvPr>
            <p:cNvSpPr>
              <a:spLocks noChangeShapeType="1"/>
            </p:cNvSpPr>
            <p:nvPr/>
          </p:nvSpPr>
          <p:spPr bwMode="auto">
            <a:xfrm>
              <a:off x="5633460" y="3823605"/>
              <a:ext cx="0" cy="2068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58" name="Line 117">
              <a:extLst>
                <a:ext uri="{FF2B5EF4-FFF2-40B4-BE49-F238E27FC236}">
                  <a16:creationId xmlns:a16="http://schemas.microsoft.com/office/drawing/2014/main" id="{DA1E0907-A635-43A1-1DCE-7D6182632AC4}"/>
                </a:ext>
              </a:extLst>
            </p:cNvPr>
            <p:cNvSpPr>
              <a:spLocks noChangeShapeType="1"/>
            </p:cNvSpPr>
            <p:nvPr/>
          </p:nvSpPr>
          <p:spPr bwMode="auto">
            <a:xfrm>
              <a:off x="5623389" y="4120661"/>
              <a:ext cx="0" cy="252448"/>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59" name="Line 118">
              <a:extLst>
                <a:ext uri="{FF2B5EF4-FFF2-40B4-BE49-F238E27FC236}">
                  <a16:creationId xmlns:a16="http://schemas.microsoft.com/office/drawing/2014/main" id="{BAA8CB8C-6B04-2D9D-D50C-F8AC1C1CA620}"/>
                </a:ext>
              </a:extLst>
            </p:cNvPr>
            <p:cNvSpPr>
              <a:spLocks noChangeShapeType="1"/>
            </p:cNvSpPr>
            <p:nvPr/>
          </p:nvSpPr>
          <p:spPr bwMode="auto">
            <a:xfrm>
              <a:off x="5896409" y="4228128"/>
              <a:ext cx="0" cy="137883"/>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1560" name="Line 119">
              <a:extLst>
                <a:ext uri="{FF2B5EF4-FFF2-40B4-BE49-F238E27FC236}">
                  <a16:creationId xmlns:a16="http://schemas.microsoft.com/office/drawing/2014/main" id="{D60C8EA8-9AE7-A961-2173-B3DB8E7FF5BA}"/>
                </a:ext>
              </a:extLst>
            </p:cNvPr>
            <p:cNvSpPr>
              <a:spLocks noChangeShapeType="1"/>
            </p:cNvSpPr>
            <p:nvPr/>
          </p:nvSpPr>
          <p:spPr bwMode="auto">
            <a:xfrm>
              <a:off x="5521566" y="4025359"/>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61" name="Line 120">
              <a:extLst>
                <a:ext uri="{FF2B5EF4-FFF2-40B4-BE49-F238E27FC236}">
                  <a16:creationId xmlns:a16="http://schemas.microsoft.com/office/drawing/2014/main" id="{7097256E-C72D-CE3E-AE3F-7FA77E80C33C}"/>
                </a:ext>
              </a:extLst>
            </p:cNvPr>
            <p:cNvSpPr>
              <a:spLocks noChangeShapeType="1"/>
            </p:cNvSpPr>
            <p:nvPr/>
          </p:nvSpPr>
          <p:spPr bwMode="auto">
            <a:xfrm>
              <a:off x="5521566" y="4108494"/>
              <a:ext cx="22826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62" name="Line 121">
              <a:extLst>
                <a:ext uri="{FF2B5EF4-FFF2-40B4-BE49-F238E27FC236}">
                  <a16:creationId xmlns:a16="http://schemas.microsoft.com/office/drawing/2014/main" id="{C4B989A9-4477-ECE3-2EB8-3E98CA0DF200}"/>
                </a:ext>
              </a:extLst>
            </p:cNvPr>
            <p:cNvSpPr>
              <a:spLocks noChangeShapeType="1"/>
            </p:cNvSpPr>
            <p:nvPr/>
          </p:nvSpPr>
          <p:spPr bwMode="auto">
            <a:xfrm>
              <a:off x="2340435" y="1879051"/>
              <a:ext cx="0" cy="7127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63" name="Line 122">
              <a:extLst>
                <a:ext uri="{FF2B5EF4-FFF2-40B4-BE49-F238E27FC236}">
                  <a16:creationId xmlns:a16="http://schemas.microsoft.com/office/drawing/2014/main" id="{A54B6355-8E9E-BC06-4FCA-AF3A309CD126}"/>
                </a:ext>
              </a:extLst>
            </p:cNvPr>
            <p:cNvSpPr>
              <a:spLocks noChangeShapeType="1"/>
            </p:cNvSpPr>
            <p:nvPr/>
          </p:nvSpPr>
          <p:spPr bwMode="auto">
            <a:xfrm>
              <a:off x="3680919" y="1869926"/>
              <a:ext cx="0" cy="7127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64" name="Line 123">
              <a:extLst>
                <a:ext uri="{FF2B5EF4-FFF2-40B4-BE49-F238E27FC236}">
                  <a16:creationId xmlns:a16="http://schemas.microsoft.com/office/drawing/2014/main" id="{E19B15B2-0D15-A625-A456-465A9F427CBD}"/>
                </a:ext>
              </a:extLst>
            </p:cNvPr>
            <p:cNvSpPr>
              <a:spLocks noChangeShapeType="1"/>
            </p:cNvSpPr>
            <p:nvPr/>
          </p:nvSpPr>
          <p:spPr bwMode="auto">
            <a:xfrm>
              <a:off x="5153436" y="1879051"/>
              <a:ext cx="0" cy="7127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65" name="Line 124">
              <a:extLst>
                <a:ext uri="{FF2B5EF4-FFF2-40B4-BE49-F238E27FC236}">
                  <a16:creationId xmlns:a16="http://schemas.microsoft.com/office/drawing/2014/main" id="{2FFA1164-DD64-1D75-47F3-391134B9CDC1}"/>
                </a:ext>
              </a:extLst>
            </p:cNvPr>
            <p:cNvSpPr>
              <a:spLocks noChangeShapeType="1"/>
            </p:cNvSpPr>
            <p:nvPr/>
          </p:nvSpPr>
          <p:spPr bwMode="auto">
            <a:xfrm>
              <a:off x="6595744" y="1879051"/>
              <a:ext cx="0" cy="7127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66" name="Line 125">
              <a:extLst>
                <a:ext uri="{FF2B5EF4-FFF2-40B4-BE49-F238E27FC236}">
                  <a16:creationId xmlns:a16="http://schemas.microsoft.com/office/drawing/2014/main" id="{14A949BF-4BB3-E69D-B35B-3E0E68F2BA0E}"/>
                </a:ext>
              </a:extLst>
            </p:cNvPr>
            <p:cNvSpPr>
              <a:spLocks noChangeShapeType="1"/>
            </p:cNvSpPr>
            <p:nvPr/>
          </p:nvSpPr>
          <p:spPr bwMode="auto">
            <a:xfrm>
              <a:off x="2340435" y="2670863"/>
              <a:ext cx="0" cy="321389"/>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1567" name="Line 126">
              <a:extLst>
                <a:ext uri="{FF2B5EF4-FFF2-40B4-BE49-F238E27FC236}">
                  <a16:creationId xmlns:a16="http://schemas.microsoft.com/office/drawing/2014/main" id="{3274AE36-35AD-F993-DDA0-A633158E2F7D}"/>
                </a:ext>
              </a:extLst>
            </p:cNvPr>
            <p:cNvSpPr>
              <a:spLocks noChangeShapeType="1"/>
            </p:cNvSpPr>
            <p:nvPr/>
          </p:nvSpPr>
          <p:spPr bwMode="auto">
            <a:xfrm>
              <a:off x="3680919" y="2652614"/>
              <a:ext cx="0" cy="321389"/>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1568" name="Line 127">
              <a:extLst>
                <a:ext uri="{FF2B5EF4-FFF2-40B4-BE49-F238E27FC236}">
                  <a16:creationId xmlns:a16="http://schemas.microsoft.com/office/drawing/2014/main" id="{36D5DB4E-5335-752A-40DF-660B3BD55B6F}"/>
                </a:ext>
              </a:extLst>
            </p:cNvPr>
            <p:cNvSpPr>
              <a:spLocks noChangeShapeType="1"/>
            </p:cNvSpPr>
            <p:nvPr/>
          </p:nvSpPr>
          <p:spPr bwMode="auto">
            <a:xfrm>
              <a:off x="5153436" y="2652614"/>
              <a:ext cx="0" cy="321389"/>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1569" name="Line 128">
              <a:extLst>
                <a:ext uri="{FF2B5EF4-FFF2-40B4-BE49-F238E27FC236}">
                  <a16:creationId xmlns:a16="http://schemas.microsoft.com/office/drawing/2014/main" id="{A96F2C0E-497B-DA4C-8877-8FCC23A88168}"/>
                </a:ext>
              </a:extLst>
            </p:cNvPr>
            <p:cNvSpPr>
              <a:spLocks noChangeShapeType="1"/>
            </p:cNvSpPr>
            <p:nvPr/>
          </p:nvSpPr>
          <p:spPr bwMode="auto">
            <a:xfrm>
              <a:off x="6595744" y="2661739"/>
              <a:ext cx="0" cy="321388"/>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1570" name="Line 129">
              <a:extLst>
                <a:ext uri="{FF2B5EF4-FFF2-40B4-BE49-F238E27FC236}">
                  <a16:creationId xmlns:a16="http://schemas.microsoft.com/office/drawing/2014/main" id="{71F964D7-9B4C-92C4-0220-0B345501125D}"/>
                </a:ext>
              </a:extLst>
            </p:cNvPr>
            <p:cNvSpPr>
              <a:spLocks noChangeShapeType="1"/>
            </p:cNvSpPr>
            <p:nvPr/>
          </p:nvSpPr>
          <p:spPr bwMode="auto">
            <a:xfrm>
              <a:off x="2340435" y="3121010"/>
              <a:ext cx="0" cy="15167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71" name="Line 130">
              <a:extLst>
                <a:ext uri="{FF2B5EF4-FFF2-40B4-BE49-F238E27FC236}">
                  <a16:creationId xmlns:a16="http://schemas.microsoft.com/office/drawing/2014/main" id="{DCED2BBF-68C9-5A04-36C2-450B7687AC6D}"/>
                </a:ext>
              </a:extLst>
            </p:cNvPr>
            <p:cNvSpPr>
              <a:spLocks noChangeShapeType="1"/>
            </p:cNvSpPr>
            <p:nvPr/>
          </p:nvSpPr>
          <p:spPr bwMode="auto">
            <a:xfrm>
              <a:off x="3670848" y="3102761"/>
              <a:ext cx="0" cy="15167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72" name="Line 131">
              <a:extLst>
                <a:ext uri="{FF2B5EF4-FFF2-40B4-BE49-F238E27FC236}">
                  <a16:creationId xmlns:a16="http://schemas.microsoft.com/office/drawing/2014/main" id="{F4FFF008-ACF8-18B8-67D7-1DE502809DFB}"/>
                </a:ext>
              </a:extLst>
            </p:cNvPr>
            <p:cNvSpPr>
              <a:spLocks noChangeShapeType="1"/>
            </p:cNvSpPr>
            <p:nvPr/>
          </p:nvSpPr>
          <p:spPr bwMode="auto">
            <a:xfrm>
              <a:off x="5143366" y="3102761"/>
              <a:ext cx="0" cy="15167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73" name="Line 132">
              <a:extLst>
                <a:ext uri="{FF2B5EF4-FFF2-40B4-BE49-F238E27FC236}">
                  <a16:creationId xmlns:a16="http://schemas.microsoft.com/office/drawing/2014/main" id="{7F111E71-2C22-8450-44E6-E3C3C88C5201}"/>
                </a:ext>
              </a:extLst>
            </p:cNvPr>
            <p:cNvSpPr>
              <a:spLocks noChangeShapeType="1"/>
            </p:cNvSpPr>
            <p:nvPr/>
          </p:nvSpPr>
          <p:spPr bwMode="auto">
            <a:xfrm>
              <a:off x="6585673" y="3102761"/>
              <a:ext cx="0" cy="15167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74" name="Line 133">
              <a:extLst>
                <a:ext uri="{FF2B5EF4-FFF2-40B4-BE49-F238E27FC236}">
                  <a16:creationId xmlns:a16="http://schemas.microsoft.com/office/drawing/2014/main" id="{BBDCEFC8-63A5-EFDD-5A32-829FB94F2B53}"/>
                </a:ext>
              </a:extLst>
            </p:cNvPr>
            <p:cNvSpPr>
              <a:spLocks noChangeShapeType="1"/>
            </p:cNvSpPr>
            <p:nvPr/>
          </p:nvSpPr>
          <p:spPr bwMode="auto">
            <a:xfrm flipH="1">
              <a:off x="1193527" y="2426527"/>
              <a:ext cx="0" cy="2392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75" name="Line 134">
              <a:extLst>
                <a:ext uri="{FF2B5EF4-FFF2-40B4-BE49-F238E27FC236}">
                  <a16:creationId xmlns:a16="http://schemas.microsoft.com/office/drawing/2014/main" id="{CFBD1D30-F660-558B-C55E-912706524E0C}"/>
                </a:ext>
              </a:extLst>
            </p:cNvPr>
            <p:cNvSpPr>
              <a:spLocks noChangeShapeType="1"/>
            </p:cNvSpPr>
            <p:nvPr/>
          </p:nvSpPr>
          <p:spPr bwMode="auto">
            <a:xfrm>
              <a:off x="1184576" y="2772248"/>
              <a:ext cx="0" cy="321389"/>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1576" name="Line 135">
              <a:extLst>
                <a:ext uri="{FF2B5EF4-FFF2-40B4-BE49-F238E27FC236}">
                  <a16:creationId xmlns:a16="http://schemas.microsoft.com/office/drawing/2014/main" id="{9D5C66AB-0636-9E88-655D-286C38F31427}"/>
                </a:ext>
              </a:extLst>
            </p:cNvPr>
            <p:cNvSpPr>
              <a:spLocks noChangeShapeType="1"/>
            </p:cNvSpPr>
            <p:nvPr/>
          </p:nvSpPr>
          <p:spPr bwMode="auto">
            <a:xfrm>
              <a:off x="1174505" y="3176772"/>
              <a:ext cx="0" cy="15167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77" name="Line 136">
              <a:extLst>
                <a:ext uri="{FF2B5EF4-FFF2-40B4-BE49-F238E27FC236}">
                  <a16:creationId xmlns:a16="http://schemas.microsoft.com/office/drawing/2014/main" id="{5E40D969-33BA-1F6C-A698-6CE793A5FE09}"/>
                </a:ext>
              </a:extLst>
            </p:cNvPr>
            <p:cNvSpPr>
              <a:spLocks noChangeShapeType="1"/>
            </p:cNvSpPr>
            <p:nvPr/>
          </p:nvSpPr>
          <p:spPr bwMode="auto">
            <a:xfrm>
              <a:off x="1081132" y="4702607"/>
              <a:ext cx="2113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78" name="Text Box 139">
              <a:extLst>
                <a:ext uri="{FF2B5EF4-FFF2-40B4-BE49-F238E27FC236}">
                  <a16:creationId xmlns:a16="http://schemas.microsoft.com/office/drawing/2014/main" id="{F52A9E8A-0BC9-ED67-BF9F-9AC14EE3EE79}"/>
                </a:ext>
              </a:extLst>
            </p:cNvPr>
            <p:cNvSpPr txBox="1">
              <a:spLocks noChangeArrowheads="1"/>
            </p:cNvSpPr>
            <p:nvPr/>
          </p:nvSpPr>
          <p:spPr bwMode="auto">
            <a:xfrm>
              <a:off x="1932024" y="4613389"/>
              <a:ext cx="10683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Column 0</a:t>
              </a:r>
              <a:endParaRPr lang="ru-RU" altLang="en-US" sz="1600"/>
            </a:p>
          </p:txBody>
        </p:sp>
        <p:sp>
          <p:nvSpPr>
            <p:cNvPr id="61579" name="Text Box 140">
              <a:extLst>
                <a:ext uri="{FF2B5EF4-FFF2-40B4-BE49-F238E27FC236}">
                  <a16:creationId xmlns:a16="http://schemas.microsoft.com/office/drawing/2014/main" id="{92C98503-EE23-E2CF-00F3-DC090B3FE5BA}"/>
                </a:ext>
              </a:extLst>
            </p:cNvPr>
            <p:cNvSpPr txBox="1">
              <a:spLocks noChangeArrowheads="1"/>
            </p:cNvSpPr>
            <p:nvPr/>
          </p:nvSpPr>
          <p:spPr bwMode="auto">
            <a:xfrm>
              <a:off x="3143240" y="4613389"/>
              <a:ext cx="10770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Column 1</a:t>
              </a:r>
              <a:endParaRPr lang="ru-RU" altLang="en-US" sz="1600"/>
            </a:p>
          </p:txBody>
        </p:sp>
        <p:sp>
          <p:nvSpPr>
            <p:cNvPr id="61580" name="Text Box 141">
              <a:extLst>
                <a:ext uri="{FF2B5EF4-FFF2-40B4-BE49-F238E27FC236}">
                  <a16:creationId xmlns:a16="http://schemas.microsoft.com/office/drawing/2014/main" id="{7C200DD9-2CE9-4612-B83D-3DD4521E9AF7}"/>
                </a:ext>
              </a:extLst>
            </p:cNvPr>
            <p:cNvSpPr txBox="1">
              <a:spLocks noChangeArrowheads="1"/>
            </p:cNvSpPr>
            <p:nvPr/>
          </p:nvSpPr>
          <p:spPr bwMode="auto">
            <a:xfrm>
              <a:off x="4633132" y="4604265"/>
              <a:ext cx="11533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Column 2</a:t>
              </a:r>
              <a:endParaRPr lang="ru-RU" altLang="en-US" sz="1600"/>
            </a:p>
          </p:txBody>
        </p:sp>
        <p:sp>
          <p:nvSpPr>
            <p:cNvPr id="61581" name="Text Box 142">
              <a:extLst>
                <a:ext uri="{FF2B5EF4-FFF2-40B4-BE49-F238E27FC236}">
                  <a16:creationId xmlns:a16="http://schemas.microsoft.com/office/drawing/2014/main" id="{ABCFDD56-A1BC-B596-DD25-A0CAE548E01F}"/>
                </a:ext>
              </a:extLst>
            </p:cNvPr>
            <p:cNvSpPr txBox="1">
              <a:spLocks noChangeArrowheads="1"/>
            </p:cNvSpPr>
            <p:nvPr/>
          </p:nvSpPr>
          <p:spPr bwMode="auto">
            <a:xfrm>
              <a:off x="6096698" y="4594126"/>
              <a:ext cx="11899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Column 3</a:t>
              </a:r>
              <a:endParaRPr lang="ru-RU" altLang="en-US" sz="1600"/>
            </a:p>
          </p:txBody>
        </p:sp>
        <p:sp>
          <p:nvSpPr>
            <p:cNvPr id="61582" name="Text Box 143">
              <a:extLst>
                <a:ext uri="{FF2B5EF4-FFF2-40B4-BE49-F238E27FC236}">
                  <a16:creationId xmlns:a16="http://schemas.microsoft.com/office/drawing/2014/main" id="{D2668962-3DAD-1E4B-A026-A0A879FA884D}"/>
                </a:ext>
              </a:extLst>
            </p:cNvPr>
            <p:cNvSpPr txBox="1">
              <a:spLocks noChangeArrowheads="1"/>
            </p:cNvSpPr>
            <p:nvPr/>
          </p:nvSpPr>
          <p:spPr bwMode="auto">
            <a:xfrm>
              <a:off x="6574483" y="1143000"/>
              <a:ext cx="789391" cy="340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Row 0</a:t>
              </a:r>
              <a:endParaRPr lang="ru-RU" altLang="en-US" sz="1600"/>
            </a:p>
          </p:txBody>
        </p:sp>
        <p:sp>
          <p:nvSpPr>
            <p:cNvPr id="61583" name="Text Box 143">
              <a:extLst>
                <a:ext uri="{FF2B5EF4-FFF2-40B4-BE49-F238E27FC236}">
                  <a16:creationId xmlns:a16="http://schemas.microsoft.com/office/drawing/2014/main" id="{C70D3A9D-1CF7-614C-F494-5F141E3B947D}"/>
                </a:ext>
              </a:extLst>
            </p:cNvPr>
            <p:cNvSpPr txBox="1">
              <a:spLocks noChangeArrowheads="1"/>
            </p:cNvSpPr>
            <p:nvPr/>
          </p:nvSpPr>
          <p:spPr bwMode="auto">
            <a:xfrm>
              <a:off x="6574528" y="2958662"/>
              <a:ext cx="932961" cy="340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Row k-1</a:t>
              </a:r>
              <a:endParaRPr lang="ru-RU" altLang="en-US" sz="1600"/>
            </a:p>
          </p:txBody>
        </p:sp>
      </p:grpSp>
      <p:cxnSp>
        <p:nvCxnSpPr>
          <p:cNvPr id="61444" name="Straight Connector 147">
            <a:extLst>
              <a:ext uri="{FF2B5EF4-FFF2-40B4-BE49-F238E27FC236}">
                <a16:creationId xmlns:a16="http://schemas.microsoft.com/office/drawing/2014/main" id="{85CB425B-312B-A411-B2A8-9460624475A8}"/>
              </a:ext>
            </a:extLst>
          </p:cNvPr>
          <p:cNvCxnSpPr>
            <a:cxnSpLocks noChangeShapeType="1"/>
          </p:cNvCxnSpPr>
          <p:nvPr/>
        </p:nvCxnSpPr>
        <p:spPr bwMode="auto">
          <a:xfrm rot="16200000" flipH="1">
            <a:off x="2682082" y="5091907"/>
            <a:ext cx="117475" cy="1190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1445" name="Straight Connector 148">
            <a:extLst>
              <a:ext uri="{FF2B5EF4-FFF2-40B4-BE49-F238E27FC236}">
                <a16:creationId xmlns:a16="http://schemas.microsoft.com/office/drawing/2014/main" id="{D24CA5BA-1443-F154-5902-E3A28063AD49}"/>
              </a:ext>
            </a:extLst>
          </p:cNvPr>
          <p:cNvCxnSpPr>
            <a:cxnSpLocks noChangeShapeType="1"/>
          </p:cNvCxnSpPr>
          <p:nvPr/>
        </p:nvCxnSpPr>
        <p:spPr bwMode="auto">
          <a:xfrm rot="5400000">
            <a:off x="2781301" y="5091113"/>
            <a:ext cx="119062"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a:extLst>
              <a:ext uri="{FF2B5EF4-FFF2-40B4-BE49-F238E27FC236}">
                <a16:creationId xmlns:a16="http://schemas.microsoft.com/office/drawing/2014/main" id="{C0518B8D-1277-4E20-77D4-00381DA28F29}"/>
              </a:ext>
            </a:extLst>
          </p:cNvPr>
          <p:cNvSpPr>
            <a:spLocks noGrp="1" noChangeArrowheads="1"/>
          </p:cNvSpPr>
          <p:nvPr>
            <p:ph type="title"/>
          </p:nvPr>
        </p:nvSpPr>
        <p:spPr/>
        <p:txBody>
          <a:bodyPr/>
          <a:lstStyle/>
          <a:p>
            <a:r>
              <a:rPr lang="en-US" altLang="en-US"/>
              <a:t>Asynchronous DRAM Chip Organization</a:t>
            </a:r>
            <a:endParaRPr lang="ru-RU" altLang="en-US"/>
          </a:p>
        </p:txBody>
      </p:sp>
      <p:grpSp>
        <p:nvGrpSpPr>
          <p:cNvPr id="3" name="Group 6">
            <a:extLst>
              <a:ext uri="{FF2B5EF4-FFF2-40B4-BE49-F238E27FC236}">
                <a16:creationId xmlns:a16="http://schemas.microsoft.com/office/drawing/2014/main" id="{404BE641-569F-4371-AB6C-424CB7B2E3EC}"/>
              </a:ext>
            </a:extLst>
          </p:cNvPr>
          <p:cNvGrpSpPr>
            <a:grpSpLocks/>
          </p:cNvGrpSpPr>
          <p:nvPr/>
        </p:nvGrpSpPr>
        <p:grpSpPr bwMode="auto">
          <a:xfrm>
            <a:off x="-115503" y="1299410"/>
            <a:ext cx="12483966" cy="4841507"/>
            <a:chOff x="295" y="613"/>
            <a:chExt cx="5057" cy="3248"/>
          </a:xfrm>
          <a:solidFill>
            <a:schemeClr val="accent1">
              <a:lumMod val="60000"/>
              <a:lumOff val="40000"/>
            </a:schemeClr>
          </a:solidFill>
        </p:grpSpPr>
        <p:sp>
          <p:nvSpPr>
            <p:cNvPr id="52230" name="Rectangle 7">
              <a:extLst>
                <a:ext uri="{FF2B5EF4-FFF2-40B4-BE49-F238E27FC236}">
                  <a16:creationId xmlns:a16="http://schemas.microsoft.com/office/drawing/2014/main" id="{42FE0086-A8E6-43A3-BEE8-73DDF3F54541}"/>
                </a:ext>
              </a:extLst>
            </p:cNvPr>
            <p:cNvSpPr>
              <a:spLocks noChangeArrowheads="1"/>
            </p:cNvSpPr>
            <p:nvPr/>
          </p:nvSpPr>
          <p:spPr bwMode="auto">
            <a:xfrm>
              <a:off x="1598" y="655"/>
              <a:ext cx="3332" cy="3206"/>
            </a:xfrm>
            <a:prstGeom prst="rect">
              <a:avLst/>
            </a:prstGeom>
            <a:solidFill>
              <a:schemeClr val="accent1">
                <a:lumMod val="20000"/>
                <a:lumOff val="80000"/>
              </a:schemeClr>
            </a:solidFill>
            <a:ln w="9525">
              <a:solidFill>
                <a:schemeClr val="tx1"/>
              </a:solidFill>
              <a:prstDash val="lgDash"/>
              <a:miter lim="800000"/>
              <a:headEnd/>
              <a:tailEnd/>
            </a:ln>
          </p:spPr>
          <p:txBody>
            <a:bodyPr wrap="none" anchor="ctr"/>
            <a:lstStyle/>
            <a:p>
              <a:pPr eaLnBrk="1" hangingPunct="1">
                <a:defRPr/>
              </a:pPr>
              <a:endParaRPr lang="en-US" sz="1400"/>
            </a:p>
          </p:txBody>
        </p:sp>
        <p:sp>
          <p:nvSpPr>
            <p:cNvPr id="52231" name="Rectangle 8">
              <a:extLst>
                <a:ext uri="{FF2B5EF4-FFF2-40B4-BE49-F238E27FC236}">
                  <a16:creationId xmlns:a16="http://schemas.microsoft.com/office/drawing/2014/main" id="{F964DD2B-800F-4CCF-930A-A7BE15B27158}"/>
                </a:ext>
              </a:extLst>
            </p:cNvPr>
            <p:cNvSpPr>
              <a:spLocks noChangeArrowheads="1"/>
            </p:cNvSpPr>
            <p:nvPr/>
          </p:nvSpPr>
          <p:spPr bwMode="auto">
            <a:xfrm>
              <a:off x="2080" y="1109"/>
              <a:ext cx="338" cy="788"/>
            </a:xfrm>
            <a:prstGeom prst="rect">
              <a:avLst/>
            </a:prstGeom>
            <a:grpFill/>
            <a:ln w="28575">
              <a:solidFill>
                <a:schemeClr val="tx1"/>
              </a:solidFill>
              <a:miter lim="800000"/>
              <a:headEnd/>
              <a:tailEnd/>
            </a:ln>
          </p:spPr>
          <p:txBody>
            <a:bodyPr wrap="none" anchor="ctr"/>
            <a:lstStyle/>
            <a:p>
              <a:pPr eaLnBrk="1" hangingPunct="1">
                <a:defRPr/>
              </a:pPr>
              <a:endParaRPr lang="en-US" sz="1400"/>
            </a:p>
          </p:txBody>
        </p:sp>
        <p:sp>
          <p:nvSpPr>
            <p:cNvPr id="25607" name="AutoShape 9">
              <a:extLst>
                <a:ext uri="{FF2B5EF4-FFF2-40B4-BE49-F238E27FC236}">
                  <a16:creationId xmlns:a16="http://schemas.microsoft.com/office/drawing/2014/main" id="{9B296982-7D1B-401D-92AC-714B4C03B350}"/>
                </a:ext>
              </a:extLst>
            </p:cNvPr>
            <p:cNvSpPr>
              <a:spLocks noChangeArrowheads="1"/>
            </p:cNvSpPr>
            <p:nvPr/>
          </p:nvSpPr>
          <p:spPr bwMode="auto">
            <a:xfrm rot="5400000">
              <a:off x="2319" y="1226"/>
              <a:ext cx="1126" cy="324"/>
            </a:xfrm>
            <a:custGeom>
              <a:avLst/>
              <a:gdLst>
                <a:gd name="T0" fmla="*/ 986 w 21600"/>
                <a:gd name="T1" fmla="*/ 162 h 21600"/>
                <a:gd name="T2" fmla="*/ 564 w 21600"/>
                <a:gd name="T3" fmla="*/ 324 h 21600"/>
                <a:gd name="T4" fmla="*/ 141 w 21600"/>
                <a:gd name="T5" fmla="*/ 162 h 21600"/>
                <a:gd name="T6" fmla="*/ 564 w 21600"/>
                <a:gd name="T7" fmla="*/ 0 h 21600"/>
                <a:gd name="T8" fmla="*/ 0 60000 65536"/>
                <a:gd name="T9" fmla="*/ 0 60000 65536"/>
                <a:gd name="T10" fmla="*/ 0 60000 65536"/>
                <a:gd name="T11" fmla="*/ 0 60000 65536"/>
                <a:gd name="T12" fmla="*/ 4504 w 21600"/>
                <a:gd name="T13" fmla="*/ 4533 h 21600"/>
                <a:gd name="T14" fmla="*/ 17096 w 21600"/>
                <a:gd name="T15" fmla="*/ 1713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pFill/>
            <a:ln w="28575">
              <a:solidFill>
                <a:schemeClr val="tx1"/>
              </a:solidFill>
              <a:miter lim="800000"/>
              <a:headEnd/>
              <a:tailEnd/>
            </a:ln>
          </p:spPr>
          <p:txBody>
            <a:bodyPr wrap="none" anchor="ctr"/>
            <a:lstStyle/>
            <a:p>
              <a:pPr algn="ctr" eaLnBrk="1" hangingPunct="1">
                <a:defRPr/>
              </a:pPr>
              <a:endParaRPr lang="en-US" sz="1050">
                <a:latin typeface="Times New Roman" pitchFamily="18" charset="0"/>
              </a:endParaRPr>
            </a:p>
          </p:txBody>
        </p:sp>
        <p:sp>
          <p:nvSpPr>
            <p:cNvPr id="52233" name="Line 10">
              <a:extLst>
                <a:ext uri="{FF2B5EF4-FFF2-40B4-BE49-F238E27FC236}">
                  <a16:creationId xmlns:a16="http://schemas.microsoft.com/office/drawing/2014/main" id="{E760CB8E-8FCB-4693-92DA-E491012B68CC}"/>
                </a:ext>
              </a:extLst>
            </p:cNvPr>
            <p:cNvSpPr>
              <a:spLocks noChangeShapeType="1"/>
            </p:cNvSpPr>
            <p:nvPr/>
          </p:nvSpPr>
          <p:spPr bwMode="auto">
            <a:xfrm>
              <a:off x="2412" y="1341"/>
              <a:ext cx="301" cy="1"/>
            </a:xfrm>
            <a:prstGeom prst="line">
              <a:avLst/>
            </a:prstGeom>
            <a:grpFill/>
            <a:ln w="28575">
              <a:solidFill>
                <a:schemeClr val="tx1"/>
              </a:solidFill>
              <a:round/>
              <a:headEnd/>
              <a:tailEnd type="triangle" w="med" len="med"/>
            </a:ln>
          </p:spPr>
          <p:txBody>
            <a:bodyPr/>
            <a:lstStyle/>
            <a:p>
              <a:pPr eaLnBrk="1" hangingPunct="1">
                <a:defRPr/>
              </a:pPr>
              <a:endParaRPr lang="en-GB"/>
            </a:p>
          </p:txBody>
        </p:sp>
        <p:sp>
          <p:nvSpPr>
            <p:cNvPr id="52234" name="Rectangle 11">
              <a:extLst>
                <a:ext uri="{FF2B5EF4-FFF2-40B4-BE49-F238E27FC236}">
                  <a16:creationId xmlns:a16="http://schemas.microsoft.com/office/drawing/2014/main" id="{BC6BDB9F-7C2A-4FC9-9563-3B11BE6F4823}"/>
                </a:ext>
              </a:extLst>
            </p:cNvPr>
            <p:cNvSpPr>
              <a:spLocks noChangeArrowheads="1"/>
            </p:cNvSpPr>
            <p:nvPr/>
          </p:nvSpPr>
          <p:spPr bwMode="auto">
            <a:xfrm>
              <a:off x="3412" y="740"/>
              <a:ext cx="1209" cy="1159"/>
            </a:xfrm>
            <a:prstGeom prst="rect">
              <a:avLst/>
            </a:prstGeom>
            <a:grpFill/>
            <a:ln w="28575">
              <a:solidFill>
                <a:schemeClr val="tx1"/>
              </a:solidFill>
              <a:miter lim="800000"/>
              <a:headEnd/>
              <a:tailEnd/>
            </a:ln>
          </p:spPr>
          <p:txBody>
            <a:bodyPr wrap="none" anchor="ctr"/>
            <a:lstStyle/>
            <a:p>
              <a:pPr algn="ctr" eaLnBrk="1" hangingPunct="1">
                <a:defRPr/>
              </a:pPr>
              <a:r>
                <a:rPr lang="en-US" sz="1400" dirty="0"/>
                <a:t>Memory Array</a:t>
              </a:r>
            </a:p>
            <a:p>
              <a:pPr algn="ctr" eaLnBrk="1" hangingPunct="1">
                <a:defRPr/>
              </a:pPr>
              <a:r>
                <a:rPr lang="en-US" sz="1400" dirty="0"/>
                <a:t>(square matrix)</a:t>
              </a:r>
            </a:p>
          </p:txBody>
        </p:sp>
        <p:sp>
          <p:nvSpPr>
            <p:cNvPr id="52235" name="AutoShape 12">
              <a:extLst>
                <a:ext uri="{FF2B5EF4-FFF2-40B4-BE49-F238E27FC236}">
                  <a16:creationId xmlns:a16="http://schemas.microsoft.com/office/drawing/2014/main" id="{8AB80709-B3A3-48C4-9F69-6BA6C1E95F28}"/>
                </a:ext>
              </a:extLst>
            </p:cNvPr>
            <p:cNvSpPr>
              <a:spLocks noChangeArrowheads="1"/>
            </p:cNvSpPr>
            <p:nvPr/>
          </p:nvSpPr>
          <p:spPr bwMode="auto">
            <a:xfrm>
              <a:off x="3454" y="2759"/>
              <a:ext cx="1223" cy="27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3 h 21600"/>
                <a:gd name="T14" fmla="*/ 17096 w 21600"/>
                <a:gd name="T15" fmla="*/ 1710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pFill/>
            <a:ln w="28575">
              <a:solidFill>
                <a:schemeClr val="tx1"/>
              </a:solidFill>
              <a:miter lim="800000"/>
              <a:headEnd/>
              <a:tailEnd/>
            </a:ln>
          </p:spPr>
          <p:txBody>
            <a:bodyPr wrap="none" anchor="ctr"/>
            <a:lstStyle/>
            <a:p>
              <a:pPr algn="ctr" eaLnBrk="1" hangingPunct="1">
                <a:defRPr/>
              </a:pPr>
              <a:r>
                <a:rPr lang="en-US" sz="1100" dirty="0"/>
                <a:t>Column </a:t>
              </a:r>
              <a:br>
                <a:rPr lang="en-US" sz="1100" dirty="0"/>
              </a:br>
              <a:r>
                <a:rPr lang="en-US" sz="1100" dirty="0"/>
                <a:t>decoder</a:t>
              </a:r>
            </a:p>
          </p:txBody>
        </p:sp>
        <p:sp>
          <p:nvSpPr>
            <p:cNvPr id="52236" name="Rectangle 13">
              <a:extLst>
                <a:ext uri="{FF2B5EF4-FFF2-40B4-BE49-F238E27FC236}">
                  <a16:creationId xmlns:a16="http://schemas.microsoft.com/office/drawing/2014/main" id="{521F351F-968B-4477-99CF-96618EADC8C5}"/>
                </a:ext>
              </a:extLst>
            </p:cNvPr>
            <p:cNvSpPr>
              <a:spLocks noChangeArrowheads="1"/>
            </p:cNvSpPr>
            <p:nvPr/>
          </p:nvSpPr>
          <p:spPr bwMode="auto">
            <a:xfrm rot="5400000">
              <a:off x="3890" y="1866"/>
              <a:ext cx="296" cy="1163"/>
            </a:xfrm>
            <a:prstGeom prst="rect">
              <a:avLst/>
            </a:prstGeom>
            <a:grpFill/>
            <a:ln w="28575">
              <a:solidFill>
                <a:schemeClr val="tx1"/>
              </a:solidFill>
              <a:miter lim="800000"/>
              <a:headEnd/>
              <a:tailEnd/>
            </a:ln>
          </p:spPr>
          <p:txBody>
            <a:bodyPr rot="10800000" vert="eaVert" wrap="none" anchor="ctr"/>
            <a:lstStyle/>
            <a:p>
              <a:pPr algn="ctr" eaLnBrk="1" hangingPunct="1">
                <a:defRPr/>
              </a:pPr>
              <a:r>
                <a:rPr lang="en-US" sz="1400" dirty="0"/>
                <a:t>Column I/O</a:t>
              </a:r>
            </a:p>
          </p:txBody>
        </p:sp>
        <p:sp>
          <p:nvSpPr>
            <p:cNvPr id="52237" name="Line 14">
              <a:extLst>
                <a:ext uri="{FF2B5EF4-FFF2-40B4-BE49-F238E27FC236}">
                  <a16:creationId xmlns:a16="http://schemas.microsoft.com/office/drawing/2014/main" id="{7C28C4CB-7FCF-449E-9810-566540A148F5}"/>
                </a:ext>
              </a:extLst>
            </p:cNvPr>
            <p:cNvSpPr>
              <a:spLocks noChangeShapeType="1"/>
            </p:cNvSpPr>
            <p:nvPr/>
          </p:nvSpPr>
          <p:spPr bwMode="auto">
            <a:xfrm flipV="1">
              <a:off x="3032" y="909"/>
              <a:ext cx="373" cy="0"/>
            </a:xfrm>
            <a:prstGeom prst="line">
              <a:avLst/>
            </a:prstGeom>
            <a:grpFill/>
            <a:ln w="28575">
              <a:solidFill>
                <a:schemeClr val="tx1"/>
              </a:solidFill>
              <a:round/>
              <a:headEnd/>
              <a:tailEnd type="triangle" w="med" len="med"/>
            </a:ln>
          </p:spPr>
          <p:txBody>
            <a:bodyPr/>
            <a:lstStyle/>
            <a:p>
              <a:pPr eaLnBrk="1" hangingPunct="1">
                <a:defRPr/>
              </a:pPr>
              <a:endParaRPr lang="en-GB"/>
            </a:p>
          </p:txBody>
        </p:sp>
        <p:sp>
          <p:nvSpPr>
            <p:cNvPr id="52238" name="Line 15">
              <a:extLst>
                <a:ext uri="{FF2B5EF4-FFF2-40B4-BE49-F238E27FC236}">
                  <a16:creationId xmlns:a16="http://schemas.microsoft.com/office/drawing/2014/main" id="{5068868D-3889-4E93-87EA-8B48C3B5B728}"/>
                </a:ext>
              </a:extLst>
            </p:cNvPr>
            <p:cNvSpPr>
              <a:spLocks noChangeShapeType="1"/>
            </p:cNvSpPr>
            <p:nvPr/>
          </p:nvSpPr>
          <p:spPr bwMode="auto">
            <a:xfrm>
              <a:off x="3050" y="1035"/>
              <a:ext cx="377" cy="1"/>
            </a:xfrm>
            <a:prstGeom prst="line">
              <a:avLst/>
            </a:prstGeom>
            <a:grpFill/>
            <a:ln w="28575">
              <a:solidFill>
                <a:schemeClr val="tx1"/>
              </a:solidFill>
              <a:round/>
              <a:headEnd/>
              <a:tailEnd type="triangle" w="med" len="med"/>
            </a:ln>
          </p:spPr>
          <p:txBody>
            <a:bodyPr/>
            <a:lstStyle/>
            <a:p>
              <a:pPr eaLnBrk="1" hangingPunct="1">
                <a:defRPr/>
              </a:pPr>
              <a:endParaRPr lang="en-GB"/>
            </a:p>
          </p:txBody>
        </p:sp>
        <p:sp>
          <p:nvSpPr>
            <p:cNvPr id="52239" name="Line 16">
              <a:extLst>
                <a:ext uri="{FF2B5EF4-FFF2-40B4-BE49-F238E27FC236}">
                  <a16:creationId xmlns:a16="http://schemas.microsoft.com/office/drawing/2014/main" id="{FF68FFA3-4FCF-4585-AD1B-9BB058B7B746}"/>
                </a:ext>
              </a:extLst>
            </p:cNvPr>
            <p:cNvSpPr>
              <a:spLocks noChangeShapeType="1"/>
            </p:cNvSpPr>
            <p:nvPr/>
          </p:nvSpPr>
          <p:spPr bwMode="auto">
            <a:xfrm>
              <a:off x="3037" y="1838"/>
              <a:ext cx="376" cy="1"/>
            </a:xfrm>
            <a:prstGeom prst="line">
              <a:avLst/>
            </a:prstGeom>
            <a:grpFill/>
            <a:ln w="28575">
              <a:solidFill>
                <a:schemeClr val="tx1"/>
              </a:solidFill>
              <a:round/>
              <a:headEnd/>
              <a:tailEnd type="triangle" w="med" len="med"/>
            </a:ln>
          </p:spPr>
          <p:txBody>
            <a:bodyPr/>
            <a:lstStyle/>
            <a:p>
              <a:pPr eaLnBrk="1" hangingPunct="1">
                <a:defRPr/>
              </a:pPr>
              <a:endParaRPr lang="en-GB"/>
            </a:p>
          </p:txBody>
        </p:sp>
        <p:sp>
          <p:nvSpPr>
            <p:cNvPr id="25615" name="Line 17">
              <a:extLst>
                <a:ext uri="{FF2B5EF4-FFF2-40B4-BE49-F238E27FC236}">
                  <a16:creationId xmlns:a16="http://schemas.microsoft.com/office/drawing/2014/main" id="{95862CD0-C7BC-40D0-9FCC-40DC3361C716}"/>
                </a:ext>
              </a:extLst>
            </p:cNvPr>
            <p:cNvSpPr>
              <a:spLocks noChangeShapeType="1"/>
            </p:cNvSpPr>
            <p:nvPr/>
          </p:nvSpPr>
          <p:spPr bwMode="auto">
            <a:xfrm flipV="1">
              <a:off x="3571" y="2590"/>
              <a:ext cx="0" cy="169"/>
            </a:xfrm>
            <a:prstGeom prst="line">
              <a:avLst/>
            </a:prstGeom>
            <a:grpFill/>
            <a:ln w="28575">
              <a:solidFill>
                <a:srgbClr val="7030A0"/>
              </a:solidFill>
              <a:round/>
              <a:headEnd/>
              <a:tailEnd type="triangle" w="med" len="med"/>
            </a:ln>
          </p:spPr>
          <p:txBody>
            <a:bodyPr/>
            <a:lstStyle/>
            <a:p>
              <a:pPr eaLnBrk="1" hangingPunct="1">
                <a:defRPr/>
              </a:pPr>
              <a:endParaRPr lang="en-US" sz="1200"/>
            </a:p>
          </p:txBody>
        </p:sp>
        <p:sp>
          <p:nvSpPr>
            <p:cNvPr id="25616" name="Line 18">
              <a:extLst>
                <a:ext uri="{FF2B5EF4-FFF2-40B4-BE49-F238E27FC236}">
                  <a16:creationId xmlns:a16="http://schemas.microsoft.com/office/drawing/2014/main" id="{D83E768B-A80C-472A-B14B-301F3D142703}"/>
                </a:ext>
              </a:extLst>
            </p:cNvPr>
            <p:cNvSpPr>
              <a:spLocks noChangeShapeType="1"/>
            </p:cNvSpPr>
            <p:nvPr/>
          </p:nvSpPr>
          <p:spPr bwMode="auto">
            <a:xfrm flipV="1">
              <a:off x="3750" y="2590"/>
              <a:ext cx="0" cy="169"/>
            </a:xfrm>
            <a:prstGeom prst="line">
              <a:avLst/>
            </a:prstGeom>
            <a:grpFill/>
            <a:ln w="28575">
              <a:solidFill>
                <a:srgbClr val="7030A0"/>
              </a:solidFill>
              <a:round/>
              <a:headEnd/>
              <a:tailEnd type="triangle" w="med" len="med"/>
            </a:ln>
          </p:spPr>
          <p:txBody>
            <a:bodyPr/>
            <a:lstStyle/>
            <a:p>
              <a:pPr eaLnBrk="1" hangingPunct="1">
                <a:defRPr/>
              </a:pPr>
              <a:endParaRPr lang="en-US" sz="1200"/>
            </a:p>
          </p:txBody>
        </p:sp>
        <p:sp>
          <p:nvSpPr>
            <p:cNvPr id="25617" name="Line 19">
              <a:extLst>
                <a:ext uri="{FF2B5EF4-FFF2-40B4-BE49-F238E27FC236}">
                  <a16:creationId xmlns:a16="http://schemas.microsoft.com/office/drawing/2014/main" id="{41EF5D20-C263-47CB-8EDB-86E086D9D7FB}"/>
                </a:ext>
              </a:extLst>
            </p:cNvPr>
            <p:cNvSpPr>
              <a:spLocks noChangeShapeType="1"/>
            </p:cNvSpPr>
            <p:nvPr/>
          </p:nvSpPr>
          <p:spPr bwMode="auto">
            <a:xfrm flipV="1">
              <a:off x="4498" y="2583"/>
              <a:ext cx="1" cy="169"/>
            </a:xfrm>
            <a:prstGeom prst="line">
              <a:avLst/>
            </a:prstGeom>
            <a:grpFill/>
            <a:ln w="28575">
              <a:solidFill>
                <a:srgbClr val="7030A0"/>
              </a:solidFill>
              <a:round/>
              <a:headEnd/>
              <a:tailEnd type="triangle" w="med" len="med"/>
            </a:ln>
          </p:spPr>
          <p:txBody>
            <a:bodyPr/>
            <a:lstStyle/>
            <a:p>
              <a:pPr eaLnBrk="1" hangingPunct="1">
                <a:defRPr/>
              </a:pPr>
              <a:endParaRPr lang="en-US" sz="1200"/>
            </a:p>
          </p:txBody>
        </p:sp>
        <p:sp>
          <p:nvSpPr>
            <p:cNvPr id="52243" name="Rectangle 20">
              <a:extLst>
                <a:ext uri="{FF2B5EF4-FFF2-40B4-BE49-F238E27FC236}">
                  <a16:creationId xmlns:a16="http://schemas.microsoft.com/office/drawing/2014/main" id="{F32FE64C-63D0-40F8-831D-F823CEAA66EA}"/>
                </a:ext>
              </a:extLst>
            </p:cNvPr>
            <p:cNvSpPr>
              <a:spLocks noChangeArrowheads="1"/>
            </p:cNvSpPr>
            <p:nvPr/>
          </p:nvSpPr>
          <p:spPr bwMode="auto">
            <a:xfrm rot="5400000">
              <a:off x="3910" y="2822"/>
              <a:ext cx="302" cy="1044"/>
            </a:xfrm>
            <a:prstGeom prst="rect">
              <a:avLst/>
            </a:prstGeom>
            <a:grpFill/>
            <a:ln w="28575">
              <a:solidFill>
                <a:schemeClr val="tx1"/>
              </a:solidFill>
              <a:miter lim="800000"/>
              <a:headEnd/>
              <a:tailEnd/>
            </a:ln>
          </p:spPr>
          <p:txBody>
            <a:bodyPr rot="10800000" vert="eaVert" wrap="none" anchor="ctr"/>
            <a:lstStyle/>
            <a:p>
              <a:pPr algn="ctr" eaLnBrk="1" hangingPunct="1">
                <a:defRPr/>
              </a:pPr>
              <a:r>
                <a:rPr lang="en-US" sz="1200" dirty="0"/>
                <a:t>Column address</a:t>
              </a:r>
              <a:br>
                <a:rPr lang="en-US" sz="1200" dirty="0"/>
              </a:br>
              <a:r>
                <a:rPr lang="en-US" sz="1200" dirty="0"/>
                <a:t>buffer</a:t>
              </a:r>
            </a:p>
          </p:txBody>
        </p:sp>
        <p:sp>
          <p:nvSpPr>
            <p:cNvPr id="52244" name="Line 21">
              <a:extLst>
                <a:ext uri="{FF2B5EF4-FFF2-40B4-BE49-F238E27FC236}">
                  <a16:creationId xmlns:a16="http://schemas.microsoft.com/office/drawing/2014/main" id="{E5D52D77-C603-4AFF-A641-ABF189B36071}"/>
                </a:ext>
              </a:extLst>
            </p:cNvPr>
            <p:cNvSpPr>
              <a:spLocks noChangeShapeType="1"/>
            </p:cNvSpPr>
            <p:nvPr/>
          </p:nvSpPr>
          <p:spPr bwMode="auto">
            <a:xfrm>
              <a:off x="2416" y="1200"/>
              <a:ext cx="300" cy="1"/>
            </a:xfrm>
            <a:prstGeom prst="line">
              <a:avLst/>
            </a:prstGeom>
            <a:grpFill/>
            <a:ln w="28575">
              <a:solidFill>
                <a:schemeClr val="tx1"/>
              </a:solidFill>
              <a:round/>
              <a:headEnd/>
              <a:tailEnd type="triangle" w="med" len="med"/>
            </a:ln>
          </p:spPr>
          <p:txBody>
            <a:bodyPr/>
            <a:lstStyle/>
            <a:p>
              <a:pPr eaLnBrk="1" hangingPunct="1">
                <a:defRPr/>
              </a:pPr>
              <a:endParaRPr lang="en-GB"/>
            </a:p>
          </p:txBody>
        </p:sp>
        <p:sp>
          <p:nvSpPr>
            <p:cNvPr id="52245" name="Line 22">
              <a:extLst>
                <a:ext uri="{FF2B5EF4-FFF2-40B4-BE49-F238E27FC236}">
                  <a16:creationId xmlns:a16="http://schemas.microsoft.com/office/drawing/2014/main" id="{5C1B8CFB-56CF-4155-9ED5-69A30CAC1219}"/>
                </a:ext>
              </a:extLst>
            </p:cNvPr>
            <p:cNvSpPr>
              <a:spLocks noChangeShapeType="1"/>
            </p:cNvSpPr>
            <p:nvPr/>
          </p:nvSpPr>
          <p:spPr bwMode="auto">
            <a:xfrm>
              <a:off x="2412" y="1646"/>
              <a:ext cx="301" cy="0"/>
            </a:xfrm>
            <a:prstGeom prst="line">
              <a:avLst/>
            </a:prstGeom>
            <a:grpFill/>
            <a:ln w="28575">
              <a:solidFill>
                <a:schemeClr val="tx1"/>
              </a:solidFill>
              <a:round/>
              <a:headEnd/>
              <a:tailEnd type="triangle" w="med" len="med"/>
            </a:ln>
          </p:spPr>
          <p:txBody>
            <a:bodyPr/>
            <a:lstStyle/>
            <a:p>
              <a:pPr eaLnBrk="1" hangingPunct="1">
                <a:defRPr/>
              </a:pPr>
              <a:endParaRPr lang="en-GB"/>
            </a:p>
          </p:txBody>
        </p:sp>
        <p:sp>
          <p:nvSpPr>
            <p:cNvPr id="25621" name="Line 23">
              <a:extLst>
                <a:ext uri="{FF2B5EF4-FFF2-40B4-BE49-F238E27FC236}">
                  <a16:creationId xmlns:a16="http://schemas.microsoft.com/office/drawing/2014/main" id="{9C8B2854-396E-4CDE-8E58-84A45CB4BA66}"/>
                </a:ext>
              </a:extLst>
            </p:cNvPr>
            <p:cNvSpPr>
              <a:spLocks noChangeShapeType="1"/>
            </p:cNvSpPr>
            <p:nvPr/>
          </p:nvSpPr>
          <p:spPr bwMode="auto">
            <a:xfrm flipV="1">
              <a:off x="3816" y="3019"/>
              <a:ext cx="0" cy="172"/>
            </a:xfrm>
            <a:prstGeom prst="line">
              <a:avLst/>
            </a:prstGeom>
            <a:grpFill/>
            <a:ln w="28575">
              <a:solidFill>
                <a:schemeClr val="bg1">
                  <a:lumMod val="50000"/>
                </a:schemeClr>
              </a:solidFill>
              <a:round/>
              <a:headEnd/>
              <a:tailEnd type="triangle" w="med" len="med"/>
            </a:ln>
          </p:spPr>
          <p:txBody>
            <a:bodyPr/>
            <a:lstStyle/>
            <a:p>
              <a:pPr eaLnBrk="1" hangingPunct="1">
                <a:defRPr/>
              </a:pPr>
              <a:endParaRPr lang="en-US" sz="1200"/>
            </a:p>
          </p:txBody>
        </p:sp>
        <p:sp>
          <p:nvSpPr>
            <p:cNvPr id="25622" name="Line 24">
              <a:extLst>
                <a:ext uri="{FF2B5EF4-FFF2-40B4-BE49-F238E27FC236}">
                  <a16:creationId xmlns:a16="http://schemas.microsoft.com/office/drawing/2014/main" id="{C1E8F3D0-6562-4BE9-A145-A9BC788CB18D}"/>
                </a:ext>
              </a:extLst>
            </p:cNvPr>
            <p:cNvSpPr>
              <a:spLocks noChangeShapeType="1"/>
            </p:cNvSpPr>
            <p:nvPr/>
          </p:nvSpPr>
          <p:spPr bwMode="auto">
            <a:xfrm flipV="1">
              <a:off x="3580" y="2172"/>
              <a:ext cx="1" cy="127"/>
            </a:xfrm>
            <a:prstGeom prst="line">
              <a:avLst/>
            </a:prstGeom>
            <a:grpFill/>
            <a:ln w="28575">
              <a:solidFill>
                <a:srgbClr val="7030A0"/>
              </a:solidFill>
              <a:round/>
              <a:headEnd/>
              <a:tailEnd/>
            </a:ln>
          </p:spPr>
          <p:txBody>
            <a:bodyPr/>
            <a:lstStyle/>
            <a:p>
              <a:pPr eaLnBrk="1" hangingPunct="1">
                <a:defRPr/>
              </a:pPr>
              <a:endParaRPr lang="en-US" sz="1200"/>
            </a:p>
          </p:txBody>
        </p:sp>
        <p:sp>
          <p:nvSpPr>
            <p:cNvPr id="25623" name="Line 25">
              <a:extLst>
                <a:ext uri="{FF2B5EF4-FFF2-40B4-BE49-F238E27FC236}">
                  <a16:creationId xmlns:a16="http://schemas.microsoft.com/office/drawing/2014/main" id="{B0EA4A7A-D828-43E3-8C3D-082211ECB710}"/>
                </a:ext>
              </a:extLst>
            </p:cNvPr>
            <p:cNvSpPr>
              <a:spLocks noChangeShapeType="1"/>
            </p:cNvSpPr>
            <p:nvPr/>
          </p:nvSpPr>
          <p:spPr bwMode="auto">
            <a:xfrm flipV="1">
              <a:off x="3724" y="2163"/>
              <a:ext cx="0" cy="128"/>
            </a:xfrm>
            <a:prstGeom prst="line">
              <a:avLst/>
            </a:prstGeom>
            <a:grpFill/>
            <a:ln w="28575">
              <a:solidFill>
                <a:srgbClr val="7030A0"/>
              </a:solidFill>
              <a:round/>
              <a:headEnd/>
              <a:tailEnd/>
            </a:ln>
          </p:spPr>
          <p:txBody>
            <a:bodyPr/>
            <a:lstStyle/>
            <a:p>
              <a:pPr eaLnBrk="1" hangingPunct="1">
                <a:defRPr/>
              </a:pPr>
              <a:endParaRPr lang="en-US" sz="1200"/>
            </a:p>
          </p:txBody>
        </p:sp>
        <p:sp>
          <p:nvSpPr>
            <p:cNvPr id="25624" name="Line 26">
              <a:extLst>
                <a:ext uri="{FF2B5EF4-FFF2-40B4-BE49-F238E27FC236}">
                  <a16:creationId xmlns:a16="http://schemas.microsoft.com/office/drawing/2014/main" id="{08218724-7405-4DB9-8636-15CEE42034EA}"/>
                </a:ext>
              </a:extLst>
            </p:cNvPr>
            <p:cNvSpPr>
              <a:spLocks noChangeShapeType="1"/>
            </p:cNvSpPr>
            <p:nvPr/>
          </p:nvSpPr>
          <p:spPr bwMode="auto">
            <a:xfrm flipH="1" flipV="1">
              <a:off x="4482" y="2174"/>
              <a:ext cx="0" cy="126"/>
            </a:xfrm>
            <a:prstGeom prst="line">
              <a:avLst/>
            </a:prstGeom>
            <a:grpFill/>
            <a:ln w="28575">
              <a:solidFill>
                <a:srgbClr val="7030A0"/>
              </a:solidFill>
              <a:round/>
              <a:headEnd/>
              <a:tailEnd/>
            </a:ln>
          </p:spPr>
          <p:txBody>
            <a:bodyPr/>
            <a:lstStyle/>
            <a:p>
              <a:pPr eaLnBrk="1" hangingPunct="1">
                <a:defRPr/>
              </a:pPr>
              <a:endParaRPr lang="en-US" sz="1200"/>
            </a:p>
          </p:txBody>
        </p:sp>
        <p:sp>
          <p:nvSpPr>
            <p:cNvPr id="25625" name="Line 27">
              <a:extLst>
                <a:ext uri="{FF2B5EF4-FFF2-40B4-BE49-F238E27FC236}">
                  <a16:creationId xmlns:a16="http://schemas.microsoft.com/office/drawing/2014/main" id="{5EFAE798-2C7B-4AC0-9BBF-124B95306E92}"/>
                </a:ext>
              </a:extLst>
            </p:cNvPr>
            <p:cNvSpPr>
              <a:spLocks noChangeShapeType="1"/>
            </p:cNvSpPr>
            <p:nvPr/>
          </p:nvSpPr>
          <p:spPr bwMode="auto">
            <a:xfrm flipV="1">
              <a:off x="3950" y="3026"/>
              <a:ext cx="1" cy="171"/>
            </a:xfrm>
            <a:prstGeom prst="line">
              <a:avLst/>
            </a:prstGeom>
            <a:grpFill/>
            <a:ln w="28575">
              <a:solidFill>
                <a:schemeClr val="bg1">
                  <a:lumMod val="50000"/>
                </a:schemeClr>
              </a:solidFill>
              <a:round/>
              <a:headEnd/>
              <a:tailEnd type="triangle" w="med" len="med"/>
            </a:ln>
          </p:spPr>
          <p:txBody>
            <a:bodyPr/>
            <a:lstStyle/>
            <a:p>
              <a:pPr eaLnBrk="1" hangingPunct="1">
                <a:defRPr/>
              </a:pPr>
              <a:endParaRPr lang="en-US" sz="1200"/>
            </a:p>
          </p:txBody>
        </p:sp>
        <p:sp>
          <p:nvSpPr>
            <p:cNvPr id="25626" name="Line 28">
              <a:extLst>
                <a:ext uri="{FF2B5EF4-FFF2-40B4-BE49-F238E27FC236}">
                  <a16:creationId xmlns:a16="http://schemas.microsoft.com/office/drawing/2014/main" id="{018C3CD2-3B99-4398-B965-3C4AE7E1E879}"/>
                </a:ext>
              </a:extLst>
            </p:cNvPr>
            <p:cNvSpPr>
              <a:spLocks noChangeShapeType="1"/>
            </p:cNvSpPr>
            <p:nvPr/>
          </p:nvSpPr>
          <p:spPr bwMode="auto">
            <a:xfrm flipV="1">
              <a:off x="4268" y="3026"/>
              <a:ext cx="0" cy="171"/>
            </a:xfrm>
            <a:prstGeom prst="line">
              <a:avLst/>
            </a:prstGeom>
            <a:grpFill/>
            <a:ln w="28575">
              <a:solidFill>
                <a:schemeClr val="bg1">
                  <a:lumMod val="50000"/>
                </a:schemeClr>
              </a:solidFill>
              <a:round/>
              <a:headEnd/>
              <a:tailEnd type="triangle" w="med" len="med"/>
            </a:ln>
          </p:spPr>
          <p:txBody>
            <a:bodyPr/>
            <a:lstStyle/>
            <a:p>
              <a:pPr eaLnBrk="1" hangingPunct="1">
                <a:defRPr/>
              </a:pPr>
              <a:endParaRPr lang="en-US" sz="1200"/>
            </a:p>
          </p:txBody>
        </p:sp>
        <p:sp>
          <p:nvSpPr>
            <p:cNvPr id="52252" name="Line 29">
              <a:extLst>
                <a:ext uri="{FF2B5EF4-FFF2-40B4-BE49-F238E27FC236}">
                  <a16:creationId xmlns:a16="http://schemas.microsoft.com/office/drawing/2014/main" id="{C00410C4-7442-4CCE-B2BD-38B55B3215A7}"/>
                </a:ext>
              </a:extLst>
            </p:cNvPr>
            <p:cNvSpPr>
              <a:spLocks noChangeShapeType="1"/>
            </p:cNvSpPr>
            <p:nvPr/>
          </p:nvSpPr>
          <p:spPr bwMode="auto">
            <a:xfrm>
              <a:off x="4619" y="2342"/>
              <a:ext cx="253" cy="0"/>
            </a:xfrm>
            <a:prstGeom prst="line">
              <a:avLst/>
            </a:prstGeom>
            <a:grpFill/>
            <a:ln w="28575">
              <a:solidFill>
                <a:schemeClr val="tx1"/>
              </a:solidFill>
              <a:round/>
              <a:headEnd type="triangle" w="med" len="med"/>
              <a:tailEnd/>
            </a:ln>
          </p:spPr>
          <p:txBody>
            <a:bodyPr/>
            <a:lstStyle/>
            <a:p>
              <a:pPr eaLnBrk="1" hangingPunct="1">
                <a:defRPr/>
              </a:pPr>
              <a:endParaRPr lang="en-GB"/>
            </a:p>
          </p:txBody>
        </p:sp>
        <p:sp>
          <p:nvSpPr>
            <p:cNvPr id="25628" name="Line 30">
              <a:extLst>
                <a:ext uri="{FF2B5EF4-FFF2-40B4-BE49-F238E27FC236}">
                  <a16:creationId xmlns:a16="http://schemas.microsoft.com/office/drawing/2014/main" id="{DD852958-DB18-44B5-BAEA-4E9D350235A6}"/>
                </a:ext>
              </a:extLst>
            </p:cNvPr>
            <p:cNvSpPr>
              <a:spLocks noChangeShapeType="1"/>
            </p:cNvSpPr>
            <p:nvPr/>
          </p:nvSpPr>
          <p:spPr bwMode="auto">
            <a:xfrm>
              <a:off x="4618" y="2486"/>
              <a:ext cx="252" cy="1"/>
            </a:xfrm>
            <a:prstGeom prst="line">
              <a:avLst/>
            </a:prstGeom>
            <a:grpFill/>
            <a:ln w="28575">
              <a:solidFill>
                <a:srgbClr val="7030A0"/>
              </a:solidFill>
              <a:round/>
              <a:headEnd/>
              <a:tailEnd type="triangle" w="med" len="med"/>
            </a:ln>
          </p:spPr>
          <p:txBody>
            <a:bodyPr/>
            <a:lstStyle/>
            <a:p>
              <a:pPr eaLnBrk="1" hangingPunct="1">
                <a:defRPr/>
              </a:pPr>
              <a:endParaRPr lang="en-US" sz="1200"/>
            </a:p>
          </p:txBody>
        </p:sp>
        <p:sp>
          <p:nvSpPr>
            <p:cNvPr id="52254" name="Text Box 31">
              <a:extLst>
                <a:ext uri="{FF2B5EF4-FFF2-40B4-BE49-F238E27FC236}">
                  <a16:creationId xmlns:a16="http://schemas.microsoft.com/office/drawing/2014/main" id="{287020DE-ED99-4316-BD54-7804FA9EF519}"/>
                </a:ext>
              </a:extLst>
            </p:cNvPr>
            <p:cNvSpPr txBox="1">
              <a:spLocks noChangeArrowheads="1"/>
            </p:cNvSpPr>
            <p:nvPr/>
          </p:nvSpPr>
          <p:spPr bwMode="auto">
            <a:xfrm rot="16164452">
              <a:off x="1812" y="1347"/>
              <a:ext cx="844" cy="297"/>
            </a:xfrm>
            <a:prstGeom prst="rect">
              <a:avLst/>
            </a:prstGeom>
            <a:noFill/>
            <a:ln w="28575">
              <a:noFill/>
              <a:miter lim="800000"/>
              <a:headEnd/>
              <a:tailEnd/>
            </a:ln>
          </p:spPr>
          <p:txBody>
            <a:bodyPr>
              <a:spAutoFit/>
            </a:bodyPr>
            <a:lstStyle/>
            <a:p>
              <a:pPr algn="ctr" eaLnBrk="1" hangingPunct="1">
                <a:spcBef>
                  <a:spcPct val="50000"/>
                </a:spcBef>
                <a:defRPr/>
              </a:pPr>
              <a:r>
                <a:rPr lang="en-US" sz="1000" dirty="0"/>
                <a:t>Row address</a:t>
              </a:r>
              <a:br>
                <a:rPr lang="en-US" sz="1000" dirty="0"/>
              </a:br>
              <a:r>
                <a:rPr lang="en-US" sz="1000" dirty="0"/>
                <a:t>buffer</a:t>
              </a:r>
            </a:p>
          </p:txBody>
        </p:sp>
        <p:sp>
          <p:nvSpPr>
            <p:cNvPr id="52255" name="Text Box 32">
              <a:extLst>
                <a:ext uri="{FF2B5EF4-FFF2-40B4-BE49-F238E27FC236}">
                  <a16:creationId xmlns:a16="http://schemas.microsoft.com/office/drawing/2014/main" id="{8A4A0E4D-F18D-4577-8C66-C663826BEBD2}"/>
                </a:ext>
              </a:extLst>
            </p:cNvPr>
            <p:cNvSpPr txBox="1">
              <a:spLocks noChangeArrowheads="1"/>
            </p:cNvSpPr>
            <p:nvPr/>
          </p:nvSpPr>
          <p:spPr bwMode="auto">
            <a:xfrm>
              <a:off x="4888" y="2186"/>
              <a:ext cx="464" cy="505"/>
            </a:xfrm>
            <a:prstGeom prst="rect">
              <a:avLst/>
            </a:prstGeom>
            <a:noFill/>
            <a:ln w="28575">
              <a:noFill/>
              <a:miter lim="800000"/>
              <a:headEnd/>
              <a:tailEnd/>
            </a:ln>
          </p:spPr>
          <p:txBody>
            <a:bodyPr>
              <a:spAutoFit/>
            </a:bodyPr>
            <a:lstStyle/>
            <a:p>
              <a:pPr>
                <a:defRPr/>
              </a:pPr>
              <a:r>
                <a:rPr lang="en-US" sz="1600" dirty="0"/>
                <a:t>Din</a:t>
              </a:r>
            </a:p>
            <a:p>
              <a:pPr>
                <a:defRPr/>
              </a:pPr>
              <a:r>
                <a:rPr lang="en-US" sz="1600" dirty="0" err="1"/>
                <a:t>Dout</a:t>
              </a:r>
              <a:endParaRPr lang="en-US" sz="1600" dirty="0"/>
            </a:p>
          </p:txBody>
        </p:sp>
        <p:sp>
          <p:nvSpPr>
            <p:cNvPr id="52256" name="Text Box 33">
              <a:extLst>
                <a:ext uri="{FF2B5EF4-FFF2-40B4-BE49-F238E27FC236}">
                  <a16:creationId xmlns:a16="http://schemas.microsoft.com/office/drawing/2014/main" id="{6EA12034-423D-4248-A5F0-A73710A6DEF6}"/>
                </a:ext>
              </a:extLst>
            </p:cNvPr>
            <p:cNvSpPr txBox="1">
              <a:spLocks noChangeArrowheads="1"/>
            </p:cNvSpPr>
            <p:nvPr/>
          </p:nvSpPr>
          <p:spPr bwMode="auto">
            <a:xfrm rot="-5435548">
              <a:off x="2466" y="1268"/>
              <a:ext cx="843" cy="320"/>
            </a:xfrm>
            <a:prstGeom prst="rect">
              <a:avLst/>
            </a:prstGeom>
            <a:noFill/>
            <a:ln w="28575">
              <a:noFill/>
              <a:miter lim="800000"/>
              <a:headEnd/>
              <a:tailEnd/>
            </a:ln>
          </p:spPr>
          <p:txBody>
            <a:bodyPr>
              <a:spAutoFit/>
            </a:bodyPr>
            <a:lstStyle/>
            <a:p>
              <a:pPr algn="ctr" eaLnBrk="1" hangingPunct="1">
                <a:spcBef>
                  <a:spcPct val="50000"/>
                </a:spcBef>
                <a:defRPr/>
              </a:pPr>
              <a:r>
                <a:rPr lang="en-US" sz="1100" dirty="0"/>
                <a:t>Row </a:t>
              </a:r>
              <a:br>
                <a:rPr lang="en-US" sz="1100" dirty="0"/>
              </a:br>
              <a:r>
                <a:rPr lang="en-US" sz="1100" dirty="0"/>
                <a:t>decoder</a:t>
              </a:r>
            </a:p>
          </p:txBody>
        </p:sp>
        <p:sp>
          <p:nvSpPr>
            <p:cNvPr id="52257" name="Line 34">
              <a:extLst>
                <a:ext uri="{FF2B5EF4-FFF2-40B4-BE49-F238E27FC236}">
                  <a16:creationId xmlns:a16="http://schemas.microsoft.com/office/drawing/2014/main" id="{581E989E-424E-4E0E-BCB0-737C12710C64}"/>
                </a:ext>
              </a:extLst>
            </p:cNvPr>
            <p:cNvSpPr>
              <a:spLocks noChangeShapeType="1"/>
            </p:cNvSpPr>
            <p:nvPr/>
          </p:nvSpPr>
          <p:spPr bwMode="auto">
            <a:xfrm>
              <a:off x="1448" y="1206"/>
              <a:ext cx="628" cy="0"/>
            </a:xfrm>
            <a:prstGeom prst="line">
              <a:avLst/>
            </a:prstGeom>
            <a:grpFill/>
            <a:ln w="28575">
              <a:solidFill>
                <a:schemeClr val="tx1"/>
              </a:solidFill>
              <a:round/>
              <a:headEnd/>
              <a:tailEnd type="triangle" w="med" len="med"/>
            </a:ln>
          </p:spPr>
          <p:txBody>
            <a:bodyPr/>
            <a:lstStyle/>
            <a:p>
              <a:pPr eaLnBrk="1" hangingPunct="1">
                <a:defRPr/>
              </a:pPr>
              <a:endParaRPr lang="en-GB"/>
            </a:p>
          </p:txBody>
        </p:sp>
        <p:sp>
          <p:nvSpPr>
            <p:cNvPr id="52258" name="Line 35">
              <a:extLst>
                <a:ext uri="{FF2B5EF4-FFF2-40B4-BE49-F238E27FC236}">
                  <a16:creationId xmlns:a16="http://schemas.microsoft.com/office/drawing/2014/main" id="{19CACAD2-3B86-4285-8FFD-CC797D2CB75E}"/>
                </a:ext>
              </a:extLst>
            </p:cNvPr>
            <p:cNvSpPr>
              <a:spLocks noChangeShapeType="1"/>
            </p:cNvSpPr>
            <p:nvPr/>
          </p:nvSpPr>
          <p:spPr bwMode="auto">
            <a:xfrm>
              <a:off x="1445" y="1349"/>
              <a:ext cx="627" cy="0"/>
            </a:xfrm>
            <a:prstGeom prst="line">
              <a:avLst/>
            </a:prstGeom>
            <a:grpFill/>
            <a:ln w="28575">
              <a:solidFill>
                <a:schemeClr val="tx1"/>
              </a:solidFill>
              <a:round/>
              <a:headEnd/>
              <a:tailEnd type="triangle" w="med" len="med"/>
            </a:ln>
          </p:spPr>
          <p:txBody>
            <a:bodyPr/>
            <a:lstStyle/>
            <a:p>
              <a:pPr eaLnBrk="1" hangingPunct="1">
                <a:defRPr/>
              </a:pPr>
              <a:endParaRPr lang="en-GB"/>
            </a:p>
          </p:txBody>
        </p:sp>
        <p:sp>
          <p:nvSpPr>
            <p:cNvPr id="52259" name="Line 36">
              <a:extLst>
                <a:ext uri="{FF2B5EF4-FFF2-40B4-BE49-F238E27FC236}">
                  <a16:creationId xmlns:a16="http://schemas.microsoft.com/office/drawing/2014/main" id="{D9C1DD0B-397B-472F-90AE-13F26F9B7721}"/>
                </a:ext>
              </a:extLst>
            </p:cNvPr>
            <p:cNvSpPr>
              <a:spLocks noChangeShapeType="1"/>
            </p:cNvSpPr>
            <p:nvPr/>
          </p:nvSpPr>
          <p:spPr bwMode="auto">
            <a:xfrm>
              <a:off x="1439" y="1803"/>
              <a:ext cx="627" cy="0"/>
            </a:xfrm>
            <a:prstGeom prst="line">
              <a:avLst/>
            </a:prstGeom>
            <a:grpFill/>
            <a:ln w="28575">
              <a:solidFill>
                <a:schemeClr val="tx1"/>
              </a:solidFill>
              <a:round/>
              <a:headEnd/>
              <a:tailEnd type="triangle" w="med" len="med"/>
            </a:ln>
          </p:spPr>
          <p:txBody>
            <a:bodyPr/>
            <a:lstStyle/>
            <a:p>
              <a:pPr eaLnBrk="1" hangingPunct="1">
                <a:defRPr/>
              </a:pPr>
              <a:endParaRPr lang="en-GB"/>
            </a:p>
          </p:txBody>
        </p:sp>
        <p:sp>
          <p:nvSpPr>
            <p:cNvPr id="25635" name="Line 37">
              <a:extLst>
                <a:ext uri="{FF2B5EF4-FFF2-40B4-BE49-F238E27FC236}">
                  <a16:creationId xmlns:a16="http://schemas.microsoft.com/office/drawing/2014/main" id="{E6DF7122-EA82-462B-B65F-D1FB3FA1D474}"/>
                </a:ext>
              </a:extLst>
            </p:cNvPr>
            <p:cNvSpPr>
              <a:spLocks noChangeShapeType="1"/>
            </p:cNvSpPr>
            <p:nvPr/>
          </p:nvSpPr>
          <p:spPr bwMode="auto">
            <a:xfrm>
              <a:off x="1927" y="1206"/>
              <a:ext cx="0" cy="2388"/>
            </a:xfrm>
            <a:prstGeom prst="line">
              <a:avLst/>
            </a:prstGeom>
            <a:grpFill/>
            <a:ln w="28575">
              <a:solidFill>
                <a:srgbClr val="7030A0"/>
              </a:solidFill>
              <a:round/>
              <a:headEnd type="oval" w="med" len="med"/>
              <a:tailEnd/>
            </a:ln>
          </p:spPr>
          <p:txBody>
            <a:bodyPr/>
            <a:lstStyle/>
            <a:p>
              <a:pPr eaLnBrk="1" hangingPunct="1">
                <a:defRPr/>
              </a:pPr>
              <a:endParaRPr lang="en-US" sz="1200"/>
            </a:p>
          </p:txBody>
        </p:sp>
        <p:sp>
          <p:nvSpPr>
            <p:cNvPr id="25636" name="Line 38">
              <a:extLst>
                <a:ext uri="{FF2B5EF4-FFF2-40B4-BE49-F238E27FC236}">
                  <a16:creationId xmlns:a16="http://schemas.microsoft.com/office/drawing/2014/main" id="{B4ABF61C-CCA7-445A-B186-803536EDEDF7}"/>
                </a:ext>
              </a:extLst>
            </p:cNvPr>
            <p:cNvSpPr>
              <a:spLocks noChangeShapeType="1"/>
            </p:cNvSpPr>
            <p:nvPr/>
          </p:nvSpPr>
          <p:spPr bwMode="auto">
            <a:xfrm>
              <a:off x="1927" y="3592"/>
              <a:ext cx="1814" cy="0"/>
            </a:xfrm>
            <a:prstGeom prst="line">
              <a:avLst/>
            </a:prstGeom>
            <a:grpFill/>
            <a:ln w="28575">
              <a:solidFill>
                <a:srgbClr val="7030A0"/>
              </a:solidFill>
              <a:round/>
              <a:headEnd/>
              <a:tailEnd/>
            </a:ln>
          </p:spPr>
          <p:txBody>
            <a:bodyPr/>
            <a:lstStyle/>
            <a:p>
              <a:pPr eaLnBrk="1" hangingPunct="1">
                <a:defRPr/>
              </a:pPr>
              <a:endParaRPr lang="en-US" sz="1200"/>
            </a:p>
          </p:txBody>
        </p:sp>
        <p:sp>
          <p:nvSpPr>
            <p:cNvPr id="25637" name="Line 39">
              <a:extLst>
                <a:ext uri="{FF2B5EF4-FFF2-40B4-BE49-F238E27FC236}">
                  <a16:creationId xmlns:a16="http://schemas.microsoft.com/office/drawing/2014/main" id="{58D11F83-3D25-4CA1-879E-F94C2514BF5F}"/>
                </a:ext>
              </a:extLst>
            </p:cNvPr>
            <p:cNvSpPr>
              <a:spLocks noChangeShapeType="1"/>
            </p:cNvSpPr>
            <p:nvPr/>
          </p:nvSpPr>
          <p:spPr bwMode="auto">
            <a:xfrm flipV="1">
              <a:off x="3741" y="3484"/>
              <a:ext cx="0" cy="104"/>
            </a:xfrm>
            <a:prstGeom prst="line">
              <a:avLst/>
            </a:prstGeom>
            <a:grpFill/>
            <a:ln w="28575">
              <a:solidFill>
                <a:srgbClr val="7030A0"/>
              </a:solidFill>
              <a:round/>
              <a:headEnd/>
              <a:tailEnd type="triangle" w="med" len="med"/>
            </a:ln>
          </p:spPr>
          <p:txBody>
            <a:bodyPr/>
            <a:lstStyle/>
            <a:p>
              <a:pPr eaLnBrk="1" hangingPunct="1">
                <a:defRPr/>
              </a:pPr>
              <a:endParaRPr lang="en-US" sz="1200"/>
            </a:p>
          </p:txBody>
        </p:sp>
        <p:sp>
          <p:nvSpPr>
            <p:cNvPr id="25638" name="Line 40">
              <a:extLst>
                <a:ext uri="{FF2B5EF4-FFF2-40B4-BE49-F238E27FC236}">
                  <a16:creationId xmlns:a16="http://schemas.microsoft.com/office/drawing/2014/main" id="{FAD1B6E0-1144-4763-930B-9AA8F0B68EAF}"/>
                </a:ext>
              </a:extLst>
            </p:cNvPr>
            <p:cNvSpPr>
              <a:spLocks noChangeShapeType="1"/>
            </p:cNvSpPr>
            <p:nvPr/>
          </p:nvSpPr>
          <p:spPr bwMode="auto">
            <a:xfrm>
              <a:off x="1822" y="1349"/>
              <a:ext cx="0" cy="2319"/>
            </a:xfrm>
            <a:prstGeom prst="line">
              <a:avLst/>
            </a:prstGeom>
            <a:grpFill/>
            <a:ln w="28575">
              <a:solidFill>
                <a:srgbClr val="7030A0"/>
              </a:solidFill>
              <a:round/>
              <a:headEnd type="oval" w="med" len="med"/>
              <a:tailEnd/>
            </a:ln>
          </p:spPr>
          <p:txBody>
            <a:bodyPr/>
            <a:lstStyle/>
            <a:p>
              <a:pPr eaLnBrk="1" hangingPunct="1">
                <a:defRPr/>
              </a:pPr>
              <a:endParaRPr lang="en-US" sz="1200"/>
            </a:p>
          </p:txBody>
        </p:sp>
        <p:sp>
          <p:nvSpPr>
            <p:cNvPr id="25639" name="Line 41">
              <a:extLst>
                <a:ext uri="{FF2B5EF4-FFF2-40B4-BE49-F238E27FC236}">
                  <a16:creationId xmlns:a16="http://schemas.microsoft.com/office/drawing/2014/main" id="{3AD73516-96AC-4AC4-B912-8EBEBF917415}"/>
                </a:ext>
              </a:extLst>
            </p:cNvPr>
            <p:cNvSpPr>
              <a:spLocks noChangeShapeType="1"/>
            </p:cNvSpPr>
            <p:nvPr/>
          </p:nvSpPr>
          <p:spPr bwMode="auto">
            <a:xfrm>
              <a:off x="1809" y="3684"/>
              <a:ext cx="2046" cy="0"/>
            </a:xfrm>
            <a:prstGeom prst="line">
              <a:avLst/>
            </a:prstGeom>
            <a:grpFill/>
            <a:ln w="28575">
              <a:solidFill>
                <a:srgbClr val="7030A0"/>
              </a:solidFill>
              <a:round/>
              <a:headEnd/>
              <a:tailEnd/>
            </a:ln>
          </p:spPr>
          <p:txBody>
            <a:bodyPr/>
            <a:lstStyle/>
            <a:p>
              <a:pPr eaLnBrk="1" hangingPunct="1">
                <a:defRPr/>
              </a:pPr>
              <a:endParaRPr lang="en-US" sz="1200"/>
            </a:p>
          </p:txBody>
        </p:sp>
        <p:sp>
          <p:nvSpPr>
            <p:cNvPr id="25640" name="Line 42">
              <a:extLst>
                <a:ext uri="{FF2B5EF4-FFF2-40B4-BE49-F238E27FC236}">
                  <a16:creationId xmlns:a16="http://schemas.microsoft.com/office/drawing/2014/main" id="{49DEC6F6-5C43-4351-84B4-F715E44E4869}"/>
                </a:ext>
              </a:extLst>
            </p:cNvPr>
            <p:cNvSpPr>
              <a:spLocks noChangeShapeType="1"/>
            </p:cNvSpPr>
            <p:nvPr/>
          </p:nvSpPr>
          <p:spPr bwMode="auto">
            <a:xfrm flipV="1">
              <a:off x="3860" y="3484"/>
              <a:ext cx="0" cy="196"/>
            </a:xfrm>
            <a:prstGeom prst="line">
              <a:avLst/>
            </a:prstGeom>
            <a:grpFill/>
            <a:ln w="28575">
              <a:solidFill>
                <a:srgbClr val="7030A0"/>
              </a:solidFill>
              <a:round/>
              <a:headEnd/>
              <a:tailEnd type="triangle" w="med" len="med"/>
            </a:ln>
          </p:spPr>
          <p:txBody>
            <a:bodyPr/>
            <a:lstStyle/>
            <a:p>
              <a:pPr eaLnBrk="1" hangingPunct="1">
                <a:defRPr/>
              </a:pPr>
              <a:endParaRPr lang="en-US" sz="1200"/>
            </a:p>
          </p:txBody>
        </p:sp>
        <p:sp>
          <p:nvSpPr>
            <p:cNvPr id="25641" name="Line 43">
              <a:extLst>
                <a:ext uri="{FF2B5EF4-FFF2-40B4-BE49-F238E27FC236}">
                  <a16:creationId xmlns:a16="http://schemas.microsoft.com/office/drawing/2014/main" id="{A9C3D0FE-F4AD-4F59-BB7A-E5093737FD44}"/>
                </a:ext>
              </a:extLst>
            </p:cNvPr>
            <p:cNvSpPr>
              <a:spLocks noChangeShapeType="1"/>
            </p:cNvSpPr>
            <p:nvPr/>
          </p:nvSpPr>
          <p:spPr bwMode="auto">
            <a:xfrm>
              <a:off x="1724" y="1799"/>
              <a:ext cx="0" cy="1963"/>
            </a:xfrm>
            <a:prstGeom prst="line">
              <a:avLst/>
            </a:prstGeom>
            <a:grpFill/>
            <a:ln w="28575">
              <a:solidFill>
                <a:srgbClr val="7030A0"/>
              </a:solidFill>
              <a:round/>
              <a:headEnd type="oval" w="med" len="med"/>
              <a:tailEnd/>
            </a:ln>
          </p:spPr>
          <p:txBody>
            <a:bodyPr/>
            <a:lstStyle/>
            <a:p>
              <a:pPr eaLnBrk="1" hangingPunct="1">
                <a:defRPr/>
              </a:pPr>
              <a:endParaRPr lang="en-US" sz="1200"/>
            </a:p>
          </p:txBody>
        </p:sp>
        <p:sp>
          <p:nvSpPr>
            <p:cNvPr id="25642" name="Line 44">
              <a:extLst>
                <a:ext uri="{FF2B5EF4-FFF2-40B4-BE49-F238E27FC236}">
                  <a16:creationId xmlns:a16="http://schemas.microsoft.com/office/drawing/2014/main" id="{6A6766B1-9952-4764-AE9D-E2866A8DA88C}"/>
                </a:ext>
              </a:extLst>
            </p:cNvPr>
            <p:cNvSpPr>
              <a:spLocks noChangeShapeType="1"/>
            </p:cNvSpPr>
            <p:nvPr/>
          </p:nvSpPr>
          <p:spPr bwMode="auto">
            <a:xfrm>
              <a:off x="1716" y="3771"/>
              <a:ext cx="2742" cy="0"/>
            </a:xfrm>
            <a:prstGeom prst="line">
              <a:avLst/>
            </a:prstGeom>
            <a:grpFill/>
            <a:ln w="28575">
              <a:solidFill>
                <a:srgbClr val="7030A0"/>
              </a:solidFill>
              <a:round/>
              <a:headEnd/>
              <a:tailEnd/>
            </a:ln>
          </p:spPr>
          <p:txBody>
            <a:bodyPr/>
            <a:lstStyle/>
            <a:p>
              <a:pPr eaLnBrk="1" hangingPunct="1">
                <a:defRPr/>
              </a:pPr>
              <a:endParaRPr lang="en-US" sz="1200"/>
            </a:p>
          </p:txBody>
        </p:sp>
        <p:sp>
          <p:nvSpPr>
            <p:cNvPr id="25643" name="Line 45">
              <a:extLst>
                <a:ext uri="{FF2B5EF4-FFF2-40B4-BE49-F238E27FC236}">
                  <a16:creationId xmlns:a16="http://schemas.microsoft.com/office/drawing/2014/main" id="{92495D1C-6BCD-4303-ACA4-EBEAC9D0DAF1}"/>
                </a:ext>
              </a:extLst>
            </p:cNvPr>
            <p:cNvSpPr>
              <a:spLocks noChangeShapeType="1"/>
            </p:cNvSpPr>
            <p:nvPr/>
          </p:nvSpPr>
          <p:spPr bwMode="auto">
            <a:xfrm flipV="1">
              <a:off x="4458" y="3484"/>
              <a:ext cx="0" cy="276"/>
            </a:xfrm>
            <a:prstGeom prst="line">
              <a:avLst/>
            </a:prstGeom>
            <a:grpFill/>
            <a:ln w="28575">
              <a:solidFill>
                <a:srgbClr val="7030A0"/>
              </a:solidFill>
              <a:round/>
              <a:headEnd/>
              <a:tailEnd type="triangle" w="med" len="med"/>
            </a:ln>
          </p:spPr>
          <p:txBody>
            <a:bodyPr/>
            <a:lstStyle/>
            <a:p>
              <a:pPr eaLnBrk="1" hangingPunct="1">
                <a:defRPr/>
              </a:pPr>
              <a:endParaRPr lang="en-US" sz="1200"/>
            </a:p>
          </p:txBody>
        </p:sp>
        <p:sp>
          <p:nvSpPr>
            <p:cNvPr id="52269" name="Text Box 46">
              <a:extLst>
                <a:ext uri="{FF2B5EF4-FFF2-40B4-BE49-F238E27FC236}">
                  <a16:creationId xmlns:a16="http://schemas.microsoft.com/office/drawing/2014/main" id="{268D9AC2-1E98-42C1-BF39-B8C32DD2B5FE}"/>
                </a:ext>
              </a:extLst>
            </p:cNvPr>
            <p:cNvSpPr txBox="1">
              <a:spLocks noChangeArrowheads="1"/>
            </p:cNvSpPr>
            <p:nvPr/>
          </p:nvSpPr>
          <p:spPr bwMode="auto">
            <a:xfrm>
              <a:off x="1429" y="1019"/>
              <a:ext cx="422" cy="811"/>
            </a:xfrm>
            <a:prstGeom prst="rect">
              <a:avLst/>
            </a:prstGeom>
            <a:noFill/>
            <a:ln w="28575">
              <a:noFill/>
              <a:miter lim="800000"/>
              <a:headEnd/>
              <a:tailEnd/>
            </a:ln>
          </p:spPr>
          <p:txBody>
            <a:bodyPr>
              <a:spAutoFit/>
            </a:bodyPr>
            <a:lstStyle/>
            <a:p>
              <a:pPr eaLnBrk="1" hangingPunct="1">
                <a:defRPr/>
              </a:pPr>
              <a:r>
                <a:rPr lang="en-US" sz="1100" dirty="0"/>
                <a:t>A0</a:t>
              </a:r>
              <a:br>
                <a:rPr lang="en-US" sz="1100" dirty="0"/>
              </a:br>
              <a:r>
                <a:rPr lang="en-US" sz="1100" dirty="0"/>
                <a:t>.</a:t>
              </a:r>
              <a:br>
                <a:rPr lang="en-US" sz="1100" dirty="0"/>
              </a:br>
              <a:r>
                <a:rPr lang="en-US" sz="1100" dirty="0"/>
                <a:t>.</a:t>
              </a:r>
              <a:br>
                <a:rPr lang="en-US" sz="1100" dirty="0"/>
              </a:br>
              <a:r>
                <a:rPr lang="en-US" sz="1100" dirty="0"/>
                <a:t>.</a:t>
              </a:r>
              <a:br>
                <a:rPr lang="en-US" sz="1100" dirty="0"/>
              </a:br>
              <a:r>
                <a:rPr lang="en-US" sz="1100" dirty="0"/>
                <a:t>An-1</a:t>
              </a:r>
            </a:p>
          </p:txBody>
        </p:sp>
        <p:sp>
          <p:nvSpPr>
            <p:cNvPr id="52270" name="Line 47">
              <a:extLst>
                <a:ext uri="{FF2B5EF4-FFF2-40B4-BE49-F238E27FC236}">
                  <a16:creationId xmlns:a16="http://schemas.microsoft.com/office/drawing/2014/main" id="{B9197960-35B1-4DDD-863C-2CDFC05E30F5}"/>
                </a:ext>
              </a:extLst>
            </p:cNvPr>
            <p:cNvSpPr>
              <a:spLocks noChangeShapeType="1"/>
            </p:cNvSpPr>
            <p:nvPr/>
          </p:nvSpPr>
          <p:spPr bwMode="auto">
            <a:xfrm>
              <a:off x="1513" y="2248"/>
              <a:ext cx="760" cy="0"/>
            </a:xfrm>
            <a:prstGeom prst="line">
              <a:avLst/>
            </a:prstGeom>
            <a:grpFill/>
            <a:ln w="28575">
              <a:solidFill>
                <a:schemeClr val="tx1"/>
              </a:solidFill>
              <a:round/>
              <a:headEnd/>
              <a:tailEnd/>
            </a:ln>
          </p:spPr>
          <p:txBody>
            <a:bodyPr/>
            <a:lstStyle/>
            <a:p>
              <a:pPr eaLnBrk="1" hangingPunct="1">
                <a:defRPr/>
              </a:pPr>
              <a:endParaRPr lang="en-GB"/>
            </a:p>
          </p:txBody>
        </p:sp>
        <p:sp>
          <p:nvSpPr>
            <p:cNvPr id="52271" name="Line 48">
              <a:extLst>
                <a:ext uri="{FF2B5EF4-FFF2-40B4-BE49-F238E27FC236}">
                  <a16:creationId xmlns:a16="http://schemas.microsoft.com/office/drawing/2014/main" id="{E1220F54-D9A6-4114-AE9D-96B81B685EE9}"/>
                </a:ext>
              </a:extLst>
            </p:cNvPr>
            <p:cNvSpPr>
              <a:spLocks noChangeShapeType="1"/>
            </p:cNvSpPr>
            <p:nvPr/>
          </p:nvSpPr>
          <p:spPr bwMode="auto">
            <a:xfrm flipV="1">
              <a:off x="2273" y="1887"/>
              <a:ext cx="0" cy="361"/>
            </a:xfrm>
            <a:prstGeom prst="line">
              <a:avLst/>
            </a:prstGeom>
            <a:grpFill/>
            <a:ln w="28575">
              <a:solidFill>
                <a:schemeClr val="tx1"/>
              </a:solidFill>
              <a:round/>
              <a:headEnd/>
              <a:tailEnd type="triangle" w="med" len="med"/>
            </a:ln>
          </p:spPr>
          <p:txBody>
            <a:bodyPr/>
            <a:lstStyle/>
            <a:p>
              <a:pPr eaLnBrk="1" hangingPunct="1">
                <a:defRPr/>
              </a:pPr>
              <a:endParaRPr lang="en-GB"/>
            </a:p>
          </p:txBody>
        </p:sp>
        <p:sp>
          <p:nvSpPr>
            <p:cNvPr id="52272" name="Text Box 49">
              <a:extLst>
                <a:ext uri="{FF2B5EF4-FFF2-40B4-BE49-F238E27FC236}">
                  <a16:creationId xmlns:a16="http://schemas.microsoft.com/office/drawing/2014/main" id="{CE74F807-330F-4525-A469-1F9DB655FC3E}"/>
                </a:ext>
              </a:extLst>
            </p:cNvPr>
            <p:cNvSpPr txBox="1">
              <a:spLocks noChangeArrowheads="1"/>
            </p:cNvSpPr>
            <p:nvPr/>
          </p:nvSpPr>
          <p:spPr bwMode="auto">
            <a:xfrm>
              <a:off x="1086" y="3214"/>
              <a:ext cx="476" cy="266"/>
            </a:xfrm>
            <a:prstGeom prst="rect">
              <a:avLst/>
            </a:prstGeom>
            <a:noFill/>
            <a:ln w="28575">
              <a:noFill/>
              <a:miter lim="800000"/>
              <a:headEnd/>
              <a:tailEnd/>
            </a:ln>
          </p:spPr>
          <p:txBody>
            <a:bodyPr>
              <a:spAutoFit/>
            </a:bodyPr>
            <a:lstStyle/>
            <a:p>
              <a:pPr eaLnBrk="1" hangingPunct="1">
                <a:defRPr/>
              </a:pPr>
              <a:r>
                <a:rPr lang="en-US" sz="1400" dirty="0"/>
                <a:t>CAS</a:t>
              </a:r>
            </a:p>
          </p:txBody>
        </p:sp>
        <p:sp>
          <p:nvSpPr>
            <p:cNvPr id="52273" name="Text Box 50">
              <a:extLst>
                <a:ext uri="{FF2B5EF4-FFF2-40B4-BE49-F238E27FC236}">
                  <a16:creationId xmlns:a16="http://schemas.microsoft.com/office/drawing/2014/main" id="{3B4CA761-23C4-4253-BB49-E2E3FCCCEC82}"/>
                </a:ext>
              </a:extLst>
            </p:cNvPr>
            <p:cNvSpPr txBox="1">
              <a:spLocks noChangeArrowheads="1"/>
            </p:cNvSpPr>
            <p:nvPr/>
          </p:nvSpPr>
          <p:spPr bwMode="auto">
            <a:xfrm>
              <a:off x="1132" y="2124"/>
              <a:ext cx="474" cy="292"/>
            </a:xfrm>
            <a:prstGeom prst="rect">
              <a:avLst/>
            </a:prstGeom>
            <a:noFill/>
            <a:ln w="28575">
              <a:noFill/>
              <a:miter lim="800000"/>
              <a:headEnd/>
              <a:tailEnd/>
            </a:ln>
          </p:spPr>
          <p:txBody>
            <a:bodyPr>
              <a:spAutoFit/>
            </a:bodyPr>
            <a:lstStyle/>
            <a:p>
              <a:pPr eaLnBrk="1" hangingPunct="1">
                <a:defRPr/>
              </a:pPr>
              <a:r>
                <a:rPr lang="en-US" sz="1600" dirty="0"/>
                <a:t>RAS</a:t>
              </a:r>
            </a:p>
          </p:txBody>
        </p:sp>
        <p:sp>
          <p:nvSpPr>
            <p:cNvPr id="25649" name="Line 51">
              <a:extLst>
                <a:ext uri="{FF2B5EF4-FFF2-40B4-BE49-F238E27FC236}">
                  <a16:creationId xmlns:a16="http://schemas.microsoft.com/office/drawing/2014/main" id="{861E1348-4116-4400-9A79-22A24045D6CD}"/>
                </a:ext>
              </a:extLst>
            </p:cNvPr>
            <p:cNvSpPr>
              <a:spLocks noChangeShapeType="1"/>
            </p:cNvSpPr>
            <p:nvPr/>
          </p:nvSpPr>
          <p:spPr bwMode="auto">
            <a:xfrm>
              <a:off x="1513" y="3331"/>
              <a:ext cx="2024" cy="0"/>
            </a:xfrm>
            <a:prstGeom prst="line">
              <a:avLst/>
            </a:prstGeom>
            <a:grpFill/>
            <a:ln w="28575">
              <a:solidFill>
                <a:schemeClr val="tx1"/>
              </a:solidFill>
              <a:round/>
              <a:headEnd/>
              <a:tailEnd type="triangle" w="med" len="med"/>
            </a:ln>
          </p:spPr>
          <p:txBody>
            <a:bodyPr/>
            <a:lstStyle/>
            <a:p>
              <a:pPr eaLnBrk="1" hangingPunct="1">
                <a:defRPr/>
              </a:pPr>
              <a:endParaRPr lang="en-US" sz="1200"/>
            </a:p>
          </p:txBody>
        </p:sp>
        <p:sp>
          <p:nvSpPr>
            <p:cNvPr id="52275" name="Line 52">
              <a:extLst>
                <a:ext uri="{FF2B5EF4-FFF2-40B4-BE49-F238E27FC236}">
                  <a16:creationId xmlns:a16="http://schemas.microsoft.com/office/drawing/2014/main" id="{D7C6C0AA-D20B-4D78-8CCF-FEF69D06DF2C}"/>
                </a:ext>
              </a:extLst>
            </p:cNvPr>
            <p:cNvSpPr>
              <a:spLocks noChangeShapeType="1"/>
            </p:cNvSpPr>
            <p:nvPr/>
          </p:nvSpPr>
          <p:spPr bwMode="auto">
            <a:xfrm>
              <a:off x="1513" y="2427"/>
              <a:ext cx="1941" cy="0"/>
            </a:xfrm>
            <a:prstGeom prst="line">
              <a:avLst/>
            </a:prstGeom>
            <a:grpFill/>
            <a:ln w="28575">
              <a:solidFill>
                <a:schemeClr val="tx1"/>
              </a:solidFill>
              <a:round/>
              <a:headEnd/>
              <a:tailEnd type="triangle" w="med" len="med"/>
            </a:ln>
          </p:spPr>
          <p:txBody>
            <a:bodyPr/>
            <a:lstStyle/>
            <a:p>
              <a:pPr eaLnBrk="1" hangingPunct="1">
                <a:defRPr/>
              </a:pPr>
              <a:endParaRPr lang="en-GB"/>
            </a:p>
          </p:txBody>
        </p:sp>
        <p:sp>
          <p:nvSpPr>
            <p:cNvPr id="52276" name="Text Box 53">
              <a:extLst>
                <a:ext uri="{FF2B5EF4-FFF2-40B4-BE49-F238E27FC236}">
                  <a16:creationId xmlns:a16="http://schemas.microsoft.com/office/drawing/2014/main" id="{3FD56014-8DD8-454C-BA6E-560690AA6B60}"/>
                </a:ext>
              </a:extLst>
            </p:cNvPr>
            <p:cNvSpPr txBox="1">
              <a:spLocks noChangeArrowheads="1"/>
            </p:cNvSpPr>
            <p:nvPr/>
          </p:nvSpPr>
          <p:spPr bwMode="auto">
            <a:xfrm>
              <a:off x="1171" y="2321"/>
              <a:ext cx="413" cy="266"/>
            </a:xfrm>
            <a:prstGeom prst="rect">
              <a:avLst/>
            </a:prstGeom>
            <a:noFill/>
            <a:ln w="28575">
              <a:noFill/>
              <a:miter lim="800000"/>
              <a:headEnd/>
              <a:tailEnd/>
            </a:ln>
          </p:spPr>
          <p:txBody>
            <a:bodyPr>
              <a:spAutoFit/>
            </a:bodyPr>
            <a:lstStyle/>
            <a:p>
              <a:pPr eaLnBrk="1" hangingPunct="1">
                <a:defRPr/>
              </a:pPr>
              <a:r>
                <a:rPr lang="en-US" sz="1400" dirty="0"/>
                <a:t>WE</a:t>
              </a:r>
            </a:p>
          </p:txBody>
        </p:sp>
        <p:sp>
          <p:nvSpPr>
            <p:cNvPr id="52277" name="Rectangle 54">
              <a:extLst>
                <a:ext uri="{FF2B5EF4-FFF2-40B4-BE49-F238E27FC236}">
                  <a16:creationId xmlns:a16="http://schemas.microsoft.com/office/drawing/2014/main" id="{5D2EBDFC-0408-4B67-B42C-EA952E6107CE}"/>
                </a:ext>
              </a:extLst>
            </p:cNvPr>
            <p:cNvSpPr>
              <a:spLocks noChangeArrowheads="1"/>
            </p:cNvSpPr>
            <p:nvPr/>
          </p:nvSpPr>
          <p:spPr bwMode="auto">
            <a:xfrm>
              <a:off x="585" y="824"/>
              <a:ext cx="296" cy="1476"/>
            </a:xfrm>
            <a:prstGeom prst="rect">
              <a:avLst/>
            </a:prstGeom>
            <a:grpFill/>
            <a:ln w="31750">
              <a:solidFill>
                <a:schemeClr val="tx1"/>
              </a:solidFill>
              <a:miter lim="800000"/>
              <a:headEnd/>
              <a:tailEnd/>
            </a:ln>
          </p:spPr>
          <p:txBody>
            <a:bodyPr wrap="none" anchor="ctr"/>
            <a:lstStyle/>
            <a:p>
              <a:pPr eaLnBrk="1" hangingPunct="1">
                <a:defRPr/>
              </a:pPr>
              <a:endParaRPr lang="en-US" sz="1400"/>
            </a:p>
          </p:txBody>
        </p:sp>
        <p:sp>
          <p:nvSpPr>
            <p:cNvPr id="52278" name="Line 55">
              <a:extLst>
                <a:ext uri="{FF2B5EF4-FFF2-40B4-BE49-F238E27FC236}">
                  <a16:creationId xmlns:a16="http://schemas.microsoft.com/office/drawing/2014/main" id="{88CE661E-523E-4BD0-94C5-B96EA7163FD6}"/>
                </a:ext>
              </a:extLst>
            </p:cNvPr>
            <p:cNvSpPr>
              <a:spLocks noChangeShapeType="1"/>
            </p:cNvSpPr>
            <p:nvPr/>
          </p:nvSpPr>
          <p:spPr bwMode="auto">
            <a:xfrm>
              <a:off x="596" y="1517"/>
              <a:ext cx="269" cy="0"/>
            </a:xfrm>
            <a:prstGeom prst="line">
              <a:avLst/>
            </a:prstGeom>
            <a:grpFill/>
            <a:ln w="31750">
              <a:solidFill>
                <a:schemeClr val="tx1"/>
              </a:solidFill>
              <a:round/>
              <a:headEnd/>
              <a:tailEnd/>
            </a:ln>
          </p:spPr>
          <p:txBody>
            <a:bodyPr/>
            <a:lstStyle/>
            <a:p>
              <a:pPr eaLnBrk="1" hangingPunct="1">
                <a:defRPr/>
              </a:pPr>
              <a:endParaRPr lang="en-GB"/>
            </a:p>
          </p:txBody>
        </p:sp>
        <p:sp>
          <p:nvSpPr>
            <p:cNvPr id="25654" name="AutoShape 56">
              <a:extLst>
                <a:ext uri="{FF2B5EF4-FFF2-40B4-BE49-F238E27FC236}">
                  <a16:creationId xmlns:a16="http://schemas.microsoft.com/office/drawing/2014/main" id="{4647E91D-F6C1-4442-9290-604047E8E891}"/>
                </a:ext>
              </a:extLst>
            </p:cNvPr>
            <p:cNvSpPr>
              <a:spLocks noChangeArrowheads="1"/>
            </p:cNvSpPr>
            <p:nvPr/>
          </p:nvSpPr>
          <p:spPr bwMode="auto">
            <a:xfrm rot="-5400000">
              <a:off x="622" y="1405"/>
              <a:ext cx="1349" cy="273"/>
            </a:xfrm>
            <a:custGeom>
              <a:avLst/>
              <a:gdLst>
                <a:gd name="T0" fmla="*/ 1181 w 21600"/>
                <a:gd name="T1" fmla="*/ 137 h 21600"/>
                <a:gd name="T2" fmla="*/ 675 w 21600"/>
                <a:gd name="T3" fmla="*/ 274 h 21600"/>
                <a:gd name="T4" fmla="*/ 169 w 21600"/>
                <a:gd name="T5" fmla="*/ 137 h 21600"/>
                <a:gd name="T6" fmla="*/ 675 w 21600"/>
                <a:gd name="T7" fmla="*/ 0 h 21600"/>
                <a:gd name="T8" fmla="*/ 0 60000 65536"/>
                <a:gd name="T9" fmla="*/ 0 60000 65536"/>
                <a:gd name="T10" fmla="*/ 0 60000 65536"/>
                <a:gd name="T11" fmla="*/ 0 60000 65536"/>
                <a:gd name="T12" fmla="*/ 4496 w 21600"/>
                <a:gd name="T13" fmla="*/ 4493 h 21600"/>
                <a:gd name="T14" fmla="*/ 17104 w 21600"/>
                <a:gd name="T15" fmla="*/ 1710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pFill/>
            <a:ln w="28575">
              <a:solidFill>
                <a:schemeClr val="tx1"/>
              </a:solidFill>
              <a:miter lim="800000"/>
              <a:headEnd/>
              <a:tailEnd/>
            </a:ln>
          </p:spPr>
          <p:txBody>
            <a:bodyPr vert="eaVert" wrap="none" anchor="ctr"/>
            <a:lstStyle/>
            <a:p>
              <a:pPr algn="ctr" eaLnBrk="1" hangingPunct="1">
                <a:defRPr/>
              </a:pPr>
              <a:r>
                <a:rPr lang="en-US" sz="1050"/>
                <a:t>MUX</a:t>
              </a:r>
            </a:p>
          </p:txBody>
        </p:sp>
        <p:sp>
          <p:nvSpPr>
            <p:cNvPr id="25655" name="Line 57">
              <a:extLst>
                <a:ext uri="{FF2B5EF4-FFF2-40B4-BE49-F238E27FC236}">
                  <a16:creationId xmlns:a16="http://schemas.microsoft.com/office/drawing/2014/main" id="{3878166C-CB6E-4C88-B457-F3D59490D487}"/>
                </a:ext>
              </a:extLst>
            </p:cNvPr>
            <p:cNvSpPr>
              <a:spLocks noChangeShapeType="1"/>
            </p:cNvSpPr>
            <p:nvPr/>
          </p:nvSpPr>
          <p:spPr bwMode="auto">
            <a:xfrm>
              <a:off x="881" y="908"/>
              <a:ext cx="276" cy="0"/>
            </a:xfrm>
            <a:prstGeom prst="line">
              <a:avLst/>
            </a:prstGeom>
            <a:grpFill/>
            <a:ln w="31750">
              <a:solidFill>
                <a:schemeClr val="tx1"/>
              </a:solidFill>
              <a:round/>
              <a:headEnd/>
              <a:tailEnd type="triangle" w="med" len="med"/>
            </a:ln>
          </p:spPr>
          <p:txBody>
            <a:bodyPr/>
            <a:lstStyle/>
            <a:p>
              <a:pPr eaLnBrk="1" hangingPunct="1">
                <a:defRPr/>
              </a:pPr>
              <a:endParaRPr lang="en-US" sz="1200"/>
            </a:p>
          </p:txBody>
        </p:sp>
        <p:sp>
          <p:nvSpPr>
            <p:cNvPr id="25656" name="Line 58">
              <a:extLst>
                <a:ext uri="{FF2B5EF4-FFF2-40B4-BE49-F238E27FC236}">
                  <a16:creationId xmlns:a16="http://schemas.microsoft.com/office/drawing/2014/main" id="{766E5E33-092F-42A4-8FC1-C0C11163EFFF}"/>
                </a:ext>
              </a:extLst>
            </p:cNvPr>
            <p:cNvSpPr>
              <a:spLocks noChangeShapeType="1"/>
            </p:cNvSpPr>
            <p:nvPr/>
          </p:nvSpPr>
          <p:spPr bwMode="auto">
            <a:xfrm>
              <a:off x="881" y="1077"/>
              <a:ext cx="276" cy="0"/>
            </a:xfrm>
            <a:prstGeom prst="line">
              <a:avLst/>
            </a:prstGeom>
            <a:grpFill/>
            <a:ln w="31750">
              <a:solidFill>
                <a:schemeClr val="tx1"/>
              </a:solidFill>
              <a:round/>
              <a:headEnd/>
              <a:tailEnd type="triangle" w="med" len="med"/>
            </a:ln>
          </p:spPr>
          <p:txBody>
            <a:bodyPr/>
            <a:lstStyle/>
            <a:p>
              <a:pPr eaLnBrk="1" hangingPunct="1">
                <a:defRPr/>
              </a:pPr>
              <a:endParaRPr lang="en-US" sz="1200"/>
            </a:p>
          </p:txBody>
        </p:sp>
        <p:sp>
          <p:nvSpPr>
            <p:cNvPr id="25657" name="Line 59">
              <a:extLst>
                <a:ext uri="{FF2B5EF4-FFF2-40B4-BE49-F238E27FC236}">
                  <a16:creationId xmlns:a16="http://schemas.microsoft.com/office/drawing/2014/main" id="{0CC02E80-ADA5-44C5-9DDA-8321CA3780C1}"/>
                </a:ext>
              </a:extLst>
            </p:cNvPr>
            <p:cNvSpPr>
              <a:spLocks noChangeShapeType="1"/>
            </p:cNvSpPr>
            <p:nvPr/>
          </p:nvSpPr>
          <p:spPr bwMode="auto">
            <a:xfrm>
              <a:off x="881" y="1414"/>
              <a:ext cx="276" cy="0"/>
            </a:xfrm>
            <a:prstGeom prst="line">
              <a:avLst/>
            </a:prstGeom>
            <a:grpFill/>
            <a:ln w="31750">
              <a:solidFill>
                <a:schemeClr val="tx1"/>
              </a:solidFill>
              <a:round/>
              <a:headEnd/>
              <a:tailEnd type="triangle" w="med" len="med"/>
            </a:ln>
          </p:spPr>
          <p:txBody>
            <a:bodyPr/>
            <a:lstStyle/>
            <a:p>
              <a:pPr eaLnBrk="1" hangingPunct="1">
                <a:defRPr/>
              </a:pPr>
              <a:endParaRPr lang="en-US" sz="1200"/>
            </a:p>
          </p:txBody>
        </p:sp>
        <p:sp>
          <p:nvSpPr>
            <p:cNvPr id="52283" name="Line 60">
              <a:extLst>
                <a:ext uri="{FF2B5EF4-FFF2-40B4-BE49-F238E27FC236}">
                  <a16:creationId xmlns:a16="http://schemas.microsoft.com/office/drawing/2014/main" id="{D9135369-A734-4B7E-BD96-35CC7072D784}"/>
                </a:ext>
              </a:extLst>
            </p:cNvPr>
            <p:cNvSpPr>
              <a:spLocks noChangeShapeType="1"/>
            </p:cNvSpPr>
            <p:nvPr/>
          </p:nvSpPr>
          <p:spPr bwMode="auto">
            <a:xfrm>
              <a:off x="881" y="1625"/>
              <a:ext cx="276" cy="0"/>
            </a:xfrm>
            <a:prstGeom prst="line">
              <a:avLst/>
            </a:prstGeom>
            <a:grpFill/>
            <a:ln w="31750">
              <a:solidFill>
                <a:schemeClr val="tx1"/>
              </a:solidFill>
              <a:round/>
              <a:headEnd/>
              <a:tailEnd type="triangle" w="med" len="med"/>
            </a:ln>
          </p:spPr>
          <p:txBody>
            <a:bodyPr/>
            <a:lstStyle/>
            <a:p>
              <a:pPr eaLnBrk="1" hangingPunct="1">
                <a:defRPr/>
              </a:pPr>
              <a:endParaRPr lang="en-GB"/>
            </a:p>
          </p:txBody>
        </p:sp>
        <p:sp>
          <p:nvSpPr>
            <p:cNvPr id="52284" name="Line 61">
              <a:extLst>
                <a:ext uri="{FF2B5EF4-FFF2-40B4-BE49-F238E27FC236}">
                  <a16:creationId xmlns:a16="http://schemas.microsoft.com/office/drawing/2014/main" id="{30B378FE-A796-4CFE-8DF3-4DF5F5A4FC0B}"/>
                </a:ext>
              </a:extLst>
            </p:cNvPr>
            <p:cNvSpPr>
              <a:spLocks noChangeShapeType="1"/>
            </p:cNvSpPr>
            <p:nvPr/>
          </p:nvSpPr>
          <p:spPr bwMode="auto">
            <a:xfrm>
              <a:off x="881" y="1781"/>
              <a:ext cx="276" cy="0"/>
            </a:xfrm>
            <a:prstGeom prst="line">
              <a:avLst/>
            </a:prstGeom>
            <a:grpFill/>
            <a:ln w="31750">
              <a:solidFill>
                <a:schemeClr val="tx1"/>
              </a:solidFill>
              <a:round/>
              <a:headEnd/>
              <a:tailEnd type="triangle" w="med" len="med"/>
            </a:ln>
          </p:spPr>
          <p:txBody>
            <a:bodyPr/>
            <a:lstStyle/>
            <a:p>
              <a:pPr eaLnBrk="1" hangingPunct="1">
                <a:defRPr/>
              </a:pPr>
              <a:endParaRPr lang="en-GB"/>
            </a:p>
          </p:txBody>
        </p:sp>
        <p:sp>
          <p:nvSpPr>
            <p:cNvPr id="52285" name="Line 62">
              <a:extLst>
                <a:ext uri="{FF2B5EF4-FFF2-40B4-BE49-F238E27FC236}">
                  <a16:creationId xmlns:a16="http://schemas.microsoft.com/office/drawing/2014/main" id="{94390028-9D5B-48D8-8939-33CE76C5CB8C}"/>
                </a:ext>
              </a:extLst>
            </p:cNvPr>
            <p:cNvSpPr>
              <a:spLocks noChangeShapeType="1"/>
            </p:cNvSpPr>
            <p:nvPr/>
          </p:nvSpPr>
          <p:spPr bwMode="auto">
            <a:xfrm>
              <a:off x="881" y="2089"/>
              <a:ext cx="276" cy="0"/>
            </a:xfrm>
            <a:prstGeom prst="line">
              <a:avLst/>
            </a:prstGeom>
            <a:grpFill/>
            <a:ln w="31750">
              <a:solidFill>
                <a:schemeClr val="tx1"/>
              </a:solidFill>
              <a:round/>
              <a:headEnd/>
              <a:tailEnd type="triangle" w="med" len="med"/>
            </a:ln>
          </p:spPr>
          <p:txBody>
            <a:bodyPr/>
            <a:lstStyle/>
            <a:p>
              <a:pPr eaLnBrk="1" hangingPunct="1">
                <a:defRPr/>
              </a:pPr>
              <a:endParaRPr lang="en-GB"/>
            </a:p>
          </p:txBody>
        </p:sp>
        <p:sp>
          <p:nvSpPr>
            <p:cNvPr id="52286" name="Text Box 63">
              <a:extLst>
                <a:ext uri="{FF2B5EF4-FFF2-40B4-BE49-F238E27FC236}">
                  <a16:creationId xmlns:a16="http://schemas.microsoft.com/office/drawing/2014/main" id="{BFB63ED8-2BCF-42AA-80B4-7B4EBA16AA78}"/>
                </a:ext>
              </a:extLst>
            </p:cNvPr>
            <p:cNvSpPr txBox="1">
              <a:spLocks noChangeArrowheads="1"/>
            </p:cNvSpPr>
            <p:nvPr/>
          </p:nvSpPr>
          <p:spPr bwMode="auto">
            <a:xfrm>
              <a:off x="348" y="2342"/>
              <a:ext cx="831" cy="292"/>
            </a:xfrm>
            <a:prstGeom prst="rect">
              <a:avLst/>
            </a:prstGeom>
            <a:noFill/>
            <a:ln w="9525">
              <a:noFill/>
              <a:miter lim="800000"/>
              <a:headEnd/>
              <a:tailEnd/>
            </a:ln>
          </p:spPr>
          <p:txBody>
            <a:bodyPr>
              <a:spAutoFit/>
            </a:bodyPr>
            <a:lstStyle/>
            <a:p>
              <a:pPr eaLnBrk="1" hangingPunct="1">
                <a:spcBef>
                  <a:spcPct val="50000"/>
                </a:spcBef>
                <a:defRPr/>
              </a:pPr>
              <a:r>
                <a:rPr lang="en-US" sz="1600" dirty="0"/>
                <a:t>Address</a:t>
              </a:r>
            </a:p>
          </p:txBody>
        </p:sp>
        <p:sp>
          <p:nvSpPr>
            <p:cNvPr id="25662" name="Rectangle 64">
              <a:extLst>
                <a:ext uri="{FF2B5EF4-FFF2-40B4-BE49-F238E27FC236}">
                  <a16:creationId xmlns:a16="http://schemas.microsoft.com/office/drawing/2014/main" id="{2D28097B-C2FE-4828-94FE-EE1676C0CF49}"/>
                </a:ext>
              </a:extLst>
            </p:cNvPr>
            <p:cNvSpPr>
              <a:spLocks noChangeArrowheads="1"/>
            </p:cNvSpPr>
            <p:nvPr/>
          </p:nvSpPr>
          <p:spPr bwMode="auto">
            <a:xfrm>
              <a:off x="3454" y="2047"/>
              <a:ext cx="1139" cy="127"/>
            </a:xfrm>
            <a:prstGeom prst="rect">
              <a:avLst/>
            </a:prstGeom>
            <a:grpFill/>
            <a:ln w="25400">
              <a:solidFill>
                <a:schemeClr val="tx1"/>
              </a:solidFill>
              <a:prstDash val="dash"/>
              <a:miter lim="800000"/>
              <a:headEnd/>
              <a:tailEnd/>
            </a:ln>
          </p:spPr>
          <p:txBody>
            <a:bodyPr wrap="none" anchor="ctr"/>
            <a:lstStyle/>
            <a:p>
              <a:pPr algn="ctr" eaLnBrk="1" hangingPunct="1">
                <a:defRPr/>
              </a:pPr>
              <a:r>
                <a:rPr lang="en-US" sz="1050"/>
                <a:t>row buffer</a:t>
              </a:r>
            </a:p>
          </p:txBody>
        </p:sp>
        <p:sp>
          <p:nvSpPr>
            <p:cNvPr id="52288" name="Line 65">
              <a:extLst>
                <a:ext uri="{FF2B5EF4-FFF2-40B4-BE49-F238E27FC236}">
                  <a16:creationId xmlns:a16="http://schemas.microsoft.com/office/drawing/2014/main" id="{1119894C-7F0A-4CD8-A8C1-06C088670645}"/>
                </a:ext>
              </a:extLst>
            </p:cNvPr>
            <p:cNvSpPr>
              <a:spLocks noChangeShapeType="1"/>
            </p:cNvSpPr>
            <p:nvPr/>
          </p:nvSpPr>
          <p:spPr bwMode="auto">
            <a:xfrm flipV="1">
              <a:off x="3579" y="1907"/>
              <a:ext cx="1" cy="128"/>
            </a:xfrm>
            <a:prstGeom prst="line">
              <a:avLst/>
            </a:prstGeom>
            <a:grpFill/>
            <a:ln w="28575">
              <a:solidFill>
                <a:srgbClr val="7030A0"/>
              </a:solidFill>
              <a:round/>
              <a:headEnd/>
              <a:tailEnd/>
            </a:ln>
          </p:spPr>
          <p:txBody>
            <a:bodyPr/>
            <a:lstStyle/>
            <a:p>
              <a:pPr eaLnBrk="1" hangingPunct="1">
                <a:defRPr/>
              </a:pPr>
              <a:endParaRPr lang="en-GB"/>
            </a:p>
          </p:txBody>
        </p:sp>
        <p:sp>
          <p:nvSpPr>
            <p:cNvPr id="52289" name="Line 66">
              <a:extLst>
                <a:ext uri="{FF2B5EF4-FFF2-40B4-BE49-F238E27FC236}">
                  <a16:creationId xmlns:a16="http://schemas.microsoft.com/office/drawing/2014/main" id="{3F9AEA0E-ECC2-49C6-A592-F1AFF331D1B7}"/>
                </a:ext>
              </a:extLst>
            </p:cNvPr>
            <p:cNvSpPr>
              <a:spLocks noChangeShapeType="1"/>
            </p:cNvSpPr>
            <p:nvPr/>
          </p:nvSpPr>
          <p:spPr bwMode="auto">
            <a:xfrm flipV="1">
              <a:off x="3715" y="1908"/>
              <a:ext cx="1" cy="128"/>
            </a:xfrm>
            <a:prstGeom prst="line">
              <a:avLst/>
            </a:prstGeom>
            <a:grpFill/>
            <a:ln w="28575">
              <a:solidFill>
                <a:srgbClr val="7030A0"/>
              </a:solidFill>
              <a:round/>
              <a:headEnd/>
              <a:tailEnd/>
            </a:ln>
          </p:spPr>
          <p:txBody>
            <a:bodyPr/>
            <a:lstStyle/>
            <a:p>
              <a:pPr eaLnBrk="1" hangingPunct="1">
                <a:defRPr/>
              </a:pPr>
              <a:endParaRPr lang="en-GB"/>
            </a:p>
          </p:txBody>
        </p:sp>
        <p:sp>
          <p:nvSpPr>
            <p:cNvPr id="52290" name="Line 67">
              <a:extLst>
                <a:ext uri="{FF2B5EF4-FFF2-40B4-BE49-F238E27FC236}">
                  <a16:creationId xmlns:a16="http://schemas.microsoft.com/office/drawing/2014/main" id="{421C4A1F-0B35-46D5-BAA3-E72D9A89ACB7}"/>
                </a:ext>
              </a:extLst>
            </p:cNvPr>
            <p:cNvSpPr>
              <a:spLocks noChangeShapeType="1"/>
            </p:cNvSpPr>
            <p:nvPr/>
          </p:nvSpPr>
          <p:spPr bwMode="auto">
            <a:xfrm flipV="1">
              <a:off x="4478" y="1909"/>
              <a:ext cx="0" cy="128"/>
            </a:xfrm>
            <a:prstGeom prst="line">
              <a:avLst/>
            </a:prstGeom>
            <a:grpFill/>
            <a:ln w="28575">
              <a:solidFill>
                <a:srgbClr val="7030A0"/>
              </a:solidFill>
              <a:round/>
              <a:headEnd/>
              <a:tailEnd/>
            </a:ln>
          </p:spPr>
          <p:txBody>
            <a:bodyPr/>
            <a:lstStyle/>
            <a:p>
              <a:pPr eaLnBrk="1" hangingPunct="1">
                <a:defRPr/>
              </a:pPr>
              <a:endParaRPr lang="en-GB"/>
            </a:p>
          </p:txBody>
        </p:sp>
        <p:sp>
          <p:nvSpPr>
            <p:cNvPr id="52291" name="Line 68">
              <a:extLst>
                <a:ext uri="{FF2B5EF4-FFF2-40B4-BE49-F238E27FC236}">
                  <a16:creationId xmlns:a16="http://schemas.microsoft.com/office/drawing/2014/main" id="{C8E1495C-9566-475A-A749-0BFEE10132D2}"/>
                </a:ext>
              </a:extLst>
            </p:cNvPr>
            <p:cNvSpPr>
              <a:spLocks noChangeShapeType="1"/>
            </p:cNvSpPr>
            <p:nvPr/>
          </p:nvSpPr>
          <p:spPr bwMode="auto">
            <a:xfrm>
              <a:off x="4593" y="2089"/>
              <a:ext cx="126" cy="0"/>
            </a:xfrm>
            <a:prstGeom prst="line">
              <a:avLst/>
            </a:prstGeom>
            <a:grpFill/>
            <a:ln w="28575">
              <a:solidFill>
                <a:schemeClr val="tx1"/>
              </a:solidFill>
              <a:round/>
              <a:headEnd/>
              <a:tailEnd/>
            </a:ln>
          </p:spPr>
          <p:txBody>
            <a:bodyPr/>
            <a:lstStyle/>
            <a:p>
              <a:pPr eaLnBrk="1" hangingPunct="1">
                <a:defRPr/>
              </a:pPr>
              <a:endParaRPr lang="en-GB"/>
            </a:p>
          </p:txBody>
        </p:sp>
        <p:sp>
          <p:nvSpPr>
            <p:cNvPr id="52292" name="Line 69">
              <a:extLst>
                <a:ext uri="{FF2B5EF4-FFF2-40B4-BE49-F238E27FC236}">
                  <a16:creationId xmlns:a16="http://schemas.microsoft.com/office/drawing/2014/main" id="{AD63C148-E376-4414-8FA3-F9C41A7BF93A}"/>
                </a:ext>
              </a:extLst>
            </p:cNvPr>
            <p:cNvSpPr>
              <a:spLocks noChangeShapeType="1"/>
            </p:cNvSpPr>
            <p:nvPr/>
          </p:nvSpPr>
          <p:spPr bwMode="auto">
            <a:xfrm flipV="1">
              <a:off x="4719" y="613"/>
              <a:ext cx="0" cy="1476"/>
            </a:xfrm>
            <a:prstGeom prst="line">
              <a:avLst/>
            </a:prstGeom>
            <a:grpFill/>
            <a:ln w="28575">
              <a:solidFill>
                <a:schemeClr val="tx1"/>
              </a:solidFill>
              <a:round/>
              <a:headEnd/>
              <a:tailEnd/>
            </a:ln>
          </p:spPr>
          <p:txBody>
            <a:bodyPr/>
            <a:lstStyle/>
            <a:p>
              <a:pPr eaLnBrk="1" hangingPunct="1">
                <a:defRPr/>
              </a:pPr>
              <a:endParaRPr lang="en-GB"/>
            </a:p>
          </p:txBody>
        </p:sp>
        <p:sp>
          <p:nvSpPr>
            <p:cNvPr id="52293" name="Line 70">
              <a:extLst>
                <a:ext uri="{FF2B5EF4-FFF2-40B4-BE49-F238E27FC236}">
                  <a16:creationId xmlns:a16="http://schemas.microsoft.com/office/drawing/2014/main" id="{2D1A0A74-193E-4D49-976C-18F7FD975A1A}"/>
                </a:ext>
              </a:extLst>
            </p:cNvPr>
            <p:cNvSpPr>
              <a:spLocks noChangeShapeType="1"/>
            </p:cNvSpPr>
            <p:nvPr/>
          </p:nvSpPr>
          <p:spPr bwMode="auto">
            <a:xfrm>
              <a:off x="4044" y="613"/>
              <a:ext cx="675" cy="0"/>
            </a:xfrm>
            <a:prstGeom prst="line">
              <a:avLst/>
            </a:prstGeom>
            <a:grpFill/>
            <a:ln w="28575">
              <a:solidFill>
                <a:schemeClr val="tx1"/>
              </a:solidFill>
              <a:round/>
              <a:headEnd/>
              <a:tailEnd/>
            </a:ln>
          </p:spPr>
          <p:txBody>
            <a:bodyPr/>
            <a:lstStyle/>
            <a:p>
              <a:pPr eaLnBrk="1" hangingPunct="1">
                <a:defRPr/>
              </a:pPr>
              <a:endParaRPr lang="en-GB"/>
            </a:p>
          </p:txBody>
        </p:sp>
        <p:sp>
          <p:nvSpPr>
            <p:cNvPr id="52294" name="Line 71">
              <a:extLst>
                <a:ext uri="{FF2B5EF4-FFF2-40B4-BE49-F238E27FC236}">
                  <a16:creationId xmlns:a16="http://schemas.microsoft.com/office/drawing/2014/main" id="{80E8E550-020C-4BD9-942D-00DBF9F6B93A}"/>
                </a:ext>
              </a:extLst>
            </p:cNvPr>
            <p:cNvSpPr>
              <a:spLocks noChangeShapeType="1"/>
            </p:cNvSpPr>
            <p:nvPr/>
          </p:nvSpPr>
          <p:spPr bwMode="auto">
            <a:xfrm>
              <a:off x="4052" y="613"/>
              <a:ext cx="0" cy="127"/>
            </a:xfrm>
            <a:prstGeom prst="line">
              <a:avLst/>
            </a:prstGeom>
            <a:grpFill/>
            <a:ln w="28575">
              <a:solidFill>
                <a:schemeClr val="tx1"/>
              </a:solidFill>
              <a:round/>
              <a:headEnd/>
              <a:tailEnd type="triangle" w="med" len="med"/>
            </a:ln>
          </p:spPr>
          <p:txBody>
            <a:bodyPr/>
            <a:lstStyle/>
            <a:p>
              <a:pPr eaLnBrk="1" hangingPunct="1">
                <a:defRPr/>
              </a:pPr>
              <a:endParaRPr lang="en-GB"/>
            </a:p>
          </p:txBody>
        </p:sp>
        <p:sp>
          <p:nvSpPr>
            <p:cNvPr id="52295" name="Line 72">
              <a:extLst>
                <a:ext uri="{FF2B5EF4-FFF2-40B4-BE49-F238E27FC236}">
                  <a16:creationId xmlns:a16="http://schemas.microsoft.com/office/drawing/2014/main" id="{7504DE95-3150-461F-9F61-0EF26376B92C}"/>
                </a:ext>
              </a:extLst>
            </p:cNvPr>
            <p:cNvSpPr>
              <a:spLocks noChangeShapeType="1"/>
            </p:cNvSpPr>
            <p:nvPr/>
          </p:nvSpPr>
          <p:spPr bwMode="auto">
            <a:xfrm>
              <a:off x="295" y="1344"/>
              <a:ext cx="272" cy="0"/>
            </a:xfrm>
            <a:prstGeom prst="line">
              <a:avLst/>
            </a:prstGeom>
            <a:grpFill/>
            <a:ln w="25400">
              <a:solidFill>
                <a:schemeClr val="tx1"/>
              </a:solidFill>
              <a:round/>
              <a:headEnd/>
              <a:tailEnd type="triangle" w="lg" len="lg"/>
            </a:ln>
          </p:spPr>
          <p:txBody>
            <a:bodyPr/>
            <a:lstStyle/>
            <a:p>
              <a:pPr eaLnBrk="1" hangingPunct="1">
                <a:defRPr/>
              </a:pPr>
              <a:endParaRPr lang="en-GB"/>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A53B28C5-2547-39A6-8D57-45F8A0DD8C83}"/>
              </a:ext>
            </a:extLst>
          </p:cNvPr>
          <p:cNvSpPr>
            <a:spLocks noGrp="1" noChangeArrowheads="1"/>
          </p:cNvSpPr>
          <p:nvPr>
            <p:ph type="title"/>
          </p:nvPr>
        </p:nvSpPr>
        <p:spPr/>
        <p:txBody>
          <a:bodyPr/>
          <a:lstStyle/>
          <a:p>
            <a:r>
              <a:rPr lang="en-US" altLang="en-US"/>
              <a:t>DRAM </a:t>
            </a:r>
          </a:p>
        </p:txBody>
      </p:sp>
      <p:sp>
        <p:nvSpPr>
          <p:cNvPr id="63491" name="Content Placeholder 2">
            <a:extLst>
              <a:ext uri="{FF2B5EF4-FFF2-40B4-BE49-F238E27FC236}">
                <a16:creationId xmlns:a16="http://schemas.microsoft.com/office/drawing/2014/main" id="{CF08C1C9-6BCE-8F10-60BB-85A9DB20D49B}"/>
              </a:ext>
            </a:extLst>
          </p:cNvPr>
          <p:cNvSpPr>
            <a:spLocks noGrp="1" noChangeArrowheads="1"/>
          </p:cNvSpPr>
          <p:nvPr>
            <p:ph type="body" sz="quarter" idx="10"/>
          </p:nvPr>
        </p:nvSpPr>
        <p:spPr/>
        <p:txBody>
          <a:bodyPr/>
          <a:lstStyle/>
          <a:p>
            <a:r>
              <a:rPr lang="en-US" altLang="en-US"/>
              <a:t> Multiplexed address lines</a:t>
            </a:r>
          </a:p>
          <a:p>
            <a:r>
              <a:rPr lang="en-US" altLang="en-US"/>
              <a:t> To perform the operation, these cycles are needed:</a:t>
            </a:r>
          </a:p>
          <a:p>
            <a:pPr lvl="1"/>
            <a:r>
              <a:rPr lang="en-US" altLang="en-US" sz="1800">
                <a:solidFill>
                  <a:srgbClr val="0000FF"/>
                </a:solidFill>
              </a:rPr>
              <a:t> Put row address on lines</a:t>
            </a:r>
          </a:p>
          <a:p>
            <a:pPr lvl="1"/>
            <a:r>
              <a:rPr lang="en-US" altLang="en-US" sz="1800">
                <a:solidFill>
                  <a:srgbClr val="0000FF"/>
                </a:solidFill>
              </a:rPr>
              <a:t> Set row address strobe (RAS)</a:t>
            </a:r>
          </a:p>
          <a:p>
            <a:pPr lvl="1"/>
            <a:r>
              <a:rPr lang="en-US" altLang="en-US" sz="1800">
                <a:solidFill>
                  <a:srgbClr val="0000FF"/>
                </a:solidFill>
              </a:rPr>
              <a:t> Read row into row buffer</a:t>
            </a:r>
          </a:p>
          <a:p>
            <a:pPr lvl="1"/>
            <a:r>
              <a:rPr lang="en-US" altLang="en-US" sz="1800"/>
              <a:t> </a:t>
            </a:r>
            <a:r>
              <a:rPr lang="en-US" altLang="en-US" sz="1800">
                <a:solidFill>
                  <a:srgbClr val="FF0000"/>
                </a:solidFill>
              </a:rPr>
              <a:t>Put column address on line (to switch external</a:t>
            </a:r>
            <a:br>
              <a:rPr lang="en-US" altLang="en-US" sz="1800">
                <a:solidFill>
                  <a:srgbClr val="FF0000"/>
                </a:solidFill>
              </a:rPr>
            </a:br>
            <a:r>
              <a:rPr lang="en-US" altLang="en-US" sz="1800">
                <a:solidFill>
                  <a:srgbClr val="FF0000"/>
                </a:solidFill>
              </a:rPr>
              <a:t>  multiplexer)</a:t>
            </a:r>
          </a:p>
          <a:p>
            <a:pPr lvl="1"/>
            <a:r>
              <a:rPr lang="en-US" altLang="en-US" sz="1800">
                <a:solidFill>
                  <a:srgbClr val="FF0000"/>
                </a:solidFill>
              </a:rPr>
              <a:t> Set column address strobe (CAS)</a:t>
            </a:r>
          </a:p>
          <a:p>
            <a:pPr lvl="1"/>
            <a:r>
              <a:rPr lang="en-US" altLang="en-US" sz="1800">
                <a:solidFill>
                  <a:srgbClr val="FF0000"/>
                </a:solidFill>
              </a:rPr>
              <a:t> Read column bits out of internal row buffer</a:t>
            </a:r>
          </a:p>
          <a:p>
            <a:pPr lvl="1"/>
            <a:r>
              <a:rPr lang="en-US" altLang="en-US" sz="1800"/>
              <a:t> Write row bits content to row</a:t>
            </a:r>
          </a:p>
          <a:p>
            <a:pPr lvl="1"/>
            <a:r>
              <a:rPr lang="en-US" altLang="en-US" sz="1800"/>
              <a:t> Return RAS and CAS to inactive state</a:t>
            </a:r>
          </a:p>
          <a:p>
            <a:endParaRPr lang="en-US" altLang="en-US"/>
          </a:p>
          <a:p>
            <a:endParaRPr lang="en-US"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a:extLst>
              <a:ext uri="{FF2B5EF4-FFF2-40B4-BE49-F238E27FC236}">
                <a16:creationId xmlns:a16="http://schemas.microsoft.com/office/drawing/2014/main" id="{5BD82873-E177-25B0-BBAD-E35CA007161D}"/>
              </a:ext>
            </a:extLst>
          </p:cNvPr>
          <p:cNvSpPr>
            <a:spLocks noGrp="1" noChangeArrowheads="1"/>
          </p:cNvSpPr>
          <p:nvPr>
            <p:ph type="title"/>
          </p:nvPr>
        </p:nvSpPr>
        <p:spPr/>
        <p:txBody>
          <a:bodyPr/>
          <a:lstStyle/>
          <a:p>
            <a:r>
              <a:rPr lang="en-US" altLang="en-US"/>
              <a:t>Example:  Asynchronous IC  DRAM</a:t>
            </a:r>
            <a:endParaRPr lang="ru-RU" altLang="en-US"/>
          </a:p>
        </p:txBody>
      </p:sp>
      <p:grpSp>
        <p:nvGrpSpPr>
          <p:cNvPr id="64515" name="Group 6">
            <a:extLst>
              <a:ext uri="{FF2B5EF4-FFF2-40B4-BE49-F238E27FC236}">
                <a16:creationId xmlns:a16="http://schemas.microsoft.com/office/drawing/2014/main" id="{80817542-61A8-8FED-1730-7A26FB1D8783}"/>
              </a:ext>
            </a:extLst>
          </p:cNvPr>
          <p:cNvGrpSpPr>
            <a:grpSpLocks/>
          </p:cNvGrpSpPr>
          <p:nvPr/>
        </p:nvGrpSpPr>
        <p:grpSpPr bwMode="auto">
          <a:xfrm>
            <a:off x="2346326" y="1362076"/>
            <a:ext cx="4721225" cy="3490913"/>
            <a:chOff x="518" y="1186"/>
            <a:chExt cx="2974" cy="2199"/>
          </a:xfrm>
        </p:grpSpPr>
        <p:sp>
          <p:nvSpPr>
            <p:cNvPr id="64517" name="Rectangle 7">
              <a:extLst>
                <a:ext uri="{FF2B5EF4-FFF2-40B4-BE49-F238E27FC236}">
                  <a16:creationId xmlns:a16="http://schemas.microsoft.com/office/drawing/2014/main" id="{FB26CCF4-6274-CBD9-82C0-B000D4FD4F1E}"/>
                </a:ext>
              </a:extLst>
            </p:cNvPr>
            <p:cNvSpPr>
              <a:spLocks noChangeArrowheads="1"/>
            </p:cNvSpPr>
            <p:nvPr/>
          </p:nvSpPr>
          <p:spPr bwMode="auto">
            <a:xfrm>
              <a:off x="1302" y="1186"/>
              <a:ext cx="1028" cy="2199"/>
            </a:xfrm>
            <a:prstGeom prst="rect">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А0       DRAM</a:t>
              </a:r>
            </a:p>
            <a:p>
              <a:r>
                <a:rPr lang="en-US" altLang="en-US"/>
                <a:t>А1</a:t>
              </a:r>
            </a:p>
            <a:p>
              <a:r>
                <a:rPr lang="en-US" altLang="en-US"/>
                <a:t>.</a:t>
              </a:r>
            </a:p>
            <a:p>
              <a:r>
                <a:rPr lang="en-US" altLang="en-US"/>
                <a:t>.</a:t>
              </a:r>
            </a:p>
            <a:p>
              <a:r>
                <a:rPr lang="en-US" altLang="en-US"/>
                <a:t>.</a:t>
              </a:r>
            </a:p>
            <a:p>
              <a:r>
                <a:rPr lang="en-US" altLang="en-US"/>
                <a:t>А10</a:t>
              </a:r>
            </a:p>
            <a:p>
              <a:endParaRPr lang="en-US" altLang="en-US"/>
            </a:p>
            <a:p>
              <a:r>
                <a:rPr lang="en-US" altLang="en-US"/>
                <a:t>WE</a:t>
              </a:r>
            </a:p>
            <a:p>
              <a:endParaRPr lang="en-US" altLang="en-US"/>
            </a:p>
            <a:p>
              <a:r>
                <a:rPr lang="en-US" altLang="en-US"/>
                <a:t>RAS</a:t>
              </a:r>
            </a:p>
            <a:p>
              <a:endParaRPr lang="en-US" altLang="en-US"/>
            </a:p>
            <a:p>
              <a:r>
                <a:rPr lang="en-US" altLang="en-US"/>
                <a:t>CAS</a:t>
              </a:r>
            </a:p>
            <a:p>
              <a:endParaRPr lang="en-US" altLang="en-US"/>
            </a:p>
            <a:p>
              <a:endParaRPr lang="en-US" altLang="en-US"/>
            </a:p>
            <a:p>
              <a:endParaRPr lang="en-US" altLang="en-US"/>
            </a:p>
          </p:txBody>
        </p:sp>
        <p:sp>
          <p:nvSpPr>
            <p:cNvPr id="64518" name="Line 8">
              <a:extLst>
                <a:ext uri="{FF2B5EF4-FFF2-40B4-BE49-F238E27FC236}">
                  <a16:creationId xmlns:a16="http://schemas.microsoft.com/office/drawing/2014/main" id="{D17E783E-A563-11F9-4FDD-0FBD4F11227C}"/>
                </a:ext>
              </a:extLst>
            </p:cNvPr>
            <p:cNvSpPr>
              <a:spLocks noChangeShapeType="1"/>
            </p:cNvSpPr>
            <p:nvPr/>
          </p:nvSpPr>
          <p:spPr bwMode="auto">
            <a:xfrm flipH="1">
              <a:off x="1004" y="1341"/>
              <a:ext cx="2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19" name="Line 9">
              <a:extLst>
                <a:ext uri="{FF2B5EF4-FFF2-40B4-BE49-F238E27FC236}">
                  <a16:creationId xmlns:a16="http://schemas.microsoft.com/office/drawing/2014/main" id="{172694C0-333F-05A4-0B0E-AC37DD15841C}"/>
                </a:ext>
              </a:extLst>
            </p:cNvPr>
            <p:cNvSpPr>
              <a:spLocks noChangeShapeType="1"/>
            </p:cNvSpPr>
            <p:nvPr/>
          </p:nvSpPr>
          <p:spPr bwMode="auto">
            <a:xfrm flipH="1">
              <a:off x="1009" y="1541"/>
              <a:ext cx="2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0" name="Line 10">
              <a:extLst>
                <a:ext uri="{FF2B5EF4-FFF2-40B4-BE49-F238E27FC236}">
                  <a16:creationId xmlns:a16="http://schemas.microsoft.com/office/drawing/2014/main" id="{7FB4FB84-3762-FB62-C0F0-3D0AFEAC9E8C}"/>
                </a:ext>
              </a:extLst>
            </p:cNvPr>
            <p:cNvSpPr>
              <a:spLocks noChangeShapeType="1"/>
            </p:cNvSpPr>
            <p:nvPr/>
          </p:nvSpPr>
          <p:spPr bwMode="auto">
            <a:xfrm flipH="1">
              <a:off x="1013" y="2219"/>
              <a:ext cx="28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1" name="Line 11">
              <a:extLst>
                <a:ext uri="{FF2B5EF4-FFF2-40B4-BE49-F238E27FC236}">
                  <a16:creationId xmlns:a16="http://schemas.microsoft.com/office/drawing/2014/main" id="{80AA3E23-58B3-E1F5-6AF3-6346B40449AB}"/>
                </a:ext>
              </a:extLst>
            </p:cNvPr>
            <p:cNvSpPr>
              <a:spLocks noChangeShapeType="1"/>
            </p:cNvSpPr>
            <p:nvPr/>
          </p:nvSpPr>
          <p:spPr bwMode="auto">
            <a:xfrm>
              <a:off x="2333" y="2122"/>
              <a:ext cx="38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2" name="Line 12">
              <a:extLst>
                <a:ext uri="{FF2B5EF4-FFF2-40B4-BE49-F238E27FC236}">
                  <a16:creationId xmlns:a16="http://schemas.microsoft.com/office/drawing/2014/main" id="{199A5CA6-A2DF-6DD2-5E84-41B5A8FD6102}"/>
                </a:ext>
              </a:extLst>
            </p:cNvPr>
            <p:cNvSpPr>
              <a:spLocks noChangeShapeType="1"/>
            </p:cNvSpPr>
            <p:nvPr/>
          </p:nvSpPr>
          <p:spPr bwMode="auto">
            <a:xfrm flipH="1">
              <a:off x="972" y="2830"/>
              <a:ext cx="28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3" name="Line 13">
              <a:extLst>
                <a:ext uri="{FF2B5EF4-FFF2-40B4-BE49-F238E27FC236}">
                  <a16:creationId xmlns:a16="http://schemas.microsoft.com/office/drawing/2014/main" id="{F7B7B0D8-0783-CA2A-F64E-FC266E48500C}"/>
                </a:ext>
              </a:extLst>
            </p:cNvPr>
            <p:cNvSpPr>
              <a:spLocks noChangeShapeType="1"/>
            </p:cNvSpPr>
            <p:nvPr/>
          </p:nvSpPr>
          <p:spPr bwMode="auto">
            <a:xfrm flipH="1">
              <a:off x="972" y="3149"/>
              <a:ext cx="2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4" name="AutoShape 14">
              <a:extLst>
                <a:ext uri="{FF2B5EF4-FFF2-40B4-BE49-F238E27FC236}">
                  <a16:creationId xmlns:a16="http://schemas.microsoft.com/office/drawing/2014/main" id="{8F47DCF8-30A8-E438-BEDE-D2E60E5C60EE}"/>
                </a:ext>
              </a:extLst>
            </p:cNvPr>
            <p:cNvSpPr>
              <a:spLocks noChangeArrowheads="1"/>
            </p:cNvSpPr>
            <p:nvPr/>
          </p:nvSpPr>
          <p:spPr bwMode="auto">
            <a:xfrm>
              <a:off x="1241" y="2772"/>
              <a:ext cx="100" cy="100"/>
            </a:xfrm>
            <a:prstGeom prst="flowChartConnector">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4525" name="AutoShape 15">
              <a:extLst>
                <a:ext uri="{FF2B5EF4-FFF2-40B4-BE49-F238E27FC236}">
                  <a16:creationId xmlns:a16="http://schemas.microsoft.com/office/drawing/2014/main" id="{AA29210C-BAD2-4208-8216-010155E71349}"/>
                </a:ext>
              </a:extLst>
            </p:cNvPr>
            <p:cNvSpPr>
              <a:spLocks noChangeArrowheads="1"/>
            </p:cNvSpPr>
            <p:nvPr/>
          </p:nvSpPr>
          <p:spPr bwMode="auto">
            <a:xfrm>
              <a:off x="1249" y="3094"/>
              <a:ext cx="100" cy="100"/>
            </a:xfrm>
            <a:prstGeom prst="flowChartConnector">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4526" name="AutoShape 16">
              <a:extLst>
                <a:ext uri="{FF2B5EF4-FFF2-40B4-BE49-F238E27FC236}">
                  <a16:creationId xmlns:a16="http://schemas.microsoft.com/office/drawing/2014/main" id="{9DA9D961-C9B3-F4AC-B0A6-F48FE1436E59}"/>
                </a:ext>
              </a:extLst>
            </p:cNvPr>
            <p:cNvSpPr>
              <a:spLocks noChangeArrowheads="1"/>
            </p:cNvSpPr>
            <p:nvPr/>
          </p:nvSpPr>
          <p:spPr bwMode="auto">
            <a:xfrm>
              <a:off x="1250" y="2491"/>
              <a:ext cx="100" cy="100"/>
            </a:xfrm>
            <a:prstGeom prst="flowChartConnector">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4527" name="Line 17">
              <a:extLst>
                <a:ext uri="{FF2B5EF4-FFF2-40B4-BE49-F238E27FC236}">
                  <a16:creationId xmlns:a16="http://schemas.microsoft.com/office/drawing/2014/main" id="{60E245B3-E9FB-74BE-F10C-B3F7FDB471E3}"/>
                </a:ext>
              </a:extLst>
            </p:cNvPr>
            <p:cNvSpPr>
              <a:spLocks noChangeShapeType="1"/>
            </p:cNvSpPr>
            <p:nvPr/>
          </p:nvSpPr>
          <p:spPr bwMode="auto">
            <a:xfrm flipH="1">
              <a:off x="966" y="2549"/>
              <a:ext cx="2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8" name="Line 18">
              <a:extLst>
                <a:ext uri="{FF2B5EF4-FFF2-40B4-BE49-F238E27FC236}">
                  <a16:creationId xmlns:a16="http://schemas.microsoft.com/office/drawing/2014/main" id="{9D7A4E9E-4E01-6E4F-8652-E966D4925F60}"/>
                </a:ext>
              </a:extLst>
            </p:cNvPr>
            <p:cNvSpPr>
              <a:spLocks noChangeShapeType="1"/>
            </p:cNvSpPr>
            <p:nvPr/>
          </p:nvSpPr>
          <p:spPr bwMode="auto">
            <a:xfrm>
              <a:off x="2341" y="2285"/>
              <a:ext cx="37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9" name="Line 19">
              <a:extLst>
                <a:ext uri="{FF2B5EF4-FFF2-40B4-BE49-F238E27FC236}">
                  <a16:creationId xmlns:a16="http://schemas.microsoft.com/office/drawing/2014/main" id="{6A7B2DB1-B8A5-7594-9B47-83F913C07714}"/>
                </a:ext>
              </a:extLst>
            </p:cNvPr>
            <p:cNvSpPr>
              <a:spLocks noChangeShapeType="1"/>
            </p:cNvSpPr>
            <p:nvPr/>
          </p:nvSpPr>
          <p:spPr bwMode="auto">
            <a:xfrm>
              <a:off x="2321" y="2443"/>
              <a:ext cx="37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0" name="Line 20">
              <a:extLst>
                <a:ext uri="{FF2B5EF4-FFF2-40B4-BE49-F238E27FC236}">
                  <a16:creationId xmlns:a16="http://schemas.microsoft.com/office/drawing/2014/main" id="{5EB79D9F-338A-731F-1F86-5E329795896D}"/>
                </a:ext>
              </a:extLst>
            </p:cNvPr>
            <p:cNvSpPr>
              <a:spLocks noChangeShapeType="1"/>
            </p:cNvSpPr>
            <p:nvPr/>
          </p:nvSpPr>
          <p:spPr bwMode="auto">
            <a:xfrm>
              <a:off x="2343" y="1968"/>
              <a:ext cx="38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1" name="Text Box 21">
              <a:extLst>
                <a:ext uri="{FF2B5EF4-FFF2-40B4-BE49-F238E27FC236}">
                  <a16:creationId xmlns:a16="http://schemas.microsoft.com/office/drawing/2014/main" id="{1D05E179-9990-747D-3675-A59EA93E21FF}"/>
                </a:ext>
              </a:extLst>
            </p:cNvPr>
            <p:cNvSpPr txBox="1">
              <a:spLocks noChangeArrowheads="1"/>
            </p:cNvSpPr>
            <p:nvPr/>
          </p:nvSpPr>
          <p:spPr bwMode="auto">
            <a:xfrm>
              <a:off x="2790" y="1945"/>
              <a:ext cx="702"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800"/>
                <a:t>D</a:t>
              </a:r>
              <a:r>
                <a:rPr lang="en-US" altLang="en-US" sz="2800" baseline="-25000"/>
                <a:t>in/out</a:t>
              </a:r>
            </a:p>
          </p:txBody>
        </p:sp>
        <p:sp>
          <p:nvSpPr>
            <p:cNvPr id="64532" name="AutoShape 22">
              <a:extLst>
                <a:ext uri="{FF2B5EF4-FFF2-40B4-BE49-F238E27FC236}">
                  <a16:creationId xmlns:a16="http://schemas.microsoft.com/office/drawing/2014/main" id="{D45B3F0A-F550-35C4-A12D-420E9C3C5F10}"/>
                </a:ext>
              </a:extLst>
            </p:cNvPr>
            <p:cNvSpPr>
              <a:spLocks/>
            </p:cNvSpPr>
            <p:nvPr/>
          </p:nvSpPr>
          <p:spPr bwMode="auto">
            <a:xfrm>
              <a:off x="854" y="1341"/>
              <a:ext cx="112" cy="864"/>
            </a:xfrm>
            <a:prstGeom prst="leftBrace">
              <a:avLst>
                <a:gd name="adj1" fmla="val 64286"/>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4533" name="Text Box 23">
              <a:extLst>
                <a:ext uri="{FF2B5EF4-FFF2-40B4-BE49-F238E27FC236}">
                  <a16:creationId xmlns:a16="http://schemas.microsoft.com/office/drawing/2014/main" id="{8F7DDE14-D9E4-CEF9-FB51-5D196E436F46}"/>
                </a:ext>
              </a:extLst>
            </p:cNvPr>
            <p:cNvSpPr txBox="1">
              <a:spLocks noChangeArrowheads="1"/>
            </p:cNvSpPr>
            <p:nvPr/>
          </p:nvSpPr>
          <p:spPr bwMode="auto">
            <a:xfrm>
              <a:off x="518" y="1661"/>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MA</a:t>
              </a:r>
            </a:p>
          </p:txBody>
        </p:sp>
      </p:grpSp>
      <p:sp>
        <p:nvSpPr>
          <p:cNvPr id="64516" name="Text Box 24">
            <a:extLst>
              <a:ext uri="{FF2B5EF4-FFF2-40B4-BE49-F238E27FC236}">
                <a16:creationId xmlns:a16="http://schemas.microsoft.com/office/drawing/2014/main" id="{F141A72E-FD6B-82C6-7FD7-0D6805C1CC0E}"/>
              </a:ext>
            </a:extLst>
          </p:cNvPr>
          <p:cNvSpPr txBox="1">
            <a:spLocks noChangeArrowheads="1"/>
          </p:cNvSpPr>
          <p:nvPr/>
        </p:nvSpPr>
        <p:spPr bwMode="auto">
          <a:xfrm>
            <a:off x="7453314" y="1622425"/>
            <a:ext cx="244792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solidFill>
                  <a:srgbClr val="FF0000"/>
                </a:solidFill>
              </a:rPr>
              <a:t>IC capacity:</a:t>
            </a:r>
          </a:p>
          <a:p>
            <a:pPr eaLnBrk="1" hangingPunct="1"/>
            <a:r>
              <a:rPr lang="en-US" altLang="en-US" sz="2400"/>
              <a:t>2</a:t>
            </a:r>
            <a:r>
              <a:rPr lang="en-US" altLang="en-US" sz="2400" baseline="30000"/>
              <a:t>11+11</a:t>
            </a:r>
            <a:r>
              <a:rPr lang="en-US" altLang="en-US" sz="2400">
                <a:sym typeface="Symbol" panose="05050102010706020507" pitchFamily="18" charset="2"/>
              </a:rPr>
              <a:t>4 bit =</a:t>
            </a:r>
          </a:p>
          <a:p>
            <a:pPr eaLnBrk="1" hangingPunct="1"/>
            <a:r>
              <a:rPr lang="en-US" altLang="en-US" sz="2400">
                <a:sym typeface="Symbol" panose="05050102010706020507" pitchFamily="18" charset="2"/>
              </a:rPr>
              <a:t>= 2</a:t>
            </a:r>
            <a:r>
              <a:rPr lang="en-US" altLang="en-US" sz="2400" baseline="30000">
                <a:sym typeface="Symbol" panose="05050102010706020507" pitchFamily="18" charset="2"/>
              </a:rPr>
              <a:t>22 </a:t>
            </a:r>
            <a:r>
              <a:rPr lang="en-US" altLang="en-US" sz="2400">
                <a:sym typeface="Symbol" panose="05050102010706020507" pitchFamily="18" charset="2"/>
              </a:rPr>
              <a:t>4 bit =</a:t>
            </a:r>
          </a:p>
          <a:p>
            <a:pPr eaLnBrk="1" hangingPunct="1"/>
            <a:r>
              <a:rPr lang="en-US" altLang="en-US" sz="2400">
                <a:sym typeface="Symbol" panose="05050102010706020507" pitchFamily="18" charset="2"/>
              </a:rPr>
              <a:t>= 4M 4 bit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2">
            <a:extLst>
              <a:ext uri="{FF2B5EF4-FFF2-40B4-BE49-F238E27FC236}">
                <a16:creationId xmlns:a16="http://schemas.microsoft.com/office/drawing/2014/main" id="{AC7106B1-8547-E22A-E8E4-BB2094B54C24}"/>
              </a:ext>
            </a:extLst>
          </p:cNvPr>
          <p:cNvSpPr>
            <a:spLocks noGrp="1" noChangeArrowheads="1"/>
          </p:cNvSpPr>
          <p:nvPr>
            <p:ph type="title"/>
          </p:nvPr>
        </p:nvSpPr>
        <p:spPr/>
        <p:txBody>
          <a:bodyPr/>
          <a:lstStyle/>
          <a:p>
            <a:r>
              <a:rPr lang="en-US" altLang="en-US"/>
              <a:t>Comparison SRAM with DRAM</a:t>
            </a:r>
          </a:p>
        </p:txBody>
      </p:sp>
      <p:sp>
        <p:nvSpPr>
          <p:cNvPr id="65539" name="Content Placeholder 3">
            <a:extLst>
              <a:ext uri="{FF2B5EF4-FFF2-40B4-BE49-F238E27FC236}">
                <a16:creationId xmlns:a16="http://schemas.microsoft.com/office/drawing/2014/main" id="{1F900580-DC5B-7CE8-4F36-8F166180C00B}"/>
              </a:ext>
            </a:extLst>
          </p:cNvPr>
          <p:cNvSpPr>
            <a:spLocks noGrp="1" noChangeArrowheads="1"/>
          </p:cNvSpPr>
          <p:nvPr>
            <p:ph type="body" sz="quarter" idx="10"/>
          </p:nvPr>
        </p:nvSpPr>
        <p:spPr/>
        <p:txBody>
          <a:bodyPr/>
          <a:lstStyle/>
          <a:p>
            <a:r>
              <a:rPr lang="en-US" altLang="en-US" sz="1800"/>
              <a:t> SRAM is faster than DRAM:</a:t>
            </a:r>
          </a:p>
          <a:p>
            <a:pPr>
              <a:buFont typeface="Wingdings" panose="05000000000000000000" pitchFamily="2" charset="2"/>
              <a:buNone/>
            </a:pPr>
            <a:r>
              <a:rPr lang="en-US" altLang="en-US" sz="1800"/>
              <a:t>1/4 - 1/8 access time of DRAM</a:t>
            </a:r>
          </a:p>
          <a:p>
            <a:r>
              <a:rPr lang="en-US" altLang="en-US" sz="1800"/>
              <a:t> The density SRAM is lower than DRAM</a:t>
            </a:r>
          </a:p>
          <a:p>
            <a:pPr>
              <a:buFont typeface="Wingdings" panose="05000000000000000000" pitchFamily="2" charset="2"/>
              <a:buNone/>
            </a:pPr>
            <a:r>
              <a:rPr lang="en-US" altLang="en-US" sz="1800"/>
              <a:t>1/4  density of DRAM.</a:t>
            </a:r>
          </a:p>
          <a:p>
            <a:r>
              <a:rPr lang="en-US" altLang="en-US" sz="1800"/>
              <a:t> Static: bit is not erased on a read</a:t>
            </a:r>
          </a:p>
          <a:p>
            <a:r>
              <a:rPr lang="en-US" altLang="en-US" sz="1800"/>
              <a:t> SRAM does not  need to refresh</a:t>
            </a:r>
          </a:p>
          <a:p>
            <a:r>
              <a:rPr lang="en-US" altLang="en-US" sz="1800"/>
              <a:t> Unlike DRAM, there is no difference between access time and cycle time.</a:t>
            </a:r>
          </a:p>
          <a:p>
            <a:pPr>
              <a:buFont typeface="Wingdings" panose="05000000000000000000" pitchFamily="2" charset="2"/>
              <a:buNone/>
            </a:pPr>
            <a:r>
              <a:rPr lang="en-US" altLang="en-US" sz="1800">
                <a:solidFill>
                  <a:srgbClr val="FF0000"/>
                </a:solidFill>
              </a:rPr>
              <a:t>Access time</a:t>
            </a:r>
            <a:r>
              <a:rPr lang="en-US" altLang="en-US" sz="1800"/>
              <a:t>: time to read</a:t>
            </a:r>
          </a:p>
          <a:p>
            <a:pPr>
              <a:buFont typeface="Wingdings" panose="05000000000000000000" pitchFamily="2" charset="2"/>
              <a:buNone/>
            </a:pPr>
            <a:r>
              <a:rPr lang="en-US" altLang="en-US" sz="1800">
                <a:solidFill>
                  <a:srgbClr val="FF0000"/>
                </a:solidFill>
              </a:rPr>
              <a:t>Cycle time</a:t>
            </a:r>
            <a:r>
              <a:rPr lang="en-US" altLang="en-US" sz="1800"/>
              <a:t>: time between reads &gt; access time (</a:t>
            </a:r>
            <a:r>
              <a:rPr lang="en-US" altLang="en-US" sz="1800">
                <a:solidFill>
                  <a:srgbClr val="0000FF"/>
                </a:solidFill>
              </a:rPr>
              <a:t>DRAM</a:t>
            </a:r>
            <a:r>
              <a:rPr lang="en-US" altLang="en-US" sz="1800"/>
              <a:t>)</a:t>
            </a:r>
          </a:p>
          <a:p>
            <a:pPr>
              <a:buFont typeface="Wingdings" panose="05000000000000000000" pitchFamily="2" charset="2"/>
              <a:buNone/>
            </a:pPr>
            <a:r>
              <a:rPr lang="en-US" altLang="en-US" sz="1800"/>
              <a:t>Cycle time = access time (</a:t>
            </a:r>
            <a:r>
              <a:rPr lang="en-US" altLang="en-US" sz="1800">
                <a:solidFill>
                  <a:srgbClr val="0000FF"/>
                </a:solidFill>
              </a:rPr>
              <a:t>SRAM</a:t>
            </a:r>
            <a:r>
              <a:rPr lang="en-US" altLang="en-US" sz="1800"/>
              <a:t>)</a:t>
            </a:r>
          </a:p>
          <a:p>
            <a:pPr>
              <a:buFont typeface="Wingdings" panose="05000000000000000000" pitchFamily="2" charset="2"/>
              <a:buNone/>
            </a:pPr>
            <a:r>
              <a:rPr lang="en-US" altLang="en-US" sz="1800"/>
              <a:t>SRAM address lines are not  multiplexed</a:t>
            </a:r>
          </a:p>
          <a:p>
            <a:r>
              <a:rPr lang="en-US" altLang="en-US" sz="1800"/>
              <a:t>SRAM is more expensive than DRAM: about 8-16 times. </a:t>
            </a:r>
          </a:p>
          <a:p>
            <a:endParaRPr lang="en-US" altLang="en-US" sz="18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2">
            <a:extLst>
              <a:ext uri="{FF2B5EF4-FFF2-40B4-BE49-F238E27FC236}">
                <a16:creationId xmlns:a16="http://schemas.microsoft.com/office/drawing/2014/main" id="{D657920C-011E-EE13-4C83-762BF0903EE7}"/>
              </a:ext>
            </a:extLst>
          </p:cNvPr>
          <p:cNvSpPr>
            <a:spLocks noGrp="1" noChangeArrowheads="1"/>
          </p:cNvSpPr>
          <p:nvPr>
            <p:ph type="title"/>
          </p:nvPr>
        </p:nvSpPr>
        <p:spPr/>
        <p:txBody>
          <a:bodyPr/>
          <a:lstStyle/>
          <a:p>
            <a:r>
              <a:rPr lang="en-US" altLang="en-US"/>
              <a:t>DRAM Optimization</a:t>
            </a:r>
          </a:p>
        </p:txBody>
      </p:sp>
      <p:sp>
        <p:nvSpPr>
          <p:cNvPr id="66563" name="Content Placeholder 3">
            <a:extLst>
              <a:ext uri="{FF2B5EF4-FFF2-40B4-BE49-F238E27FC236}">
                <a16:creationId xmlns:a16="http://schemas.microsoft.com/office/drawing/2014/main" id="{AA1FFD39-AEAC-22A7-7F01-319AEE4F8D6B}"/>
              </a:ext>
            </a:extLst>
          </p:cNvPr>
          <p:cNvSpPr>
            <a:spLocks noGrp="1" noChangeArrowheads="1"/>
          </p:cNvSpPr>
          <p:nvPr>
            <p:ph type="body" sz="quarter" idx="10"/>
          </p:nvPr>
        </p:nvSpPr>
        <p:spPr/>
        <p:txBody>
          <a:bodyPr/>
          <a:lstStyle/>
          <a:p>
            <a:pPr>
              <a:buFont typeface="Wingdings" panose="05000000000000000000" pitchFamily="2" charset="2"/>
              <a:buNone/>
            </a:pPr>
            <a:r>
              <a:rPr lang="en-US" altLang="en-US" sz="2000">
                <a:solidFill>
                  <a:srgbClr val="FF0000"/>
                </a:solidFill>
              </a:rPr>
              <a:t>Standard DRAM chip - operation</a:t>
            </a:r>
            <a:r>
              <a:rPr lang="en-US" altLang="en-US" sz="2000"/>
              <a:t>: read row into buffer, read column from buffer.</a:t>
            </a:r>
          </a:p>
          <a:p>
            <a:pPr>
              <a:buFont typeface="Wingdings" panose="05000000000000000000" pitchFamily="2" charset="2"/>
              <a:buNone/>
            </a:pPr>
            <a:r>
              <a:rPr lang="en-US" altLang="en-US" sz="2000"/>
              <a:t>Methods to improve standard DRAM chip performance:</a:t>
            </a:r>
          </a:p>
          <a:p>
            <a:r>
              <a:rPr lang="en-US" altLang="en-US" sz="2000">
                <a:solidFill>
                  <a:srgbClr val="FF0000"/>
                </a:solidFill>
              </a:rPr>
              <a:t>Nibble mode</a:t>
            </a:r>
            <a:r>
              <a:rPr lang="en-US" altLang="en-US" sz="2000"/>
              <a:t>: additional bits per access</a:t>
            </a:r>
          </a:p>
          <a:p>
            <a:r>
              <a:rPr lang="en-US" altLang="en-US" sz="2000">
                <a:solidFill>
                  <a:srgbClr val="FF0000"/>
                </a:solidFill>
              </a:rPr>
              <a:t>Fast page mode</a:t>
            </a:r>
            <a:r>
              <a:rPr lang="en-US" altLang="en-US" sz="2000"/>
              <a:t>: change column address</a:t>
            </a:r>
          </a:p>
          <a:p>
            <a:r>
              <a:rPr lang="en-US" altLang="en-US" sz="2000">
                <a:solidFill>
                  <a:srgbClr val="FF0000"/>
                </a:solidFill>
              </a:rPr>
              <a:t>Static column mode </a:t>
            </a:r>
            <a:r>
              <a:rPr lang="en-US" altLang="en-US" sz="2000"/>
              <a:t>(SCRAM): don’t  toggle  CAS</a:t>
            </a:r>
          </a:p>
          <a:p>
            <a:r>
              <a:rPr lang="en-US" altLang="en-US" sz="2000">
                <a:solidFill>
                  <a:srgbClr val="FF0000"/>
                </a:solidFill>
              </a:rPr>
              <a:t>Cached DRAMs</a:t>
            </a:r>
            <a:r>
              <a:rPr lang="en-US" altLang="en-US" sz="2000"/>
              <a:t>: multiple row buffers</a:t>
            </a:r>
          </a:p>
          <a:p>
            <a:r>
              <a:rPr lang="en-US" altLang="en-US" sz="2000">
                <a:solidFill>
                  <a:srgbClr val="FF0000"/>
                </a:solidFill>
              </a:rPr>
              <a:t>Further improvement</a:t>
            </a:r>
            <a:r>
              <a:rPr lang="en-US" altLang="en-US" sz="2000"/>
              <a:t>: synchronous DRAM</a:t>
            </a:r>
          </a:p>
          <a:p>
            <a:r>
              <a:rPr lang="en-US" altLang="en-US" sz="2000"/>
              <a:t>SDRAM, DDR SDRAM, DDR2 SDRAM, DDR3, DDR4,</a:t>
            </a:r>
          </a:p>
          <a:p>
            <a:pPr>
              <a:buFont typeface="Wingdings" panose="05000000000000000000" pitchFamily="2" charset="2"/>
              <a:buNone/>
            </a:pPr>
            <a:r>
              <a:rPr lang="en-US" altLang="en-US" sz="2000"/>
              <a:t>DDR3 has the most potential possibilities to increase performance</a:t>
            </a:r>
          </a:p>
          <a:p>
            <a:r>
              <a:rPr lang="en-US" altLang="en-US" sz="2000"/>
              <a:t>Rambus – interface fast, but IC is expensive.</a:t>
            </a:r>
          </a:p>
          <a:p>
            <a:endParaRPr lang="en-US" altLang="en-US" sz="20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a:extLst>
              <a:ext uri="{FF2B5EF4-FFF2-40B4-BE49-F238E27FC236}">
                <a16:creationId xmlns:a16="http://schemas.microsoft.com/office/drawing/2014/main" id="{0C7C0D10-F85D-7FD1-F8D3-5619A02E53E2}"/>
              </a:ext>
            </a:extLst>
          </p:cNvPr>
          <p:cNvSpPr>
            <a:spLocks noGrp="1" noChangeArrowheads="1"/>
          </p:cNvSpPr>
          <p:nvPr>
            <p:ph type="title"/>
          </p:nvPr>
        </p:nvSpPr>
        <p:spPr/>
        <p:txBody>
          <a:bodyPr/>
          <a:lstStyle/>
          <a:p>
            <a:r>
              <a:rPr lang="en-US" altLang="en-US"/>
              <a:t>Timing Waveforms IC DRAM </a:t>
            </a:r>
            <a:endParaRPr lang="ru-RU" altLang="en-US"/>
          </a:p>
        </p:txBody>
      </p:sp>
      <p:grpSp>
        <p:nvGrpSpPr>
          <p:cNvPr id="67587" name="Group 168">
            <a:extLst>
              <a:ext uri="{FF2B5EF4-FFF2-40B4-BE49-F238E27FC236}">
                <a16:creationId xmlns:a16="http://schemas.microsoft.com/office/drawing/2014/main" id="{FAFA2503-93B0-394D-4FA4-56EC358F3354}"/>
              </a:ext>
            </a:extLst>
          </p:cNvPr>
          <p:cNvGrpSpPr>
            <a:grpSpLocks/>
          </p:cNvGrpSpPr>
          <p:nvPr/>
        </p:nvGrpSpPr>
        <p:grpSpPr bwMode="auto">
          <a:xfrm>
            <a:off x="2524125" y="1281113"/>
            <a:ext cx="7272338" cy="4195762"/>
            <a:chOff x="1000100" y="1427535"/>
            <a:chExt cx="7272358" cy="4459302"/>
          </a:xfrm>
        </p:grpSpPr>
        <p:grpSp>
          <p:nvGrpSpPr>
            <p:cNvPr id="67588" name="Group 169">
              <a:extLst>
                <a:ext uri="{FF2B5EF4-FFF2-40B4-BE49-F238E27FC236}">
                  <a16:creationId xmlns:a16="http://schemas.microsoft.com/office/drawing/2014/main" id="{CC72D073-01EA-6DC4-DD8A-CC7973F19BF2}"/>
                </a:ext>
              </a:extLst>
            </p:cNvPr>
            <p:cNvGrpSpPr>
              <a:grpSpLocks/>
            </p:cNvGrpSpPr>
            <p:nvPr/>
          </p:nvGrpSpPr>
          <p:grpSpPr bwMode="auto">
            <a:xfrm>
              <a:off x="1000100" y="2285992"/>
              <a:ext cx="685576" cy="430607"/>
              <a:chOff x="144" y="1351"/>
              <a:chExt cx="501" cy="285"/>
            </a:xfrm>
          </p:grpSpPr>
          <p:sp>
            <p:nvSpPr>
              <p:cNvPr id="31748" name="Text Box 7">
                <a:extLst>
                  <a:ext uri="{FF2B5EF4-FFF2-40B4-BE49-F238E27FC236}">
                    <a16:creationId xmlns:a16="http://schemas.microsoft.com/office/drawing/2014/main" id="{52F0D26C-1874-49DF-A90F-B35F5D841F25}"/>
                  </a:ext>
                </a:extLst>
              </p:cNvPr>
              <p:cNvSpPr txBox="1">
                <a:spLocks noChangeArrowheads="1"/>
              </p:cNvSpPr>
              <p:nvPr/>
            </p:nvSpPr>
            <p:spPr bwMode="auto">
              <a:xfrm>
                <a:off x="144" y="1350"/>
                <a:ext cx="501" cy="286"/>
              </a:xfrm>
              <a:prstGeom prst="rect">
                <a:avLst/>
              </a:prstGeom>
              <a:noFill/>
              <a:ln w="9525">
                <a:noFill/>
                <a:miter lim="800000"/>
                <a:headEnd/>
                <a:tailEnd/>
              </a:ln>
            </p:spPr>
            <p:txBody>
              <a:bodyPr/>
              <a:lstStyle/>
              <a:p>
                <a:pPr>
                  <a:defRPr/>
                </a:pPr>
                <a:r>
                  <a:rPr lang="en-US" sz="1400">
                    <a:latin typeface="+mj-lt"/>
                  </a:rPr>
                  <a:t>CAS</a:t>
                </a:r>
                <a:endParaRPr lang="en-US" sz="1400" baseline="-25000">
                  <a:latin typeface="+mj-lt"/>
                </a:endParaRPr>
              </a:p>
            </p:txBody>
          </p:sp>
          <p:sp>
            <p:nvSpPr>
              <p:cNvPr id="31750" name="Line 10">
                <a:extLst>
                  <a:ext uri="{FF2B5EF4-FFF2-40B4-BE49-F238E27FC236}">
                    <a16:creationId xmlns:a16="http://schemas.microsoft.com/office/drawing/2014/main" id="{A1019527-8AFD-4D4B-8765-7F0D127C0426}"/>
                  </a:ext>
                </a:extLst>
              </p:cNvPr>
              <p:cNvSpPr>
                <a:spLocks noChangeShapeType="1"/>
              </p:cNvSpPr>
              <p:nvPr/>
            </p:nvSpPr>
            <p:spPr bwMode="auto">
              <a:xfrm flipH="1" flipV="1">
                <a:off x="250" y="1371"/>
                <a:ext cx="218"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grpSp>
        <p:grpSp>
          <p:nvGrpSpPr>
            <p:cNvPr id="67589" name="Group 173">
              <a:extLst>
                <a:ext uri="{FF2B5EF4-FFF2-40B4-BE49-F238E27FC236}">
                  <a16:creationId xmlns:a16="http://schemas.microsoft.com/office/drawing/2014/main" id="{47B9D4FD-4930-52F0-970A-8F347AE5B71B}"/>
                </a:ext>
              </a:extLst>
            </p:cNvPr>
            <p:cNvGrpSpPr>
              <a:grpSpLocks/>
            </p:cNvGrpSpPr>
            <p:nvPr/>
          </p:nvGrpSpPr>
          <p:grpSpPr bwMode="auto">
            <a:xfrm>
              <a:off x="1054075" y="1427535"/>
              <a:ext cx="7218383" cy="4459302"/>
              <a:chOff x="178" y="754"/>
              <a:chExt cx="5275" cy="2910"/>
            </a:xfrm>
          </p:grpSpPr>
          <p:sp>
            <p:nvSpPr>
              <p:cNvPr id="31751" name="Text Box 11">
                <a:extLst>
                  <a:ext uri="{FF2B5EF4-FFF2-40B4-BE49-F238E27FC236}">
                    <a16:creationId xmlns:a16="http://schemas.microsoft.com/office/drawing/2014/main" id="{220B11E3-35CA-4775-A52F-65A8A862D02A}"/>
                  </a:ext>
                </a:extLst>
              </p:cNvPr>
              <p:cNvSpPr txBox="1">
                <a:spLocks noChangeArrowheads="1"/>
              </p:cNvSpPr>
              <p:nvPr/>
            </p:nvSpPr>
            <p:spPr bwMode="auto">
              <a:xfrm>
                <a:off x="275" y="2180"/>
                <a:ext cx="399" cy="250"/>
              </a:xfrm>
              <a:prstGeom prst="rect">
                <a:avLst/>
              </a:prstGeom>
              <a:noFill/>
              <a:ln w="31750">
                <a:noFill/>
                <a:miter lim="800000"/>
                <a:headEnd/>
                <a:tailEnd/>
              </a:ln>
            </p:spPr>
            <p:txBody>
              <a:bodyPr/>
              <a:lstStyle/>
              <a:p>
                <a:pPr>
                  <a:defRPr/>
                </a:pPr>
                <a:r>
                  <a:rPr lang="en-US" sz="1400">
                    <a:latin typeface="+mj-lt"/>
                  </a:rPr>
                  <a:t>MA</a:t>
                </a:r>
              </a:p>
            </p:txBody>
          </p:sp>
          <p:grpSp>
            <p:nvGrpSpPr>
              <p:cNvPr id="67591" name="Group 168">
                <a:extLst>
                  <a:ext uri="{FF2B5EF4-FFF2-40B4-BE49-F238E27FC236}">
                    <a16:creationId xmlns:a16="http://schemas.microsoft.com/office/drawing/2014/main" id="{BEA279A0-E1CD-3182-58D8-459C2A474464}"/>
                  </a:ext>
                </a:extLst>
              </p:cNvPr>
              <p:cNvGrpSpPr>
                <a:grpSpLocks/>
              </p:cNvGrpSpPr>
              <p:nvPr/>
            </p:nvGrpSpPr>
            <p:grpSpPr bwMode="auto">
              <a:xfrm>
                <a:off x="281" y="2584"/>
                <a:ext cx="402" cy="250"/>
                <a:chOff x="252" y="2567"/>
                <a:chExt cx="405" cy="254"/>
              </a:xfrm>
            </p:grpSpPr>
            <p:sp>
              <p:nvSpPr>
                <p:cNvPr id="31752" name="Text Box 12">
                  <a:extLst>
                    <a:ext uri="{FF2B5EF4-FFF2-40B4-BE49-F238E27FC236}">
                      <a16:creationId xmlns:a16="http://schemas.microsoft.com/office/drawing/2014/main" id="{C246C242-BFB9-4370-B6EC-FC67A37DE11A}"/>
                    </a:ext>
                  </a:extLst>
                </p:cNvPr>
                <p:cNvSpPr txBox="1">
                  <a:spLocks noChangeArrowheads="1"/>
                </p:cNvSpPr>
                <p:nvPr/>
              </p:nvSpPr>
              <p:spPr bwMode="auto">
                <a:xfrm>
                  <a:off x="252" y="2556"/>
                  <a:ext cx="401" cy="265"/>
                </a:xfrm>
                <a:prstGeom prst="rect">
                  <a:avLst/>
                </a:prstGeom>
                <a:noFill/>
                <a:ln w="31750">
                  <a:noFill/>
                  <a:miter lim="800000"/>
                  <a:headEnd/>
                  <a:tailEnd/>
                </a:ln>
              </p:spPr>
              <p:txBody>
                <a:bodyPr/>
                <a:lstStyle/>
                <a:p>
                  <a:pPr>
                    <a:defRPr/>
                  </a:pPr>
                  <a:r>
                    <a:rPr lang="en-US" sz="1400">
                      <a:latin typeface="+mj-lt"/>
                    </a:rPr>
                    <a:t>WE</a:t>
                  </a:r>
                </a:p>
              </p:txBody>
            </p:sp>
            <p:sp>
              <p:nvSpPr>
                <p:cNvPr id="31753" name="Line 13">
                  <a:extLst>
                    <a:ext uri="{FF2B5EF4-FFF2-40B4-BE49-F238E27FC236}">
                      <a16:creationId xmlns:a16="http://schemas.microsoft.com/office/drawing/2014/main" id="{0BED33D1-FC83-4DEE-AA4E-0BD34DE0A787}"/>
                    </a:ext>
                  </a:extLst>
                </p:cNvPr>
                <p:cNvSpPr>
                  <a:spLocks noChangeShapeType="1"/>
                </p:cNvSpPr>
                <p:nvPr/>
              </p:nvSpPr>
              <p:spPr bwMode="auto">
                <a:xfrm>
                  <a:off x="311" y="2577"/>
                  <a:ext cx="206"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grpSp>
          <p:sp>
            <p:nvSpPr>
              <p:cNvPr id="31754" name="Text Box 14">
                <a:extLst>
                  <a:ext uri="{FF2B5EF4-FFF2-40B4-BE49-F238E27FC236}">
                    <a16:creationId xmlns:a16="http://schemas.microsoft.com/office/drawing/2014/main" id="{EB6EB995-A4A7-4881-BD84-6526E23415CD}"/>
                  </a:ext>
                </a:extLst>
              </p:cNvPr>
              <p:cNvSpPr txBox="1">
                <a:spLocks noChangeArrowheads="1"/>
              </p:cNvSpPr>
              <p:nvPr/>
            </p:nvSpPr>
            <p:spPr bwMode="auto">
              <a:xfrm>
                <a:off x="178" y="3110"/>
                <a:ext cx="481" cy="270"/>
              </a:xfrm>
              <a:prstGeom prst="rect">
                <a:avLst/>
              </a:prstGeom>
              <a:noFill/>
              <a:ln w="9525">
                <a:noFill/>
                <a:miter lim="800000"/>
                <a:headEnd/>
                <a:tailEnd/>
              </a:ln>
            </p:spPr>
            <p:txBody>
              <a:bodyPr/>
              <a:lstStyle/>
              <a:p>
                <a:pPr>
                  <a:defRPr/>
                </a:pPr>
                <a:r>
                  <a:rPr lang="en-US" sz="1400">
                    <a:latin typeface="+mj-lt"/>
                  </a:rPr>
                  <a:t>Data</a:t>
                </a:r>
              </a:p>
            </p:txBody>
          </p:sp>
          <p:sp>
            <p:nvSpPr>
              <p:cNvPr id="31755" name="Line 15">
                <a:extLst>
                  <a:ext uri="{FF2B5EF4-FFF2-40B4-BE49-F238E27FC236}">
                    <a16:creationId xmlns:a16="http://schemas.microsoft.com/office/drawing/2014/main" id="{64ECDFE0-98EB-49E3-B112-93CEEDC156C2}"/>
                  </a:ext>
                </a:extLst>
              </p:cNvPr>
              <p:cNvSpPr>
                <a:spLocks noChangeShapeType="1"/>
              </p:cNvSpPr>
              <p:nvPr/>
            </p:nvSpPr>
            <p:spPr bwMode="auto">
              <a:xfrm>
                <a:off x="597" y="855"/>
                <a:ext cx="0" cy="2593"/>
              </a:xfrm>
              <a:prstGeom prst="line">
                <a:avLst/>
              </a:prstGeom>
              <a:noFill/>
              <a:ln w="9525">
                <a:solidFill>
                  <a:srgbClr val="000000"/>
                </a:solidFill>
                <a:round/>
                <a:headEnd/>
                <a:tailEnd/>
              </a:ln>
            </p:spPr>
            <p:txBody>
              <a:bodyPr/>
              <a:lstStyle/>
              <a:p>
                <a:pPr eaLnBrk="1" hangingPunct="1">
                  <a:defRPr/>
                </a:pPr>
                <a:endParaRPr lang="en-US" sz="1200">
                  <a:latin typeface="+mj-lt"/>
                </a:endParaRPr>
              </a:p>
            </p:txBody>
          </p:sp>
          <p:sp>
            <p:nvSpPr>
              <p:cNvPr id="31756" name="Line 16">
                <a:extLst>
                  <a:ext uri="{FF2B5EF4-FFF2-40B4-BE49-F238E27FC236}">
                    <a16:creationId xmlns:a16="http://schemas.microsoft.com/office/drawing/2014/main" id="{4FF29342-6977-4FEE-9200-EBF7E4EA5215}"/>
                  </a:ext>
                </a:extLst>
              </p:cNvPr>
              <p:cNvSpPr>
                <a:spLocks noChangeShapeType="1"/>
              </p:cNvSpPr>
              <p:nvPr/>
            </p:nvSpPr>
            <p:spPr bwMode="auto">
              <a:xfrm>
                <a:off x="605" y="1085"/>
                <a:ext cx="2410" cy="0"/>
              </a:xfrm>
              <a:prstGeom prst="line">
                <a:avLst/>
              </a:prstGeom>
              <a:noFill/>
              <a:ln w="22225">
                <a:solidFill>
                  <a:srgbClr val="000000"/>
                </a:solidFill>
                <a:round/>
                <a:headEnd type="triangle" w="med" len="lg"/>
                <a:tailEnd type="triangle" w="med" len="lg"/>
              </a:ln>
            </p:spPr>
            <p:txBody>
              <a:bodyPr/>
              <a:lstStyle/>
              <a:p>
                <a:pPr eaLnBrk="1" hangingPunct="1">
                  <a:defRPr/>
                </a:pPr>
                <a:endParaRPr lang="en-US" sz="1200">
                  <a:latin typeface="+mj-lt"/>
                </a:endParaRPr>
              </a:p>
            </p:txBody>
          </p:sp>
          <p:sp>
            <p:nvSpPr>
              <p:cNvPr id="31757" name="Line 17">
                <a:extLst>
                  <a:ext uri="{FF2B5EF4-FFF2-40B4-BE49-F238E27FC236}">
                    <a16:creationId xmlns:a16="http://schemas.microsoft.com/office/drawing/2014/main" id="{79F78FF8-C72D-4999-BB0D-BD9670F6618F}"/>
                  </a:ext>
                </a:extLst>
              </p:cNvPr>
              <p:cNvSpPr>
                <a:spLocks noChangeShapeType="1"/>
              </p:cNvSpPr>
              <p:nvPr/>
            </p:nvSpPr>
            <p:spPr bwMode="auto">
              <a:xfrm flipH="1">
                <a:off x="3016" y="855"/>
                <a:ext cx="3" cy="1757"/>
              </a:xfrm>
              <a:prstGeom prst="line">
                <a:avLst/>
              </a:prstGeom>
              <a:noFill/>
              <a:ln w="9525">
                <a:solidFill>
                  <a:srgbClr val="000000"/>
                </a:solidFill>
                <a:round/>
                <a:headEnd/>
                <a:tailEnd/>
              </a:ln>
            </p:spPr>
            <p:txBody>
              <a:bodyPr/>
              <a:lstStyle/>
              <a:p>
                <a:pPr eaLnBrk="1" hangingPunct="1">
                  <a:defRPr/>
                </a:pPr>
                <a:endParaRPr lang="en-US" sz="1200">
                  <a:latin typeface="+mj-lt"/>
                </a:endParaRPr>
              </a:p>
            </p:txBody>
          </p:sp>
          <p:sp>
            <p:nvSpPr>
              <p:cNvPr id="31758" name="Line 18">
                <a:extLst>
                  <a:ext uri="{FF2B5EF4-FFF2-40B4-BE49-F238E27FC236}">
                    <a16:creationId xmlns:a16="http://schemas.microsoft.com/office/drawing/2014/main" id="{48AF48E1-8AF5-449C-B655-BC07BB38A78B}"/>
                  </a:ext>
                </a:extLst>
              </p:cNvPr>
              <p:cNvSpPr>
                <a:spLocks noChangeShapeType="1"/>
              </p:cNvSpPr>
              <p:nvPr/>
            </p:nvSpPr>
            <p:spPr bwMode="auto">
              <a:xfrm>
                <a:off x="857" y="1559"/>
                <a:ext cx="1745"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59" name="Line 19">
                <a:extLst>
                  <a:ext uri="{FF2B5EF4-FFF2-40B4-BE49-F238E27FC236}">
                    <a16:creationId xmlns:a16="http://schemas.microsoft.com/office/drawing/2014/main" id="{4F7BE6E8-0001-4D4B-8C5C-5F6F07E9AA7E}"/>
                  </a:ext>
                </a:extLst>
              </p:cNvPr>
              <p:cNvSpPr>
                <a:spLocks noChangeShapeType="1"/>
              </p:cNvSpPr>
              <p:nvPr/>
            </p:nvSpPr>
            <p:spPr bwMode="auto">
              <a:xfrm flipV="1">
                <a:off x="2601" y="1308"/>
                <a:ext cx="65" cy="25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60" name="Line 20">
                <a:extLst>
                  <a:ext uri="{FF2B5EF4-FFF2-40B4-BE49-F238E27FC236}">
                    <a16:creationId xmlns:a16="http://schemas.microsoft.com/office/drawing/2014/main" id="{1A32012E-1C4B-4A88-AA58-5DF980CFC73F}"/>
                  </a:ext>
                </a:extLst>
              </p:cNvPr>
              <p:cNvSpPr>
                <a:spLocks noChangeShapeType="1"/>
              </p:cNvSpPr>
              <p:nvPr/>
            </p:nvSpPr>
            <p:spPr bwMode="auto">
              <a:xfrm flipV="1">
                <a:off x="2669" y="1306"/>
                <a:ext cx="556"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61" name="Line 21">
                <a:extLst>
                  <a:ext uri="{FF2B5EF4-FFF2-40B4-BE49-F238E27FC236}">
                    <a16:creationId xmlns:a16="http://schemas.microsoft.com/office/drawing/2014/main" id="{C76C034C-B207-462B-A087-74E580700148}"/>
                  </a:ext>
                </a:extLst>
              </p:cNvPr>
              <p:cNvSpPr>
                <a:spLocks noChangeShapeType="1"/>
              </p:cNvSpPr>
              <p:nvPr/>
            </p:nvSpPr>
            <p:spPr bwMode="auto">
              <a:xfrm>
                <a:off x="603" y="1757"/>
                <a:ext cx="870"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62" name="Line 22">
                <a:extLst>
                  <a:ext uri="{FF2B5EF4-FFF2-40B4-BE49-F238E27FC236}">
                    <a16:creationId xmlns:a16="http://schemas.microsoft.com/office/drawing/2014/main" id="{83E80CE8-C526-4C75-B2D1-2073DFC66FC8}"/>
                  </a:ext>
                </a:extLst>
              </p:cNvPr>
              <p:cNvSpPr>
                <a:spLocks noChangeShapeType="1"/>
              </p:cNvSpPr>
              <p:nvPr/>
            </p:nvSpPr>
            <p:spPr bwMode="auto">
              <a:xfrm>
                <a:off x="1473" y="1757"/>
                <a:ext cx="71" cy="24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63" name="Line 23">
                <a:extLst>
                  <a:ext uri="{FF2B5EF4-FFF2-40B4-BE49-F238E27FC236}">
                    <a16:creationId xmlns:a16="http://schemas.microsoft.com/office/drawing/2014/main" id="{DCAB8875-64B9-4F57-B9E3-EC57EDCB28EC}"/>
                  </a:ext>
                </a:extLst>
              </p:cNvPr>
              <p:cNvSpPr>
                <a:spLocks noChangeShapeType="1"/>
              </p:cNvSpPr>
              <p:nvPr/>
            </p:nvSpPr>
            <p:spPr bwMode="auto">
              <a:xfrm>
                <a:off x="1543" y="1998"/>
                <a:ext cx="1058"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64" name="Line 24">
                <a:extLst>
                  <a:ext uri="{FF2B5EF4-FFF2-40B4-BE49-F238E27FC236}">
                    <a16:creationId xmlns:a16="http://schemas.microsoft.com/office/drawing/2014/main" id="{1B650FAF-E519-424D-B5C4-005A2836184D}"/>
                  </a:ext>
                </a:extLst>
              </p:cNvPr>
              <p:cNvSpPr>
                <a:spLocks noChangeShapeType="1"/>
              </p:cNvSpPr>
              <p:nvPr/>
            </p:nvSpPr>
            <p:spPr bwMode="auto">
              <a:xfrm flipV="1">
                <a:off x="2601" y="1757"/>
                <a:ext cx="65" cy="24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65" name="Line 25">
                <a:extLst>
                  <a:ext uri="{FF2B5EF4-FFF2-40B4-BE49-F238E27FC236}">
                    <a16:creationId xmlns:a16="http://schemas.microsoft.com/office/drawing/2014/main" id="{AAA2CDAA-A758-43A8-ADA5-AB2482008DC1}"/>
                  </a:ext>
                </a:extLst>
              </p:cNvPr>
              <p:cNvSpPr>
                <a:spLocks noChangeShapeType="1"/>
              </p:cNvSpPr>
              <p:nvPr/>
            </p:nvSpPr>
            <p:spPr bwMode="auto">
              <a:xfrm>
                <a:off x="2673" y="1757"/>
                <a:ext cx="1312"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66" name="Line 26">
                <a:extLst>
                  <a:ext uri="{FF2B5EF4-FFF2-40B4-BE49-F238E27FC236}">
                    <a16:creationId xmlns:a16="http://schemas.microsoft.com/office/drawing/2014/main" id="{8482D65D-994F-41F5-8307-E7B8DE88C31B}"/>
                  </a:ext>
                </a:extLst>
              </p:cNvPr>
              <p:cNvSpPr>
                <a:spLocks noChangeShapeType="1"/>
              </p:cNvSpPr>
              <p:nvPr/>
            </p:nvSpPr>
            <p:spPr bwMode="auto">
              <a:xfrm flipV="1">
                <a:off x="603" y="2204"/>
                <a:ext cx="434" cy="2"/>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67" name="Line 27">
                <a:extLst>
                  <a:ext uri="{FF2B5EF4-FFF2-40B4-BE49-F238E27FC236}">
                    <a16:creationId xmlns:a16="http://schemas.microsoft.com/office/drawing/2014/main" id="{D11E0B4E-7F61-4D77-B1E7-BE1A6ECAB981}"/>
                  </a:ext>
                </a:extLst>
              </p:cNvPr>
              <p:cNvSpPr>
                <a:spLocks noChangeShapeType="1"/>
              </p:cNvSpPr>
              <p:nvPr/>
            </p:nvSpPr>
            <p:spPr bwMode="auto">
              <a:xfrm flipV="1">
                <a:off x="619" y="2497"/>
                <a:ext cx="433"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grpSp>
            <p:nvGrpSpPr>
              <p:cNvPr id="67606" name="Group 28">
                <a:extLst>
                  <a:ext uri="{FF2B5EF4-FFF2-40B4-BE49-F238E27FC236}">
                    <a16:creationId xmlns:a16="http://schemas.microsoft.com/office/drawing/2014/main" id="{5A660D6C-6434-834E-55AF-AD32BC113F9E}"/>
                  </a:ext>
                </a:extLst>
              </p:cNvPr>
              <p:cNvGrpSpPr>
                <a:grpSpLocks/>
              </p:cNvGrpSpPr>
              <p:nvPr/>
            </p:nvGrpSpPr>
            <p:grpSpPr bwMode="auto">
              <a:xfrm>
                <a:off x="1037" y="2194"/>
                <a:ext cx="292" cy="308"/>
                <a:chOff x="3225" y="3405"/>
                <a:chExt cx="541" cy="495"/>
              </a:xfrm>
            </p:grpSpPr>
            <p:sp>
              <p:nvSpPr>
                <p:cNvPr id="31904" name="Line 29">
                  <a:extLst>
                    <a:ext uri="{FF2B5EF4-FFF2-40B4-BE49-F238E27FC236}">
                      <a16:creationId xmlns:a16="http://schemas.microsoft.com/office/drawing/2014/main" id="{D847B9CF-6091-403B-8C13-AEEE20F5205C}"/>
                    </a:ext>
                  </a:extLst>
                </p:cNvPr>
                <p:cNvSpPr>
                  <a:spLocks noChangeShapeType="1"/>
                </p:cNvSpPr>
                <p:nvPr/>
              </p:nvSpPr>
              <p:spPr bwMode="auto">
                <a:xfrm>
                  <a:off x="3224" y="3423"/>
                  <a:ext cx="196" cy="476"/>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905" name="Line 30">
                  <a:extLst>
                    <a:ext uri="{FF2B5EF4-FFF2-40B4-BE49-F238E27FC236}">
                      <a16:creationId xmlns:a16="http://schemas.microsoft.com/office/drawing/2014/main" id="{73A5EEE4-E8BC-4454-A83B-C11760D10690}"/>
                    </a:ext>
                  </a:extLst>
                </p:cNvPr>
                <p:cNvSpPr>
                  <a:spLocks noChangeShapeType="1"/>
                </p:cNvSpPr>
                <p:nvPr/>
              </p:nvSpPr>
              <p:spPr bwMode="auto">
                <a:xfrm flipV="1">
                  <a:off x="3254" y="3419"/>
                  <a:ext cx="166" cy="483"/>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906" name="Line 31">
                  <a:extLst>
                    <a:ext uri="{FF2B5EF4-FFF2-40B4-BE49-F238E27FC236}">
                      <a16:creationId xmlns:a16="http://schemas.microsoft.com/office/drawing/2014/main" id="{92F567A6-E594-4090-8023-C0F7B16349E0}"/>
                    </a:ext>
                  </a:extLst>
                </p:cNvPr>
                <p:cNvSpPr>
                  <a:spLocks noChangeShapeType="1"/>
                </p:cNvSpPr>
                <p:nvPr/>
              </p:nvSpPr>
              <p:spPr bwMode="auto">
                <a:xfrm>
                  <a:off x="3420" y="3899"/>
                  <a:ext cx="150"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907" name="Line 32">
                  <a:extLst>
                    <a:ext uri="{FF2B5EF4-FFF2-40B4-BE49-F238E27FC236}">
                      <a16:creationId xmlns:a16="http://schemas.microsoft.com/office/drawing/2014/main" id="{0C87615B-317D-4CAC-BEEB-B9F7B5C77DC1}"/>
                    </a:ext>
                  </a:extLst>
                </p:cNvPr>
                <p:cNvSpPr>
                  <a:spLocks noChangeShapeType="1"/>
                </p:cNvSpPr>
                <p:nvPr/>
              </p:nvSpPr>
              <p:spPr bwMode="auto">
                <a:xfrm>
                  <a:off x="3400" y="3411"/>
                  <a:ext cx="174"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908" name="Line 33">
                  <a:extLst>
                    <a:ext uri="{FF2B5EF4-FFF2-40B4-BE49-F238E27FC236}">
                      <a16:creationId xmlns:a16="http://schemas.microsoft.com/office/drawing/2014/main" id="{11C06089-8F33-4E9A-9DA9-71C7FDB525DD}"/>
                    </a:ext>
                  </a:extLst>
                </p:cNvPr>
                <p:cNvSpPr>
                  <a:spLocks noChangeShapeType="1"/>
                </p:cNvSpPr>
                <p:nvPr/>
              </p:nvSpPr>
              <p:spPr bwMode="auto">
                <a:xfrm>
                  <a:off x="3570" y="3423"/>
                  <a:ext cx="153" cy="476"/>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909" name="Line 34">
                  <a:extLst>
                    <a:ext uri="{FF2B5EF4-FFF2-40B4-BE49-F238E27FC236}">
                      <a16:creationId xmlns:a16="http://schemas.microsoft.com/office/drawing/2014/main" id="{89664680-C2C3-4621-B7F3-8744C32F0699}"/>
                    </a:ext>
                  </a:extLst>
                </p:cNvPr>
                <p:cNvSpPr>
                  <a:spLocks noChangeShapeType="1"/>
                </p:cNvSpPr>
                <p:nvPr/>
              </p:nvSpPr>
              <p:spPr bwMode="auto">
                <a:xfrm flipV="1">
                  <a:off x="3570" y="3407"/>
                  <a:ext cx="196" cy="495"/>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grpSp>
          <p:sp>
            <p:nvSpPr>
              <p:cNvPr id="31769" name="Line 35">
                <a:extLst>
                  <a:ext uri="{FF2B5EF4-FFF2-40B4-BE49-F238E27FC236}">
                    <a16:creationId xmlns:a16="http://schemas.microsoft.com/office/drawing/2014/main" id="{A980C863-0C76-4CA2-BE5B-4E6567BC32AF}"/>
                  </a:ext>
                </a:extLst>
              </p:cNvPr>
              <p:cNvSpPr>
                <a:spLocks noChangeShapeType="1"/>
              </p:cNvSpPr>
              <p:nvPr/>
            </p:nvSpPr>
            <p:spPr bwMode="auto">
              <a:xfrm>
                <a:off x="1325" y="2207"/>
                <a:ext cx="726"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70" name="Line 36">
                <a:extLst>
                  <a:ext uri="{FF2B5EF4-FFF2-40B4-BE49-F238E27FC236}">
                    <a16:creationId xmlns:a16="http://schemas.microsoft.com/office/drawing/2014/main" id="{EBB55AF4-5782-4BF4-9862-F937F09B2A3D}"/>
                  </a:ext>
                </a:extLst>
              </p:cNvPr>
              <p:cNvSpPr>
                <a:spLocks noChangeShapeType="1"/>
              </p:cNvSpPr>
              <p:nvPr/>
            </p:nvSpPr>
            <p:spPr bwMode="auto">
              <a:xfrm flipV="1">
                <a:off x="1301" y="2497"/>
                <a:ext cx="758"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71" name="Line 37">
                <a:extLst>
                  <a:ext uri="{FF2B5EF4-FFF2-40B4-BE49-F238E27FC236}">
                    <a16:creationId xmlns:a16="http://schemas.microsoft.com/office/drawing/2014/main" id="{0784F555-EDA7-4BB1-9BBD-5D56D9689191}"/>
                  </a:ext>
                </a:extLst>
              </p:cNvPr>
              <p:cNvSpPr>
                <a:spLocks noChangeShapeType="1"/>
              </p:cNvSpPr>
              <p:nvPr/>
            </p:nvSpPr>
            <p:spPr bwMode="auto">
              <a:xfrm>
                <a:off x="2050" y="2204"/>
                <a:ext cx="102" cy="293"/>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72" name="Line 38">
                <a:extLst>
                  <a:ext uri="{FF2B5EF4-FFF2-40B4-BE49-F238E27FC236}">
                    <a16:creationId xmlns:a16="http://schemas.microsoft.com/office/drawing/2014/main" id="{A3BA437F-267B-461F-BA11-879788F07D3F}"/>
                  </a:ext>
                </a:extLst>
              </p:cNvPr>
              <p:cNvSpPr>
                <a:spLocks noChangeShapeType="1"/>
              </p:cNvSpPr>
              <p:nvPr/>
            </p:nvSpPr>
            <p:spPr bwMode="auto">
              <a:xfrm flipV="1">
                <a:off x="2059" y="2192"/>
                <a:ext cx="95" cy="309"/>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73" name="Line 39">
                <a:extLst>
                  <a:ext uri="{FF2B5EF4-FFF2-40B4-BE49-F238E27FC236}">
                    <a16:creationId xmlns:a16="http://schemas.microsoft.com/office/drawing/2014/main" id="{D9F051C1-C770-4C7F-A713-0D7B8CFB3323}"/>
                  </a:ext>
                </a:extLst>
              </p:cNvPr>
              <p:cNvSpPr>
                <a:spLocks noChangeShapeType="1"/>
              </p:cNvSpPr>
              <p:nvPr/>
            </p:nvSpPr>
            <p:spPr bwMode="auto">
              <a:xfrm>
                <a:off x="2154" y="2497"/>
                <a:ext cx="81"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grpSp>
            <p:nvGrpSpPr>
              <p:cNvPr id="67612" name="Group 41">
                <a:extLst>
                  <a:ext uri="{FF2B5EF4-FFF2-40B4-BE49-F238E27FC236}">
                    <a16:creationId xmlns:a16="http://schemas.microsoft.com/office/drawing/2014/main" id="{C9A3B166-627A-2A96-ACF5-FD580D6B3A15}"/>
                  </a:ext>
                </a:extLst>
              </p:cNvPr>
              <p:cNvGrpSpPr>
                <a:grpSpLocks/>
              </p:cNvGrpSpPr>
              <p:nvPr/>
            </p:nvGrpSpPr>
            <p:grpSpPr bwMode="auto">
              <a:xfrm>
                <a:off x="2966" y="2192"/>
                <a:ext cx="105" cy="308"/>
                <a:chOff x="5820" y="3401"/>
                <a:chExt cx="195" cy="495"/>
              </a:xfrm>
            </p:grpSpPr>
            <p:sp>
              <p:nvSpPr>
                <p:cNvPr id="31902" name="Line 42">
                  <a:extLst>
                    <a:ext uri="{FF2B5EF4-FFF2-40B4-BE49-F238E27FC236}">
                      <a16:creationId xmlns:a16="http://schemas.microsoft.com/office/drawing/2014/main" id="{9F1615B0-C36E-4FBD-9FB2-0F43CB7DE3AC}"/>
                    </a:ext>
                  </a:extLst>
                </p:cNvPr>
                <p:cNvSpPr>
                  <a:spLocks noChangeShapeType="1"/>
                </p:cNvSpPr>
                <p:nvPr/>
              </p:nvSpPr>
              <p:spPr bwMode="auto">
                <a:xfrm>
                  <a:off x="5820" y="3419"/>
                  <a:ext cx="151" cy="476"/>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903" name="Line 43">
                  <a:extLst>
                    <a:ext uri="{FF2B5EF4-FFF2-40B4-BE49-F238E27FC236}">
                      <a16:creationId xmlns:a16="http://schemas.microsoft.com/office/drawing/2014/main" id="{40AAD467-3135-4C63-833D-EE6A3D9FD606}"/>
                    </a:ext>
                  </a:extLst>
                </p:cNvPr>
                <p:cNvSpPr>
                  <a:spLocks noChangeShapeType="1"/>
                </p:cNvSpPr>
                <p:nvPr/>
              </p:nvSpPr>
              <p:spPr bwMode="auto">
                <a:xfrm flipV="1">
                  <a:off x="5820" y="3399"/>
                  <a:ext cx="196" cy="495"/>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grpSp>
          <p:sp>
            <p:nvSpPr>
              <p:cNvPr id="31776" name="Line 44">
                <a:extLst>
                  <a:ext uri="{FF2B5EF4-FFF2-40B4-BE49-F238E27FC236}">
                    <a16:creationId xmlns:a16="http://schemas.microsoft.com/office/drawing/2014/main" id="{F034130D-A4F1-41E3-AD42-BC8AF4DB27DA}"/>
                  </a:ext>
                </a:extLst>
              </p:cNvPr>
              <p:cNvSpPr>
                <a:spLocks noChangeShapeType="1"/>
              </p:cNvSpPr>
              <p:nvPr/>
            </p:nvSpPr>
            <p:spPr bwMode="auto">
              <a:xfrm>
                <a:off x="2136" y="2191"/>
                <a:ext cx="839" cy="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77" name="Line 45">
                <a:extLst>
                  <a:ext uri="{FF2B5EF4-FFF2-40B4-BE49-F238E27FC236}">
                    <a16:creationId xmlns:a16="http://schemas.microsoft.com/office/drawing/2014/main" id="{813FDAD3-B2C6-49FF-937D-EBCE5D6D4274}"/>
                  </a:ext>
                </a:extLst>
              </p:cNvPr>
              <p:cNvSpPr>
                <a:spLocks noChangeShapeType="1"/>
              </p:cNvSpPr>
              <p:nvPr/>
            </p:nvSpPr>
            <p:spPr bwMode="auto">
              <a:xfrm flipV="1">
                <a:off x="2240" y="2497"/>
                <a:ext cx="726"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78" name="Line 46">
                <a:extLst>
                  <a:ext uri="{FF2B5EF4-FFF2-40B4-BE49-F238E27FC236}">
                    <a16:creationId xmlns:a16="http://schemas.microsoft.com/office/drawing/2014/main" id="{CC21F080-7153-451E-B28F-33E077BDD3EC}"/>
                  </a:ext>
                </a:extLst>
              </p:cNvPr>
              <p:cNvSpPr>
                <a:spLocks noChangeShapeType="1"/>
              </p:cNvSpPr>
              <p:nvPr/>
            </p:nvSpPr>
            <p:spPr bwMode="auto">
              <a:xfrm>
                <a:off x="3071" y="2192"/>
                <a:ext cx="432"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79" name="Line 47">
                <a:extLst>
                  <a:ext uri="{FF2B5EF4-FFF2-40B4-BE49-F238E27FC236}">
                    <a16:creationId xmlns:a16="http://schemas.microsoft.com/office/drawing/2014/main" id="{38DD190F-3EBC-47CD-A45C-9C7F1226D60E}"/>
                  </a:ext>
                </a:extLst>
              </p:cNvPr>
              <p:cNvSpPr>
                <a:spLocks noChangeShapeType="1"/>
              </p:cNvSpPr>
              <p:nvPr/>
            </p:nvSpPr>
            <p:spPr bwMode="auto">
              <a:xfrm>
                <a:off x="3224" y="1316"/>
                <a:ext cx="63" cy="25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80" name="Line 48">
                <a:extLst>
                  <a:ext uri="{FF2B5EF4-FFF2-40B4-BE49-F238E27FC236}">
                    <a16:creationId xmlns:a16="http://schemas.microsoft.com/office/drawing/2014/main" id="{58C5FF1D-F1DE-417E-BA49-FFA267C3F22D}"/>
                  </a:ext>
                </a:extLst>
              </p:cNvPr>
              <p:cNvSpPr>
                <a:spLocks noChangeShapeType="1"/>
              </p:cNvSpPr>
              <p:nvPr/>
            </p:nvSpPr>
            <p:spPr bwMode="auto">
              <a:xfrm>
                <a:off x="3287" y="1567"/>
                <a:ext cx="1765"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81" name="Line 49">
                <a:extLst>
                  <a:ext uri="{FF2B5EF4-FFF2-40B4-BE49-F238E27FC236}">
                    <a16:creationId xmlns:a16="http://schemas.microsoft.com/office/drawing/2014/main" id="{9E9D7DCE-6CF7-4C94-BF98-8975BBD6E110}"/>
                  </a:ext>
                </a:extLst>
              </p:cNvPr>
              <p:cNvSpPr>
                <a:spLocks noChangeShapeType="1"/>
              </p:cNvSpPr>
              <p:nvPr/>
            </p:nvSpPr>
            <p:spPr bwMode="auto">
              <a:xfrm flipV="1">
                <a:off x="5057" y="1316"/>
                <a:ext cx="66" cy="25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82" name="Line 50">
                <a:extLst>
                  <a:ext uri="{FF2B5EF4-FFF2-40B4-BE49-F238E27FC236}">
                    <a16:creationId xmlns:a16="http://schemas.microsoft.com/office/drawing/2014/main" id="{6C00E361-BEC1-4F79-9555-9CE5A3F2C820}"/>
                  </a:ext>
                </a:extLst>
              </p:cNvPr>
              <p:cNvSpPr>
                <a:spLocks noChangeShapeType="1"/>
              </p:cNvSpPr>
              <p:nvPr/>
            </p:nvSpPr>
            <p:spPr bwMode="auto">
              <a:xfrm>
                <a:off x="5126" y="1316"/>
                <a:ext cx="327"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83" name="Line 51">
                <a:extLst>
                  <a:ext uri="{FF2B5EF4-FFF2-40B4-BE49-F238E27FC236}">
                    <a16:creationId xmlns:a16="http://schemas.microsoft.com/office/drawing/2014/main" id="{B3F62138-F842-4D7B-82C8-B71C9F2B4192}"/>
                  </a:ext>
                </a:extLst>
              </p:cNvPr>
              <p:cNvSpPr>
                <a:spLocks noChangeShapeType="1"/>
              </p:cNvSpPr>
              <p:nvPr/>
            </p:nvSpPr>
            <p:spPr bwMode="auto">
              <a:xfrm>
                <a:off x="3046" y="2497"/>
                <a:ext cx="478"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84" name="Line 52">
                <a:extLst>
                  <a:ext uri="{FF2B5EF4-FFF2-40B4-BE49-F238E27FC236}">
                    <a16:creationId xmlns:a16="http://schemas.microsoft.com/office/drawing/2014/main" id="{F335DF83-4033-4B11-9D02-AE1618902B21}"/>
                  </a:ext>
                </a:extLst>
              </p:cNvPr>
              <p:cNvSpPr>
                <a:spLocks noChangeShapeType="1"/>
              </p:cNvSpPr>
              <p:nvPr/>
            </p:nvSpPr>
            <p:spPr bwMode="auto">
              <a:xfrm>
                <a:off x="3496" y="2194"/>
                <a:ext cx="116" cy="306"/>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85" name="Line 53">
                <a:extLst>
                  <a:ext uri="{FF2B5EF4-FFF2-40B4-BE49-F238E27FC236}">
                    <a16:creationId xmlns:a16="http://schemas.microsoft.com/office/drawing/2014/main" id="{F9760D66-0F91-4CCF-A845-723F4CAD092E}"/>
                  </a:ext>
                </a:extLst>
              </p:cNvPr>
              <p:cNvSpPr>
                <a:spLocks noChangeShapeType="1"/>
              </p:cNvSpPr>
              <p:nvPr/>
            </p:nvSpPr>
            <p:spPr bwMode="auto">
              <a:xfrm flipV="1">
                <a:off x="3524" y="2201"/>
                <a:ext cx="88" cy="296"/>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86" name="Line 54">
                <a:extLst>
                  <a:ext uri="{FF2B5EF4-FFF2-40B4-BE49-F238E27FC236}">
                    <a16:creationId xmlns:a16="http://schemas.microsoft.com/office/drawing/2014/main" id="{86FD1F53-4872-4E99-8AE3-A01BDB5E30BB}"/>
                  </a:ext>
                </a:extLst>
              </p:cNvPr>
              <p:cNvSpPr>
                <a:spLocks noChangeShapeType="1"/>
              </p:cNvSpPr>
              <p:nvPr/>
            </p:nvSpPr>
            <p:spPr bwMode="auto">
              <a:xfrm>
                <a:off x="3612" y="2497"/>
                <a:ext cx="81"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87" name="Line 55">
                <a:extLst>
                  <a:ext uri="{FF2B5EF4-FFF2-40B4-BE49-F238E27FC236}">
                    <a16:creationId xmlns:a16="http://schemas.microsoft.com/office/drawing/2014/main" id="{3AA37468-4844-447A-BA7B-A21D1C51821F}"/>
                  </a:ext>
                </a:extLst>
              </p:cNvPr>
              <p:cNvSpPr>
                <a:spLocks noChangeShapeType="1"/>
              </p:cNvSpPr>
              <p:nvPr/>
            </p:nvSpPr>
            <p:spPr bwMode="auto">
              <a:xfrm>
                <a:off x="3612" y="2204"/>
                <a:ext cx="81"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88" name="Line 56">
                <a:extLst>
                  <a:ext uri="{FF2B5EF4-FFF2-40B4-BE49-F238E27FC236}">
                    <a16:creationId xmlns:a16="http://schemas.microsoft.com/office/drawing/2014/main" id="{0377AE10-5D2B-49C6-B219-E1B9E0DFD9B0}"/>
                  </a:ext>
                </a:extLst>
              </p:cNvPr>
              <p:cNvSpPr>
                <a:spLocks noChangeShapeType="1"/>
              </p:cNvSpPr>
              <p:nvPr/>
            </p:nvSpPr>
            <p:spPr bwMode="auto">
              <a:xfrm>
                <a:off x="3693" y="2204"/>
                <a:ext cx="80" cy="293"/>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89" name="Line 57">
                <a:extLst>
                  <a:ext uri="{FF2B5EF4-FFF2-40B4-BE49-F238E27FC236}">
                    <a16:creationId xmlns:a16="http://schemas.microsoft.com/office/drawing/2014/main" id="{4D3CB01F-A142-49BE-830D-6114FE435D09}"/>
                  </a:ext>
                </a:extLst>
              </p:cNvPr>
              <p:cNvSpPr>
                <a:spLocks noChangeShapeType="1"/>
              </p:cNvSpPr>
              <p:nvPr/>
            </p:nvSpPr>
            <p:spPr bwMode="auto">
              <a:xfrm flipV="1">
                <a:off x="3693" y="2180"/>
                <a:ext cx="111" cy="317"/>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90" name="Line 58">
                <a:extLst>
                  <a:ext uri="{FF2B5EF4-FFF2-40B4-BE49-F238E27FC236}">
                    <a16:creationId xmlns:a16="http://schemas.microsoft.com/office/drawing/2014/main" id="{D7B5D8D1-5D3E-4564-9074-119A9F634C0E}"/>
                  </a:ext>
                </a:extLst>
              </p:cNvPr>
              <p:cNvSpPr>
                <a:spLocks noChangeShapeType="1"/>
              </p:cNvSpPr>
              <p:nvPr/>
            </p:nvSpPr>
            <p:spPr bwMode="auto">
              <a:xfrm>
                <a:off x="3810" y="2194"/>
                <a:ext cx="726"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91" name="Line 59">
                <a:extLst>
                  <a:ext uri="{FF2B5EF4-FFF2-40B4-BE49-F238E27FC236}">
                    <a16:creationId xmlns:a16="http://schemas.microsoft.com/office/drawing/2014/main" id="{FDCBC92C-F5A6-4B05-9277-7BE098055462}"/>
                  </a:ext>
                </a:extLst>
              </p:cNvPr>
              <p:cNvSpPr>
                <a:spLocks noChangeShapeType="1"/>
              </p:cNvSpPr>
              <p:nvPr/>
            </p:nvSpPr>
            <p:spPr bwMode="auto">
              <a:xfrm flipV="1">
                <a:off x="3778" y="2497"/>
                <a:ext cx="760"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92" name="Line 60">
                <a:extLst>
                  <a:ext uri="{FF2B5EF4-FFF2-40B4-BE49-F238E27FC236}">
                    <a16:creationId xmlns:a16="http://schemas.microsoft.com/office/drawing/2014/main" id="{063EACE7-4F2C-4614-807A-06F4247825D6}"/>
                  </a:ext>
                </a:extLst>
              </p:cNvPr>
              <p:cNvSpPr>
                <a:spLocks noChangeShapeType="1"/>
              </p:cNvSpPr>
              <p:nvPr/>
            </p:nvSpPr>
            <p:spPr bwMode="auto">
              <a:xfrm>
                <a:off x="4538" y="2194"/>
                <a:ext cx="89" cy="308"/>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93" name="Line 61">
                <a:extLst>
                  <a:ext uri="{FF2B5EF4-FFF2-40B4-BE49-F238E27FC236}">
                    <a16:creationId xmlns:a16="http://schemas.microsoft.com/office/drawing/2014/main" id="{36F0222F-E13C-448E-8290-A4CAE848DC1F}"/>
                  </a:ext>
                </a:extLst>
              </p:cNvPr>
              <p:cNvSpPr>
                <a:spLocks noChangeShapeType="1"/>
              </p:cNvSpPr>
              <p:nvPr/>
            </p:nvSpPr>
            <p:spPr bwMode="auto">
              <a:xfrm flipV="1">
                <a:off x="4535" y="2199"/>
                <a:ext cx="102" cy="305"/>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94" name="Line 62">
                <a:extLst>
                  <a:ext uri="{FF2B5EF4-FFF2-40B4-BE49-F238E27FC236}">
                    <a16:creationId xmlns:a16="http://schemas.microsoft.com/office/drawing/2014/main" id="{4CA72468-5FFB-45BA-BEC5-B90C69AA28F9}"/>
                  </a:ext>
                </a:extLst>
              </p:cNvPr>
              <p:cNvSpPr>
                <a:spLocks noChangeShapeType="1"/>
              </p:cNvSpPr>
              <p:nvPr/>
            </p:nvSpPr>
            <p:spPr bwMode="auto">
              <a:xfrm>
                <a:off x="4639" y="2497"/>
                <a:ext cx="812"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95" name="Line 63">
                <a:extLst>
                  <a:ext uri="{FF2B5EF4-FFF2-40B4-BE49-F238E27FC236}">
                    <a16:creationId xmlns:a16="http://schemas.microsoft.com/office/drawing/2014/main" id="{B3FAB289-74FB-445C-AAA9-68BEE87F87DE}"/>
                  </a:ext>
                </a:extLst>
              </p:cNvPr>
              <p:cNvSpPr>
                <a:spLocks noChangeShapeType="1"/>
              </p:cNvSpPr>
              <p:nvPr/>
            </p:nvSpPr>
            <p:spPr bwMode="auto">
              <a:xfrm>
                <a:off x="4639" y="2201"/>
                <a:ext cx="812" cy="8"/>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96" name="Line 64">
                <a:extLst>
                  <a:ext uri="{FF2B5EF4-FFF2-40B4-BE49-F238E27FC236}">
                    <a16:creationId xmlns:a16="http://schemas.microsoft.com/office/drawing/2014/main" id="{CE56FB83-21B9-4509-80F6-2A3FE91BA001}"/>
                  </a:ext>
                </a:extLst>
              </p:cNvPr>
              <p:cNvSpPr>
                <a:spLocks noChangeShapeType="1"/>
              </p:cNvSpPr>
              <p:nvPr/>
            </p:nvSpPr>
            <p:spPr bwMode="auto">
              <a:xfrm>
                <a:off x="3994" y="1757"/>
                <a:ext cx="61" cy="263"/>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97" name="Line 65">
                <a:extLst>
                  <a:ext uri="{FF2B5EF4-FFF2-40B4-BE49-F238E27FC236}">
                    <a16:creationId xmlns:a16="http://schemas.microsoft.com/office/drawing/2014/main" id="{11C85A3F-7FF2-4E87-A1E0-90BB7DBF7546}"/>
                  </a:ext>
                </a:extLst>
              </p:cNvPr>
              <p:cNvSpPr>
                <a:spLocks noChangeShapeType="1"/>
              </p:cNvSpPr>
              <p:nvPr/>
            </p:nvSpPr>
            <p:spPr bwMode="auto">
              <a:xfrm flipV="1">
                <a:off x="4055" y="2016"/>
                <a:ext cx="1071"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98" name="Line 66">
                <a:extLst>
                  <a:ext uri="{FF2B5EF4-FFF2-40B4-BE49-F238E27FC236}">
                    <a16:creationId xmlns:a16="http://schemas.microsoft.com/office/drawing/2014/main" id="{EBEC6472-E784-4B5F-8DF2-395342E4F407}"/>
                  </a:ext>
                </a:extLst>
              </p:cNvPr>
              <p:cNvSpPr>
                <a:spLocks noChangeShapeType="1"/>
              </p:cNvSpPr>
              <p:nvPr/>
            </p:nvSpPr>
            <p:spPr bwMode="auto">
              <a:xfrm flipV="1">
                <a:off x="5129" y="1776"/>
                <a:ext cx="66" cy="23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799" name="Line 67">
                <a:extLst>
                  <a:ext uri="{FF2B5EF4-FFF2-40B4-BE49-F238E27FC236}">
                    <a16:creationId xmlns:a16="http://schemas.microsoft.com/office/drawing/2014/main" id="{4BF74D42-82E3-42E7-B536-4727BE34FAB4}"/>
                  </a:ext>
                </a:extLst>
              </p:cNvPr>
              <p:cNvSpPr>
                <a:spLocks noChangeShapeType="1"/>
              </p:cNvSpPr>
              <p:nvPr/>
            </p:nvSpPr>
            <p:spPr bwMode="auto">
              <a:xfrm>
                <a:off x="5198" y="1772"/>
                <a:ext cx="237"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00" name="Line 68">
                <a:extLst>
                  <a:ext uri="{FF2B5EF4-FFF2-40B4-BE49-F238E27FC236}">
                    <a16:creationId xmlns:a16="http://schemas.microsoft.com/office/drawing/2014/main" id="{228BC76A-FE17-42F5-BBC3-C743D75B29B3}"/>
                  </a:ext>
                </a:extLst>
              </p:cNvPr>
              <p:cNvSpPr>
                <a:spLocks noChangeShapeType="1"/>
              </p:cNvSpPr>
              <p:nvPr/>
            </p:nvSpPr>
            <p:spPr bwMode="auto">
              <a:xfrm>
                <a:off x="605" y="3346"/>
                <a:ext cx="535"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01" name="Line 69">
                <a:extLst>
                  <a:ext uri="{FF2B5EF4-FFF2-40B4-BE49-F238E27FC236}">
                    <a16:creationId xmlns:a16="http://schemas.microsoft.com/office/drawing/2014/main" id="{6E4B7AD2-8443-4302-87D4-F95338ADF9E6}"/>
                  </a:ext>
                </a:extLst>
              </p:cNvPr>
              <p:cNvSpPr>
                <a:spLocks noChangeShapeType="1"/>
              </p:cNvSpPr>
              <p:nvPr/>
            </p:nvSpPr>
            <p:spPr bwMode="auto">
              <a:xfrm flipV="1">
                <a:off x="1948" y="3217"/>
                <a:ext cx="42" cy="115"/>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02" name="Line 70">
                <a:extLst>
                  <a:ext uri="{FF2B5EF4-FFF2-40B4-BE49-F238E27FC236}">
                    <a16:creationId xmlns:a16="http://schemas.microsoft.com/office/drawing/2014/main" id="{969BBEDD-8E64-4537-A467-607E2B9C812B}"/>
                  </a:ext>
                </a:extLst>
              </p:cNvPr>
              <p:cNvSpPr>
                <a:spLocks noChangeShapeType="1"/>
              </p:cNvSpPr>
              <p:nvPr/>
            </p:nvSpPr>
            <p:spPr bwMode="auto">
              <a:xfrm>
                <a:off x="1936" y="3331"/>
                <a:ext cx="65" cy="117"/>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03" name="Line 71">
                <a:extLst>
                  <a:ext uri="{FF2B5EF4-FFF2-40B4-BE49-F238E27FC236}">
                    <a16:creationId xmlns:a16="http://schemas.microsoft.com/office/drawing/2014/main" id="{61D97CFE-5D4D-4B58-84CD-CE342B2FCF4D}"/>
                  </a:ext>
                </a:extLst>
              </p:cNvPr>
              <p:cNvSpPr>
                <a:spLocks noChangeShapeType="1"/>
              </p:cNvSpPr>
              <p:nvPr/>
            </p:nvSpPr>
            <p:spPr bwMode="auto">
              <a:xfrm>
                <a:off x="1994" y="3217"/>
                <a:ext cx="667"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04" name="Line 72">
                <a:extLst>
                  <a:ext uri="{FF2B5EF4-FFF2-40B4-BE49-F238E27FC236}">
                    <a16:creationId xmlns:a16="http://schemas.microsoft.com/office/drawing/2014/main" id="{930F6516-44AA-464B-A6EB-B738F69B015A}"/>
                  </a:ext>
                </a:extLst>
              </p:cNvPr>
              <p:cNvSpPr>
                <a:spLocks noChangeShapeType="1"/>
              </p:cNvSpPr>
              <p:nvPr/>
            </p:nvSpPr>
            <p:spPr bwMode="auto">
              <a:xfrm>
                <a:off x="1998" y="3456"/>
                <a:ext cx="668"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05" name="Line 73">
                <a:extLst>
                  <a:ext uri="{FF2B5EF4-FFF2-40B4-BE49-F238E27FC236}">
                    <a16:creationId xmlns:a16="http://schemas.microsoft.com/office/drawing/2014/main" id="{D43AEED5-A298-4106-BF03-63A11BAC4118}"/>
                  </a:ext>
                </a:extLst>
              </p:cNvPr>
              <p:cNvSpPr>
                <a:spLocks noChangeShapeType="1"/>
              </p:cNvSpPr>
              <p:nvPr/>
            </p:nvSpPr>
            <p:spPr bwMode="auto">
              <a:xfrm>
                <a:off x="2669" y="3217"/>
                <a:ext cx="65" cy="137"/>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06" name="Line 74">
                <a:extLst>
                  <a:ext uri="{FF2B5EF4-FFF2-40B4-BE49-F238E27FC236}">
                    <a16:creationId xmlns:a16="http://schemas.microsoft.com/office/drawing/2014/main" id="{AF483611-CF34-4CBC-B950-B810D9D7CDC7}"/>
                  </a:ext>
                </a:extLst>
              </p:cNvPr>
              <p:cNvSpPr>
                <a:spLocks noChangeShapeType="1"/>
              </p:cNvSpPr>
              <p:nvPr/>
            </p:nvSpPr>
            <p:spPr bwMode="auto">
              <a:xfrm flipV="1">
                <a:off x="2673" y="3343"/>
                <a:ext cx="58" cy="113"/>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07" name="Line 75">
                <a:extLst>
                  <a:ext uri="{FF2B5EF4-FFF2-40B4-BE49-F238E27FC236}">
                    <a16:creationId xmlns:a16="http://schemas.microsoft.com/office/drawing/2014/main" id="{A5E4B61D-3985-4ED5-A4B3-1EBF0605CB15}"/>
                  </a:ext>
                </a:extLst>
              </p:cNvPr>
              <p:cNvSpPr>
                <a:spLocks noChangeShapeType="1"/>
              </p:cNvSpPr>
              <p:nvPr/>
            </p:nvSpPr>
            <p:spPr bwMode="auto">
              <a:xfrm>
                <a:off x="2731" y="3354"/>
                <a:ext cx="1079"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08" name="Line 76">
                <a:extLst>
                  <a:ext uri="{FF2B5EF4-FFF2-40B4-BE49-F238E27FC236}">
                    <a16:creationId xmlns:a16="http://schemas.microsoft.com/office/drawing/2014/main" id="{C6EB8CD3-1DCF-4A4A-B017-2E261B6A6D76}"/>
                  </a:ext>
                </a:extLst>
              </p:cNvPr>
              <p:cNvSpPr>
                <a:spLocks noChangeShapeType="1"/>
              </p:cNvSpPr>
              <p:nvPr/>
            </p:nvSpPr>
            <p:spPr bwMode="auto">
              <a:xfrm flipV="1">
                <a:off x="3829" y="3234"/>
                <a:ext cx="49" cy="106"/>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09" name="Line 77">
                <a:extLst>
                  <a:ext uri="{FF2B5EF4-FFF2-40B4-BE49-F238E27FC236}">
                    <a16:creationId xmlns:a16="http://schemas.microsoft.com/office/drawing/2014/main" id="{EF1BEC80-18FA-494A-A207-6AFEDEDDEAF4}"/>
                  </a:ext>
                </a:extLst>
              </p:cNvPr>
              <p:cNvSpPr>
                <a:spLocks noChangeShapeType="1"/>
              </p:cNvSpPr>
              <p:nvPr/>
            </p:nvSpPr>
            <p:spPr bwMode="auto">
              <a:xfrm>
                <a:off x="3821" y="3346"/>
                <a:ext cx="65" cy="119"/>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10" name="Line 78">
                <a:extLst>
                  <a:ext uri="{FF2B5EF4-FFF2-40B4-BE49-F238E27FC236}">
                    <a16:creationId xmlns:a16="http://schemas.microsoft.com/office/drawing/2014/main" id="{F2B6DB0B-5572-4E05-A2DD-1EEB0F117EC3}"/>
                  </a:ext>
                </a:extLst>
              </p:cNvPr>
              <p:cNvSpPr>
                <a:spLocks noChangeShapeType="1"/>
              </p:cNvSpPr>
              <p:nvPr/>
            </p:nvSpPr>
            <p:spPr bwMode="auto">
              <a:xfrm>
                <a:off x="3878" y="3234"/>
                <a:ext cx="668"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11" name="Line 79">
                <a:extLst>
                  <a:ext uri="{FF2B5EF4-FFF2-40B4-BE49-F238E27FC236}">
                    <a16:creationId xmlns:a16="http://schemas.microsoft.com/office/drawing/2014/main" id="{2B1CB9C5-17ED-460C-9568-91BF0B314BB8}"/>
                  </a:ext>
                </a:extLst>
              </p:cNvPr>
              <p:cNvSpPr>
                <a:spLocks noChangeShapeType="1"/>
              </p:cNvSpPr>
              <p:nvPr/>
            </p:nvSpPr>
            <p:spPr bwMode="auto">
              <a:xfrm>
                <a:off x="3883" y="3465"/>
                <a:ext cx="667"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12" name="Line 80">
                <a:extLst>
                  <a:ext uri="{FF2B5EF4-FFF2-40B4-BE49-F238E27FC236}">
                    <a16:creationId xmlns:a16="http://schemas.microsoft.com/office/drawing/2014/main" id="{42D55C8F-E15F-4A57-8C93-9CF0C46E8EF7}"/>
                  </a:ext>
                </a:extLst>
              </p:cNvPr>
              <p:cNvSpPr>
                <a:spLocks noChangeShapeType="1"/>
              </p:cNvSpPr>
              <p:nvPr/>
            </p:nvSpPr>
            <p:spPr bwMode="auto">
              <a:xfrm>
                <a:off x="4538" y="3234"/>
                <a:ext cx="97" cy="13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13" name="Line 81">
                <a:extLst>
                  <a:ext uri="{FF2B5EF4-FFF2-40B4-BE49-F238E27FC236}">
                    <a16:creationId xmlns:a16="http://schemas.microsoft.com/office/drawing/2014/main" id="{76794FE9-3DE9-47F3-8A54-5898C61BD3F0}"/>
                  </a:ext>
                </a:extLst>
              </p:cNvPr>
              <p:cNvSpPr>
                <a:spLocks noChangeShapeType="1"/>
              </p:cNvSpPr>
              <p:nvPr/>
            </p:nvSpPr>
            <p:spPr bwMode="auto">
              <a:xfrm flipV="1">
                <a:off x="4557" y="3352"/>
                <a:ext cx="59" cy="11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14" name="Line 82">
                <a:extLst>
                  <a:ext uri="{FF2B5EF4-FFF2-40B4-BE49-F238E27FC236}">
                    <a16:creationId xmlns:a16="http://schemas.microsoft.com/office/drawing/2014/main" id="{24024EE9-38EB-4B19-89C6-C8FB4D6E2A3C}"/>
                  </a:ext>
                </a:extLst>
              </p:cNvPr>
              <p:cNvSpPr>
                <a:spLocks noChangeShapeType="1"/>
              </p:cNvSpPr>
              <p:nvPr/>
            </p:nvSpPr>
            <p:spPr bwMode="auto">
              <a:xfrm>
                <a:off x="4619" y="3361"/>
                <a:ext cx="834"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15" name="Line 83">
                <a:extLst>
                  <a:ext uri="{FF2B5EF4-FFF2-40B4-BE49-F238E27FC236}">
                    <a16:creationId xmlns:a16="http://schemas.microsoft.com/office/drawing/2014/main" id="{8F8F1BB4-315D-4A97-BB76-839BC622758B}"/>
                  </a:ext>
                </a:extLst>
              </p:cNvPr>
              <p:cNvSpPr>
                <a:spLocks noChangeShapeType="1"/>
              </p:cNvSpPr>
              <p:nvPr/>
            </p:nvSpPr>
            <p:spPr bwMode="auto">
              <a:xfrm>
                <a:off x="5451" y="883"/>
                <a:ext cx="0" cy="2619"/>
              </a:xfrm>
              <a:prstGeom prst="line">
                <a:avLst/>
              </a:prstGeom>
              <a:noFill/>
              <a:ln w="9525">
                <a:solidFill>
                  <a:srgbClr val="000000"/>
                </a:solidFill>
                <a:round/>
                <a:headEnd/>
                <a:tailEnd/>
              </a:ln>
            </p:spPr>
            <p:txBody>
              <a:bodyPr/>
              <a:lstStyle/>
              <a:p>
                <a:pPr eaLnBrk="1" hangingPunct="1">
                  <a:defRPr/>
                </a:pPr>
                <a:endParaRPr lang="en-US" sz="1200">
                  <a:latin typeface="+mj-lt"/>
                </a:endParaRPr>
              </a:p>
            </p:txBody>
          </p:sp>
          <p:sp>
            <p:nvSpPr>
              <p:cNvPr id="31816" name="Line 84">
                <a:extLst>
                  <a:ext uri="{FF2B5EF4-FFF2-40B4-BE49-F238E27FC236}">
                    <a16:creationId xmlns:a16="http://schemas.microsoft.com/office/drawing/2014/main" id="{4B27B85E-80DD-48AF-8F91-8FFA295C8B76}"/>
                  </a:ext>
                </a:extLst>
              </p:cNvPr>
              <p:cNvSpPr>
                <a:spLocks noChangeShapeType="1"/>
              </p:cNvSpPr>
              <p:nvPr/>
            </p:nvSpPr>
            <p:spPr bwMode="auto">
              <a:xfrm>
                <a:off x="3030" y="1082"/>
                <a:ext cx="2421" cy="0"/>
              </a:xfrm>
              <a:prstGeom prst="line">
                <a:avLst/>
              </a:prstGeom>
              <a:noFill/>
              <a:ln w="22225">
                <a:solidFill>
                  <a:srgbClr val="000000"/>
                </a:solidFill>
                <a:round/>
                <a:headEnd type="triangle" w="med" len="lg"/>
                <a:tailEnd type="triangle" w="med" len="lg"/>
              </a:ln>
            </p:spPr>
            <p:txBody>
              <a:bodyPr/>
              <a:lstStyle/>
              <a:p>
                <a:pPr eaLnBrk="1" hangingPunct="1">
                  <a:defRPr/>
                </a:pPr>
                <a:endParaRPr lang="en-US" sz="1200">
                  <a:latin typeface="+mj-lt"/>
                </a:endParaRPr>
              </a:p>
            </p:txBody>
          </p:sp>
          <p:sp>
            <p:nvSpPr>
              <p:cNvPr id="31817" name="Text Box 85">
                <a:extLst>
                  <a:ext uri="{FF2B5EF4-FFF2-40B4-BE49-F238E27FC236}">
                    <a16:creationId xmlns:a16="http://schemas.microsoft.com/office/drawing/2014/main" id="{E361DB92-1830-4C1D-9766-42F64F0395BA}"/>
                  </a:ext>
                </a:extLst>
              </p:cNvPr>
              <p:cNvSpPr txBox="1">
                <a:spLocks noChangeArrowheads="1"/>
              </p:cNvSpPr>
              <p:nvPr/>
            </p:nvSpPr>
            <p:spPr bwMode="auto">
              <a:xfrm>
                <a:off x="1349" y="754"/>
                <a:ext cx="1232" cy="225"/>
              </a:xfrm>
              <a:prstGeom prst="rect">
                <a:avLst/>
              </a:prstGeom>
              <a:noFill/>
              <a:ln w="9525">
                <a:noFill/>
                <a:miter lim="800000"/>
                <a:headEnd/>
                <a:tailEnd/>
              </a:ln>
            </p:spPr>
            <p:txBody>
              <a:bodyPr/>
              <a:lstStyle/>
              <a:p>
                <a:pPr>
                  <a:defRPr/>
                </a:pPr>
                <a:r>
                  <a:rPr lang="en-US" sz="1600">
                    <a:latin typeface="+mj-lt"/>
                  </a:rPr>
                  <a:t>Read cycle</a:t>
                </a:r>
              </a:p>
              <a:p>
                <a:pPr>
                  <a:defRPr/>
                </a:pPr>
                <a:endParaRPr lang="en-US" sz="1600">
                  <a:latin typeface="+mj-lt"/>
                </a:endParaRPr>
              </a:p>
              <a:p>
                <a:pPr>
                  <a:defRPr/>
                </a:pPr>
                <a:endParaRPr lang="en-US" sz="1600">
                  <a:latin typeface="+mj-lt"/>
                </a:endParaRPr>
              </a:p>
              <a:p>
                <a:pPr>
                  <a:defRPr/>
                </a:pPr>
                <a:endParaRPr lang="en-US" sz="1600">
                  <a:latin typeface="+mj-lt"/>
                </a:endParaRPr>
              </a:p>
            </p:txBody>
          </p:sp>
          <p:sp>
            <p:nvSpPr>
              <p:cNvPr id="31818" name="Text Box 86">
                <a:extLst>
                  <a:ext uri="{FF2B5EF4-FFF2-40B4-BE49-F238E27FC236}">
                    <a16:creationId xmlns:a16="http://schemas.microsoft.com/office/drawing/2014/main" id="{F38D7820-321B-4E9B-9752-F18637D96908}"/>
                  </a:ext>
                </a:extLst>
              </p:cNvPr>
              <p:cNvSpPr txBox="1">
                <a:spLocks noChangeArrowheads="1"/>
              </p:cNvSpPr>
              <p:nvPr/>
            </p:nvSpPr>
            <p:spPr bwMode="auto">
              <a:xfrm>
                <a:off x="3639" y="754"/>
                <a:ext cx="1673" cy="189"/>
              </a:xfrm>
              <a:prstGeom prst="rect">
                <a:avLst/>
              </a:prstGeom>
              <a:noFill/>
              <a:ln w="9525">
                <a:noFill/>
                <a:miter lim="800000"/>
                <a:headEnd/>
                <a:tailEnd/>
              </a:ln>
            </p:spPr>
            <p:txBody>
              <a:bodyPr/>
              <a:lstStyle/>
              <a:p>
                <a:pPr>
                  <a:defRPr/>
                </a:pPr>
                <a:r>
                  <a:rPr lang="en-US" sz="1600">
                    <a:latin typeface="+mj-lt"/>
                  </a:rPr>
                  <a:t>Write cycle</a:t>
                </a:r>
              </a:p>
            </p:txBody>
          </p:sp>
          <p:sp>
            <p:nvSpPr>
              <p:cNvPr id="31819" name="Line 87">
                <a:extLst>
                  <a:ext uri="{FF2B5EF4-FFF2-40B4-BE49-F238E27FC236}">
                    <a16:creationId xmlns:a16="http://schemas.microsoft.com/office/drawing/2014/main" id="{4BED92C1-7888-4523-BC56-6A22B5CFE38E}"/>
                  </a:ext>
                </a:extLst>
              </p:cNvPr>
              <p:cNvSpPr>
                <a:spLocks noChangeShapeType="1"/>
              </p:cNvSpPr>
              <p:nvPr/>
            </p:nvSpPr>
            <p:spPr bwMode="auto">
              <a:xfrm flipV="1">
                <a:off x="3224" y="1142"/>
                <a:ext cx="0" cy="348"/>
              </a:xfrm>
              <a:prstGeom prst="line">
                <a:avLst/>
              </a:prstGeom>
              <a:noFill/>
              <a:ln w="9525">
                <a:solidFill>
                  <a:srgbClr val="000000"/>
                </a:solidFill>
                <a:round/>
                <a:headEnd/>
                <a:tailEnd/>
              </a:ln>
            </p:spPr>
            <p:txBody>
              <a:bodyPr/>
              <a:lstStyle/>
              <a:p>
                <a:pPr eaLnBrk="1" hangingPunct="1">
                  <a:defRPr/>
                </a:pPr>
                <a:endParaRPr lang="en-US" sz="1200">
                  <a:latin typeface="+mj-lt"/>
                </a:endParaRPr>
              </a:p>
            </p:txBody>
          </p:sp>
          <p:sp>
            <p:nvSpPr>
              <p:cNvPr id="31820" name="Line 88">
                <a:extLst>
                  <a:ext uri="{FF2B5EF4-FFF2-40B4-BE49-F238E27FC236}">
                    <a16:creationId xmlns:a16="http://schemas.microsoft.com/office/drawing/2014/main" id="{30C6602D-AFC5-47F3-8F75-E8F01563CD69}"/>
                  </a:ext>
                </a:extLst>
              </p:cNvPr>
              <p:cNvSpPr>
                <a:spLocks noChangeShapeType="1"/>
              </p:cNvSpPr>
              <p:nvPr/>
            </p:nvSpPr>
            <p:spPr bwMode="auto">
              <a:xfrm>
                <a:off x="797" y="1240"/>
                <a:ext cx="964" cy="0"/>
              </a:xfrm>
              <a:prstGeom prst="line">
                <a:avLst/>
              </a:prstGeom>
              <a:noFill/>
              <a:ln w="22225">
                <a:solidFill>
                  <a:srgbClr val="000000"/>
                </a:solidFill>
                <a:round/>
                <a:headEnd type="triangle" w="med" len="lg"/>
                <a:tailEnd type="none" w="sm" len="lg"/>
              </a:ln>
            </p:spPr>
            <p:txBody>
              <a:bodyPr/>
              <a:lstStyle/>
              <a:p>
                <a:pPr eaLnBrk="1" hangingPunct="1">
                  <a:defRPr/>
                </a:pPr>
                <a:endParaRPr lang="en-US" sz="1200">
                  <a:latin typeface="+mj-lt"/>
                </a:endParaRPr>
              </a:p>
            </p:txBody>
          </p:sp>
          <p:sp>
            <p:nvSpPr>
              <p:cNvPr id="31821" name="Line 89">
                <a:extLst>
                  <a:ext uri="{FF2B5EF4-FFF2-40B4-BE49-F238E27FC236}">
                    <a16:creationId xmlns:a16="http://schemas.microsoft.com/office/drawing/2014/main" id="{5A3C253C-8728-4242-A297-16465D872A4F}"/>
                  </a:ext>
                </a:extLst>
              </p:cNvPr>
              <p:cNvSpPr>
                <a:spLocks noChangeShapeType="1"/>
              </p:cNvSpPr>
              <p:nvPr/>
            </p:nvSpPr>
            <p:spPr bwMode="auto">
              <a:xfrm>
                <a:off x="2059" y="1240"/>
                <a:ext cx="1166" cy="0"/>
              </a:xfrm>
              <a:prstGeom prst="line">
                <a:avLst/>
              </a:prstGeom>
              <a:noFill/>
              <a:ln w="22225">
                <a:solidFill>
                  <a:srgbClr val="000000"/>
                </a:solidFill>
                <a:round/>
                <a:headEnd/>
                <a:tailEnd type="triangle" w="med" len="lg"/>
              </a:ln>
            </p:spPr>
            <p:txBody>
              <a:bodyPr/>
              <a:lstStyle/>
              <a:p>
                <a:pPr eaLnBrk="1" hangingPunct="1">
                  <a:defRPr/>
                </a:pPr>
                <a:endParaRPr lang="en-US" sz="1200">
                  <a:latin typeface="+mj-lt"/>
                </a:endParaRPr>
              </a:p>
            </p:txBody>
          </p:sp>
          <p:sp>
            <p:nvSpPr>
              <p:cNvPr id="31822" name="Line 90">
                <a:extLst>
                  <a:ext uri="{FF2B5EF4-FFF2-40B4-BE49-F238E27FC236}">
                    <a16:creationId xmlns:a16="http://schemas.microsoft.com/office/drawing/2014/main" id="{A8D49367-60D6-4344-A160-A2294C2A96B3}"/>
                  </a:ext>
                </a:extLst>
              </p:cNvPr>
              <p:cNvSpPr>
                <a:spLocks noChangeShapeType="1"/>
              </p:cNvSpPr>
              <p:nvPr/>
            </p:nvSpPr>
            <p:spPr bwMode="auto">
              <a:xfrm flipV="1">
                <a:off x="1983" y="2879"/>
                <a:ext cx="0" cy="785"/>
              </a:xfrm>
              <a:prstGeom prst="line">
                <a:avLst/>
              </a:prstGeom>
              <a:noFill/>
              <a:ln w="9525">
                <a:solidFill>
                  <a:srgbClr val="000000"/>
                </a:solidFill>
                <a:round/>
                <a:headEnd/>
                <a:tailEnd/>
              </a:ln>
            </p:spPr>
            <p:txBody>
              <a:bodyPr/>
              <a:lstStyle/>
              <a:p>
                <a:pPr eaLnBrk="1" hangingPunct="1">
                  <a:defRPr/>
                </a:pPr>
                <a:endParaRPr lang="en-US" sz="1200">
                  <a:latin typeface="+mj-lt"/>
                </a:endParaRPr>
              </a:p>
            </p:txBody>
          </p:sp>
          <p:sp>
            <p:nvSpPr>
              <p:cNvPr id="31823" name="Line 91">
                <a:extLst>
                  <a:ext uri="{FF2B5EF4-FFF2-40B4-BE49-F238E27FC236}">
                    <a16:creationId xmlns:a16="http://schemas.microsoft.com/office/drawing/2014/main" id="{E5DA8C59-4968-42C5-81C5-395491DFDE15}"/>
                  </a:ext>
                </a:extLst>
              </p:cNvPr>
              <p:cNvSpPr>
                <a:spLocks noChangeShapeType="1"/>
              </p:cNvSpPr>
              <p:nvPr/>
            </p:nvSpPr>
            <p:spPr bwMode="auto">
              <a:xfrm>
                <a:off x="826" y="1306"/>
                <a:ext cx="0" cy="1806"/>
              </a:xfrm>
              <a:prstGeom prst="line">
                <a:avLst/>
              </a:prstGeom>
              <a:noFill/>
              <a:ln w="9525">
                <a:solidFill>
                  <a:srgbClr val="000000"/>
                </a:solidFill>
                <a:round/>
                <a:headEnd/>
                <a:tailEnd/>
              </a:ln>
            </p:spPr>
            <p:txBody>
              <a:bodyPr/>
              <a:lstStyle/>
              <a:p>
                <a:pPr eaLnBrk="1" hangingPunct="1">
                  <a:defRPr/>
                </a:pPr>
                <a:endParaRPr lang="en-US" sz="1200">
                  <a:latin typeface="+mj-lt"/>
                </a:endParaRPr>
              </a:p>
            </p:txBody>
          </p:sp>
          <p:sp>
            <p:nvSpPr>
              <p:cNvPr id="31824" name="Line 92">
                <a:extLst>
                  <a:ext uri="{FF2B5EF4-FFF2-40B4-BE49-F238E27FC236}">
                    <a16:creationId xmlns:a16="http://schemas.microsoft.com/office/drawing/2014/main" id="{DEB0AED7-4BA5-4187-838B-4CF51061C8EC}"/>
                  </a:ext>
                </a:extLst>
              </p:cNvPr>
              <p:cNvSpPr>
                <a:spLocks noChangeShapeType="1"/>
              </p:cNvSpPr>
              <p:nvPr/>
            </p:nvSpPr>
            <p:spPr bwMode="auto">
              <a:xfrm>
                <a:off x="1510" y="1772"/>
                <a:ext cx="0" cy="1893"/>
              </a:xfrm>
              <a:prstGeom prst="line">
                <a:avLst/>
              </a:prstGeom>
              <a:noFill/>
              <a:ln w="9525">
                <a:solidFill>
                  <a:srgbClr val="000000"/>
                </a:solidFill>
                <a:round/>
                <a:headEnd/>
                <a:tailEnd/>
              </a:ln>
            </p:spPr>
            <p:txBody>
              <a:bodyPr/>
              <a:lstStyle/>
              <a:p>
                <a:pPr eaLnBrk="1" hangingPunct="1">
                  <a:defRPr/>
                </a:pPr>
                <a:endParaRPr lang="en-US" sz="1200">
                  <a:latin typeface="+mj-lt"/>
                </a:endParaRPr>
              </a:p>
            </p:txBody>
          </p:sp>
          <p:sp>
            <p:nvSpPr>
              <p:cNvPr id="31825" name="Text Box 93">
                <a:extLst>
                  <a:ext uri="{FF2B5EF4-FFF2-40B4-BE49-F238E27FC236}">
                    <a16:creationId xmlns:a16="http://schemas.microsoft.com/office/drawing/2014/main" id="{D0E125C3-178A-44EA-980C-2FBAC255FCD1}"/>
                  </a:ext>
                </a:extLst>
              </p:cNvPr>
              <p:cNvSpPr txBox="1">
                <a:spLocks noChangeArrowheads="1"/>
              </p:cNvSpPr>
              <p:nvPr/>
            </p:nvSpPr>
            <p:spPr bwMode="auto">
              <a:xfrm>
                <a:off x="1005" y="2554"/>
                <a:ext cx="543" cy="231"/>
              </a:xfrm>
              <a:prstGeom prst="rect">
                <a:avLst/>
              </a:prstGeom>
              <a:noFill/>
              <a:ln w="31750">
                <a:noFill/>
                <a:miter lim="800000"/>
                <a:headEnd/>
                <a:tailEnd/>
              </a:ln>
            </p:spPr>
            <p:txBody>
              <a:bodyPr/>
              <a:lstStyle/>
              <a:p>
                <a:pPr>
                  <a:defRPr/>
                </a:pPr>
                <a:r>
                  <a:rPr lang="en-US" sz="1400" dirty="0" err="1">
                    <a:latin typeface="+mj-lt"/>
                  </a:rPr>
                  <a:t>t</a:t>
                </a:r>
                <a:r>
                  <a:rPr lang="en-US" sz="1400" baseline="-25000" dirty="0" err="1">
                    <a:latin typeface="+mj-lt"/>
                  </a:rPr>
                  <a:t>RCD</a:t>
                </a:r>
                <a:endParaRPr lang="en-US" sz="1400" baseline="-25000" dirty="0">
                  <a:latin typeface="+mj-lt"/>
                </a:endParaRPr>
              </a:p>
            </p:txBody>
          </p:sp>
          <p:sp>
            <p:nvSpPr>
              <p:cNvPr id="31826" name="Line 94">
                <a:extLst>
                  <a:ext uri="{FF2B5EF4-FFF2-40B4-BE49-F238E27FC236}">
                    <a16:creationId xmlns:a16="http://schemas.microsoft.com/office/drawing/2014/main" id="{8DA7088D-1A96-449D-8A78-16623EA5B44E}"/>
                  </a:ext>
                </a:extLst>
              </p:cNvPr>
              <p:cNvSpPr>
                <a:spLocks noChangeShapeType="1"/>
              </p:cNvSpPr>
              <p:nvPr/>
            </p:nvSpPr>
            <p:spPr bwMode="auto">
              <a:xfrm>
                <a:off x="605" y="2797"/>
                <a:ext cx="3371"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27" name="Line 95">
                <a:extLst>
                  <a:ext uri="{FF2B5EF4-FFF2-40B4-BE49-F238E27FC236}">
                    <a16:creationId xmlns:a16="http://schemas.microsoft.com/office/drawing/2014/main" id="{E6FD54B6-9CAE-4DB9-BF2D-4691A8D68ADE}"/>
                  </a:ext>
                </a:extLst>
              </p:cNvPr>
              <p:cNvSpPr>
                <a:spLocks noChangeShapeType="1"/>
              </p:cNvSpPr>
              <p:nvPr/>
            </p:nvSpPr>
            <p:spPr bwMode="auto">
              <a:xfrm>
                <a:off x="3968" y="2797"/>
                <a:ext cx="82" cy="262"/>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28" name="Line 96">
                <a:extLst>
                  <a:ext uri="{FF2B5EF4-FFF2-40B4-BE49-F238E27FC236}">
                    <a16:creationId xmlns:a16="http://schemas.microsoft.com/office/drawing/2014/main" id="{DCFF21A1-02BA-4CCC-AB4D-EAD03A246407}"/>
                  </a:ext>
                </a:extLst>
              </p:cNvPr>
              <p:cNvSpPr>
                <a:spLocks noChangeShapeType="1"/>
              </p:cNvSpPr>
              <p:nvPr/>
            </p:nvSpPr>
            <p:spPr bwMode="auto">
              <a:xfrm>
                <a:off x="4050" y="3060"/>
                <a:ext cx="1174"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29" name="Line 97">
                <a:extLst>
                  <a:ext uri="{FF2B5EF4-FFF2-40B4-BE49-F238E27FC236}">
                    <a16:creationId xmlns:a16="http://schemas.microsoft.com/office/drawing/2014/main" id="{EA2FC0B4-8F15-4BD0-B24F-BF0DA877B123}"/>
                  </a:ext>
                </a:extLst>
              </p:cNvPr>
              <p:cNvSpPr>
                <a:spLocks noChangeShapeType="1"/>
              </p:cNvSpPr>
              <p:nvPr/>
            </p:nvSpPr>
            <p:spPr bwMode="auto">
              <a:xfrm flipV="1">
                <a:off x="5224" y="2814"/>
                <a:ext cx="70" cy="23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30" name="Line 98">
                <a:extLst>
                  <a:ext uri="{FF2B5EF4-FFF2-40B4-BE49-F238E27FC236}">
                    <a16:creationId xmlns:a16="http://schemas.microsoft.com/office/drawing/2014/main" id="{470FD403-042E-4B3A-863A-93E9E3561170}"/>
                  </a:ext>
                </a:extLst>
              </p:cNvPr>
              <p:cNvSpPr>
                <a:spLocks noChangeShapeType="1"/>
              </p:cNvSpPr>
              <p:nvPr/>
            </p:nvSpPr>
            <p:spPr bwMode="auto">
              <a:xfrm>
                <a:off x="5294" y="2814"/>
                <a:ext cx="140"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31" name="Line 99">
                <a:extLst>
                  <a:ext uri="{FF2B5EF4-FFF2-40B4-BE49-F238E27FC236}">
                    <a16:creationId xmlns:a16="http://schemas.microsoft.com/office/drawing/2014/main" id="{FBF06008-83BA-4B65-960B-4FDFBD9894FF}"/>
                  </a:ext>
                </a:extLst>
              </p:cNvPr>
              <p:cNvSpPr>
                <a:spLocks noChangeShapeType="1"/>
              </p:cNvSpPr>
              <p:nvPr/>
            </p:nvSpPr>
            <p:spPr bwMode="auto">
              <a:xfrm>
                <a:off x="840" y="3041"/>
                <a:ext cx="1137" cy="0"/>
              </a:xfrm>
              <a:prstGeom prst="line">
                <a:avLst/>
              </a:prstGeom>
              <a:noFill/>
              <a:ln w="22225">
                <a:solidFill>
                  <a:srgbClr val="000000"/>
                </a:solidFill>
                <a:round/>
                <a:headEnd type="triangle" w="med" len="lg"/>
                <a:tailEnd type="triangle" w="med" len="lg"/>
              </a:ln>
            </p:spPr>
            <p:txBody>
              <a:bodyPr/>
              <a:lstStyle/>
              <a:p>
                <a:pPr eaLnBrk="1" hangingPunct="1">
                  <a:defRPr/>
                </a:pPr>
                <a:endParaRPr lang="en-US" sz="1200">
                  <a:latin typeface="+mj-lt"/>
                </a:endParaRPr>
              </a:p>
            </p:txBody>
          </p:sp>
          <p:sp>
            <p:nvSpPr>
              <p:cNvPr id="31832" name="Text Box 100">
                <a:extLst>
                  <a:ext uri="{FF2B5EF4-FFF2-40B4-BE49-F238E27FC236}">
                    <a16:creationId xmlns:a16="http://schemas.microsoft.com/office/drawing/2014/main" id="{92009675-C8EF-4B1D-B43E-AA98F92B91A0}"/>
                  </a:ext>
                </a:extLst>
              </p:cNvPr>
              <p:cNvSpPr txBox="1">
                <a:spLocks noChangeArrowheads="1"/>
              </p:cNvSpPr>
              <p:nvPr/>
            </p:nvSpPr>
            <p:spPr bwMode="auto">
              <a:xfrm>
                <a:off x="1061" y="2807"/>
                <a:ext cx="517" cy="281"/>
              </a:xfrm>
              <a:prstGeom prst="rect">
                <a:avLst/>
              </a:prstGeom>
              <a:noFill/>
              <a:ln w="31750">
                <a:noFill/>
                <a:miter lim="800000"/>
                <a:headEnd/>
                <a:tailEnd/>
              </a:ln>
            </p:spPr>
            <p:txBody>
              <a:bodyPr/>
              <a:lstStyle/>
              <a:p>
                <a:pPr>
                  <a:defRPr/>
                </a:pPr>
                <a:r>
                  <a:rPr lang="en-US" sz="1400">
                    <a:latin typeface="+mj-lt"/>
                  </a:rPr>
                  <a:t>t</a:t>
                </a:r>
                <a:r>
                  <a:rPr lang="en-US" sz="1400" baseline="-25000">
                    <a:latin typeface="+mj-lt"/>
                  </a:rPr>
                  <a:t>RAC</a:t>
                </a:r>
              </a:p>
            </p:txBody>
          </p:sp>
          <p:sp>
            <p:nvSpPr>
              <p:cNvPr id="31833" name="Line 101">
                <a:extLst>
                  <a:ext uri="{FF2B5EF4-FFF2-40B4-BE49-F238E27FC236}">
                    <a16:creationId xmlns:a16="http://schemas.microsoft.com/office/drawing/2014/main" id="{2E82B0FA-075D-48E5-8161-3CCBAAB5D520}"/>
                  </a:ext>
                </a:extLst>
              </p:cNvPr>
              <p:cNvSpPr>
                <a:spLocks noChangeShapeType="1"/>
              </p:cNvSpPr>
              <p:nvPr/>
            </p:nvSpPr>
            <p:spPr bwMode="auto">
              <a:xfrm>
                <a:off x="1339" y="2700"/>
                <a:ext cx="145" cy="0"/>
              </a:xfrm>
              <a:prstGeom prst="line">
                <a:avLst/>
              </a:prstGeom>
              <a:noFill/>
              <a:ln w="22225">
                <a:solidFill>
                  <a:srgbClr val="000000"/>
                </a:solidFill>
                <a:round/>
                <a:headEnd/>
                <a:tailEnd type="triangle" w="med" len="lg"/>
              </a:ln>
            </p:spPr>
            <p:txBody>
              <a:bodyPr/>
              <a:lstStyle/>
              <a:p>
                <a:pPr eaLnBrk="1" hangingPunct="1">
                  <a:defRPr/>
                </a:pPr>
                <a:endParaRPr lang="en-US" sz="1200">
                  <a:latin typeface="+mj-lt"/>
                </a:endParaRPr>
              </a:p>
            </p:txBody>
          </p:sp>
          <p:sp>
            <p:nvSpPr>
              <p:cNvPr id="31834" name="Line 102">
                <a:extLst>
                  <a:ext uri="{FF2B5EF4-FFF2-40B4-BE49-F238E27FC236}">
                    <a16:creationId xmlns:a16="http://schemas.microsoft.com/office/drawing/2014/main" id="{8DBA0955-D816-4B7C-91B8-5FF4A76BCC0F}"/>
                  </a:ext>
                </a:extLst>
              </p:cNvPr>
              <p:cNvSpPr>
                <a:spLocks noChangeShapeType="1"/>
              </p:cNvSpPr>
              <p:nvPr/>
            </p:nvSpPr>
            <p:spPr bwMode="auto">
              <a:xfrm>
                <a:off x="816" y="2700"/>
                <a:ext cx="202" cy="0"/>
              </a:xfrm>
              <a:prstGeom prst="line">
                <a:avLst/>
              </a:prstGeom>
              <a:noFill/>
              <a:ln w="22225">
                <a:solidFill>
                  <a:srgbClr val="000000"/>
                </a:solidFill>
                <a:round/>
                <a:headEnd type="triangle" w="med" len="lg"/>
                <a:tailEnd/>
              </a:ln>
            </p:spPr>
            <p:txBody>
              <a:bodyPr/>
              <a:lstStyle/>
              <a:p>
                <a:pPr eaLnBrk="1" hangingPunct="1">
                  <a:defRPr/>
                </a:pPr>
                <a:endParaRPr lang="en-US" sz="1200">
                  <a:latin typeface="+mj-lt"/>
                </a:endParaRPr>
              </a:p>
            </p:txBody>
          </p:sp>
          <p:sp>
            <p:nvSpPr>
              <p:cNvPr id="31835" name="Line 103">
                <a:extLst>
                  <a:ext uri="{FF2B5EF4-FFF2-40B4-BE49-F238E27FC236}">
                    <a16:creationId xmlns:a16="http://schemas.microsoft.com/office/drawing/2014/main" id="{4FF5080C-CDEA-4572-A3D8-EA461DB45031}"/>
                  </a:ext>
                </a:extLst>
              </p:cNvPr>
              <p:cNvSpPr>
                <a:spLocks noChangeShapeType="1"/>
              </p:cNvSpPr>
              <p:nvPr/>
            </p:nvSpPr>
            <p:spPr bwMode="auto">
              <a:xfrm>
                <a:off x="2624" y="1335"/>
                <a:ext cx="0" cy="1442"/>
              </a:xfrm>
              <a:prstGeom prst="line">
                <a:avLst/>
              </a:prstGeom>
              <a:noFill/>
              <a:ln w="9525">
                <a:solidFill>
                  <a:srgbClr val="000000"/>
                </a:solidFill>
                <a:round/>
                <a:headEnd/>
                <a:tailEnd/>
              </a:ln>
            </p:spPr>
            <p:txBody>
              <a:bodyPr/>
              <a:lstStyle/>
              <a:p>
                <a:pPr eaLnBrk="1" hangingPunct="1">
                  <a:defRPr/>
                </a:pPr>
                <a:endParaRPr lang="en-US" sz="1200">
                  <a:latin typeface="+mj-lt"/>
                </a:endParaRPr>
              </a:p>
            </p:txBody>
          </p:sp>
          <p:sp>
            <p:nvSpPr>
              <p:cNvPr id="31836" name="Line 104">
                <a:extLst>
                  <a:ext uri="{FF2B5EF4-FFF2-40B4-BE49-F238E27FC236}">
                    <a16:creationId xmlns:a16="http://schemas.microsoft.com/office/drawing/2014/main" id="{E6A91C13-19B5-4D28-B71D-FB796EAC53AE}"/>
                  </a:ext>
                </a:extLst>
              </p:cNvPr>
              <p:cNvSpPr>
                <a:spLocks noChangeShapeType="1"/>
              </p:cNvSpPr>
              <p:nvPr/>
            </p:nvSpPr>
            <p:spPr bwMode="auto">
              <a:xfrm>
                <a:off x="603" y="1308"/>
                <a:ext cx="195"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37" name="Line 105">
                <a:extLst>
                  <a:ext uri="{FF2B5EF4-FFF2-40B4-BE49-F238E27FC236}">
                    <a16:creationId xmlns:a16="http://schemas.microsoft.com/office/drawing/2014/main" id="{51DD89A2-BAA9-4C03-BD2F-350135EF5E22}"/>
                  </a:ext>
                </a:extLst>
              </p:cNvPr>
              <p:cNvSpPr>
                <a:spLocks noChangeShapeType="1"/>
              </p:cNvSpPr>
              <p:nvPr/>
            </p:nvSpPr>
            <p:spPr bwMode="auto">
              <a:xfrm>
                <a:off x="797" y="1308"/>
                <a:ext cx="58" cy="25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38" name="Line 106">
                <a:extLst>
                  <a:ext uri="{FF2B5EF4-FFF2-40B4-BE49-F238E27FC236}">
                    <a16:creationId xmlns:a16="http://schemas.microsoft.com/office/drawing/2014/main" id="{BEFE5C28-1B0E-4EE1-B123-7FB9EE86665A}"/>
                  </a:ext>
                </a:extLst>
              </p:cNvPr>
              <p:cNvSpPr>
                <a:spLocks noChangeShapeType="1"/>
              </p:cNvSpPr>
              <p:nvPr/>
            </p:nvSpPr>
            <p:spPr bwMode="auto">
              <a:xfrm flipV="1">
                <a:off x="797" y="1196"/>
                <a:ext cx="0" cy="306"/>
              </a:xfrm>
              <a:prstGeom prst="line">
                <a:avLst/>
              </a:prstGeom>
              <a:noFill/>
              <a:ln w="9525">
                <a:solidFill>
                  <a:srgbClr val="000000"/>
                </a:solidFill>
                <a:round/>
                <a:headEnd/>
                <a:tailEnd/>
              </a:ln>
            </p:spPr>
            <p:txBody>
              <a:bodyPr/>
              <a:lstStyle/>
              <a:p>
                <a:pPr eaLnBrk="1" hangingPunct="1">
                  <a:defRPr/>
                </a:pPr>
                <a:endParaRPr lang="en-US" sz="1200">
                  <a:latin typeface="+mj-lt"/>
                </a:endParaRPr>
              </a:p>
            </p:txBody>
          </p:sp>
          <p:sp>
            <p:nvSpPr>
              <p:cNvPr id="31839" name="Line 107">
                <a:extLst>
                  <a:ext uri="{FF2B5EF4-FFF2-40B4-BE49-F238E27FC236}">
                    <a16:creationId xmlns:a16="http://schemas.microsoft.com/office/drawing/2014/main" id="{F8E88AB5-516F-4863-87CF-D13E93BB4AF8}"/>
                  </a:ext>
                </a:extLst>
              </p:cNvPr>
              <p:cNvSpPr>
                <a:spLocks noChangeShapeType="1"/>
              </p:cNvSpPr>
              <p:nvPr/>
            </p:nvSpPr>
            <p:spPr bwMode="auto">
              <a:xfrm>
                <a:off x="1510" y="1863"/>
                <a:ext cx="1121" cy="0"/>
              </a:xfrm>
              <a:prstGeom prst="line">
                <a:avLst/>
              </a:prstGeom>
              <a:noFill/>
              <a:ln w="22225">
                <a:solidFill>
                  <a:srgbClr val="000000"/>
                </a:solidFill>
                <a:round/>
                <a:headEnd type="triangle" w="med" len="lg"/>
                <a:tailEnd type="triangle" w="med" len="lg"/>
              </a:ln>
            </p:spPr>
            <p:txBody>
              <a:bodyPr/>
              <a:lstStyle/>
              <a:p>
                <a:pPr eaLnBrk="1" hangingPunct="1">
                  <a:defRPr/>
                </a:pPr>
                <a:endParaRPr lang="en-US" sz="1200">
                  <a:latin typeface="+mj-lt"/>
                </a:endParaRPr>
              </a:p>
            </p:txBody>
          </p:sp>
          <p:sp>
            <p:nvSpPr>
              <p:cNvPr id="31840" name="Line 108">
                <a:extLst>
                  <a:ext uri="{FF2B5EF4-FFF2-40B4-BE49-F238E27FC236}">
                    <a16:creationId xmlns:a16="http://schemas.microsoft.com/office/drawing/2014/main" id="{6C567F4F-4690-4CF8-9705-28BCE964C204}"/>
                  </a:ext>
                </a:extLst>
              </p:cNvPr>
              <p:cNvSpPr>
                <a:spLocks noChangeShapeType="1"/>
              </p:cNvSpPr>
              <p:nvPr/>
            </p:nvSpPr>
            <p:spPr bwMode="auto">
              <a:xfrm flipH="1">
                <a:off x="1378" y="3344"/>
                <a:ext cx="558"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41" name="Text Box 109">
                <a:extLst>
                  <a:ext uri="{FF2B5EF4-FFF2-40B4-BE49-F238E27FC236}">
                    <a16:creationId xmlns:a16="http://schemas.microsoft.com/office/drawing/2014/main" id="{9781C9C1-7896-4962-BE59-33C5FD051AE8}"/>
                  </a:ext>
                </a:extLst>
              </p:cNvPr>
              <p:cNvSpPr txBox="1">
                <a:spLocks noChangeArrowheads="1"/>
              </p:cNvSpPr>
              <p:nvPr/>
            </p:nvSpPr>
            <p:spPr bwMode="auto">
              <a:xfrm>
                <a:off x="1101" y="3229"/>
                <a:ext cx="515" cy="281"/>
              </a:xfrm>
              <a:prstGeom prst="rect">
                <a:avLst/>
              </a:prstGeom>
              <a:noFill/>
              <a:ln w="31750">
                <a:noFill/>
                <a:miter lim="800000"/>
                <a:headEnd/>
                <a:tailEnd/>
              </a:ln>
            </p:spPr>
            <p:txBody>
              <a:bodyPr/>
              <a:lstStyle/>
              <a:p>
                <a:pPr>
                  <a:defRPr/>
                </a:pPr>
                <a:r>
                  <a:rPr lang="en-US" sz="1050" dirty="0">
                    <a:latin typeface="+mj-lt"/>
                  </a:rPr>
                  <a:t>   </a:t>
                </a:r>
                <a:r>
                  <a:rPr lang="en-US" sz="1600" dirty="0">
                    <a:latin typeface="+mj-lt"/>
                  </a:rPr>
                  <a:t>Z</a:t>
                </a:r>
              </a:p>
            </p:txBody>
          </p:sp>
          <p:sp>
            <p:nvSpPr>
              <p:cNvPr id="31842" name="Text Box 110">
                <a:extLst>
                  <a:ext uri="{FF2B5EF4-FFF2-40B4-BE49-F238E27FC236}">
                    <a16:creationId xmlns:a16="http://schemas.microsoft.com/office/drawing/2014/main" id="{D48EF815-B64F-4E3C-9B02-A6F9AC124F14}"/>
                  </a:ext>
                </a:extLst>
              </p:cNvPr>
              <p:cNvSpPr txBox="1">
                <a:spLocks noChangeArrowheads="1"/>
              </p:cNvSpPr>
              <p:nvPr/>
            </p:nvSpPr>
            <p:spPr bwMode="auto">
              <a:xfrm>
                <a:off x="1961" y="3217"/>
                <a:ext cx="766" cy="220"/>
              </a:xfrm>
              <a:prstGeom prst="rect">
                <a:avLst/>
              </a:prstGeom>
              <a:noFill/>
              <a:ln w="31750">
                <a:noFill/>
                <a:miter lim="800000"/>
                <a:headEnd/>
                <a:tailEnd/>
              </a:ln>
            </p:spPr>
            <p:txBody>
              <a:bodyPr/>
              <a:lstStyle/>
              <a:p>
                <a:pPr algn="ctr">
                  <a:defRPr/>
                </a:pPr>
                <a:r>
                  <a:rPr lang="en-US" sz="1400">
                    <a:latin typeface="+mj-lt"/>
                  </a:rPr>
                  <a:t>Data Out</a:t>
                </a:r>
              </a:p>
            </p:txBody>
          </p:sp>
          <p:sp>
            <p:nvSpPr>
              <p:cNvPr id="31843" name="Text Box 111">
                <a:extLst>
                  <a:ext uri="{FF2B5EF4-FFF2-40B4-BE49-F238E27FC236}">
                    <a16:creationId xmlns:a16="http://schemas.microsoft.com/office/drawing/2014/main" id="{78ABD7E5-398C-4831-A9DC-63F25CCBF87B}"/>
                  </a:ext>
                </a:extLst>
              </p:cNvPr>
              <p:cNvSpPr txBox="1">
                <a:spLocks noChangeArrowheads="1"/>
              </p:cNvSpPr>
              <p:nvPr/>
            </p:nvSpPr>
            <p:spPr bwMode="auto">
              <a:xfrm>
                <a:off x="3878" y="3230"/>
                <a:ext cx="681" cy="218"/>
              </a:xfrm>
              <a:prstGeom prst="rect">
                <a:avLst/>
              </a:prstGeom>
              <a:noFill/>
              <a:ln w="31750">
                <a:noFill/>
                <a:miter lim="800000"/>
                <a:headEnd/>
                <a:tailEnd/>
              </a:ln>
            </p:spPr>
            <p:txBody>
              <a:bodyPr/>
              <a:lstStyle/>
              <a:p>
                <a:pPr algn="ctr">
                  <a:defRPr/>
                </a:pPr>
                <a:r>
                  <a:rPr lang="en-US" sz="1400">
                    <a:latin typeface="+mj-lt"/>
                  </a:rPr>
                  <a:t>Data In</a:t>
                </a:r>
              </a:p>
            </p:txBody>
          </p:sp>
          <p:sp>
            <p:nvSpPr>
              <p:cNvPr id="31844" name="Line 112">
                <a:extLst>
                  <a:ext uri="{FF2B5EF4-FFF2-40B4-BE49-F238E27FC236}">
                    <a16:creationId xmlns:a16="http://schemas.microsoft.com/office/drawing/2014/main" id="{A26E9DE5-B77E-4F42-9993-449841C81CED}"/>
                  </a:ext>
                </a:extLst>
              </p:cNvPr>
              <p:cNvSpPr>
                <a:spLocks noChangeShapeType="1"/>
              </p:cNvSpPr>
              <p:nvPr/>
            </p:nvSpPr>
            <p:spPr bwMode="auto">
              <a:xfrm>
                <a:off x="1510" y="3563"/>
                <a:ext cx="476" cy="0"/>
              </a:xfrm>
              <a:prstGeom prst="line">
                <a:avLst/>
              </a:prstGeom>
              <a:noFill/>
              <a:ln w="22225">
                <a:solidFill>
                  <a:srgbClr val="000000"/>
                </a:solidFill>
                <a:round/>
                <a:headEnd type="triangle" w="med" len="lg"/>
                <a:tailEnd type="triangle" w="med" len="lg"/>
              </a:ln>
            </p:spPr>
            <p:txBody>
              <a:bodyPr/>
              <a:lstStyle/>
              <a:p>
                <a:pPr eaLnBrk="1" hangingPunct="1">
                  <a:defRPr/>
                </a:pPr>
                <a:endParaRPr lang="en-US" sz="1200">
                  <a:latin typeface="+mj-lt"/>
                </a:endParaRPr>
              </a:p>
            </p:txBody>
          </p:sp>
          <p:sp>
            <p:nvSpPr>
              <p:cNvPr id="31845" name="Text Box 113">
                <a:extLst>
                  <a:ext uri="{FF2B5EF4-FFF2-40B4-BE49-F238E27FC236}">
                    <a16:creationId xmlns:a16="http://schemas.microsoft.com/office/drawing/2014/main" id="{5E083444-4C21-48BD-BFD5-084AFA8D16BE}"/>
                  </a:ext>
                </a:extLst>
              </p:cNvPr>
              <p:cNvSpPr txBox="1">
                <a:spLocks noChangeArrowheads="1"/>
              </p:cNvSpPr>
              <p:nvPr/>
            </p:nvSpPr>
            <p:spPr bwMode="auto">
              <a:xfrm>
                <a:off x="1571" y="3343"/>
                <a:ext cx="443" cy="282"/>
              </a:xfrm>
              <a:prstGeom prst="rect">
                <a:avLst/>
              </a:prstGeom>
              <a:noFill/>
              <a:ln w="9525">
                <a:noFill/>
                <a:miter lim="800000"/>
                <a:headEnd/>
                <a:tailEnd/>
              </a:ln>
            </p:spPr>
            <p:txBody>
              <a:bodyPr/>
              <a:lstStyle/>
              <a:p>
                <a:pPr>
                  <a:defRPr/>
                </a:pPr>
                <a:r>
                  <a:rPr lang="en-US" sz="1400">
                    <a:latin typeface="+mj-lt"/>
                  </a:rPr>
                  <a:t>t</a:t>
                </a:r>
                <a:r>
                  <a:rPr lang="en-US" sz="1400" baseline="-25000">
                    <a:latin typeface="+mj-lt"/>
                  </a:rPr>
                  <a:t>CAC</a:t>
                </a:r>
              </a:p>
            </p:txBody>
          </p:sp>
          <p:sp>
            <p:nvSpPr>
              <p:cNvPr id="31846" name="Line 114">
                <a:extLst>
                  <a:ext uri="{FF2B5EF4-FFF2-40B4-BE49-F238E27FC236}">
                    <a16:creationId xmlns:a16="http://schemas.microsoft.com/office/drawing/2014/main" id="{EB9D16B6-44F5-4D08-9CDC-601312D1EC89}"/>
                  </a:ext>
                </a:extLst>
              </p:cNvPr>
              <p:cNvSpPr>
                <a:spLocks noChangeShapeType="1"/>
              </p:cNvSpPr>
              <p:nvPr/>
            </p:nvSpPr>
            <p:spPr bwMode="auto">
              <a:xfrm>
                <a:off x="3262" y="1278"/>
                <a:ext cx="0" cy="815"/>
              </a:xfrm>
              <a:prstGeom prst="line">
                <a:avLst/>
              </a:prstGeom>
              <a:noFill/>
              <a:ln w="9525">
                <a:solidFill>
                  <a:srgbClr val="000000"/>
                </a:solidFill>
                <a:round/>
                <a:headEnd/>
                <a:tailEnd/>
              </a:ln>
            </p:spPr>
            <p:txBody>
              <a:bodyPr/>
              <a:lstStyle/>
              <a:p>
                <a:pPr eaLnBrk="1" hangingPunct="1">
                  <a:defRPr/>
                </a:pPr>
                <a:endParaRPr lang="en-US" sz="1200">
                  <a:latin typeface="+mj-lt"/>
                </a:endParaRPr>
              </a:p>
            </p:txBody>
          </p:sp>
          <p:sp>
            <p:nvSpPr>
              <p:cNvPr id="31847" name="Line 115">
                <a:extLst>
                  <a:ext uri="{FF2B5EF4-FFF2-40B4-BE49-F238E27FC236}">
                    <a16:creationId xmlns:a16="http://schemas.microsoft.com/office/drawing/2014/main" id="{DE915A0E-B286-4A75-B0FB-260414105EBA}"/>
                  </a:ext>
                </a:extLst>
              </p:cNvPr>
              <p:cNvSpPr>
                <a:spLocks noChangeShapeType="1"/>
              </p:cNvSpPr>
              <p:nvPr/>
            </p:nvSpPr>
            <p:spPr bwMode="auto">
              <a:xfrm>
                <a:off x="5095" y="1287"/>
                <a:ext cx="0" cy="432"/>
              </a:xfrm>
              <a:prstGeom prst="line">
                <a:avLst/>
              </a:prstGeom>
              <a:noFill/>
              <a:ln w="9525">
                <a:solidFill>
                  <a:srgbClr val="000000"/>
                </a:solidFill>
                <a:round/>
                <a:headEnd/>
                <a:tailEnd/>
              </a:ln>
            </p:spPr>
            <p:txBody>
              <a:bodyPr/>
              <a:lstStyle/>
              <a:p>
                <a:pPr eaLnBrk="1" hangingPunct="1">
                  <a:defRPr/>
                </a:pPr>
                <a:endParaRPr lang="en-US" sz="1200">
                  <a:latin typeface="+mj-lt"/>
                </a:endParaRPr>
              </a:p>
            </p:txBody>
          </p:sp>
          <p:sp>
            <p:nvSpPr>
              <p:cNvPr id="31848" name="Line 116">
                <a:extLst>
                  <a:ext uri="{FF2B5EF4-FFF2-40B4-BE49-F238E27FC236}">
                    <a16:creationId xmlns:a16="http://schemas.microsoft.com/office/drawing/2014/main" id="{356D7914-B3B3-4E08-ABCC-30849C26138E}"/>
                  </a:ext>
                </a:extLst>
              </p:cNvPr>
              <p:cNvSpPr>
                <a:spLocks noChangeShapeType="1"/>
              </p:cNvSpPr>
              <p:nvPr/>
            </p:nvSpPr>
            <p:spPr bwMode="auto">
              <a:xfrm>
                <a:off x="3262" y="1662"/>
                <a:ext cx="1833" cy="0"/>
              </a:xfrm>
              <a:prstGeom prst="line">
                <a:avLst/>
              </a:prstGeom>
              <a:noFill/>
              <a:ln w="22225">
                <a:solidFill>
                  <a:srgbClr val="000000"/>
                </a:solidFill>
                <a:round/>
                <a:headEnd type="triangle" w="sm" len="med"/>
                <a:tailEnd type="triangle" w="med" len="lg"/>
              </a:ln>
            </p:spPr>
            <p:txBody>
              <a:bodyPr/>
              <a:lstStyle/>
              <a:p>
                <a:pPr eaLnBrk="1" hangingPunct="1">
                  <a:defRPr/>
                </a:pPr>
                <a:endParaRPr lang="en-US" sz="1200">
                  <a:latin typeface="+mj-lt"/>
                </a:endParaRPr>
              </a:p>
            </p:txBody>
          </p:sp>
          <p:sp>
            <p:nvSpPr>
              <p:cNvPr id="31849" name="Text Box 117">
                <a:extLst>
                  <a:ext uri="{FF2B5EF4-FFF2-40B4-BE49-F238E27FC236}">
                    <a16:creationId xmlns:a16="http://schemas.microsoft.com/office/drawing/2014/main" id="{536E9011-51D5-42B5-8E6C-CD92CC87B291}"/>
                  </a:ext>
                </a:extLst>
              </p:cNvPr>
              <p:cNvSpPr txBox="1">
                <a:spLocks noChangeArrowheads="1"/>
              </p:cNvSpPr>
              <p:nvPr/>
            </p:nvSpPr>
            <p:spPr bwMode="auto">
              <a:xfrm>
                <a:off x="4068" y="1603"/>
                <a:ext cx="517" cy="286"/>
              </a:xfrm>
              <a:prstGeom prst="rect">
                <a:avLst/>
              </a:prstGeom>
              <a:noFill/>
              <a:ln w="31750">
                <a:noFill/>
                <a:miter lim="800000"/>
                <a:headEnd/>
                <a:tailEnd/>
              </a:ln>
            </p:spPr>
            <p:txBody>
              <a:bodyPr/>
              <a:lstStyle/>
              <a:p>
                <a:pPr>
                  <a:defRPr/>
                </a:pPr>
                <a:r>
                  <a:rPr lang="en-US" sz="1600">
                    <a:latin typeface="+mj-lt"/>
                  </a:rPr>
                  <a:t>t</a:t>
                </a:r>
                <a:r>
                  <a:rPr lang="en-US" sz="1600" baseline="-25000">
                    <a:latin typeface="+mj-lt"/>
                  </a:rPr>
                  <a:t>RAS</a:t>
                </a:r>
              </a:p>
            </p:txBody>
          </p:sp>
          <p:sp>
            <p:nvSpPr>
              <p:cNvPr id="31850" name="Line 118">
                <a:extLst>
                  <a:ext uri="{FF2B5EF4-FFF2-40B4-BE49-F238E27FC236}">
                    <a16:creationId xmlns:a16="http://schemas.microsoft.com/office/drawing/2014/main" id="{3DAE0439-2F12-49BB-B91C-1EBB0B29ED8B}"/>
                  </a:ext>
                </a:extLst>
              </p:cNvPr>
              <p:cNvSpPr>
                <a:spLocks noChangeShapeType="1"/>
              </p:cNvSpPr>
              <p:nvPr/>
            </p:nvSpPr>
            <p:spPr bwMode="auto">
              <a:xfrm flipV="1">
                <a:off x="1125" y="2219"/>
                <a:ext cx="79" cy="28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51" name="Line 119">
                <a:extLst>
                  <a:ext uri="{FF2B5EF4-FFF2-40B4-BE49-F238E27FC236}">
                    <a16:creationId xmlns:a16="http://schemas.microsoft.com/office/drawing/2014/main" id="{B0AB9A23-01FE-4411-ACD1-64B4F4DEF103}"/>
                  </a:ext>
                </a:extLst>
              </p:cNvPr>
              <p:cNvSpPr>
                <a:spLocks noChangeShapeType="1"/>
              </p:cNvSpPr>
              <p:nvPr/>
            </p:nvSpPr>
            <p:spPr bwMode="auto">
              <a:xfrm flipH="1" flipV="1">
                <a:off x="1118" y="2190"/>
                <a:ext cx="111" cy="31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52" name="Line 120">
                <a:extLst>
                  <a:ext uri="{FF2B5EF4-FFF2-40B4-BE49-F238E27FC236}">
                    <a16:creationId xmlns:a16="http://schemas.microsoft.com/office/drawing/2014/main" id="{18CBAB61-1586-48A3-B2D6-D31BE23EA982}"/>
                  </a:ext>
                </a:extLst>
              </p:cNvPr>
              <p:cNvSpPr>
                <a:spLocks noChangeShapeType="1"/>
              </p:cNvSpPr>
              <p:nvPr/>
            </p:nvSpPr>
            <p:spPr bwMode="auto">
              <a:xfrm flipV="1">
                <a:off x="2154" y="2210"/>
                <a:ext cx="86" cy="287"/>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53" name="Line 121">
                <a:extLst>
                  <a:ext uri="{FF2B5EF4-FFF2-40B4-BE49-F238E27FC236}">
                    <a16:creationId xmlns:a16="http://schemas.microsoft.com/office/drawing/2014/main" id="{41451EF4-6CC5-44EC-BA67-BD47A79E86BB}"/>
                  </a:ext>
                </a:extLst>
              </p:cNvPr>
              <p:cNvSpPr>
                <a:spLocks noChangeShapeType="1"/>
              </p:cNvSpPr>
              <p:nvPr/>
            </p:nvSpPr>
            <p:spPr bwMode="auto">
              <a:xfrm flipV="1">
                <a:off x="2259" y="2180"/>
                <a:ext cx="89" cy="317"/>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54" name="Line 122">
                <a:extLst>
                  <a:ext uri="{FF2B5EF4-FFF2-40B4-BE49-F238E27FC236}">
                    <a16:creationId xmlns:a16="http://schemas.microsoft.com/office/drawing/2014/main" id="{E1E0D2EF-6948-4964-A7D8-1D1EAFCAF9D5}"/>
                  </a:ext>
                </a:extLst>
              </p:cNvPr>
              <p:cNvSpPr>
                <a:spLocks noChangeShapeType="1"/>
              </p:cNvSpPr>
              <p:nvPr/>
            </p:nvSpPr>
            <p:spPr bwMode="auto">
              <a:xfrm flipV="1">
                <a:off x="2364" y="2199"/>
                <a:ext cx="86" cy="305"/>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55" name="Line 123">
                <a:extLst>
                  <a:ext uri="{FF2B5EF4-FFF2-40B4-BE49-F238E27FC236}">
                    <a16:creationId xmlns:a16="http://schemas.microsoft.com/office/drawing/2014/main" id="{B842C1DE-B991-4665-8BD8-66CCB6BC16F9}"/>
                  </a:ext>
                </a:extLst>
              </p:cNvPr>
              <p:cNvSpPr>
                <a:spLocks noChangeShapeType="1"/>
              </p:cNvSpPr>
              <p:nvPr/>
            </p:nvSpPr>
            <p:spPr bwMode="auto">
              <a:xfrm flipV="1">
                <a:off x="2473" y="2194"/>
                <a:ext cx="86" cy="287"/>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56" name="Line 124">
                <a:extLst>
                  <a:ext uri="{FF2B5EF4-FFF2-40B4-BE49-F238E27FC236}">
                    <a16:creationId xmlns:a16="http://schemas.microsoft.com/office/drawing/2014/main" id="{36995F90-F052-4622-A489-C8CA1C30106F}"/>
                  </a:ext>
                </a:extLst>
              </p:cNvPr>
              <p:cNvSpPr>
                <a:spLocks noChangeShapeType="1"/>
              </p:cNvSpPr>
              <p:nvPr/>
            </p:nvSpPr>
            <p:spPr bwMode="auto">
              <a:xfrm flipV="1">
                <a:off x="2572" y="2201"/>
                <a:ext cx="78" cy="28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57" name="Line 125">
                <a:extLst>
                  <a:ext uri="{FF2B5EF4-FFF2-40B4-BE49-F238E27FC236}">
                    <a16:creationId xmlns:a16="http://schemas.microsoft.com/office/drawing/2014/main" id="{52493D03-6355-41A4-B557-ACCD4D262652}"/>
                  </a:ext>
                </a:extLst>
              </p:cNvPr>
              <p:cNvSpPr>
                <a:spLocks noChangeShapeType="1"/>
              </p:cNvSpPr>
              <p:nvPr/>
            </p:nvSpPr>
            <p:spPr bwMode="auto">
              <a:xfrm flipV="1">
                <a:off x="2677" y="2204"/>
                <a:ext cx="81" cy="277"/>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58" name="Line 126">
                <a:extLst>
                  <a:ext uri="{FF2B5EF4-FFF2-40B4-BE49-F238E27FC236}">
                    <a16:creationId xmlns:a16="http://schemas.microsoft.com/office/drawing/2014/main" id="{7ACDE1BD-82A0-46D8-BD76-587DEC67C2E9}"/>
                  </a:ext>
                </a:extLst>
              </p:cNvPr>
              <p:cNvSpPr>
                <a:spLocks noChangeShapeType="1"/>
              </p:cNvSpPr>
              <p:nvPr/>
            </p:nvSpPr>
            <p:spPr bwMode="auto">
              <a:xfrm flipV="1">
                <a:off x="2777" y="2204"/>
                <a:ext cx="80" cy="293"/>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59" name="Line 127">
                <a:extLst>
                  <a:ext uri="{FF2B5EF4-FFF2-40B4-BE49-F238E27FC236}">
                    <a16:creationId xmlns:a16="http://schemas.microsoft.com/office/drawing/2014/main" id="{4BCF476E-2B99-4D76-A662-7BF381B8DBFF}"/>
                  </a:ext>
                </a:extLst>
              </p:cNvPr>
              <p:cNvSpPr>
                <a:spLocks noChangeShapeType="1"/>
              </p:cNvSpPr>
              <p:nvPr/>
            </p:nvSpPr>
            <p:spPr bwMode="auto">
              <a:xfrm flipV="1">
                <a:off x="2871" y="2192"/>
                <a:ext cx="81" cy="293"/>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60" name="Line 128">
                <a:extLst>
                  <a:ext uri="{FF2B5EF4-FFF2-40B4-BE49-F238E27FC236}">
                    <a16:creationId xmlns:a16="http://schemas.microsoft.com/office/drawing/2014/main" id="{8FDF6474-63F2-42C9-8DDB-5795233245C0}"/>
                  </a:ext>
                </a:extLst>
              </p:cNvPr>
              <p:cNvSpPr>
                <a:spLocks noChangeShapeType="1"/>
              </p:cNvSpPr>
              <p:nvPr/>
            </p:nvSpPr>
            <p:spPr bwMode="auto">
              <a:xfrm>
                <a:off x="2857" y="2210"/>
                <a:ext cx="95" cy="26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61" name="Line 129">
                <a:extLst>
                  <a:ext uri="{FF2B5EF4-FFF2-40B4-BE49-F238E27FC236}">
                    <a16:creationId xmlns:a16="http://schemas.microsoft.com/office/drawing/2014/main" id="{49406654-85B2-4601-9EA2-932E662FFD8C}"/>
                  </a:ext>
                </a:extLst>
              </p:cNvPr>
              <p:cNvSpPr>
                <a:spLocks noChangeShapeType="1"/>
              </p:cNvSpPr>
              <p:nvPr/>
            </p:nvSpPr>
            <p:spPr bwMode="auto">
              <a:xfrm>
                <a:off x="2758" y="2210"/>
                <a:ext cx="99" cy="26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62" name="Line 130">
                <a:extLst>
                  <a:ext uri="{FF2B5EF4-FFF2-40B4-BE49-F238E27FC236}">
                    <a16:creationId xmlns:a16="http://schemas.microsoft.com/office/drawing/2014/main" id="{A31BC34C-D2A2-45C4-86FA-4DF3E6145962}"/>
                  </a:ext>
                </a:extLst>
              </p:cNvPr>
              <p:cNvSpPr>
                <a:spLocks noChangeShapeType="1"/>
              </p:cNvSpPr>
              <p:nvPr/>
            </p:nvSpPr>
            <p:spPr bwMode="auto">
              <a:xfrm>
                <a:off x="2135" y="2188"/>
                <a:ext cx="128" cy="316"/>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63" name="Line 131">
                <a:extLst>
                  <a:ext uri="{FF2B5EF4-FFF2-40B4-BE49-F238E27FC236}">
                    <a16:creationId xmlns:a16="http://schemas.microsoft.com/office/drawing/2014/main" id="{F5C2A95E-707F-40E1-A4B2-D9E4F3A3661A}"/>
                  </a:ext>
                </a:extLst>
              </p:cNvPr>
              <p:cNvSpPr>
                <a:spLocks noChangeShapeType="1"/>
              </p:cNvSpPr>
              <p:nvPr/>
            </p:nvSpPr>
            <p:spPr bwMode="auto">
              <a:xfrm>
                <a:off x="2344" y="2210"/>
                <a:ext cx="106" cy="26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64" name="Line 132">
                <a:extLst>
                  <a:ext uri="{FF2B5EF4-FFF2-40B4-BE49-F238E27FC236}">
                    <a16:creationId xmlns:a16="http://schemas.microsoft.com/office/drawing/2014/main" id="{8A79A6D5-D1FF-4031-B911-BA4A50C24F6C}"/>
                  </a:ext>
                </a:extLst>
              </p:cNvPr>
              <p:cNvSpPr>
                <a:spLocks noChangeShapeType="1"/>
              </p:cNvSpPr>
              <p:nvPr/>
            </p:nvSpPr>
            <p:spPr bwMode="auto">
              <a:xfrm>
                <a:off x="2255" y="2219"/>
                <a:ext cx="109" cy="28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65" name="Line 133">
                <a:extLst>
                  <a:ext uri="{FF2B5EF4-FFF2-40B4-BE49-F238E27FC236}">
                    <a16:creationId xmlns:a16="http://schemas.microsoft.com/office/drawing/2014/main" id="{5757C829-7A14-4699-A8F2-B79215476F79}"/>
                  </a:ext>
                </a:extLst>
              </p:cNvPr>
              <p:cNvSpPr>
                <a:spLocks noChangeShapeType="1"/>
              </p:cNvSpPr>
              <p:nvPr/>
            </p:nvSpPr>
            <p:spPr bwMode="auto">
              <a:xfrm>
                <a:off x="2449" y="2210"/>
                <a:ext cx="109" cy="287"/>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66" name="Line 134">
                <a:extLst>
                  <a:ext uri="{FF2B5EF4-FFF2-40B4-BE49-F238E27FC236}">
                    <a16:creationId xmlns:a16="http://schemas.microsoft.com/office/drawing/2014/main" id="{047BA668-BDC0-4829-8865-BC5D257E91C7}"/>
                  </a:ext>
                </a:extLst>
              </p:cNvPr>
              <p:cNvSpPr>
                <a:spLocks noChangeShapeType="1"/>
              </p:cNvSpPr>
              <p:nvPr/>
            </p:nvSpPr>
            <p:spPr bwMode="auto">
              <a:xfrm>
                <a:off x="2559" y="2210"/>
                <a:ext cx="102" cy="26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67" name="Line 135">
                <a:extLst>
                  <a:ext uri="{FF2B5EF4-FFF2-40B4-BE49-F238E27FC236}">
                    <a16:creationId xmlns:a16="http://schemas.microsoft.com/office/drawing/2014/main" id="{363D691D-3991-4B87-B1C3-E85B14166470}"/>
                  </a:ext>
                </a:extLst>
              </p:cNvPr>
              <p:cNvSpPr>
                <a:spLocks noChangeShapeType="1"/>
              </p:cNvSpPr>
              <p:nvPr/>
            </p:nvSpPr>
            <p:spPr bwMode="auto">
              <a:xfrm>
                <a:off x="2650" y="2210"/>
                <a:ext cx="108" cy="26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68" name="Line 136">
                <a:extLst>
                  <a:ext uri="{FF2B5EF4-FFF2-40B4-BE49-F238E27FC236}">
                    <a16:creationId xmlns:a16="http://schemas.microsoft.com/office/drawing/2014/main" id="{3EC1D050-93F6-42A3-92EE-98AA135B7B14}"/>
                  </a:ext>
                </a:extLst>
              </p:cNvPr>
              <p:cNvSpPr>
                <a:spLocks noChangeShapeType="1"/>
              </p:cNvSpPr>
              <p:nvPr/>
            </p:nvSpPr>
            <p:spPr bwMode="auto">
              <a:xfrm>
                <a:off x="3612" y="2204"/>
                <a:ext cx="81" cy="276"/>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69" name="Line 137">
                <a:extLst>
                  <a:ext uri="{FF2B5EF4-FFF2-40B4-BE49-F238E27FC236}">
                    <a16:creationId xmlns:a16="http://schemas.microsoft.com/office/drawing/2014/main" id="{B9808043-0D17-4115-A4E0-C5E4171852D7}"/>
                  </a:ext>
                </a:extLst>
              </p:cNvPr>
              <p:cNvSpPr>
                <a:spLocks noChangeShapeType="1"/>
              </p:cNvSpPr>
              <p:nvPr/>
            </p:nvSpPr>
            <p:spPr bwMode="auto">
              <a:xfrm flipH="1">
                <a:off x="3612" y="2204"/>
                <a:ext cx="81" cy="293"/>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70" name="Line 138">
                <a:extLst>
                  <a:ext uri="{FF2B5EF4-FFF2-40B4-BE49-F238E27FC236}">
                    <a16:creationId xmlns:a16="http://schemas.microsoft.com/office/drawing/2014/main" id="{ED71482F-4A7D-4228-87D1-3D5A6D55717B}"/>
                  </a:ext>
                </a:extLst>
              </p:cNvPr>
              <p:cNvSpPr>
                <a:spLocks noChangeShapeType="1"/>
              </p:cNvSpPr>
              <p:nvPr/>
            </p:nvSpPr>
            <p:spPr bwMode="auto">
              <a:xfrm>
                <a:off x="4639" y="2210"/>
                <a:ext cx="79" cy="287"/>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71" name="Line 139">
                <a:extLst>
                  <a:ext uri="{FF2B5EF4-FFF2-40B4-BE49-F238E27FC236}">
                    <a16:creationId xmlns:a16="http://schemas.microsoft.com/office/drawing/2014/main" id="{18595FFA-8E66-4DF3-B3BD-4A6365894C79}"/>
                  </a:ext>
                </a:extLst>
              </p:cNvPr>
              <p:cNvSpPr>
                <a:spLocks noChangeShapeType="1"/>
              </p:cNvSpPr>
              <p:nvPr/>
            </p:nvSpPr>
            <p:spPr bwMode="auto">
              <a:xfrm>
                <a:off x="4740" y="2210"/>
                <a:ext cx="79" cy="285"/>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72" name="Line 140">
                <a:extLst>
                  <a:ext uri="{FF2B5EF4-FFF2-40B4-BE49-F238E27FC236}">
                    <a16:creationId xmlns:a16="http://schemas.microsoft.com/office/drawing/2014/main" id="{AA5889A3-F008-4BD4-A83B-A39629FC1556}"/>
                  </a:ext>
                </a:extLst>
              </p:cNvPr>
              <p:cNvSpPr>
                <a:spLocks noChangeShapeType="1"/>
              </p:cNvSpPr>
              <p:nvPr/>
            </p:nvSpPr>
            <p:spPr bwMode="auto">
              <a:xfrm>
                <a:off x="4832" y="2210"/>
                <a:ext cx="77" cy="283"/>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73" name="Line 141">
                <a:extLst>
                  <a:ext uri="{FF2B5EF4-FFF2-40B4-BE49-F238E27FC236}">
                    <a16:creationId xmlns:a16="http://schemas.microsoft.com/office/drawing/2014/main" id="{316070A1-3992-4FD6-88F0-C6B5231F4AA2}"/>
                  </a:ext>
                </a:extLst>
              </p:cNvPr>
              <p:cNvSpPr>
                <a:spLocks noChangeShapeType="1"/>
              </p:cNvSpPr>
              <p:nvPr/>
            </p:nvSpPr>
            <p:spPr bwMode="auto">
              <a:xfrm>
                <a:off x="4933" y="2207"/>
                <a:ext cx="74" cy="284"/>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74" name="Line 142">
                <a:extLst>
                  <a:ext uri="{FF2B5EF4-FFF2-40B4-BE49-F238E27FC236}">
                    <a16:creationId xmlns:a16="http://schemas.microsoft.com/office/drawing/2014/main" id="{19FFDBA8-6843-4FD5-84AB-18B6FDE8E855}"/>
                  </a:ext>
                </a:extLst>
              </p:cNvPr>
              <p:cNvSpPr>
                <a:spLocks noChangeShapeType="1"/>
              </p:cNvSpPr>
              <p:nvPr/>
            </p:nvSpPr>
            <p:spPr bwMode="auto">
              <a:xfrm>
                <a:off x="5021" y="2194"/>
                <a:ext cx="73" cy="284"/>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75" name="Line 143">
                <a:extLst>
                  <a:ext uri="{FF2B5EF4-FFF2-40B4-BE49-F238E27FC236}">
                    <a16:creationId xmlns:a16="http://schemas.microsoft.com/office/drawing/2014/main" id="{96A7F898-935B-4508-96B1-AC89BF34DE30}"/>
                  </a:ext>
                </a:extLst>
              </p:cNvPr>
              <p:cNvSpPr>
                <a:spLocks noChangeShapeType="1"/>
              </p:cNvSpPr>
              <p:nvPr/>
            </p:nvSpPr>
            <p:spPr bwMode="auto">
              <a:xfrm>
                <a:off x="5124" y="2201"/>
                <a:ext cx="74" cy="284"/>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76" name="Line 144">
                <a:extLst>
                  <a:ext uri="{FF2B5EF4-FFF2-40B4-BE49-F238E27FC236}">
                    <a16:creationId xmlns:a16="http://schemas.microsoft.com/office/drawing/2014/main" id="{52E837DA-C0D2-4D96-95B5-3701E3A87B33}"/>
                  </a:ext>
                </a:extLst>
              </p:cNvPr>
              <p:cNvSpPr>
                <a:spLocks noChangeShapeType="1"/>
              </p:cNvSpPr>
              <p:nvPr/>
            </p:nvSpPr>
            <p:spPr bwMode="auto">
              <a:xfrm>
                <a:off x="5224" y="2199"/>
                <a:ext cx="73" cy="283"/>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77" name="Line 145">
                <a:extLst>
                  <a:ext uri="{FF2B5EF4-FFF2-40B4-BE49-F238E27FC236}">
                    <a16:creationId xmlns:a16="http://schemas.microsoft.com/office/drawing/2014/main" id="{8BD8CD7A-737B-4F71-94DC-5B706B950FB6}"/>
                  </a:ext>
                </a:extLst>
              </p:cNvPr>
              <p:cNvSpPr>
                <a:spLocks noChangeShapeType="1"/>
              </p:cNvSpPr>
              <p:nvPr/>
            </p:nvSpPr>
            <p:spPr bwMode="auto">
              <a:xfrm>
                <a:off x="5328" y="2210"/>
                <a:ext cx="75" cy="26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78" name="Line 146">
                <a:extLst>
                  <a:ext uri="{FF2B5EF4-FFF2-40B4-BE49-F238E27FC236}">
                    <a16:creationId xmlns:a16="http://schemas.microsoft.com/office/drawing/2014/main" id="{6A8B130A-37BD-4DD4-A8EF-021B67ECE372}"/>
                  </a:ext>
                </a:extLst>
              </p:cNvPr>
              <p:cNvSpPr>
                <a:spLocks noChangeShapeType="1"/>
              </p:cNvSpPr>
              <p:nvPr/>
            </p:nvSpPr>
            <p:spPr bwMode="auto">
              <a:xfrm flipV="1">
                <a:off x="4619" y="2210"/>
                <a:ext cx="121" cy="26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79" name="Line 147">
                <a:extLst>
                  <a:ext uri="{FF2B5EF4-FFF2-40B4-BE49-F238E27FC236}">
                    <a16:creationId xmlns:a16="http://schemas.microsoft.com/office/drawing/2014/main" id="{3DCFEBD4-C754-437C-B139-86A6A4AA52BD}"/>
                  </a:ext>
                </a:extLst>
              </p:cNvPr>
              <p:cNvSpPr>
                <a:spLocks noChangeShapeType="1"/>
              </p:cNvSpPr>
              <p:nvPr/>
            </p:nvSpPr>
            <p:spPr bwMode="auto">
              <a:xfrm flipV="1">
                <a:off x="4715" y="2204"/>
                <a:ext cx="117" cy="288"/>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80" name="Line 148">
                <a:extLst>
                  <a:ext uri="{FF2B5EF4-FFF2-40B4-BE49-F238E27FC236}">
                    <a16:creationId xmlns:a16="http://schemas.microsoft.com/office/drawing/2014/main" id="{9532CCE1-92C6-4EB9-96FE-742373C95779}"/>
                  </a:ext>
                </a:extLst>
              </p:cNvPr>
              <p:cNvSpPr>
                <a:spLocks noChangeShapeType="1"/>
              </p:cNvSpPr>
              <p:nvPr/>
            </p:nvSpPr>
            <p:spPr bwMode="auto">
              <a:xfrm flipV="1">
                <a:off x="4816" y="2210"/>
                <a:ext cx="117" cy="283"/>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81" name="Line 149">
                <a:extLst>
                  <a:ext uri="{FF2B5EF4-FFF2-40B4-BE49-F238E27FC236}">
                    <a16:creationId xmlns:a16="http://schemas.microsoft.com/office/drawing/2014/main" id="{C71B58B8-C6AD-41EB-A54C-B83396C0BAF1}"/>
                  </a:ext>
                </a:extLst>
              </p:cNvPr>
              <p:cNvSpPr>
                <a:spLocks noChangeShapeType="1"/>
              </p:cNvSpPr>
              <p:nvPr/>
            </p:nvSpPr>
            <p:spPr bwMode="auto">
              <a:xfrm flipV="1">
                <a:off x="4909" y="2204"/>
                <a:ext cx="113" cy="279"/>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82" name="Line 150">
                <a:extLst>
                  <a:ext uri="{FF2B5EF4-FFF2-40B4-BE49-F238E27FC236}">
                    <a16:creationId xmlns:a16="http://schemas.microsoft.com/office/drawing/2014/main" id="{3E6F7B33-12D9-468D-A9C0-B8151251E745}"/>
                  </a:ext>
                </a:extLst>
              </p:cNvPr>
              <p:cNvSpPr>
                <a:spLocks noChangeShapeType="1"/>
              </p:cNvSpPr>
              <p:nvPr/>
            </p:nvSpPr>
            <p:spPr bwMode="auto">
              <a:xfrm flipV="1">
                <a:off x="5008" y="2204"/>
                <a:ext cx="123" cy="264"/>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83" name="Line 151">
                <a:extLst>
                  <a:ext uri="{FF2B5EF4-FFF2-40B4-BE49-F238E27FC236}">
                    <a16:creationId xmlns:a16="http://schemas.microsoft.com/office/drawing/2014/main" id="{9424408A-C73A-4633-B38C-5B0DFF62A92A}"/>
                  </a:ext>
                </a:extLst>
              </p:cNvPr>
              <p:cNvSpPr>
                <a:spLocks noChangeShapeType="1"/>
              </p:cNvSpPr>
              <p:nvPr/>
            </p:nvSpPr>
            <p:spPr bwMode="auto">
              <a:xfrm flipV="1">
                <a:off x="5097" y="2204"/>
                <a:ext cx="128" cy="264"/>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84" name="Line 152">
                <a:extLst>
                  <a:ext uri="{FF2B5EF4-FFF2-40B4-BE49-F238E27FC236}">
                    <a16:creationId xmlns:a16="http://schemas.microsoft.com/office/drawing/2014/main" id="{A27B3E9A-826B-476D-8A08-8A933B8D5651}"/>
                  </a:ext>
                </a:extLst>
              </p:cNvPr>
              <p:cNvSpPr>
                <a:spLocks noChangeShapeType="1"/>
              </p:cNvSpPr>
              <p:nvPr/>
            </p:nvSpPr>
            <p:spPr bwMode="auto">
              <a:xfrm flipV="1">
                <a:off x="5198" y="2210"/>
                <a:ext cx="130" cy="261"/>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85" name="Line 153">
                <a:extLst>
                  <a:ext uri="{FF2B5EF4-FFF2-40B4-BE49-F238E27FC236}">
                    <a16:creationId xmlns:a16="http://schemas.microsoft.com/office/drawing/2014/main" id="{C27BF402-4AB7-469F-B37B-08BC40FA3A95}"/>
                  </a:ext>
                </a:extLst>
              </p:cNvPr>
              <p:cNvSpPr>
                <a:spLocks noChangeShapeType="1"/>
              </p:cNvSpPr>
              <p:nvPr/>
            </p:nvSpPr>
            <p:spPr bwMode="auto">
              <a:xfrm flipV="1">
                <a:off x="5300" y="2180"/>
                <a:ext cx="148" cy="288"/>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sp>
            <p:nvSpPr>
              <p:cNvPr id="31887" name="Line 155">
                <a:extLst>
                  <a:ext uri="{FF2B5EF4-FFF2-40B4-BE49-F238E27FC236}">
                    <a16:creationId xmlns:a16="http://schemas.microsoft.com/office/drawing/2014/main" id="{B601DBE3-603F-4729-B135-BB65E0CB3B0C}"/>
                  </a:ext>
                </a:extLst>
              </p:cNvPr>
              <p:cNvSpPr>
                <a:spLocks noChangeShapeType="1"/>
              </p:cNvSpPr>
              <p:nvPr/>
            </p:nvSpPr>
            <p:spPr bwMode="auto">
              <a:xfrm>
                <a:off x="4021" y="1760"/>
                <a:ext cx="0" cy="980"/>
              </a:xfrm>
              <a:prstGeom prst="line">
                <a:avLst/>
              </a:prstGeom>
              <a:noFill/>
              <a:ln w="9525">
                <a:solidFill>
                  <a:srgbClr val="000000"/>
                </a:solidFill>
                <a:round/>
                <a:headEnd/>
                <a:tailEnd/>
              </a:ln>
            </p:spPr>
            <p:txBody>
              <a:bodyPr/>
              <a:lstStyle/>
              <a:p>
                <a:pPr eaLnBrk="1" hangingPunct="1">
                  <a:defRPr/>
                </a:pPr>
                <a:endParaRPr lang="en-US" sz="1200">
                  <a:latin typeface="+mj-lt"/>
                </a:endParaRPr>
              </a:p>
            </p:txBody>
          </p:sp>
          <p:sp>
            <p:nvSpPr>
              <p:cNvPr id="31888" name="Line 156">
                <a:extLst>
                  <a:ext uri="{FF2B5EF4-FFF2-40B4-BE49-F238E27FC236}">
                    <a16:creationId xmlns:a16="http://schemas.microsoft.com/office/drawing/2014/main" id="{F50F3EAB-103F-4006-A813-EC620ED49796}"/>
                  </a:ext>
                </a:extLst>
              </p:cNvPr>
              <p:cNvSpPr>
                <a:spLocks noChangeShapeType="1"/>
              </p:cNvSpPr>
              <p:nvPr/>
            </p:nvSpPr>
            <p:spPr bwMode="auto">
              <a:xfrm flipV="1">
                <a:off x="5260" y="2607"/>
                <a:ext cx="0" cy="495"/>
              </a:xfrm>
              <a:prstGeom prst="line">
                <a:avLst/>
              </a:prstGeom>
              <a:noFill/>
              <a:ln w="9525">
                <a:solidFill>
                  <a:srgbClr val="000000"/>
                </a:solidFill>
                <a:round/>
                <a:headEnd/>
                <a:tailEnd/>
              </a:ln>
            </p:spPr>
            <p:txBody>
              <a:bodyPr/>
              <a:lstStyle/>
              <a:p>
                <a:pPr eaLnBrk="1" hangingPunct="1">
                  <a:defRPr/>
                </a:pPr>
                <a:endParaRPr lang="en-US" sz="1200">
                  <a:latin typeface="+mj-lt"/>
                </a:endParaRPr>
              </a:p>
            </p:txBody>
          </p:sp>
          <p:sp>
            <p:nvSpPr>
              <p:cNvPr id="31889" name="Line 157">
                <a:extLst>
                  <a:ext uri="{FF2B5EF4-FFF2-40B4-BE49-F238E27FC236}">
                    <a16:creationId xmlns:a16="http://schemas.microsoft.com/office/drawing/2014/main" id="{97394558-4880-4CE5-A076-30731F5BD2FA}"/>
                  </a:ext>
                </a:extLst>
              </p:cNvPr>
              <p:cNvSpPr>
                <a:spLocks noChangeShapeType="1"/>
              </p:cNvSpPr>
              <p:nvPr/>
            </p:nvSpPr>
            <p:spPr bwMode="auto">
              <a:xfrm>
                <a:off x="4026" y="2700"/>
                <a:ext cx="1234" cy="0"/>
              </a:xfrm>
              <a:prstGeom prst="line">
                <a:avLst/>
              </a:prstGeom>
              <a:noFill/>
              <a:ln w="22225">
                <a:solidFill>
                  <a:srgbClr val="000000"/>
                </a:solidFill>
                <a:round/>
                <a:headEnd type="triangle" w="med" len="lg"/>
                <a:tailEnd type="triangle" w="med" len="lg"/>
              </a:ln>
            </p:spPr>
            <p:txBody>
              <a:bodyPr/>
              <a:lstStyle/>
              <a:p>
                <a:pPr eaLnBrk="1" hangingPunct="1">
                  <a:defRPr/>
                </a:pPr>
                <a:endParaRPr lang="en-US" sz="1200">
                  <a:latin typeface="+mj-lt"/>
                </a:endParaRPr>
              </a:p>
            </p:txBody>
          </p:sp>
          <p:sp>
            <p:nvSpPr>
              <p:cNvPr id="31890" name="Text Box 158">
                <a:extLst>
                  <a:ext uri="{FF2B5EF4-FFF2-40B4-BE49-F238E27FC236}">
                    <a16:creationId xmlns:a16="http://schemas.microsoft.com/office/drawing/2014/main" id="{26008039-B5C6-41D6-B813-AF88F9F14EC9}"/>
                  </a:ext>
                </a:extLst>
              </p:cNvPr>
              <p:cNvSpPr txBox="1">
                <a:spLocks noChangeArrowheads="1"/>
              </p:cNvSpPr>
              <p:nvPr/>
            </p:nvSpPr>
            <p:spPr bwMode="auto">
              <a:xfrm>
                <a:off x="4496" y="2448"/>
                <a:ext cx="517" cy="281"/>
              </a:xfrm>
              <a:prstGeom prst="rect">
                <a:avLst/>
              </a:prstGeom>
              <a:noFill/>
              <a:ln w="22225">
                <a:noFill/>
                <a:miter lim="800000"/>
                <a:headEnd/>
                <a:tailEnd/>
              </a:ln>
            </p:spPr>
            <p:txBody>
              <a:bodyPr/>
              <a:lstStyle/>
              <a:p>
                <a:pPr>
                  <a:defRPr/>
                </a:pPr>
                <a:r>
                  <a:rPr lang="en-US" sz="1600">
                    <a:latin typeface="+mj-lt"/>
                  </a:rPr>
                  <a:t>t</a:t>
                </a:r>
                <a:r>
                  <a:rPr lang="en-US" sz="1600" baseline="-25000">
                    <a:latin typeface="+mj-lt"/>
                  </a:rPr>
                  <a:t>WCH</a:t>
                </a:r>
              </a:p>
            </p:txBody>
          </p:sp>
          <p:sp>
            <p:nvSpPr>
              <p:cNvPr id="31891" name="Line 159">
                <a:extLst>
                  <a:ext uri="{FF2B5EF4-FFF2-40B4-BE49-F238E27FC236}">
                    <a16:creationId xmlns:a16="http://schemas.microsoft.com/office/drawing/2014/main" id="{E107DE64-8A99-400E-AB8E-614E10C7F843}"/>
                  </a:ext>
                </a:extLst>
              </p:cNvPr>
              <p:cNvSpPr>
                <a:spLocks noChangeShapeType="1"/>
              </p:cNvSpPr>
              <p:nvPr/>
            </p:nvSpPr>
            <p:spPr bwMode="auto">
              <a:xfrm>
                <a:off x="2630" y="2036"/>
                <a:ext cx="631" cy="0"/>
              </a:xfrm>
              <a:prstGeom prst="line">
                <a:avLst/>
              </a:prstGeom>
              <a:noFill/>
              <a:ln w="22225">
                <a:solidFill>
                  <a:srgbClr val="000000"/>
                </a:solidFill>
                <a:round/>
                <a:headEnd type="triangle" w="med" len="lg"/>
                <a:tailEnd type="triangle" w="med" len="lg"/>
              </a:ln>
            </p:spPr>
            <p:txBody>
              <a:bodyPr/>
              <a:lstStyle/>
              <a:p>
                <a:pPr eaLnBrk="1" hangingPunct="1">
                  <a:defRPr/>
                </a:pPr>
                <a:endParaRPr lang="en-US" sz="1200">
                  <a:latin typeface="+mj-lt"/>
                </a:endParaRPr>
              </a:p>
            </p:txBody>
          </p:sp>
          <p:sp>
            <p:nvSpPr>
              <p:cNvPr id="31892" name="Text Box 160">
                <a:extLst>
                  <a:ext uri="{FF2B5EF4-FFF2-40B4-BE49-F238E27FC236}">
                    <a16:creationId xmlns:a16="http://schemas.microsoft.com/office/drawing/2014/main" id="{64B93C9E-68EE-4943-B263-6541D5081196}"/>
                  </a:ext>
                </a:extLst>
              </p:cNvPr>
              <p:cNvSpPr txBox="1">
                <a:spLocks noChangeArrowheads="1"/>
              </p:cNvSpPr>
              <p:nvPr/>
            </p:nvSpPr>
            <p:spPr bwMode="auto">
              <a:xfrm>
                <a:off x="2765" y="1821"/>
                <a:ext cx="413" cy="280"/>
              </a:xfrm>
              <a:prstGeom prst="rect">
                <a:avLst/>
              </a:prstGeom>
              <a:noFill/>
              <a:ln w="31750">
                <a:noFill/>
                <a:miter lim="800000"/>
                <a:headEnd/>
                <a:tailEnd/>
              </a:ln>
            </p:spPr>
            <p:txBody>
              <a:bodyPr/>
              <a:lstStyle/>
              <a:p>
                <a:pPr>
                  <a:defRPr/>
                </a:pPr>
                <a:r>
                  <a:rPr lang="en-US" sz="1400">
                    <a:latin typeface="+mj-lt"/>
                  </a:rPr>
                  <a:t>t</a:t>
                </a:r>
                <a:r>
                  <a:rPr lang="en-US" sz="1400" baseline="-25000">
                    <a:latin typeface="+mj-lt"/>
                  </a:rPr>
                  <a:t>RP</a:t>
                </a:r>
              </a:p>
            </p:txBody>
          </p:sp>
          <p:sp>
            <p:nvSpPr>
              <p:cNvPr id="31893" name="Line 161">
                <a:extLst>
                  <a:ext uri="{FF2B5EF4-FFF2-40B4-BE49-F238E27FC236}">
                    <a16:creationId xmlns:a16="http://schemas.microsoft.com/office/drawing/2014/main" id="{36F404C7-30CE-4662-9E06-1E86B0BE84C6}"/>
                  </a:ext>
                </a:extLst>
              </p:cNvPr>
              <p:cNvSpPr>
                <a:spLocks noChangeShapeType="1"/>
              </p:cNvSpPr>
              <p:nvPr/>
            </p:nvSpPr>
            <p:spPr bwMode="auto">
              <a:xfrm>
                <a:off x="2630" y="2700"/>
                <a:ext cx="1391" cy="0"/>
              </a:xfrm>
              <a:prstGeom prst="line">
                <a:avLst/>
              </a:prstGeom>
              <a:noFill/>
              <a:ln w="22225">
                <a:solidFill>
                  <a:srgbClr val="000000"/>
                </a:solidFill>
                <a:round/>
                <a:headEnd type="triangle" w="med" len="lg"/>
                <a:tailEnd type="triangle" w="med" len="lg"/>
              </a:ln>
            </p:spPr>
            <p:txBody>
              <a:bodyPr/>
              <a:lstStyle/>
              <a:p>
                <a:pPr eaLnBrk="1" hangingPunct="1">
                  <a:defRPr/>
                </a:pPr>
                <a:endParaRPr lang="en-US" sz="1200">
                  <a:latin typeface="+mj-lt"/>
                </a:endParaRPr>
              </a:p>
            </p:txBody>
          </p:sp>
          <p:sp>
            <p:nvSpPr>
              <p:cNvPr id="31894" name="Text Box 162">
                <a:extLst>
                  <a:ext uri="{FF2B5EF4-FFF2-40B4-BE49-F238E27FC236}">
                    <a16:creationId xmlns:a16="http://schemas.microsoft.com/office/drawing/2014/main" id="{459348EE-83DC-4F55-89F4-EB8B34B9532B}"/>
                  </a:ext>
                </a:extLst>
              </p:cNvPr>
              <p:cNvSpPr txBox="1">
                <a:spLocks noChangeArrowheads="1"/>
              </p:cNvSpPr>
              <p:nvPr/>
            </p:nvSpPr>
            <p:spPr bwMode="auto">
              <a:xfrm>
                <a:off x="3250" y="2455"/>
                <a:ext cx="437" cy="280"/>
              </a:xfrm>
              <a:prstGeom prst="rect">
                <a:avLst/>
              </a:prstGeom>
              <a:noFill/>
              <a:ln w="31750">
                <a:noFill/>
                <a:miter lim="800000"/>
                <a:headEnd/>
                <a:tailEnd/>
              </a:ln>
            </p:spPr>
            <p:txBody>
              <a:bodyPr/>
              <a:lstStyle/>
              <a:p>
                <a:pPr>
                  <a:defRPr/>
                </a:pPr>
                <a:r>
                  <a:rPr lang="en-US" sz="1600">
                    <a:latin typeface="+mj-lt"/>
                  </a:rPr>
                  <a:t>t</a:t>
                </a:r>
                <a:r>
                  <a:rPr lang="en-US" sz="1600" baseline="-25000">
                    <a:latin typeface="+mj-lt"/>
                  </a:rPr>
                  <a:t>CP</a:t>
                </a:r>
              </a:p>
            </p:txBody>
          </p:sp>
          <p:sp>
            <p:nvSpPr>
              <p:cNvPr id="31895" name="Text Box 163">
                <a:extLst>
                  <a:ext uri="{FF2B5EF4-FFF2-40B4-BE49-F238E27FC236}">
                    <a16:creationId xmlns:a16="http://schemas.microsoft.com/office/drawing/2014/main" id="{21C2AC49-BF49-4A54-A1B1-4CFE36280CC1}"/>
                  </a:ext>
                </a:extLst>
              </p:cNvPr>
              <p:cNvSpPr txBox="1">
                <a:spLocks noChangeArrowheads="1"/>
              </p:cNvSpPr>
              <p:nvPr/>
            </p:nvSpPr>
            <p:spPr bwMode="auto">
              <a:xfrm>
                <a:off x="530" y="2152"/>
                <a:ext cx="638" cy="403"/>
              </a:xfrm>
              <a:prstGeom prst="rect">
                <a:avLst/>
              </a:prstGeom>
              <a:noFill/>
              <a:ln w="31750">
                <a:noFill/>
                <a:miter lim="800000"/>
                <a:headEnd/>
                <a:tailEnd/>
              </a:ln>
            </p:spPr>
            <p:txBody>
              <a:bodyPr/>
              <a:lstStyle/>
              <a:p>
                <a:pPr algn="ctr">
                  <a:defRPr/>
                </a:pPr>
                <a:r>
                  <a:rPr lang="en-US" sz="1200">
                    <a:latin typeface="+mj-lt"/>
                  </a:rPr>
                  <a:t>Row </a:t>
                </a:r>
              </a:p>
              <a:p>
                <a:pPr algn="ctr">
                  <a:defRPr/>
                </a:pPr>
                <a:r>
                  <a:rPr lang="en-US" sz="1200">
                    <a:latin typeface="+mj-lt"/>
                  </a:rPr>
                  <a:t>Address</a:t>
                </a:r>
              </a:p>
            </p:txBody>
          </p:sp>
          <p:sp>
            <p:nvSpPr>
              <p:cNvPr id="31896" name="Text Box 164">
                <a:extLst>
                  <a:ext uri="{FF2B5EF4-FFF2-40B4-BE49-F238E27FC236}">
                    <a16:creationId xmlns:a16="http://schemas.microsoft.com/office/drawing/2014/main" id="{72E2CC2E-F83D-49C3-9734-A286171358FE}"/>
                  </a:ext>
                </a:extLst>
              </p:cNvPr>
              <p:cNvSpPr txBox="1">
                <a:spLocks noChangeArrowheads="1"/>
              </p:cNvSpPr>
              <p:nvPr/>
            </p:nvSpPr>
            <p:spPr bwMode="auto">
              <a:xfrm>
                <a:off x="2939" y="2180"/>
                <a:ext cx="668" cy="307"/>
              </a:xfrm>
              <a:prstGeom prst="rect">
                <a:avLst/>
              </a:prstGeom>
              <a:noFill/>
              <a:ln w="31750">
                <a:noFill/>
                <a:miter lim="800000"/>
                <a:headEnd/>
                <a:tailEnd/>
              </a:ln>
            </p:spPr>
            <p:txBody>
              <a:bodyPr/>
              <a:lstStyle/>
              <a:p>
                <a:pPr algn="ctr">
                  <a:defRPr/>
                </a:pPr>
                <a:r>
                  <a:rPr lang="en-US" sz="1100">
                    <a:latin typeface="+mj-lt"/>
                  </a:rPr>
                  <a:t>Row </a:t>
                </a:r>
              </a:p>
              <a:p>
                <a:pPr algn="ctr">
                  <a:defRPr/>
                </a:pPr>
                <a:r>
                  <a:rPr lang="en-US" sz="1100">
                    <a:latin typeface="+mj-lt"/>
                  </a:rPr>
                  <a:t>Address</a:t>
                </a:r>
              </a:p>
            </p:txBody>
          </p:sp>
          <p:sp>
            <p:nvSpPr>
              <p:cNvPr id="31897" name="Text Box 165">
                <a:extLst>
                  <a:ext uri="{FF2B5EF4-FFF2-40B4-BE49-F238E27FC236}">
                    <a16:creationId xmlns:a16="http://schemas.microsoft.com/office/drawing/2014/main" id="{B691016D-6253-4EEF-8D0F-E8BCBF1E6A46}"/>
                  </a:ext>
                </a:extLst>
              </p:cNvPr>
              <p:cNvSpPr txBox="1">
                <a:spLocks noChangeArrowheads="1"/>
              </p:cNvSpPr>
              <p:nvPr/>
            </p:nvSpPr>
            <p:spPr bwMode="auto">
              <a:xfrm>
                <a:off x="1411" y="2177"/>
                <a:ext cx="716" cy="436"/>
              </a:xfrm>
              <a:prstGeom prst="rect">
                <a:avLst/>
              </a:prstGeom>
              <a:noFill/>
              <a:ln w="31750">
                <a:noFill/>
                <a:miter lim="800000"/>
                <a:headEnd/>
                <a:tailEnd/>
              </a:ln>
            </p:spPr>
            <p:txBody>
              <a:bodyPr/>
              <a:lstStyle/>
              <a:p>
                <a:pPr>
                  <a:defRPr/>
                </a:pPr>
                <a:r>
                  <a:rPr lang="en-US" sz="1100">
                    <a:latin typeface="+mj-lt"/>
                  </a:rPr>
                  <a:t>Column </a:t>
                </a:r>
              </a:p>
              <a:p>
                <a:pPr>
                  <a:defRPr/>
                </a:pPr>
                <a:r>
                  <a:rPr lang="en-US" sz="1100">
                    <a:latin typeface="+mj-lt"/>
                  </a:rPr>
                  <a:t>Address</a:t>
                </a:r>
              </a:p>
            </p:txBody>
          </p:sp>
          <p:sp>
            <p:nvSpPr>
              <p:cNvPr id="31898" name="Text Box 166">
                <a:extLst>
                  <a:ext uri="{FF2B5EF4-FFF2-40B4-BE49-F238E27FC236}">
                    <a16:creationId xmlns:a16="http://schemas.microsoft.com/office/drawing/2014/main" id="{458027DC-4656-41E2-AB5C-505AB6296AFF}"/>
                  </a:ext>
                </a:extLst>
              </p:cNvPr>
              <p:cNvSpPr txBox="1">
                <a:spLocks noChangeArrowheads="1"/>
              </p:cNvSpPr>
              <p:nvPr/>
            </p:nvSpPr>
            <p:spPr bwMode="auto">
              <a:xfrm>
                <a:off x="4013" y="2180"/>
                <a:ext cx="629" cy="307"/>
              </a:xfrm>
              <a:prstGeom prst="rect">
                <a:avLst/>
              </a:prstGeom>
              <a:noFill/>
              <a:ln w="9525">
                <a:noFill/>
                <a:miter lim="800000"/>
                <a:headEnd/>
                <a:tailEnd/>
              </a:ln>
            </p:spPr>
            <p:txBody>
              <a:bodyPr/>
              <a:lstStyle/>
              <a:p>
                <a:pPr>
                  <a:defRPr/>
                </a:pPr>
                <a:r>
                  <a:rPr lang="en-US" sz="1100">
                    <a:latin typeface="+mj-lt"/>
                  </a:rPr>
                  <a:t>Column </a:t>
                </a:r>
              </a:p>
              <a:p>
                <a:pPr>
                  <a:defRPr/>
                </a:pPr>
                <a:r>
                  <a:rPr lang="en-US" sz="1100">
                    <a:latin typeface="+mj-lt"/>
                  </a:rPr>
                  <a:t>Address</a:t>
                </a:r>
              </a:p>
            </p:txBody>
          </p:sp>
          <p:sp>
            <p:nvSpPr>
              <p:cNvPr id="31899" name="Text Box 167">
                <a:extLst>
                  <a:ext uri="{FF2B5EF4-FFF2-40B4-BE49-F238E27FC236}">
                    <a16:creationId xmlns:a16="http://schemas.microsoft.com/office/drawing/2014/main" id="{5A3934C0-6474-49EB-8FEE-2A573D48B2AD}"/>
                  </a:ext>
                </a:extLst>
              </p:cNvPr>
              <p:cNvSpPr txBox="1">
                <a:spLocks noChangeArrowheads="1"/>
              </p:cNvSpPr>
              <p:nvPr/>
            </p:nvSpPr>
            <p:spPr bwMode="auto">
              <a:xfrm>
                <a:off x="1753" y="1132"/>
                <a:ext cx="376" cy="282"/>
              </a:xfrm>
              <a:prstGeom prst="rect">
                <a:avLst/>
              </a:prstGeom>
              <a:noFill/>
              <a:ln w="31750">
                <a:noFill/>
                <a:miter lim="800000"/>
                <a:headEnd/>
                <a:tailEnd/>
              </a:ln>
            </p:spPr>
            <p:txBody>
              <a:bodyPr/>
              <a:lstStyle/>
              <a:p>
                <a:pPr>
                  <a:defRPr/>
                </a:pPr>
                <a:r>
                  <a:rPr lang="en-US" sz="1000" dirty="0">
                    <a:latin typeface="+mj-lt"/>
                  </a:rPr>
                  <a:t> </a:t>
                </a:r>
                <a:r>
                  <a:rPr lang="en-US" sz="1600" dirty="0" err="1">
                    <a:latin typeface="+mj-lt"/>
                  </a:rPr>
                  <a:t>t</a:t>
                </a:r>
                <a:r>
                  <a:rPr lang="en-US" sz="1600" baseline="-25000" dirty="0" err="1">
                    <a:latin typeface="+mj-lt"/>
                  </a:rPr>
                  <a:t>RC</a:t>
                </a:r>
                <a:endParaRPr lang="en-US" sz="1600" baseline="-25000" dirty="0">
                  <a:latin typeface="+mj-lt"/>
                </a:endParaRPr>
              </a:p>
            </p:txBody>
          </p:sp>
          <p:sp>
            <p:nvSpPr>
              <p:cNvPr id="31900" name="Text Box 168">
                <a:extLst>
                  <a:ext uri="{FF2B5EF4-FFF2-40B4-BE49-F238E27FC236}">
                    <a16:creationId xmlns:a16="http://schemas.microsoft.com/office/drawing/2014/main" id="{AE1E54B9-7B13-4009-A0D6-B0124914D4BD}"/>
                  </a:ext>
                </a:extLst>
              </p:cNvPr>
              <p:cNvSpPr txBox="1">
                <a:spLocks noChangeArrowheads="1"/>
              </p:cNvSpPr>
              <p:nvPr/>
            </p:nvSpPr>
            <p:spPr bwMode="auto">
              <a:xfrm>
                <a:off x="1958" y="1603"/>
                <a:ext cx="517" cy="282"/>
              </a:xfrm>
              <a:prstGeom prst="rect">
                <a:avLst/>
              </a:prstGeom>
              <a:noFill/>
              <a:ln w="31750">
                <a:noFill/>
                <a:miter lim="800000"/>
                <a:headEnd/>
                <a:tailEnd/>
              </a:ln>
            </p:spPr>
            <p:txBody>
              <a:bodyPr/>
              <a:lstStyle/>
              <a:p>
                <a:pPr>
                  <a:defRPr/>
                </a:pPr>
                <a:r>
                  <a:rPr lang="en-US" sz="1600">
                    <a:latin typeface="+mj-lt"/>
                  </a:rPr>
                  <a:t>t</a:t>
                </a:r>
                <a:r>
                  <a:rPr lang="en-US" sz="1600" baseline="-25000">
                    <a:latin typeface="+mj-lt"/>
                  </a:rPr>
                  <a:t>CAS</a:t>
                </a:r>
              </a:p>
            </p:txBody>
          </p:sp>
          <p:grpSp>
            <p:nvGrpSpPr>
              <p:cNvPr id="67737" name="Group 170">
                <a:extLst>
                  <a:ext uri="{FF2B5EF4-FFF2-40B4-BE49-F238E27FC236}">
                    <a16:creationId xmlns:a16="http://schemas.microsoft.com/office/drawing/2014/main" id="{F3365962-9FBB-DDC1-AE7E-EFC514229F7E}"/>
                  </a:ext>
                </a:extLst>
              </p:cNvPr>
              <p:cNvGrpSpPr>
                <a:grpSpLocks/>
              </p:cNvGrpSpPr>
              <p:nvPr/>
            </p:nvGrpSpPr>
            <p:grpSpPr bwMode="auto">
              <a:xfrm>
                <a:off x="180" y="1088"/>
                <a:ext cx="545" cy="280"/>
                <a:chOff x="193" y="1048"/>
                <a:chExt cx="548" cy="285"/>
              </a:xfrm>
            </p:grpSpPr>
            <p:sp>
              <p:nvSpPr>
                <p:cNvPr id="31749" name="Text Box 9">
                  <a:extLst>
                    <a:ext uri="{FF2B5EF4-FFF2-40B4-BE49-F238E27FC236}">
                      <a16:creationId xmlns:a16="http://schemas.microsoft.com/office/drawing/2014/main" id="{08FDB779-4AD6-4676-8000-4271A40979D0}"/>
                    </a:ext>
                  </a:extLst>
                </p:cNvPr>
                <p:cNvSpPr txBox="1">
                  <a:spLocks noChangeArrowheads="1"/>
                </p:cNvSpPr>
                <p:nvPr/>
              </p:nvSpPr>
              <p:spPr bwMode="auto">
                <a:xfrm>
                  <a:off x="193" y="1035"/>
                  <a:ext cx="548" cy="299"/>
                </a:xfrm>
                <a:prstGeom prst="rect">
                  <a:avLst/>
                </a:prstGeom>
                <a:noFill/>
                <a:ln w="9525">
                  <a:noFill/>
                  <a:miter lim="800000"/>
                  <a:headEnd/>
                  <a:tailEnd/>
                </a:ln>
              </p:spPr>
              <p:txBody>
                <a:bodyPr/>
                <a:lstStyle/>
                <a:p>
                  <a:pPr>
                    <a:defRPr/>
                  </a:pPr>
                  <a:r>
                    <a:rPr lang="en-US" sz="1400">
                      <a:latin typeface="+mj-lt"/>
                    </a:rPr>
                    <a:t>RAS</a:t>
                  </a:r>
                  <a:endParaRPr lang="en-US" sz="1400" baseline="-25000">
                    <a:latin typeface="+mj-lt"/>
                  </a:endParaRPr>
                </a:p>
              </p:txBody>
            </p:sp>
            <p:sp>
              <p:nvSpPr>
                <p:cNvPr id="31901" name="Line 169">
                  <a:extLst>
                    <a:ext uri="{FF2B5EF4-FFF2-40B4-BE49-F238E27FC236}">
                      <a16:creationId xmlns:a16="http://schemas.microsoft.com/office/drawing/2014/main" id="{1E8D6F3B-DA72-4727-AB46-F8F56ADB6861}"/>
                    </a:ext>
                  </a:extLst>
                </p:cNvPr>
                <p:cNvSpPr>
                  <a:spLocks noChangeShapeType="1"/>
                </p:cNvSpPr>
                <p:nvPr/>
              </p:nvSpPr>
              <p:spPr bwMode="auto">
                <a:xfrm flipH="1" flipV="1">
                  <a:off x="285" y="1058"/>
                  <a:ext cx="215" cy="0"/>
                </a:xfrm>
                <a:prstGeom prst="line">
                  <a:avLst/>
                </a:prstGeom>
                <a:noFill/>
                <a:ln w="31750">
                  <a:solidFill>
                    <a:srgbClr val="000000"/>
                  </a:solidFill>
                  <a:round/>
                  <a:headEnd/>
                  <a:tailEnd/>
                </a:ln>
              </p:spPr>
              <p:txBody>
                <a:bodyPr/>
                <a:lstStyle/>
                <a:p>
                  <a:pPr eaLnBrk="1" hangingPunct="1">
                    <a:defRPr/>
                  </a:pPr>
                  <a:endParaRPr lang="en-US" sz="1200">
                    <a:latin typeface="+mj-lt"/>
                  </a:endParaRPr>
                </a:p>
              </p:txBody>
            </p:sp>
          </p:grpSp>
        </p:gr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2">
            <a:extLst>
              <a:ext uri="{FF2B5EF4-FFF2-40B4-BE49-F238E27FC236}">
                <a16:creationId xmlns:a16="http://schemas.microsoft.com/office/drawing/2014/main" id="{10519C7B-6972-740F-9391-5719358EE739}"/>
              </a:ext>
            </a:extLst>
          </p:cNvPr>
          <p:cNvSpPr>
            <a:spLocks noGrp="1" noChangeArrowheads="1"/>
          </p:cNvSpPr>
          <p:nvPr>
            <p:ph type="title"/>
          </p:nvPr>
        </p:nvSpPr>
        <p:spPr/>
        <p:txBody>
          <a:bodyPr/>
          <a:lstStyle/>
          <a:p>
            <a:r>
              <a:rPr lang="en-US" altLang="en-US"/>
              <a:t>Timing Parameters</a:t>
            </a:r>
          </a:p>
        </p:txBody>
      </p:sp>
      <p:sp>
        <p:nvSpPr>
          <p:cNvPr id="68611" name="Content Placeholder 3">
            <a:extLst>
              <a:ext uri="{FF2B5EF4-FFF2-40B4-BE49-F238E27FC236}">
                <a16:creationId xmlns:a16="http://schemas.microsoft.com/office/drawing/2014/main" id="{420CABF3-F353-BAB6-C98B-2E2E48764C75}"/>
              </a:ext>
            </a:extLst>
          </p:cNvPr>
          <p:cNvSpPr>
            <a:spLocks noGrp="1" noChangeArrowheads="1"/>
          </p:cNvSpPr>
          <p:nvPr>
            <p:ph type="body" sz="quarter" idx="10"/>
          </p:nvPr>
        </p:nvSpPr>
        <p:spPr/>
        <p:txBody>
          <a:bodyPr/>
          <a:lstStyle/>
          <a:p>
            <a:r>
              <a:rPr lang="en-US" altLang="en-US" sz="2000"/>
              <a:t>trac (access time from RAS)–delay of appearance of real data on the outputs regarding RAS negative edge. For contemporary ICs – 40-100ns.</a:t>
            </a:r>
          </a:p>
          <a:p>
            <a:r>
              <a:rPr lang="en-US" altLang="en-US" sz="2000"/>
              <a:t>tRC- time of read cycle or write cycle – minimum period between the beginnings of neighboring cycle of accesses   (75 – 125ns).</a:t>
            </a:r>
          </a:p>
          <a:p>
            <a:r>
              <a:rPr lang="en-US" altLang="en-US" sz="2000"/>
              <a:t>tPC -  period of CAS sequence in page mode.</a:t>
            </a:r>
          </a:p>
          <a:p>
            <a:r>
              <a:rPr lang="en-US" altLang="en-US" sz="2000"/>
              <a:t>tRAS, tCAS – minimum duration of low level of RAS and CAS signals.</a:t>
            </a:r>
          </a:p>
          <a:p>
            <a:r>
              <a:rPr lang="en-US" altLang="en-US" sz="2000"/>
              <a:t>tRP  -  ~RAS Precharge time </a:t>
            </a:r>
          </a:p>
          <a:p>
            <a:r>
              <a:rPr lang="en-US" altLang="en-US" sz="2000"/>
              <a:t>tCP  - ~CAS Precharge time</a:t>
            </a:r>
          </a:p>
          <a:p>
            <a:r>
              <a:rPr lang="en-US" altLang="en-US" sz="2000"/>
              <a:t>tRCD  - ~RAS to ~CAS delay time</a:t>
            </a:r>
          </a:p>
          <a:p>
            <a:r>
              <a:rPr lang="en-US" altLang="en-US" sz="2000"/>
              <a:t>tCAC (access time from CAS)  - Data delay regarding CAS#.</a:t>
            </a:r>
          </a:p>
          <a:p>
            <a:endParaRPr lang="en-US" altLang="en-US" sz="20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77">
            <a:extLst>
              <a:ext uri="{FF2B5EF4-FFF2-40B4-BE49-F238E27FC236}">
                <a16:creationId xmlns:a16="http://schemas.microsoft.com/office/drawing/2014/main" id="{60B43F7B-85AC-3D65-FF0C-17408191A62D}"/>
              </a:ext>
            </a:extLst>
          </p:cNvPr>
          <p:cNvSpPr>
            <a:spLocks noGrp="1" noChangeArrowheads="1"/>
          </p:cNvSpPr>
          <p:nvPr>
            <p:ph type="title"/>
          </p:nvPr>
        </p:nvSpPr>
        <p:spPr/>
        <p:txBody>
          <a:bodyPr>
            <a:normAutofit/>
          </a:bodyPr>
          <a:lstStyle/>
          <a:p>
            <a:r>
              <a:rPr lang="en-US" altLang="en-US" dirty="0"/>
              <a:t>Refresh</a:t>
            </a:r>
          </a:p>
        </p:txBody>
      </p:sp>
      <p:sp>
        <p:nvSpPr>
          <p:cNvPr id="69635" name="Text Box 174">
            <a:extLst>
              <a:ext uri="{FF2B5EF4-FFF2-40B4-BE49-F238E27FC236}">
                <a16:creationId xmlns:a16="http://schemas.microsoft.com/office/drawing/2014/main" id="{38D2942C-63D4-3A07-8463-74F72FC85065}"/>
              </a:ext>
            </a:extLst>
          </p:cNvPr>
          <p:cNvSpPr txBox="1">
            <a:spLocks noChangeArrowheads="1"/>
          </p:cNvSpPr>
          <p:nvPr/>
        </p:nvSpPr>
        <p:spPr bwMode="auto">
          <a:xfrm>
            <a:off x="2063750" y="5357814"/>
            <a:ext cx="741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Refresh – distributed  (earlier – burst)</a:t>
            </a:r>
            <a:endParaRPr lang="ru-RU" altLang="en-US" sz="2000"/>
          </a:p>
        </p:txBody>
      </p:sp>
      <p:grpSp>
        <p:nvGrpSpPr>
          <p:cNvPr id="69636" name="Group 179">
            <a:extLst>
              <a:ext uri="{FF2B5EF4-FFF2-40B4-BE49-F238E27FC236}">
                <a16:creationId xmlns:a16="http://schemas.microsoft.com/office/drawing/2014/main" id="{BE3A02AD-8C9E-17A0-2456-1C328996913B}"/>
              </a:ext>
            </a:extLst>
          </p:cNvPr>
          <p:cNvGrpSpPr>
            <a:grpSpLocks/>
          </p:cNvGrpSpPr>
          <p:nvPr/>
        </p:nvGrpSpPr>
        <p:grpSpPr bwMode="auto">
          <a:xfrm>
            <a:off x="2236788" y="1128714"/>
            <a:ext cx="7923212" cy="4213225"/>
            <a:chOff x="158" y="608"/>
            <a:chExt cx="5098" cy="2666"/>
          </a:xfrm>
        </p:grpSpPr>
        <p:sp>
          <p:nvSpPr>
            <p:cNvPr id="69637" name="Line 6">
              <a:extLst>
                <a:ext uri="{FF2B5EF4-FFF2-40B4-BE49-F238E27FC236}">
                  <a16:creationId xmlns:a16="http://schemas.microsoft.com/office/drawing/2014/main" id="{ADBD4983-16F5-D93A-9A50-0C2D64349E65}"/>
                </a:ext>
              </a:extLst>
            </p:cNvPr>
            <p:cNvSpPr>
              <a:spLocks noChangeShapeType="1"/>
            </p:cNvSpPr>
            <p:nvPr/>
          </p:nvSpPr>
          <p:spPr bwMode="auto">
            <a:xfrm flipH="1">
              <a:off x="997" y="761"/>
              <a:ext cx="0" cy="14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38" name="Line 7">
              <a:extLst>
                <a:ext uri="{FF2B5EF4-FFF2-40B4-BE49-F238E27FC236}">
                  <a16:creationId xmlns:a16="http://schemas.microsoft.com/office/drawing/2014/main" id="{BB718AAC-20BA-4476-EF43-86A053DC97CD}"/>
                </a:ext>
              </a:extLst>
            </p:cNvPr>
            <p:cNvSpPr>
              <a:spLocks noChangeShapeType="1"/>
            </p:cNvSpPr>
            <p:nvPr/>
          </p:nvSpPr>
          <p:spPr bwMode="auto">
            <a:xfrm>
              <a:off x="997" y="972"/>
              <a:ext cx="27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39" name="Line 8">
              <a:extLst>
                <a:ext uri="{FF2B5EF4-FFF2-40B4-BE49-F238E27FC236}">
                  <a16:creationId xmlns:a16="http://schemas.microsoft.com/office/drawing/2014/main" id="{39B8514A-7ABC-7DB7-3756-259411573BB2}"/>
                </a:ext>
              </a:extLst>
            </p:cNvPr>
            <p:cNvSpPr>
              <a:spLocks noChangeShapeType="1"/>
            </p:cNvSpPr>
            <p:nvPr/>
          </p:nvSpPr>
          <p:spPr bwMode="auto">
            <a:xfrm>
              <a:off x="1269" y="972"/>
              <a:ext cx="91" cy="21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0" name="Line 9">
              <a:extLst>
                <a:ext uri="{FF2B5EF4-FFF2-40B4-BE49-F238E27FC236}">
                  <a16:creationId xmlns:a16="http://schemas.microsoft.com/office/drawing/2014/main" id="{E4A4B0AC-40FA-777C-D164-8DE522C22CA6}"/>
                </a:ext>
              </a:extLst>
            </p:cNvPr>
            <p:cNvSpPr>
              <a:spLocks noChangeShapeType="1"/>
            </p:cNvSpPr>
            <p:nvPr/>
          </p:nvSpPr>
          <p:spPr bwMode="auto">
            <a:xfrm>
              <a:off x="1360" y="1183"/>
              <a:ext cx="63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1" name="Line 10">
              <a:extLst>
                <a:ext uri="{FF2B5EF4-FFF2-40B4-BE49-F238E27FC236}">
                  <a16:creationId xmlns:a16="http://schemas.microsoft.com/office/drawing/2014/main" id="{B559E915-CDCF-5352-59EF-25B87F3FD3DF}"/>
                </a:ext>
              </a:extLst>
            </p:cNvPr>
            <p:cNvSpPr>
              <a:spLocks noChangeShapeType="1"/>
            </p:cNvSpPr>
            <p:nvPr/>
          </p:nvSpPr>
          <p:spPr bwMode="auto">
            <a:xfrm flipV="1">
              <a:off x="1993" y="972"/>
              <a:ext cx="92" cy="21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2" name="Line 11">
              <a:extLst>
                <a:ext uri="{FF2B5EF4-FFF2-40B4-BE49-F238E27FC236}">
                  <a16:creationId xmlns:a16="http://schemas.microsoft.com/office/drawing/2014/main" id="{A88766A2-D126-64D7-36CC-48858F0D8860}"/>
                </a:ext>
              </a:extLst>
            </p:cNvPr>
            <p:cNvSpPr>
              <a:spLocks noChangeShapeType="1"/>
            </p:cNvSpPr>
            <p:nvPr/>
          </p:nvSpPr>
          <p:spPr bwMode="auto">
            <a:xfrm>
              <a:off x="2085" y="972"/>
              <a:ext cx="144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3" name="Line 12">
              <a:extLst>
                <a:ext uri="{FF2B5EF4-FFF2-40B4-BE49-F238E27FC236}">
                  <a16:creationId xmlns:a16="http://schemas.microsoft.com/office/drawing/2014/main" id="{F99999D5-E73D-399D-6D34-57FC85F9F0AC}"/>
                </a:ext>
              </a:extLst>
            </p:cNvPr>
            <p:cNvSpPr>
              <a:spLocks noChangeShapeType="1"/>
            </p:cNvSpPr>
            <p:nvPr/>
          </p:nvSpPr>
          <p:spPr bwMode="auto">
            <a:xfrm>
              <a:off x="2809" y="761"/>
              <a:ext cx="0" cy="14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4" name="Line 13">
              <a:extLst>
                <a:ext uri="{FF2B5EF4-FFF2-40B4-BE49-F238E27FC236}">
                  <a16:creationId xmlns:a16="http://schemas.microsoft.com/office/drawing/2014/main" id="{FCBA0373-6382-DE65-22FC-6EEE507E1D41}"/>
                </a:ext>
              </a:extLst>
            </p:cNvPr>
            <p:cNvSpPr>
              <a:spLocks noChangeShapeType="1"/>
            </p:cNvSpPr>
            <p:nvPr/>
          </p:nvSpPr>
          <p:spPr bwMode="auto">
            <a:xfrm>
              <a:off x="997" y="1498"/>
              <a:ext cx="217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5" name="Line 14">
              <a:extLst>
                <a:ext uri="{FF2B5EF4-FFF2-40B4-BE49-F238E27FC236}">
                  <a16:creationId xmlns:a16="http://schemas.microsoft.com/office/drawing/2014/main" id="{3056860B-6FFC-1847-F4C9-3DCF13ACC73D}"/>
                </a:ext>
              </a:extLst>
            </p:cNvPr>
            <p:cNvSpPr>
              <a:spLocks noChangeShapeType="1"/>
            </p:cNvSpPr>
            <p:nvPr/>
          </p:nvSpPr>
          <p:spPr bwMode="auto">
            <a:xfrm>
              <a:off x="3176" y="1498"/>
              <a:ext cx="90" cy="22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6" name="Line 15">
              <a:extLst>
                <a:ext uri="{FF2B5EF4-FFF2-40B4-BE49-F238E27FC236}">
                  <a16:creationId xmlns:a16="http://schemas.microsoft.com/office/drawing/2014/main" id="{FFF84ACB-CD77-71A5-4E8D-502BCC63D517}"/>
                </a:ext>
              </a:extLst>
            </p:cNvPr>
            <p:cNvSpPr>
              <a:spLocks noChangeShapeType="1"/>
            </p:cNvSpPr>
            <p:nvPr/>
          </p:nvSpPr>
          <p:spPr bwMode="auto">
            <a:xfrm>
              <a:off x="3266" y="1723"/>
              <a:ext cx="99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7" name="Line 16">
              <a:extLst>
                <a:ext uri="{FF2B5EF4-FFF2-40B4-BE49-F238E27FC236}">
                  <a16:creationId xmlns:a16="http://schemas.microsoft.com/office/drawing/2014/main" id="{73A7D0D0-AFB5-BFB8-9768-1CAC24ED515C}"/>
                </a:ext>
              </a:extLst>
            </p:cNvPr>
            <p:cNvSpPr>
              <a:spLocks noChangeShapeType="1"/>
            </p:cNvSpPr>
            <p:nvPr/>
          </p:nvSpPr>
          <p:spPr bwMode="auto">
            <a:xfrm>
              <a:off x="3534" y="972"/>
              <a:ext cx="91" cy="21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8" name="Line 17">
              <a:extLst>
                <a:ext uri="{FF2B5EF4-FFF2-40B4-BE49-F238E27FC236}">
                  <a16:creationId xmlns:a16="http://schemas.microsoft.com/office/drawing/2014/main" id="{172FC097-AA9F-BE35-9C9B-6CE60E93470A}"/>
                </a:ext>
              </a:extLst>
            </p:cNvPr>
            <p:cNvSpPr>
              <a:spLocks noChangeShapeType="1"/>
            </p:cNvSpPr>
            <p:nvPr/>
          </p:nvSpPr>
          <p:spPr bwMode="auto">
            <a:xfrm>
              <a:off x="3625" y="1183"/>
              <a:ext cx="63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9" name="Line 18">
              <a:extLst>
                <a:ext uri="{FF2B5EF4-FFF2-40B4-BE49-F238E27FC236}">
                  <a16:creationId xmlns:a16="http://schemas.microsoft.com/office/drawing/2014/main" id="{C4B49E9D-881D-201A-4F14-50CFC92AB9DF}"/>
                </a:ext>
              </a:extLst>
            </p:cNvPr>
            <p:cNvSpPr>
              <a:spLocks noChangeShapeType="1"/>
            </p:cNvSpPr>
            <p:nvPr/>
          </p:nvSpPr>
          <p:spPr bwMode="auto">
            <a:xfrm flipV="1">
              <a:off x="4266" y="961"/>
              <a:ext cx="91" cy="23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0" name="Line 19">
              <a:extLst>
                <a:ext uri="{FF2B5EF4-FFF2-40B4-BE49-F238E27FC236}">
                  <a16:creationId xmlns:a16="http://schemas.microsoft.com/office/drawing/2014/main" id="{2DA3A1FC-1F5F-1876-A97C-52D4084266CC}"/>
                </a:ext>
              </a:extLst>
            </p:cNvPr>
            <p:cNvSpPr>
              <a:spLocks noChangeShapeType="1"/>
            </p:cNvSpPr>
            <p:nvPr/>
          </p:nvSpPr>
          <p:spPr bwMode="auto">
            <a:xfrm flipV="1">
              <a:off x="4263" y="1502"/>
              <a:ext cx="91" cy="23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1" name="Line 20">
              <a:extLst>
                <a:ext uri="{FF2B5EF4-FFF2-40B4-BE49-F238E27FC236}">
                  <a16:creationId xmlns:a16="http://schemas.microsoft.com/office/drawing/2014/main" id="{9004FFCC-2039-97C8-3E3A-9A0BFE55ED00}"/>
                </a:ext>
              </a:extLst>
            </p:cNvPr>
            <p:cNvSpPr>
              <a:spLocks noChangeShapeType="1"/>
            </p:cNvSpPr>
            <p:nvPr/>
          </p:nvSpPr>
          <p:spPr bwMode="auto">
            <a:xfrm>
              <a:off x="4349" y="961"/>
              <a:ext cx="62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2" name="Line 21">
              <a:extLst>
                <a:ext uri="{FF2B5EF4-FFF2-40B4-BE49-F238E27FC236}">
                  <a16:creationId xmlns:a16="http://schemas.microsoft.com/office/drawing/2014/main" id="{B4911AB0-33E5-63F4-E0CA-B41D9B9AC25B}"/>
                </a:ext>
              </a:extLst>
            </p:cNvPr>
            <p:cNvSpPr>
              <a:spLocks noChangeShapeType="1"/>
            </p:cNvSpPr>
            <p:nvPr/>
          </p:nvSpPr>
          <p:spPr bwMode="auto">
            <a:xfrm>
              <a:off x="4361" y="1502"/>
              <a:ext cx="62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3" name="Line 22">
              <a:extLst>
                <a:ext uri="{FF2B5EF4-FFF2-40B4-BE49-F238E27FC236}">
                  <a16:creationId xmlns:a16="http://schemas.microsoft.com/office/drawing/2014/main" id="{9791FF5E-5D1F-7E11-8303-4240C6D3C951}"/>
                </a:ext>
              </a:extLst>
            </p:cNvPr>
            <p:cNvSpPr>
              <a:spLocks noChangeShapeType="1"/>
            </p:cNvSpPr>
            <p:nvPr/>
          </p:nvSpPr>
          <p:spPr bwMode="auto">
            <a:xfrm>
              <a:off x="1314" y="972"/>
              <a:ext cx="0" cy="94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4" name="Line 23">
              <a:extLst>
                <a:ext uri="{FF2B5EF4-FFF2-40B4-BE49-F238E27FC236}">
                  <a16:creationId xmlns:a16="http://schemas.microsoft.com/office/drawing/2014/main" id="{A8B6C876-8B36-86E3-32F2-4E951B4A39A9}"/>
                </a:ext>
              </a:extLst>
            </p:cNvPr>
            <p:cNvSpPr>
              <a:spLocks noChangeShapeType="1"/>
            </p:cNvSpPr>
            <p:nvPr/>
          </p:nvSpPr>
          <p:spPr bwMode="auto">
            <a:xfrm>
              <a:off x="1040" y="1919"/>
              <a:ext cx="5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5" name="Line 24">
              <a:extLst>
                <a:ext uri="{FF2B5EF4-FFF2-40B4-BE49-F238E27FC236}">
                  <a16:creationId xmlns:a16="http://schemas.microsoft.com/office/drawing/2014/main" id="{B942F66F-5AC8-97F5-F61A-1521837F7819}"/>
                </a:ext>
              </a:extLst>
            </p:cNvPr>
            <p:cNvSpPr>
              <a:spLocks noChangeShapeType="1"/>
            </p:cNvSpPr>
            <p:nvPr/>
          </p:nvSpPr>
          <p:spPr bwMode="auto">
            <a:xfrm>
              <a:off x="1546" y="1919"/>
              <a:ext cx="90" cy="21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6" name="Line 25">
              <a:extLst>
                <a:ext uri="{FF2B5EF4-FFF2-40B4-BE49-F238E27FC236}">
                  <a16:creationId xmlns:a16="http://schemas.microsoft.com/office/drawing/2014/main" id="{B0968527-CF84-78D2-B957-831D3AC319CF}"/>
                </a:ext>
              </a:extLst>
            </p:cNvPr>
            <p:cNvSpPr>
              <a:spLocks noChangeShapeType="1"/>
            </p:cNvSpPr>
            <p:nvPr/>
          </p:nvSpPr>
          <p:spPr bwMode="auto">
            <a:xfrm flipV="1">
              <a:off x="1553" y="1925"/>
              <a:ext cx="91" cy="21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7" name="Line 26">
              <a:extLst>
                <a:ext uri="{FF2B5EF4-FFF2-40B4-BE49-F238E27FC236}">
                  <a16:creationId xmlns:a16="http://schemas.microsoft.com/office/drawing/2014/main" id="{D7218DC1-64B1-FCCD-D2E4-68B61726C8B9}"/>
                </a:ext>
              </a:extLst>
            </p:cNvPr>
            <p:cNvSpPr>
              <a:spLocks noChangeShapeType="1"/>
            </p:cNvSpPr>
            <p:nvPr/>
          </p:nvSpPr>
          <p:spPr bwMode="auto">
            <a:xfrm>
              <a:off x="1644" y="1919"/>
              <a:ext cx="334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8" name="Line 27">
              <a:extLst>
                <a:ext uri="{FF2B5EF4-FFF2-40B4-BE49-F238E27FC236}">
                  <a16:creationId xmlns:a16="http://schemas.microsoft.com/office/drawing/2014/main" id="{DF232969-D314-CF62-793F-D0624E939826}"/>
                </a:ext>
              </a:extLst>
            </p:cNvPr>
            <p:cNvSpPr>
              <a:spLocks noChangeShapeType="1"/>
            </p:cNvSpPr>
            <p:nvPr/>
          </p:nvSpPr>
          <p:spPr bwMode="auto">
            <a:xfrm flipV="1">
              <a:off x="1636" y="2129"/>
              <a:ext cx="335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9" name="Line 28">
              <a:extLst>
                <a:ext uri="{FF2B5EF4-FFF2-40B4-BE49-F238E27FC236}">
                  <a16:creationId xmlns:a16="http://schemas.microsoft.com/office/drawing/2014/main" id="{21582887-D1EA-4018-5223-79A55C66962B}"/>
                </a:ext>
              </a:extLst>
            </p:cNvPr>
            <p:cNvSpPr>
              <a:spLocks noChangeShapeType="1"/>
            </p:cNvSpPr>
            <p:nvPr/>
          </p:nvSpPr>
          <p:spPr bwMode="auto">
            <a:xfrm flipV="1">
              <a:off x="997" y="1923"/>
              <a:ext cx="43" cy="1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0" name="Line 29">
              <a:extLst>
                <a:ext uri="{FF2B5EF4-FFF2-40B4-BE49-F238E27FC236}">
                  <a16:creationId xmlns:a16="http://schemas.microsoft.com/office/drawing/2014/main" id="{FCA49BDB-8AE2-5121-5AAF-C3917F186845}"/>
                </a:ext>
              </a:extLst>
            </p:cNvPr>
            <p:cNvSpPr>
              <a:spLocks noChangeShapeType="1"/>
            </p:cNvSpPr>
            <p:nvPr/>
          </p:nvSpPr>
          <p:spPr bwMode="auto">
            <a:xfrm flipH="1">
              <a:off x="1040" y="2138"/>
              <a:ext cx="5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1" name="Line 30">
              <a:extLst>
                <a:ext uri="{FF2B5EF4-FFF2-40B4-BE49-F238E27FC236}">
                  <a16:creationId xmlns:a16="http://schemas.microsoft.com/office/drawing/2014/main" id="{20897EE1-C08E-CE30-31E3-698E1004A0F8}"/>
                </a:ext>
              </a:extLst>
            </p:cNvPr>
            <p:cNvSpPr>
              <a:spLocks noChangeShapeType="1"/>
            </p:cNvSpPr>
            <p:nvPr/>
          </p:nvSpPr>
          <p:spPr bwMode="auto">
            <a:xfrm flipH="1" flipV="1">
              <a:off x="997" y="2023"/>
              <a:ext cx="43" cy="10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2" name="Line 31">
              <a:extLst>
                <a:ext uri="{FF2B5EF4-FFF2-40B4-BE49-F238E27FC236}">
                  <a16:creationId xmlns:a16="http://schemas.microsoft.com/office/drawing/2014/main" id="{C020FFBD-2E3A-078C-DA58-C7269DBF89BB}"/>
                </a:ext>
              </a:extLst>
            </p:cNvPr>
            <p:cNvSpPr>
              <a:spLocks noChangeShapeType="1"/>
            </p:cNvSpPr>
            <p:nvPr/>
          </p:nvSpPr>
          <p:spPr bwMode="auto">
            <a:xfrm>
              <a:off x="4802" y="768"/>
              <a:ext cx="0" cy="146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3" name="Line 32">
              <a:extLst>
                <a:ext uri="{FF2B5EF4-FFF2-40B4-BE49-F238E27FC236}">
                  <a16:creationId xmlns:a16="http://schemas.microsoft.com/office/drawing/2014/main" id="{79A5820E-C6E3-C592-7D94-455592EB6A25}"/>
                </a:ext>
              </a:extLst>
            </p:cNvPr>
            <p:cNvSpPr>
              <a:spLocks noChangeShapeType="1"/>
            </p:cNvSpPr>
            <p:nvPr/>
          </p:nvSpPr>
          <p:spPr bwMode="auto">
            <a:xfrm flipV="1">
              <a:off x="1636" y="1925"/>
              <a:ext cx="90" cy="20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4" name="Line 33">
              <a:extLst>
                <a:ext uri="{FF2B5EF4-FFF2-40B4-BE49-F238E27FC236}">
                  <a16:creationId xmlns:a16="http://schemas.microsoft.com/office/drawing/2014/main" id="{E3C75251-B878-EE2D-3A0A-C1FE96B2A30A}"/>
                </a:ext>
              </a:extLst>
            </p:cNvPr>
            <p:cNvSpPr>
              <a:spLocks noChangeShapeType="1"/>
            </p:cNvSpPr>
            <p:nvPr/>
          </p:nvSpPr>
          <p:spPr bwMode="auto">
            <a:xfrm flipV="1">
              <a:off x="1741" y="1919"/>
              <a:ext cx="92" cy="21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5" name="Line 34">
              <a:extLst>
                <a:ext uri="{FF2B5EF4-FFF2-40B4-BE49-F238E27FC236}">
                  <a16:creationId xmlns:a16="http://schemas.microsoft.com/office/drawing/2014/main" id="{5C1688F3-8658-21E4-37A3-D567853E94AB}"/>
                </a:ext>
              </a:extLst>
            </p:cNvPr>
            <p:cNvSpPr>
              <a:spLocks noChangeShapeType="1"/>
            </p:cNvSpPr>
            <p:nvPr/>
          </p:nvSpPr>
          <p:spPr bwMode="auto">
            <a:xfrm flipV="1">
              <a:off x="1844" y="1919"/>
              <a:ext cx="91" cy="21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6" name="Line 35">
              <a:extLst>
                <a:ext uri="{FF2B5EF4-FFF2-40B4-BE49-F238E27FC236}">
                  <a16:creationId xmlns:a16="http://schemas.microsoft.com/office/drawing/2014/main" id="{1A757579-98DA-B1A7-E9E7-F667D514A81D}"/>
                </a:ext>
              </a:extLst>
            </p:cNvPr>
            <p:cNvSpPr>
              <a:spLocks noChangeShapeType="1"/>
            </p:cNvSpPr>
            <p:nvPr/>
          </p:nvSpPr>
          <p:spPr bwMode="auto">
            <a:xfrm flipV="1">
              <a:off x="1953" y="1925"/>
              <a:ext cx="91" cy="20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7" name="Line 36">
              <a:extLst>
                <a:ext uri="{FF2B5EF4-FFF2-40B4-BE49-F238E27FC236}">
                  <a16:creationId xmlns:a16="http://schemas.microsoft.com/office/drawing/2014/main" id="{D00ED1D7-C9FC-A601-2958-03192265096A}"/>
                </a:ext>
              </a:extLst>
            </p:cNvPr>
            <p:cNvSpPr>
              <a:spLocks noChangeShapeType="1"/>
            </p:cNvSpPr>
            <p:nvPr/>
          </p:nvSpPr>
          <p:spPr bwMode="auto">
            <a:xfrm flipV="1">
              <a:off x="2048" y="1914"/>
              <a:ext cx="91" cy="20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8" name="Line 37">
              <a:extLst>
                <a:ext uri="{FF2B5EF4-FFF2-40B4-BE49-F238E27FC236}">
                  <a16:creationId xmlns:a16="http://schemas.microsoft.com/office/drawing/2014/main" id="{7522CD2E-5762-6FD4-FF0C-6EF3FC3D30A4}"/>
                </a:ext>
              </a:extLst>
            </p:cNvPr>
            <p:cNvSpPr>
              <a:spLocks noChangeShapeType="1"/>
            </p:cNvSpPr>
            <p:nvPr/>
          </p:nvSpPr>
          <p:spPr bwMode="auto">
            <a:xfrm flipV="1">
              <a:off x="2151" y="1925"/>
              <a:ext cx="90" cy="20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9" name="Line 38">
              <a:extLst>
                <a:ext uri="{FF2B5EF4-FFF2-40B4-BE49-F238E27FC236}">
                  <a16:creationId xmlns:a16="http://schemas.microsoft.com/office/drawing/2014/main" id="{3EE067A0-AD57-1B92-EBAF-BD2245CB03CA}"/>
                </a:ext>
              </a:extLst>
            </p:cNvPr>
            <p:cNvSpPr>
              <a:spLocks noChangeShapeType="1"/>
            </p:cNvSpPr>
            <p:nvPr/>
          </p:nvSpPr>
          <p:spPr bwMode="auto">
            <a:xfrm flipV="1">
              <a:off x="2246" y="1914"/>
              <a:ext cx="91" cy="20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0" name="Line 39">
              <a:extLst>
                <a:ext uri="{FF2B5EF4-FFF2-40B4-BE49-F238E27FC236}">
                  <a16:creationId xmlns:a16="http://schemas.microsoft.com/office/drawing/2014/main" id="{61804512-67E7-E015-D6AB-E0727601AE9B}"/>
                </a:ext>
              </a:extLst>
            </p:cNvPr>
            <p:cNvSpPr>
              <a:spLocks noChangeShapeType="1"/>
            </p:cNvSpPr>
            <p:nvPr/>
          </p:nvSpPr>
          <p:spPr bwMode="auto">
            <a:xfrm flipV="1">
              <a:off x="2344" y="1919"/>
              <a:ext cx="85" cy="21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1" name="Line 40">
              <a:extLst>
                <a:ext uri="{FF2B5EF4-FFF2-40B4-BE49-F238E27FC236}">
                  <a16:creationId xmlns:a16="http://schemas.microsoft.com/office/drawing/2014/main" id="{ECEFAE69-3A73-BC75-F512-1EA2566B9387}"/>
                </a:ext>
              </a:extLst>
            </p:cNvPr>
            <p:cNvSpPr>
              <a:spLocks noChangeShapeType="1"/>
            </p:cNvSpPr>
            <p:nvPr/>
          </p:nvSpPr>
          <p:spPr bwMode="auto">
            <a:xfrm flipV="1">
              <a:off x="2436" y="1919"/>
              <a:ext cx="90"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2" name="Line 41">
              <a:extLst>
                <a:ext uri="{FF2B5EF4-FFF2-40B4-BE49-F238E27FC236}">
                  <a16:creationId xmlns:a16="http://schemas.microsoft.com/office/drawing/2014/main" id="{029469E2-35ED-203C-FF82-97A0E2CBC2FA}"/>
                </a:ext>
              </a:extLst>
            </p:cNvPr>
            <p:cNvSpPr>
              <a:spLocks noChangeShapeType="1"/>
            </p:cNvSpPr>
            <p:nvPr/>
          </p:nvSpPr>
          <p:spPr bwMode="auto">
            <a:xfrm flipV="1">
              <a:off x="2524" y="1916"/>
              <a:ext cx="90" cy="19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3" name="Line 42">
              <a:extLst>
                <a:ext uri="{FF2B5EF4-FFF2-40B4-BE49-F238E27FC236}">
                  <a16:creationId xmlns:a16="http://schemas.microsoft.com/office/drawing/2014/main" id="{C1590273-E8E6-7E26-D358-413F7AE013A1}"/>
                </a:ext>
              </a:extLst>
            </p:cNvPr>
            <p:cNvSpPr>
              <a:spLocks noChangeShapeType="1"/>
            </p:cNvSpPr>
            <p:nvPr/>
          </p:nvSpPr>
          <p:spPr bwMode="auto">
            <a:xfrm flipV="1">
              <a:off x="2614" y="1914"/>
              <a:ext cx="91" cy="21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4" name="Line 43">
              <a:extLst>
                <a:ext uri="{FF2B5EF4-FFF2-40B4-BE49-F238E27FC236}">
                  <a16:creationId xmlns:a16="http://schemas.microsoft.com/office/drawing/2014/main" id="{B21C36BC-AB09-9475-2439-5C6CD408A36D}"/>
                </a:ext>
              </a:extLst>
            </p:cNvPr>
            <p:cNvSpPr>
              <a:spLocks noChangeShapeType="1"/>
            </p:cNvSpPr>
            <p:nvPr/>
          </p:nvSpPr>
          <p:spPr bwMode="auto">
            <a:xfrm flipV="1">
              <a:off x="2708" y="1920"/>
              <a:ext cx="91" cy="2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5" name="Line 44">
              <a:extLst>
                <a:ext uri="{FF2B5EF4-FFF2-40B4-BE49-F238E27FC236}">
                  <a16:creationId xmlns:a16="http://schemas.microsoft.com/office/drawing/2014/main" id="{03A9AC04-EA24-8B39-7A46-EE4DD827B180}"/>
                </a:ext>
              </a:extLst>
            </p:cNvPr>
            <p:cNvSpPr>
              <a:spLocks noChangeShapeType="1"/>
            </p:cNvSpPr>
            <p:nvPr/>
          </p:nvSpPr>
          <p:spPr bwMode="auto">
            <a:xfrm flipV="1">
              <a:off x="2813" y="1919"/>
              <a:ext cx="92" cy="18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6" name="Line 45">
              <a:extLst>
                <a:ext uri="{FF2B5EF4-FFF2-40B4-BE49-F238E27FC236}">
                  <a16:creationId xmlns:a16="http://schemas.microsoft.com/office/drawing/2014/main" id="{E5C48EDC-89D7-1D6E-7390-0E0B73B70EAA}"/>
                </a:ext>
              </a:extLst>
            </p:cNvPr>
            <p:cNvSpPr>
              <a:spLocks noChangeShapeType="1"/>
            </p:cNvSpPr>
            <p:nvPr/>
          </p:nvSpPr>
          <p:spPr bwMode="auto">
            <a:xfrm flipV="1">
              <a:off x="2916" y="1916"/>
              <a:ext cx="91" cy="18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7" name="Line 46">
              <a:extLst>
                <a:ext uri="{FF2B5EF4-FFF2-40B4-BE49-F238E27FC236}">
                  <a16:creationId xmlns:a16="http://schemas.microsoft.com/office/drawing/2014/main" id="{BDEB5DE6-ED5B-0F7F-815C-3EE102482A48}"/>
                </a:ext>
              </a:extLst>
            </p:cNvPr>
            <p:cNvSpPr>
              <a:spLocks noChangeShapeType="1"/>
            </p:cNvSpPr>
            <p:nvPr/>
          </p:nvSpPr>
          <p:spPr bwMode="auto">
            <a:xfrm flipV="1">
              <a:off x="3018" y="1925"/>
              <a:ext cx="90" cy="19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8" name="Line 47">
              <a:extLst>
                <a:ext uri="{FF2B5EF4-FFF2-40B4-BE49-F238E27FC236}">
                  <a16:creationId xmlns:a16="http://schemas.microsoft.com/office/drawing/2014/main" id="{C90E4053-6470-746D-29FD-1EE8B2714F26}"/>
                </a:ext>
              </a:extLst>
            </p:cNvPr>
            <p:cNvSpPr>
              <a:spLocks noChangeShapeType="1"/>
            </p:cNvSpPr>
            <p:nvPr/>
          </p:nvSpPr>
          <p:spPr bwMode="auto">
            <a:xfrm flipV="1">
              <a:off x="3128" y="1914"/>
              <a:ext cx="91" cy="19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9" name="Line 48">
              <a:extLst>
                <a:ext uri="{FF2B5EF4-FFF2-40B4-BE49-F238E27FC236}">
                  <a16:creationId xmlns:a16="http://schemas.microsoft.com/office/drawing/2014/main" id="{89A452BA-89FD-A879-0720-10BB0C778EE1}"/>
                </a:ext>
              </a:extLst>
            </p:cNvPr>
            <p:cNvSpPr>
              <a:spLocks noChangeShapeType="1"/>
            </p:cNvSpPr>
            <p:nvPr/>
          </p:nvSpPr>
          <p:spPr bwMode="auto">
            <a:xfrm flipV="1">
              <a:off x="3233" y="1920"/>
              <a:ext cx="91" cy="19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0" name="Line 49">
              <a:extLst>
                <a:ext uri="{FF2B5EF4-FFF2-40B4-BE49-F238E27FC236}">
                  <a16:creationId xmlns:a16="http://schemas.microsoft.com/office/drawing/2014/main" id="{8DA19869-4728-7DC7-FEDB-84830975AF6D}"/>
                </a:ext>
              </a:extLst>
            </p:cNvPr>
            <p:cNvSpPr>
              <a:spLocks noChangeShapeType="1"/>
            </p:cNvSpPr>
            <p:nvPr/>
          </p:nvSpPr>
          <p:spPr bwMode="auto">
            <a:xfrm flipV="1">
              <a:off x="3350" y="1918"/>
              <a:ext cx="90" cy="19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1" name="Line 50">
              <a:extLst>
                <a:ext uri="{FF2B5EF4-FFF2-40B4-BE49-F238E27FC236}">
                  <a16:creationId xmlns:a16="http://schemas.microsoft.com/office/drawing/2014/main" id="{D6A81805-44FC-3C2C-8BA0-178A9B1F5AF6}"/>
                </a:ext>
              </a:extLst>
            </p:cNvPr>
            <p:cNvSpPr>
              <a:spLocks noChangeShapeType="1"/>
            </p:cNvSpPr>
            <p:nvPr/>
          </p:nvSpPr>
          <p:spPr bwMode="auto">
            <a:xfrm flipV="1">
              <a:off x="3455" y="1916"/>
              <a:ext cx="91" cy="20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2" name="Line 51">
              <a:extLst>
                <a:ext uri="{FF2B5EF4-FFF2-40B4-BE49-F238E27FC236}">
                  <a16:creationId xmlns:a16="http://schemas.microsoft.com/office/drawing/2014/main" id="{8A6D47D2-1165-BD72-4292-3F8B5CE6C4C2}"/>
                </a:ext>
              </a:extLst>
            </p:cNvPr>
            <p:cNvSpPr>
              <a:spLocks noChangeShapeType="1"/>
            </p:cNvSpPr>
            <p:nvPr/>
          </p:nvSpPr>
          <p:spPr bwMode="auto">
            <a:xfrm flipV="1">
              <a:off x="3558" y="1905"/>
              <a:ext cx="91" cy="21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3" name="Line 52">
              <a:extLst>
                <a:ext uri="{FF2B5EF4-FFF2-40B4-BE49-F238E27FC236}">
                  <a16:creationId xmlns:a16="http://schemas.microsoft.com/office/drawing/2014/main" id="{F9ED1CC2-6EA9-7052-1FE2-52CB9544D705}"/>
                </a:ext>
              </a:extLst>
            </p:cNvPr>
            <p:cNvSpPr>
              <a:spLocks noChangeShapeType="1"/>
            </p:cNvSpPr>
            <p:nvPr/>
          </p:nvSpPr>
          <p:spPr bwMode="auto">
            <a:xfrm flipV="1">
              <a:off x="3661" y="1923"/>
              <a:ext cx="91" cy="19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4" name="Line 53">
              <a:extLst>
                <a:ext uri="{FF2B5EF4-FFF2-40B4-BE49-F238E27FC236}">
                  <a16:creationId xmlns:a16="http://schemas.microsoft.com/office/drawing/2014/main" id="{A99D7438-D451-2620-2BAF-D921A26E5CE6}"/>
                </a:ext>
              </a:extLst>
            </p:cNvPr>
            <p:cNvSpPr>
              <a:spLocks noChangeShapeType="1"/>
            </p:cNvSpPr>
            <p:nvPr/>
          </p:nvSpPr>
          <p:spPr bwMode="auto">
            <a:xfrm flipV="1">
              <a:off x="3765" y="1929"/>
              <a:ext cx="91" cy="19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5" name="Line 54">
              <a:extLst>
                <a:ext uri="{FF2B5EF4-FFF2-40B4-BE49-F238E27FC236}">
                  <a16:creationId xmlns:a16="http://schemas.microsoft.com/office/drawing/2014/main" id="{C5233D50-A1A2-D32C-EB3F-927F02028E3A}"/>
                </a:ext>
              </a:extLst>
            </p:cNvPr>
            <p:cNvSpPr>
              <a:spLocks noChangeShapeType="1"/>
            </p:cNvSpPr>
            <p:nvPr/>
          </p:nvSpPr>
          <p:spPr bwMode="auto">
            <a:xfrm flipV="1">
              <a:off x="3867" y="1918"/>
              <a:ext cx="92" cy="19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6" name="Line 55">
              <a:extLst>
                <a:ext uri="{FF2B5EF4-FFF2-40B4-BE49-F238E27FC236}">
                  <a16:creationId xmlns:a16="http://schemas.microsoft.com/office/drawing/2014/main" id="{C191B339-5CC1-305D-DBCA-403D7FC34331}"/>
                </a:ext>
              </a:extLst>
            </p:cNvPr>
            <p:cNvSpPr>
              <a:spLocks noChangeShapeType="1"/>
            </p:cNvSpPr>
            <p:nvPr/>
          </p:nvSpPr>
          <p:spPr bwMode="auto">
            <a:xfrm flipV="1">
              <a:off x="3978" y="1916"/>
              <a:ext cx="90" cy="19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7" name="Line 56">
              <a:extLst>
                <a:ext uri="{FF2B5EF4-FFF2-40B4-BE49-F238E27FC236}">
                  <a16:creationId xmlns:a16="http://schemas.microsoft.com/office/drawing/2014/main" id="{7C5BB8AA-CDC9-B8BC-8A94-FCDD6CCCF4BC}"/>
                </a:ext>
              </a:extLst>
            </p:cNvPr>
            <p:cNvSpPr>
              <a:spLocks noChangeShapeType="1"/>
            </p:cNvSpPr>
            <p:nvPr/>
          </p:nvSpPr>
          <p:spPr bwMode="auto">
            <a:xfrm flipV="1">
              <a:off x="4073" y="1914"/>
              <a:ext cx="91" cy="19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8" name="Line 57">
              <a:extLst>
                <a:ext uri="{FF2B5EF4-FFF2-40B4-BE49-F238E27FC236}">
                  <a16:creationId xmlns:a16="http://schemas.microsoft.com/office/drawing/2014/main" id="{07CAD5F1-FE05-A01B-8A5C-5ECCAA7EB463}"/>
                </a:ext>
              </a:extLst>
            </p:cNvPr>
            <p:cNvSpPr>
              <a:spLocks noChangeShapeType="1"/>
            </p:cNvSpPr>
            <p:nvPr/>
          </p:nvSpPr>
          <p:spPr bwMode="auto">
            <a:xfrm flipV="1">
              <a:off x="4293" y="1929"/>
              <a:ext cx="91" cy="19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9" name="Line 58">
              <a:extLst>
                <a:ext uri="{FF2B5EF4-FFF2-40B4-BE49-F238E27FC236}">
                  <a16:creationId xmlns:a16="http://schemas.microsoft.com/office/drawing/2014/main" id="{688BFBBE-3283-FD2F-E5EF-3742B1381DF2}"/>
                </a:ext>
              </a:extLst>
            </p:cNvPr>
            <p:cNvSpPr>
              <a:spLocks noChangeShapeType="1"/>
            </p:cNvSpPr>
            <p:nvPr/>
          </p:nvSpPr>
          <p:spPr bwMode="auto">
            <a:xfrm flipV="1">
              <a:off x="4188" y="1920"/>
              <a:ext cx="90" cy="20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0" name="Line 59">
              <a:extLst>
                <a:ext uri="{FF2B5EF4-FFF2-40B4-BE49-F238E27FC236}">
                  <a16:creationId xmlns:a16="http://schemas.microsoft.com/office/drawing/2014/main" id="{EDE1D0DE-68D6-D4C1-AA4D-FF6F3A4B3EC7}"/>
                </a:ext>
              </a:extLst>
            </p:cNvPr>
            <p:cNvSpPr>
              <a:spLocks noChangeShapeType="1"/>
            </p:cNvSpPr>
            <p:nvPr/>
          </p:nvSpPr>
          <p:spPr bwMode="auto">
            <a:xfrm flipV="1">
              <a:off x="4396" y="1917"/>
              <a:ext cx="90" cy="21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1" name="Line 60">
              <a:extLst>
                <a:ext uri="{FF2B5EF4-FFF2-40B4-BE49-F238E27FC236}">
                  <a16:creationId xmlns:a16="http://schemas.microsoft.com/office/drawing/2014/main" id="{D3C27DA3-3212-D84B-1BCE-DEB20B4F7C17}"/>
                </a:ext>
              </a:extLst>
            </p:cNvPr>
            <p:cNvSpPr>
              <a:spLocks noChangeShapeType="1"/>
            </p:cNvSpPr>
            <p:nvPr/>
          </p:nvSpPr>
          <p:spPr bwMode="auto">
            <a:xfrm flipV="1">
              <a:off x="4506" y="1915"/>
              <a:ext cx="91" cy="21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2" name="Line 61">
              <a:extLst>
                <a:ext uri="{FF2B5EF4-FFF2-40B4-BE49-F238E27FC236}">
                  <a16:creationId xmlns:a16="http://schemas.microsoft.com/office/drawing/2014/main" id="{8656C101-4843-02E6-B804-21D3DD565682}"/>
                </a:ext>
              </a:extLst>
            </p:cNvPr>
            <p:cNvSpPr>
              <a:spLocks noChangeShapeType="1"/>
            </p:cNvSpPr>
            <p:nvPr/>
          </p:nvSpPr>
          <p:spPr bwMode="auto">
            <a:xfrm flipV="1">
              <a:off x="4609" y="1913"/>
              <a:ext cx="90" cy="21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3" name="Line 62">
              <a:extLst>
                <a:ext uri="{FF2B5EF4-FFF2-40B4-BE49-F238E27FC236}">
                  <a16:creationId xmlns:a16="http://schemas.microsoft.com/office/drawing/2014/main" id="{4B03EFBF-139C-38AA-0C42-93BB3FD7B1A8}"/>
                </a:ext>
              </a:extLst>
            </p:cNvPr>
            <p:cNvSpPr>
              <a:spLocks noChangeShapeType="1"/>
            </p:cNvSpPr>
            <p:nvPr/>
          </p:nvSpPr>
          <p:spPr bwMode="auto">
            <a:xfrm flipV="1">
              <a:off x="4719" y="1920"/>
              <a:ext cx="91" cy="19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4" name="Line 63">
              <a:extLst>
                <a:ext uri="{FF2B5EF4-FFF2-40B4-BE49-F238E27FC236}">
                  <a16:creationId xmlns:a16="http://schemas.microsoft.com/office/drawing/2014/main" id="{16809B6E-C082-FB40-BAA6-4D91613D09A0}"/>
                </a:ext>
              </a:extLst>
            </p:cNvPr>
            <p:cNvSpPr>
              <a:spLocks noChangeShapeType="1"/>
            </p:cNvSpPr>
            <p:nvPr/>
          </p:nvSpPr>
          <p:spPr bwMode="auto">
            <a:xfrm flipV="1">
              <a:off x="4822" y="1926"/>
              <a:ext cx="90" cy="19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5" name="Line 64">
              <a:extLst>
                <a:ext uri="{FF2B5EF4-FFF2-40B4-BE49-F238E27FC236}">
                  <a16:creationId xmlns:a16="http://schemas.microsoft.com/office/drawing/2014/main" id="{A4F95585-3305-CB6F-3040-D334D8347749}"/>
                </a:ext>
              </a:extLst>
            </p:cNvPr>
            <p:cNvSpPr>
              <a:spLocks noChangeShapeType="1"/>
            </p:cNvSpPr>
            <p:nvPr/>
          </p:nvSpPr>
          <p:spPr bwMode="auto">
            <a:xfrm flipV="1">
              <a:off x="4912" y="1929"/>
              <a:ext cx="76" cy="1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6" name="Line 65">
              <a:extLst>
                <a:ext uri="{FF2B5EF4-FFF2-40B4-BE49-F238E27FC236}">
                  <a16:creationId xmlns:a16="http://schemas.microsoft.com/office/drawing/2014/main" id="{6A8770B2-28F1-7E4A-60CF-8228599343E4}"/>
                </a:ext>
              </a:extLst>
            </p:cNvPr>
            <p:cNvSpPr>
              <a:spLocks noChangeShapeType="1"/>
            </p:cNvSpPr>
            <p:nvPr/>
          </p:nvSpPr>
          <p:spPr bwMode="auto">
            <a:xfrm>
              <a:off x="997" y="832"/>
              <a:ext cx="1812" cy="0"/>
            </a:xfrm>
            <a:prstGeom prst="line">
              <a:avLst/>
            </a:prstGeom>
            <a:noFill/>
            <a:ln w="222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69697" name="Line 66">
              <a:extLst>
                <a:ext uri="{FF2B5EF4-FFF2-40B4-BE49-F238E27FC236}">
                  <a16:creationId xmlns:a16="http://schemas.microsoft.com/office/drawing/2014/main" id="{59FB14C1-F4B8-35BA-3BEB-790DDD1F56D0}"/>
                </a:ext>
              </a:extLst>
            </p:cNvPr>
            <p:cNvSpPr>
              <a:spLocks noChangeShapeType="1"/>
            </p:cNvSpPr>
            <p:nvPr/>
          </p:nvSpPr>
          <p:spPr bwMode="auto">
            <a:xfrm>
              <a:off x="2799" y="832"/>
              <a:ext cx="2003" cy="0"/>
            </a:xfrm>
            <a:prstGeom prst="line">
              <a:avLst/>
            </a:prstGeom>
            <a:noFill/>
            <a:ln w="222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44198" name="Text Box 67">
              <a:extLst>
                <a:ext uri="{FF2B5EF4-FFF2-40B4-BE49-F238E27FC236}">
                  <a16:creationId xmlns:a16="http://schemas.microsoft.com/office/drawing/2014/main" id="{766A7F93-C64F-499D-B733-9364D4DA206B}"/>
                </a:ext>
              </a:extLst>
            </p:cNvPr>
            <p:cNvSpPr txBox="1">
              <a:spLocks noChangeArrowheads="1"/>
            </p:cNvSpPr>
            <p:nvPr/>
          </p:nvSpPr>
          <p:spPr bwMode="auto">
            <a:xfrm>
              <a:off x="1008" y="608"/>
              <a:ext cx="1926" cy="276"/>
            </a:xfrm>
            <a:prstGeom prst="rect">
              <a:avLst/>
            </a:prstGeom>
            <a:noFill/>
            <a:ln w="9525">
              <a:noFill/>
              <a:miter lim="800000"/>
              <a:headEnd/>
              <a:tailEnd/>
            </a:ln>
          </p:spPr>
          <p:txBody>
            <a:bodyPr/>
            <a:lstStyle/>
            <a:p>
              <a:pPr>
                <a:defRPr/>
              </a:pPr>
              <a:r>
                <a:rPr lang="en-US" dirty="0">
                  <a:latin typeface="+mj-lt"/>
                </a:rPr>
                <a:t>RAS only refresh (ROR)</a:t>
              </a:r>
            </a:p>
          </p:txBody>
        </p:sp>
        <p:sp>
          <p:nvSpPr>
            <p:cNvPr id="44199" name="Text Box 68">
              <a:extLst>
                <a:ext uri="{FF2B5EF4-FFF2-40B4-BE49-F238E27FC236}">
                  <a16:creationId xmlns:a16="http://schemas.microsoft.com/office/drawing/2014/main" id="{668F1BAE-45C7-42D6-8A84-CEBD2CE17FE5}"/>
                </a:ext>
              </a:extLst>
            </p:cNvPr>
            <p:cNvSpPr txBox="1">
              <a:spLocks noChangeArrowheads="1"/>
            </p:cNvSpPr>
            <p:nvPr/>
          </p:nvSpPr>
          <p:spPr bwMode="auto">
            <a:xfrm>
              <a:off x="2832" y="610"/>
              <a:ext cx="1997" cy="421"/>
            </a:xfrm>
            <a:prstGeom prst="rect">
              <a:avLst/>
            </a:prstGeom>
            <a:noFill/>
            <a:ln w="9525">
              <a:noFill/>
              <a:miter lim="800000"/>
              <a:headEnd/>
              <a:tailEnd/>
            </a:ln>
          </p:spPr>
          <p:txBody>
            <a:bodyPr/>
            <a:lstStyle/>
            <a:p>
              <a:pPr>
                <a:defRPr/>
              </a:pPr>
              <a:r>
                <a:rPr lang="en-US" dirty="0">
                  <a:latin typeface="+mj-lt"/>
                </a:rPr>
                <a:t>CAS  before  RAS (CBR)</a:t>
              </a:r>
            </a:p>
          </p:txBody>
        </p:sp>
        <p:grpSp>
          <p:nvGrpSpPr>
            <p:cNvPr id="69700" name="Group 175">
              <a:extLst>
                <a:ext uri="{FF2B5EF4-FFF2-40B4-BE49-F238E27FC236}">
                  <a16:creationId xmlns:a16="http://schemas.microsoft.com/office/drawing/2014/main" id="{E8128CF7-6CB9-58B6-0B93-2ADDBB303DEF}"/>
                </a:ext>
              </a:extLst>
            </p:cNvPr>
            <p:cNvGrpSpPr>
              <a:grpSpLocks/>
            </p:cNvGrpSpPr>
            <p:nvPr/>
          </p:nvGrpSpPr>
          <p:grpSpPr bwMode="auto">
            <a:xfrm>
              <a:off x="579" y="785"/>
              <a:ext cx="452" cy="316"/>
              <a:chOff x="579" y="785"/>
              <a:chExt cx="452" cy="316"/>
            </a:xfrm>
          </p:grpSpPr>
          <p:sp>
            <p:nvSpPr>
              <p:cNvPr id="69807" name="Text Box 69">
                <a:extLst>
                  <a:ext uri="{FF2B5EF4-FFF2-40B4-BE49-F238E27FC236}">
                    <a16:creationId xmlns:a16="http://schemas.microsoft.com/office/drawing/2014/main" id="{394399C7-553A-C0C0-496E-81910F28C145}"/>
                  </a:ext>
                </a:extLst>
              </p:cNvPr>
              <p:cNvSpPr txBox="1">
                <a:spLocks noChangeArrowheads="1"/>
              </p:cNvSpPr>
              <p:nvPr/>
            </p:nvSpPr>
            <p:spPr bwMode="auto">
              <a:xfrm>
                <a:off x="579" y="785"/>
                <a:ext cx="45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RAS</a:t>
                </a:r>
              </a:p>
            </p:txBody>
          </p:sp>
          <p:sp>
            <p:nvSpPr>
              <p:cNvPr id="69808" name="Line 70">
                <a:extLst>
                  <a:ext uri="{FF2B5EF4-FFF2-40B4-BE49-F238E27FC236}">
                    <a16:creationId xmlns:a16="http://schemas.microsoft.com/office/drawing/2014/main" id="{E3BEB8F4-8C81-C7CF-4AE4-BCCDB8253F4E}"/>
                  </a:ext>
                </a:extLst>
              </p:cNvPr>
              <p:cNvSpPr>
                <a:spLocks noChangeShapeType="1"/>
              </p:cNvSpPr>
              <p:nvPr/>
            </p:nvSpPr>
            <p:spPr bwMode="auto">
              <a:xfrm>
                <a:off x="665" y="795"/>
                <a:ext cx="22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9701" name="Group 176">
              <a:extLst>
                <a:ext uri="{FF2B5EF4-FFF2-40B4-BE49-F238E27FC236}">
                  <a16:creationId xmlns:a16="http://schemas.microsoft.com/office/drawing/2014/main" id="{FD48D029-6C32-E25A-DF7C-CD1211A7B182}"/>
                </a:ext>
              </a:extLst>
            </p:cNvPr>
            <p:cNvGrpSpPr>
              <a:grpSpLocks/>
            </p:cNvGrpSpPr>
            <p:nvPr/>
          </p:nvGrpSpPr>
          <p:grpSpPr bwMode="auto">
            <a:xfrm>
              <a:off x="567" y="1531"/>
              <a:ext cx="499" cy="319"/>
              <a:chOff x="567" y="1531"/>
              <a:chExt cx="499" cy="319"/>
            </a:xfrm>
          </p:grpSpPr>
          <p:sp>
            <p:nvSpPr>
              <p:cNvPr id="69805" name="Text Box 71">
                <a:extLst>
                  <a:ext uri="{FF2B5EF4-FFF2-40B4-BE49-F238E27FC236}">
                    <a16:creationId xmlns:a16="http://schemas.microsoft.com/office/drawing/2014/main" id="{8115BDC5-9619-D7FD-C58B-B66A8A15C944}"/>
                  </a:ext>
                </a:extLst>
              </p:cNvPr>
              <p:cNvSpPr txBox="1">
                <a:spLocks noChangeArrowheads="1"/>
              </p:cNvSpPr>
              <p:nvPr/>
            </p:nvSpPr>
            <p:spPr bwMode="auto">
              <a:xfrm>
                <a:off x="567" y="1534"/>
                <a:ext cx="499"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CAS</a:t>
                </a:r>
              </a:p>
            </p:txBody>
          </p:sp>
          <p:sp>
            <p:nvSpPr>
              <p:cNvPr id="69806" name="Line 72">
                <a:extLst>
                  <a:ext uri="{FF2B5EF4-FFF2-40B4-BE49-F238E27FC236}">
                    <a16:creationId xmlns:a16="http://schemas.microsoft.com/office/drawing/2014/main" id="{1F71E338-37CE-1546-357C-1D5EB4AF30DD}"/>
                  </a:ext>
                </a:extLst>
              </p:cNvPr>
              <p:cNvSpPr>
                <a:spLocks noChangeShapeType="1"/>
              </p:cNvSpPr>
              <p:nvPr/>
            </p:nvSpPr>
            <p:spPr bwMode="auto">
              <a:xfrm>
                <a:off x="619" y="1531"/>
                <a:ext cx="22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4204" name="Text Box 73">
              <a:extLst>
                <a:ext uri="{FF2B5EF4-FFF2-40B4-BE49-F238E27FC236}">
                  <a16:creationId xmlns:a16="http://schemas.microsoft.com/office/drawing/2014/main" id="{5453BC26-F5E3-4E6D-8067-8DB0874FCC21}"/>
                </a:ext>
              </a:extLst>
            </p:cNvPr>
            <p:cNvSpPr txBox="1">
              <a:spLocks noChangeArrowheads="1"/>
            </p:cNvSpPr>
            <p:nvPr/>
          </p:nvSpPr>
          <p:spPr bwMode="auto">
            <a:xfrm>
              <a:off x="659" y="1875"/>
              <a:ext cx="426" cy="300"/>
            </a:xfrm>
            <a:prstGeom prst="rect">
              <a:avLst/>
            </a:prstGeom>
            <a:noFill/>
            <a:ln w="38100">
              <a:noFill/>
              <a:miter lim="800000"/>
              <a:headEnd/>
              <a:tailEnd/>
            </a:ln>
          </p:spPr>
          <p:txBody>
            <a:bodyPr/>
            <a:lstStyle/>
            <a:p>
              <a:pPr>
                <a:defRPr/>
              </a:pPr>
              <a:r>
                <a:rPr lang="en-US" dirty="0">
                  <a:latin typeface="+mj-lt"/>
                </a:rPr>
                <a:t>MA</a:t>
              </a:r>
            </a:p>
          </p:txBody>
        </p:sp>
        <p:grpSp>
          <p:nvGrpSpPr>
            <p:cNvPr id="69703" name="Group 74">
              <a:extLst>
                <a:ext uri="{FF2B5EF4-FFF2-40B4-BE49-F238E27FC236}">
                  <a16:creationId xmlns:a16="http://schemas.microsoft.com/office/drawing/2014/main" id="{92F500EE-6940-1B35-F55F-BB145A98E951}"/>
                </a:ext>
              </a:extLst>
            </p:cNvPr>
            <p:cNvGrpSpPr>
              <a:grpSpLocks/>
            </p:cNvGrpSpPr>
            <p:nvPr/>
          </p:nvGrpSpPr>
          <p:grpSpPr bwMode="auto">
            <a:xfrm>
              <a:off x="605" y="2160"/>
              <a:ext cx="4651" cy="939"/>
              <a:chOff x="192" y="2832"/>
              <a:chExt cx="5348" cy="1248"/>
            </a:xfrm>
          </p:grpSpPr>
          <p:sp>
            <p:nvSpPr>
              <p:cNvPr id="69706" name="Line 75">
                <a:extLst>
                  <a:ext uri="{FF2B5EF4-FFF2-40B4-BE49-F238E27FC236}">
                    <a16:creationId xmlns:a16="http://schemas.microsoft.com/office/drawing/2014/main" id="{B6805F34-6F0E-A8F9-2BDD-295020E43200}"/>
                  </a:ext>
                </a:extLst>
              </p:cNvPr>
              <p:cNvSpPr>
                <a:spLocks noChangeShapeType="1"/>
              </p:cNvSpPr>
              <p:nvPr/>
            </p:nvSpPr>
            <p:spPr bwMode="auto">
              <a:xfrm>
                <a:off x="192" y="3504"/>
                <a:ext cx="53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07" name="Line 76">
                <a:extLst>
                  <a:ext uri="{FF2B5EF4-FFF2-40B4-BE49-F238E27FC236}">
                    <a16:creationId xmlns:a16="http://schemas.microsoft.com/office/drawing/2014/main" id="{48AEBB3C-ECD1-8284-00ED-80334BB59201}"/>
                  </a:ext>
                </a:extLst>
              </p:cNvPr>
              <p:cNvSpPr>
                <a:spLocks noChangeShapeType="1"/>
              </p:cNvSpPr>
              <p:nvPr/>
            </p:nvSpPr>
            <p:spPr bwMode="auto">
              <a:xfrm>
                <a:off x="336" y="3264"/>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08" name="Line 77">
                <a:extLst>
                  <a:ext uri="{FF2B5EF4-FFF2-40B4-BE49-F238E27FC236}">
                    <a16:creationId xmlns:a16="http://schemas.microsoft.com/office/drawing/2014/main" id="{46C3BD82-23C9-16A9-462D-C8AC599F1E71}"/>
                  </a:ext>
                </a:extLst>
              </p:cNvPr>
              <p:cNvSpPr>
                <a:spLocks noChangeShapeType="1"/>
              </p:cNvSpPr>
              <p:nvPr/>
            </p:nvSpPr>
            <p:spPr bwMode="auto">
              <a:xfrm>
                <a:off x="336" y="3264"/>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09" name="Line 78">
                <a:extLst>
                  <a:ext uri="{FF2B5EF4-FFF2-40B4-BE49-F238E27FC236}">
                    <a16:creationId xmlns:a16="http://schemas.microsoft.com/office/drawing/2014/main" id="{58888875-D388-B224-56B0-37F06F8427A7}"/>
                  </a:ext>
                </a:extLst>
              </p:cNvPr>
              <p:cNvSpPr>
                <a:spLocks noChangeShapeType="1"/>
              </p:cNvSpPr>
              <p:nvPr/>
            </p:nvSpPr>
            <p:spPr bwMode="auto">
              <a:xfrm>
                <a:off x="408" y="3264"/>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0" name="Line 79">
                <a:extLst>
                  <a:ext uri="{FF2B5EF4-FFF2-40B4-BE49-F238E27FC236}">
                    <a16:creationId xmlns:a16="http://schemas.microsoft.com/office/drawing/2014/main" id="{1815A456-AE1A-CC15-0F95-23C1A40B0228}"/>
                  </a:ext>
                </a:extLst>
              </p:cNvPr>
              <p:cNvSpPr>
                <a:spLocks noChangeShapeType="1"/>
              </p:cNvSpPr>
              <p:nvPr/>
            </p:nvSpPr>
            <p:spPr bwMode="auto">
              <a:xfrm>
                <a:off x="952" y="3264"/>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1" name="Line 80">
                <a:extLst>
                  <a:ext uri="{FF2B5EF4-FFF2-40B4-BE49-F238E27FC236}">
                    <a16:creationId xmlns:a16="http://schemas.microsoft.com/office/drawing/2014/main" id="{D6553E6A-38B9-2A4F-C60A-3E2ED39B7BB7}"/>
                  </a:ext>
                </a:extLst>
              </p:cNvPr>
              <p:cNvSpPr>
                <a:spLocks noChangeShapeType="1"/>
              </p:cNvSpPr>
              <p:nvPr/>
            </p:nvSpPr>
            <p:spPr bwMode="auto">
              <a:xfrm>
                <a:off x="952" y="3264"/>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2" name="Line 81">
                <a:extLst>
                  <a:ext uri="{FF2B5EF4-FFF2-40B4-BE49-F238E27FC236}">
                    <a16:creationId xmlns:a16="http://schemas.microsoft.com/office/drawing/2014/main" id="{751CAD86-FEF1-712A-9A7E-A8700A500C09}"/>
                  </a:ext>
                </a:extLst>
              </p:cNvPr>
              <p:cNvSpPr>
                <a:spLocks noChangeShapeType="1"/>
              </p:cNvSpPr>
              <p:nvPr/>
            </p:nvSpPr>
            <p:spPr bwMode="auto">
              <a:xfrm>
                <a:off x="1024" y="3264"/>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3" name="Line 82">
                <a:extLst>
                  <a:ext uri="{FF2B5EF4-FFF2-40B4-BE49-F238E27FC236}">
                    <a16:creationId xmlns:a16="http://schemas.microsoft.com/office/drawing/2014/main" id="{F84D67D8-90CB-8A71-394B-5DDFA0CBFC71}"/>
                  </a:ext>
                </a:extLst>
              </p:cNvPr>
              <p:cNvSpPr>
                <a:spLocks noChangeShapeType="1"/>
              </p:cNvSpPr>
              <p:nvPr/>
            </p:nvSpPr>
            <p:spPr bwMode="auto">
              <a:xfrm>
                <a:off x="1568" y="3264"/>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4" name="Line 83">
                <a:extLst>
                  <a:ext uri="{FF2B5EF4-FFF2-40B4-BE49-F238E27FC236}">
                    <a16:creationId xmlns:a16="http://schemas.microsoft.com/office/drawing/2014/main" id="{D0ADAF1F-F49B-635C-C2D5-99882E543F48}"/>
                  </a:ext>
                </a:extLst>
              </p:cNvPr>
              <p:cNvSpPr>
                <a:spLocks noChangeShapeType="1"/>
              </p:cNvSpPr>
              <p:nvPr/>
            </p:nvSpPr>
            <p:spPr bwMode="auto">
              <a:xfrm>
                <a:off x="1568" y="3264"/>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5" name="Line 84">
                <a:extLst>
                  <a:ext uri="{FF2B5EF4-FFF2-40B4-BE49-F238E27FC236}">
                    <a16:creationId xmlns:a16="http://schemas.microsoft.com/office/drawing/2014/main" id="{E2AA6E70-F00F-6757-7C93-16B7C44FF945}"/>
                  </a:ext>
                </a:extLst>
              </p:cNvPr>
              <p:cNvSpPr>
                <a:spLocks noChangeShapeType="1"/>
              </p:cNvSpPr>
              <p:nvPr/>
            </p:nvSpPr>
            <p:spPr bwMode="auto">
              <a:xfrm>
                <a:off x="1640" y="3264"/>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6" name="Line 85">
                <a:extLst>
                  <a:ext uri="{FF2B5EF4-FFF2-40B4-BE49-F238E27FC236}">
                    <a16:creationId xmlns:a16="http://schemas.microsoft.com/office/drawing/2014/main" id="{E752C8C8-45E1-E753-D84F-3B52BB38F861}"/>
                  </a:ext>
                </a:extLst>
              </p:cNvPr>
              <p:cNvSpPr>
                <a:spLocks noChangeShapeType="1"/>
              </p:cNvSpPr>
              <p:nvPr/>
            </p:nvSpPr>
            <p:spPr bwMode="auto">
              <a:xfrm>
                <a:off x="2192" y="3256"/>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7" name="Line 86">
                <a:extLst>
                  <a:ext uri="{FF2B5EF4-FFF2-40B4-BE49-F238E27FC236}">
                    <a16:creationId xmlns:a16="http://schemas.microsoft.com/office/drawing/2014/main" id="{1E5747E6-476C-646C-CEC7-3D73B7E92A43}"/>
                  </a:ext>
                </a:extLst>
              </p:cNvPr>
              <p:cNvSpPr>
                <a:spLocks noChangeShapeType="1"/>
              </p:cNvSpPr>
              <p:nvPr/>
            </p:nvSpPr>
            <p:spPr bwMode="auto">
              <a:xfrm>
                <a:off x="2192" y="3256"/>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8" name="Line 87">
                <a:extLst>
                  <a:ext uri="{FF2B5EF4-FFF2-40B4-BE49-F238E27FC236}">
                    <a16:creationId xmlns:a16="http://schemas.microsoft.com/office/drawing/2014/main" id="{97DC6784-317E-B925-6404-063383B70030}"/>
                  </a:ext>
                </a:extLst>
              </p:cNvPr>
              <p:cNvSpPr>
                <a:spLocks noChangeShapeType="1"/>
              </p:cNvSpPr>
              <p:nvPr/>
            </p:nvSpPr>
            <p:spPr bwMode="auto">
              <a:xfrm>
                <a:off x="2264" y="3256"/>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9" name="Line 88">
                <a:extLst>
                  <a:ext uri="{FF2B5EF4-FFF2-40B4-BE49-F238E27FC236}">
                    <a16:creationId xmlns:a16="http://schemas.microsoft.com/office/drawing/2014/main" id="{5126B023-DE88-1DCD-B061-16E488AAEBC1}"/>
                  </a:ext>
                </a:extLst>
              </p:cNvPr>
              <p:cNvSpPr>
                <a:spLocks noChangeShapeType="1"/>
              </p:cNvSpPr>
              <p:nvPr/>
            </p:nvSpPr>
            <p:spPr bwMode="auto">
              <a:xfrm>
                <a:off x="2792" y="3264"/>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0" name="Line 89">
                <a:extLst>
                  <a:ext uri="{FF2B5EF4-FFF2-40B4-BE49-F238E27FC236}">
                    <a16:creationId xmlns:a16="http://schemas.microsoft.com/office/drawing/2014/main" id="{2FD6BA56-2CCB-A9D4-4A51-B1D8B3AB9F34}"/>
                  </a:ext>
                </a:extLst>
              </p:cNvPr>
              <p:cNvSpPr>
                <a:spLocks noChangeShapeType="1"/>
              </p:cNvSpPr>
              <p:nvPr/>
            </p:nvSpPr>
            <p:spPr bwMode="auto">
              <a:xfrm>
                <a:off x="2792" y="3264"/>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1" name="Line 90">
                <a:extLst>
                  <a:ext uri="{FF2B5EF4-FFF2-40B4-BE49-F238E27FC236}">
                    <a16:creationId xmlns:a16="http://schemas.microsoft.com/office/drawing/2014/main" id="{8BDCFA67-5B1C-A9C0-DCC8-D9ADABF690BC}"/>
                  </a:ext>
                </a:extLst>
              </p:cNvPr>
              <p:cNvSpPr>
                <a:spLocks noChangeShapeType="1"/>
              </p:cNvSpPr>
              <p:nvPr/>
            </p:nvSpPr>
            <p:spPr bwMode="auto">
              <a:xfrm>
                <a:off x="2864" y="3264"/>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2" name="Line 91">
                <a:extLst>
                  <a:ext uri="{FF2B5EF4-FFF2-40B4-BE49-F238E27FC236}">
                    <a16:creationId xmlns:a16="http://schemas.microsoft.com/office/drawing/2014/main" id="{6D1D4BBF-A678-BC08-99EF-75623FB232D9}"/>
                  </a:ext>
                </a:extLst>
              </p:cNvPr>
              <p:cNvSpPr>
                <a:spLocks noChangeShapeType="1"/>
              </p:cNvSpPr>
              <p:nvPr/>
            </p:nvSpPr>
            <p:spPr bwMode="auto">
              <a:xfrm>
                <a:off x="3432" y="3264"/>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3" name="Line 92">
                <a:extLst>
                  <a:ext uri="{FF2B5EF4-FFF2-40B4-BE49-F238E27FC236}">
                    <a16:creationId xmlns:a16="http://schemas.microsoft.com/office/drawing/2014/main" id="{CDCB26FA-A436-3261-CBDB-69464819A4F9}"/>
                  </a:ext>
                </a:extLst>
              </p:cNvPr>
              <p:cNvSpPr>
                <a:spLocks noChangeShapeType="1"/>
              </p:cNvSpPr>
              <p:nvPr/>
            </p:nvSpPr>
            <p:spPr bwMode="auto">
              <a:xfrm>
                <a:off x="3432" y="3264"/>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4" name="Line 93">
                <a:extLst>
                  <a:ext uri="{FF2B5EF4-FFF2-40B4-BE49-F238E27FC236}">
                    <a16:creationId xmlns:a16="http://schemas.microsoft.com/office/drawing/2014/main" id="{F724F015-5BF9-9316-CD95-FD7976CDA81D}"/>
                  </a:ext>
                </a:extLst>
              </p:cNvPr>
              <p:cNvSpPr>
                <a:spLocks noChangeShapeType="1"/>
              </p:cNvSpPr>
              <p:nvPr/>
            </p:nvSpPr>
            <p:spPr bwMode="auto">
              <a:xfrm>
                <a:off x="3504" y="3264"/>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5" name="Line 94">
                <a:extLst>
                  <a:ext uri="{FF2B5EF4-FFF2-40B4-BE49-F238E27FC236}">
                    <a16:creationId xmlns:a16="http://schemas.microsoft.com/office/drawing/2014/main" id="{F2592EC8-8F1E-B3AD-3AC0-9C688425637E}"/>
                  </a:ext>
                </a:extLst>
              </p:cNvPr>
              <p:cNvSpPr>
                <a:spLocks noChangeShapeType="1"/>
              </p:cNvSpPr>
              <p:nvPr/>
            </p:nvSpPr>
            <p:spPr bwMode="auto">
              <a:xfrm>
                <a:off x="4088" y="3256"/>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6" name="Line 95">
                <a:extLst>
                  <a:ext uri="{FF2B5EF4-FFF2-40B4-BE49-F238E27FC236}">
                    <a16:creationId xmlns:a16="http://schemas.microsoft.com/office/drawing/2014/main" id="{CBB5DEDF-0C65-0C72-693C-C1BB64D468CA}"/>
                  </a:ext>
                </a:extLst>
              </p:cNvPr>
              <p:cNvSpPr>
                <a:spLocks noChangeShapeType="1"/>
              </p:cNvSpPr>
              <p:nvPr/>
            </p:nvSpPr>
            <p:spPr bwMode="auto">
              <a:xfrm>
                <a:off x="4088" y="3256"/>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7" name="Line 96">
                <a:extLst>
                  <a:ext uri="{FF2B5EF4-FFF2-40B4-BE49-F238E27FC236}">
                    <a16:creationId xmlns:a16="http://schemas.microsoft.com/office/drawing/2014/main" id="{1997B9E1-74BE-BF45-EC50-38231CB02D5B}"/>
                  </a:ext>
                </a:extLst>
              </p:cNvPr>
              <p:cNvSpPr>
                <a:spLocks noChangeShapeType="1"/>
              </p:cNvSpPr>
              <p:nvPr/>
            </p:nvSpPr>
            <p:spPr bwMode="auto">
              <a:xfrm>
                <a:off x="4160" y="3256"/>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8" name="Line 97">
                <a:extLst>
                  <a:ext uri="{FF2B5EF4-FFF2-40B4-BE49-F238E27FC236}">
                    <a16:creationId xmlns:a16="http://schemas.microsoft.com/office/drawing/2014/main" id="{D764628A-D6AB-D140-8618-16E3AA7EDA2D}"/>
                  </a:ext>
                </a:extLst>
              </p:cNvPr>
              <p:cNvSpPr>
                <a:spLocks noChangeShapeType="1"/>
              </p:cNvSpPr>
              <p:nvPr/>
            </p:nvSpPr>
            <p:spPr bwMode="auto">
              <a:xfrm>
                <a:off x="4728" y="3264"/>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9" name="Line 98">
                <a:extLst>
                  <a:ext uri="{FF2B5EF4-FFF2-40B4-BE49-F238E27FC236}">
                    <a16:creationId xmlns:a16="http://schemas.microsoft.com/office/drawing/2014/main" id="{A4A9ED7D-4ACB-AB7D-2FB6-502034CB5587}"/>
                  </a:ext>
                </a:extLst>
              </p:cNvPr>
              <p:cNvSpPr>
                <a:spLocks noChangeShapeType="1"/>
              </p:cNvSpPr>
              <p:nvPr/>
            </p:nvSpPr>
            <p:spPr bwMode="auto">
              <a:xfrm>
                <a:off x="4728" y="3264"/>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30" name="Line 99">
                <a:extLst>
                  <a:ext uri="{FF2B5EF4-FFF2-40B4-BE49-F238E27FC236}">
                    <a16:creationId xmlns:a16="http://schemas.microsoft.com/office/drawing/2014/main" id="{B94C5852-96E3-483D-0FCB-19B3E9F7A028}"/>
                  </a:ext>
                </a:extLst>
              </p:cNvPr>
              <p:cNvSpPr>
                <a:spLocks noChangeShapeType="1"/>
              </p:cNvSpPr>
              <p:nvPr/>
            </p:nvSpPr>
            <p:spPr bwMode="auto">
              <a:xfrm>
                <a:off x="4800" y="3264"/>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31" name="Line 100">
                <a:extLst>
                  <a:ext uri="{FF2B5EF4-FFF2-40B4-BE49-F238E27FC236}">
                    <a16:creationId xmlns:a16="http://schemas.microsoft.com/office/drawing/2014/main" id="{F717AC06-198D-3E7E-6130-F73E3DBF6626}"/>
                  </a:ext>
                </a:extLst>
              </p:cNvPr>
              <p:cNvSpPr>
                <a:spLocks noChangeShapeType="1"/>
              </p:cNvSpPr>
              <p:nvPr/>
            </p:nvSpPr>
            <p:spPr bwMode="auto">
              <a:xfrm>
                <a:off x="5344" y="3256"/>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32" name="Line 101">
                <a:extLst>
                  <a:ext uri="{FF2B5EF4-FFF2-40B4-BE49-F238E27FC236}">
                    <a16:creationId xmlns:a16="http://schemas.microsoft.com/office/drawing/2014/main" id="{B9DD797C-AEF5-B237-CF48-222C39D8375D}"/>
                  </a:ext>
                </a:extLst>
              </p:cNvPr>
              <p:cNvSpPr>
                <a:spLocks noChangeShapeType="1"/>
              </p:cNvSpPr>
              <p:nvPr/>
            </p:nvSpPr>
            <p:spPr bwMode="auto">
              <a:xfrm>
                <a:off x="5344" y="3256"/>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33" name="Line 102">
                <a:extLst>
                  <a:ext uri="{FF2B5EF4-FFF2-40B4-BE49-F238E27FC236}">
                    <a16:creationId xmlns:a16="http://schemas.microsoft.com/office/drawing/2014/main" id="{5C138E14-AAB7-05F6-E528-CF2653F30535}"/>
                  </a:ext>
                </a:extLst>
              </p:cNvPr>
              <p:cNvSpPr>
                <a:spLocks noChangeShapeType="1"/>
              </p:cNvSpPr>
              <p:nvPr/>
            </p:nvSpPr>
            <p:spPr bwMode="auto">
              <a:xfrm>
                <a:off x="5416" y="3256"/>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34" name="Line 103">
                <a:extLst>
                  <a:ext uri="{FF2B5EF4-FFF2-40B4-BE49-F238E27FC236}">
                    <a16:creationId xmlns:a16="http://schemas.microsoft.com/office/drawing/2014/main" id="{33812C5E-5932-7558-E252-910C365F807B}"/>
                  </a:ext>
                </a:extLst>
              </p:cNvPr>
              <p:cNvSpPr>
                <a:spLocks noChangeShapeType="1"/>
              </p:cNvSpPr>
              <p:nvPr/>
            </p:nvSpPr>
            <p:spPr bwMode="auto">
              <a:xfrm>
                <a:off x="240" y="4080"/>
                <a:ext cx="53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35" name="Line 104">
                <a:extLst>
                  <a:ext uri="{FF2B5EF4-FFF2-40B4-BE49-F238E27FC236}">
                    <a16:creationId xmlns:a16="http://schemas.microsoft.com/office/drawing/2014/main" id="{44C72142-CC5E-39F6-5DF9-114D874B8EDA}"/>
                  </a:ext>
                </a:extLst>
              </p:cNvPr>
              <p:cNvSpPr>
                <a:spLocks noChangeShapeType="1"/>
              </p:cNvSpPr>
              <p:nvPr/>
            </p:nvSpPr>
            <p:spPr bwMode="auto">
              <a:xfrm>
                <a:off x="328"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36" name="Line 105">
                <a:extLst>
                  <a:ext uri="{FF2B5EF4-FFF2-40B4-BE49-F238E27FC236}">
                    <a16:creationId xmlns:a16="http://schemas.microsoft.com/office/drawing/2014/main" id="{124B0E6F-062F-EB10-0C55-C2965E2000F6}"/>
                  </a:ext>
                </a:extLst>
              </p:cNvPr>
              <p:cNvSpPr>
                <a:spLocks noChangeShapeType="1"/>
              </p:cNvSpPr>
              <p:nvPr/>
            </p:nvSpPr>
            <p:spPr bwMode="auto">
              <a:xfrm>
                <a:off x="328"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37" name="Line 106">
                <a:extLst>
                  <a:ext uri="{FF2B5EF4-FFF2-40B4-BE49-F238E27FC236}">
                    <a16:creationId xmlns:a16="http://schemas.microsoft.com/office/drawing/2014/main" id="{6E831B93-8520-AF5F-1DED-BDA404B407CC}"/>
                  </a:ext>
                </a:extLst>
              </p:cNvPr>
              <p:cNvSpPr>
                <a:spLocks noChangeShapeType="1"/>
              </p:cNvSpPr>
              <p:nvPr/>
            </p:nvSpPr>
            <p:spPr bwMode="auto">
              <a:xfrm>
                <a:off x="400"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38" name="Line 107">
                <a:extLst>
                  <a:ext uri="{FF2B5EF4-FFF2-40B4-BE49-F238E27FC236}">
                    <a16:creationId xmlns:a16="http://schemas.microsoft.com/office/drawing/2014/main" id="{1938DB85-A8B2-B5FF-C19C-300226731870}"/>
                  </a:ext>
                </a:extLst>
              </p:cNvPr>
              <p:cNvSpPr>
                <a:spLocks noChangeShapeType="1"/>
              </p:cNvSpPr>
              <p:nvPr/>
            </p:nvSpPr>
            <p:spPr bwMode="auto">
              <a:xfrm>
                <a:off x="456"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39" name="Line 108">
                <a:extLst>
                  <a:ext uri="{FF2B5EF4-FFF2-40B4-BE49-F238E27FC236}">
                    <a16:creationId xmlns:a16="http://schemas.microsoft.com/office/drawing/2014/main" id="{4D0E1F23-FDCC-975E-5CA4-A08ECFF2F7A4}"/>
                  </a:ext>
                </a:extLst>
              </p:cNvPr>
              <p:cNvSpPr>
                <a:spLocks noChangeShapeType="1"/>
              </p:cNvSpPr>
              <p:nvPr/>
            </p:nvSpPr>
            <p:spPr bwMode="auto">
              <a:xfrm>
                <a:off x="456"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40" name="Line 109">
                <a:extLst>
                  <a:ext uri="{FF2B5EF4-FFF2-40B4-BE49-F238E27FC236}">
                    <a16:creationId xmlns:a16="http://schemas.microsoft.com/office/drawing/2014/main" id="{D4A4684D-B125-B7D4-C975-F46B921C281F}"/>
                  </a:ext>
                </a:extLst>
              </p:cNvPr>
              <p:cNvSpPr>
                <a:spLocks noChangeShapeType="1"/>
              </p:cNvSpPr>
              <p:nvPr/>
            </p:nvSpPr>
            <p:spPr bwMode="auto">
              <a:xfrm>
                <a:off x="528"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41" name="Line 110">
                <a:extLst>
                  <a:ext uri="{FF2B5EF4-FFF2-40B4-BE49-F238E27FC236}">
                    <a16:creationId xmlns:a16="http://schemas.microsoft.com/office/drawing/2014/main" id="{53AFDACD-7286-8602-5F47-59A00363E1FF}"/>
                  </a:ext>
                </a:extLst>
              </p:cNvPr>
              <p:cNvSpPr>
                <a:spLocks noChangeShapeType="1"/>
              </p:cNvSpPr>
              <p:nvPr/>
            </p:nvSpPr>
            <p:spPr bwMode="auto">
              <a:xfrm>
                <a:off x="592"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42" name="Line 111">
                <a:extLst>
                  <a:ext uri="{FF2B5EF4-FFF2-40B4-BE49-F238E27FC236}">
                    <a16:creationId xmlns:a16="http://schemas.microsoft.com/office/drawing/2014/main" id="{7B9CA27E-2D47-5583-19D0-85F595BE37AF}"/>
                  </a:ext>
                </a:extLst>
              </p:cNvPr>
              <p:cNvSpPr>
                <a:spLocks noChangeShapeType="1"/>
              </p:cNvSpPr>
              <p:nvPr/>
            </p:nvSpPr>
            <p:spPr bwMode="auto">
              <a:xfrm>
                <a:off x="592"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43" name="Line 112">
                <a:extLst>
                  <a:ext uri="{FF2B5EF4-FFF2-40B4-BE49-F238E27FC236}">
                    <a16:creationId xmlns:a16="http://schemas.microsoft.com/office/drawing/2014/main" id="{14FDB863-B5E8-66A2-BDA6-4BF0BC468C3B}"/>
                  </a:ext>
                </a:extLst>
              </p:cNvPr>
              <p:cNvSpPr>
                <a:spLocks noChangeShapeType="1"/>
              </p:cNvSpPr>
              <p:nvPr/>
            </p:nvSpPr>
            <p:spPr bwMode="auto">
              <a:xfrm>
                <a:off x="664"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44" name="Line 113">
                <a:extLst>
                  <a:ext uri="{FF2B5EF4-FFF2-40B4-BE49-F238E27FC236}">
                    <a16:creationId xmlns:a16="http://schemas.microsoft.com/office/drawing/2014/main" id="{57B08951-FCC9-2AFE-1A19-107A19BFA7C3}"/>
                  </a:ext>
                </a:extLst>
              </p:cNvPr>
              <p:cNvSpPr>
                <a:spLocks noChangeShapeType="1"/>
              </p:cNvSpPr>
              <p:nvPr/>
            </p:nvSpPr>
            <p:spPr bwMode="auto">
              <a:xfrm>
                <a:off x="728"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45" name="Line 114">
                <a:extLst>
                  <a:ext uri="{FF2B5EF4-FFF2-40B4-BE49-F238E27FC236}">
                    <a16:creationId xmlns:a16="http://schemas.microsoft.com/office/drawing/2014/main" id="{68A3881D-A4B6-DE6A-DE08-9E5C4B379DD7}"/>
                  </a:ext>
                </a:extLst>
              </p:cNvPr>
              <p:cNvSpPr>
                <a:spLocks noChangeShapeType="1"/>
              </p:cNvSpPr>
              <p:nvPr/>
            </p:nvSpPr>
            <p:spPr bwMode="auto">
              <a:xfrm>
                <a:off x="728"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46" name="Line 115">
                <a:extLst>
                  <a:ext uri="{FF2B5EF4-FFF2-40B4-BE49-F238E27FC236}">
                    <a16:creationId xmlns:a16="http://schemas.microsoft.com/office/drawing/2014/main" id="{D7672BA9-5357-ECA9-6EB7-6149B258D604}"/>
                  </a:ext>
                </a:extLst>
              </p:cNvPr>
              <p:cNvSpPr>
                <a:spLocks noChangeShapeType="1"/>
              </p:cNvSpPr>
              <p:nvPr/>
            </p:nvSpPr>
            <p:spPr bwMode="auto">
              <a:xfrm>
                <a:off x="800"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47" name="Line 116">
                <a:extLst>
                  <a:ext uri="{FF2B5EF4-FFF2-40B4-BE49-F238E27FC236}">
                    <a16:creationId xmlns:a16="http://schemas.microsoft.com/office/drawing/2014/main" id="{6DDBB5A1-0F40-9985-F265-6A13DE3B0840}"/>
                  </a:ext>
                </a:extLst>
              </p:cNvPr>
              <p:cNvSpPr>
                <a:spLocks noChangeShapeType="1"/>
              </p:cNvSpPr>
              <p:nvPr/>
            </p:nvSpPr>
            <p:spPr bwMode="auto">
              <a:xfrm>
                <a:off x="864"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48" name="Line 117">
                <a:extLst>
                  <a:ext uri="{FF2B5EF4-FFF2-40B4-BE49-F238E27FC236}">
                    <a16:creationId xmlns:a16="http://schemas.microsoft.com/office/drawing/2014/main" id="{0A497C99-32CB-0F83-C7F6-E72172CB48B9}"/>
                  </a:ext>
                </a:extLst>
              </p:cNvPr>
              <p:cNvSpPr>
                <a:spLocks noChangeShapeType="1"/>
              </p:cNvSpPr>
              <p:nvPr/>
            </p:nvSpPr>
            <p:spPr bwMode="auto">
              <a:xfrm>
                <a:off x="864"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49" name="Line 118">
                <a:extLst>
                  <a:ext uri="{FF2B5EF4-FFF2-40B4-BE49-F238E27FC236}">
                    <a16:creationId xmlns:a16="http://schemas.microsoft.com/office/drawing/2014/main" id="{38525FEB-1346-7F6A-003D-0401E80905B3}"/>
                  </a:ext>
                </a:extLst>
              </p:cNvPr>
              <p:cNvSpPr>
                <a:spLocks noChangeShapeType="1"/>
              </p:cNvSpPr>
              <p:nvPr/>
            </p:nvSpPr>
            <p:spPr bwMode="auto">
              <a:xfrm>
                <a:off x="936"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50" name="Line 119">
                <a:extLst>
                  <a:ext uri="{FF2B5EF4-FFF2-40B4-BE49-F238E27FC236}">
                    <a16:creationId xmlns:a16="http://schemas.microsoft.com/office/drawing/2014/main" id="{F8C1A207-CD3F-5FAC-D9DC-D66FD741D7DB}"/>
                  </a:ext>
                </a:extLst>
              </p:cNvPr>
              <p:cNvSpPr>
                <a:spLocks noChangeShapeType="1"/>
              </p:cNvSpPr>
              <p:nvPr/>
            </p:nvSpPr>
            <p:spPr bwMode="auto">
              <a:xfrm>
                <a:off x="992"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51" name="Line 120">
                <a:extLst>
                  <a:ext uri="{FF2B5EF4-FFF2-40B4-BE49-F238E27FC236}">
                    <a16:creationId xmlns:a16="http://schemas.microsoft.com/office/drawing/2014/main" id="{3BF0086C-F339-0067-5D9C-0D7AF099A8D4}"/>
                  </a:ext>
                </a:extLst>
              </p:cNvPr>
              <p:cNvSpPr>
                <a:spLocks noChangeShapeType="1"/>
              </p:cNvSpPr>
              <p:nvPr/>
            </p:nvSpPr>
            <p:spPr bwMode="auto">
              <a:xfrm>
                <a:off x="992"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52" name="Line 121">
                <a:extLst>
                  <a:ext uri="{FF2B5EF4-FFF2-40B4-BE49-F238E27FC236}">
                    <a16:creationId xmlns:a16="http://schemas.microsoft.com/office/drawing/2014/main" id="{BC4D1CB6-B1C5-64AB-150A-54323E27AEFD}"/>
                  </a:ext>
                </a:extLst>
              </p:cNvPr>
              <p:cNvSpPr>
                <a:spLocks noChangeShapeType="1"/>
              </p:cNvSpPr>
              <p:nvPr/>
            </p:nvSpPr>
            <p:spPr bwMode="auto">
              <a:xfrm>
                <a:off x="1064"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53" name="Line 122">
                <a:extLst>
                  <a:ext uri="{FF2B5EF4-FFF2-40B4-BE49-F238E27FC236}">
                    <a16:creationId xmlns:a16="http://schemas.microsoft.com/office/drawing/2014/main" id="{F8BF9E2C-F4CB-55CD-571F-29E9AA807D7B}"/>
                  </a:ext>
                </a:extLst>
              </p:cNvPr>
              <p:cNvSpPr>
                <a:spLocks noChangeShapeType="1"/>
              </p:cNvSpPr>
              <p:nvPr/>
            </p:nvSpPr>
            <p:spPr bwMode="auto">
              <a:xfrm>
                <a:off x="1112"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54" name="Line 123">
                <a:extLst>
                  <a:ext uri="{FF2B5EF4-FFF2-40B4-BE49-F238E27FC236}">
                    <a16:creationId xmlns:a16="http://schemas.microsoft.com/office/drawing/2014/main" id="{E71B98CE-EF57-B8DD-B5E0-DD6F53ACFB14}"/>
                  </a:ext>
                </a:extLst>
              </p:cNvPr>
              <p:cNvSpPr>
                <a:spLocks noChangeShapeType="1"/>
              </p:cNvSpPr>
              <p:nvPr/>
            </p:nvSpPr>
            <p:spPr bwMode="auto">
              <a:xfrm>
                <a:off x="1112"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55" name="Line 124">
                <a:extLst>
                  <a:ext uri="{FF2B5EF4-FFF2-40B4-BE49-F238E27FC236}">
                    <a16:creationId xmlns:a16="http://schemas.microsoft.com/office/drawing/2014/main" id="{FDBEBB2B-FB95-4D42-F419-B4B99085A10D}"/>
                  </a:ext>
                </a:extLst>
              </p:cNvPr>
              <p:cNvSpPr>
                <a:spLocks noChangeShapeType="1"/>
              </p:cNvSpPr>
              <p:nvPr/>
            </p:nvSpPr>
            <p:spPr bwMode="auto">
              <a:xfrm>
                <a:off x="1184"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56" name="Line 125">
                <a:extLst>
                  <a:ext uri="{FF2B5EF4-FFF2-40B4-BE49-F238E27FC236}">
                    <a16:creationId xmlns:a16="http://schemas.microsoft.com/office/drawing/2014/main" id="{01B88DFD-04A0-0263-F472-5916AE35CA7C}"/>
                  </a:ext>
                </a:extLst>
              </p:cNvPr>
              <p:cNvSpPr>
                <a:spLocks noChangeShapeType="1"/>
              </p:cNvSpPr>
              <p:nvPr/>
            </p:nvSpPr>
            <p:spPr bwMode="auto">
              <a:xfrm>
                <a:off x="1840"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57" name="Line 126">
                <a:extLst>
                  <a:ext uri="{FF2B5EF4-FFF2-40B4-BE49-F238E27FC236}">
                    <a16:creationId xmlns:a16="http://schemas.microsoft.com/office/drawing/2014/main" id="{3654B198-EE31-EA40-BC43-C187AE338009}"/>
                  </a:ext>
                </a:extLst>
              </p:cNvPr>
              <p:cNvSpPr>
                <a:spLocks noChangeShapeType="1"/>
              </p:cNvSpPr>
              <p:nvPr/>
            </p:nvSpPr>
            <p:spPr bwMode="auto">
              <a:xfrm>
                <a:off x="1840"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58" name="Line 127">
                <a:extLst>
                  <a:ext uri="{FF2B5EF4-FFF2-40B4-BE49-F238E27FC236}">
                    <a16:creationId xmlns:a16="http://schemas.microsoft.com/office/drawing/2014/main" id="{3E6B2535-CC0B-F506-671C-7D1F1B9F883C}"/>
                  </a:ext>
                </a:extLst>
              </p:cNvPr>
              <p:cNvSpPr>
                <a:spLocks noChangeShapeType="1"/>
              </p:cNvSpPr>
              <p:nvPr/>
            </p:nvSpPr>
            <p:spPr bwMode="auto">
              <a:xfrm>
                <a:off x="1912"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59" name="Line 128">
                <a:extLst>
                  <a:ext uri="{FF2B5EF4-FFF2-40B4-BE49-F238E27FC236}">
                    <a16:creationId xmlns:a16="http://schemas.microsoft.com/office/drawing/2014/main" id="{A7D180C5-04EB-7251-D895-DF7200A433EF}"/>
                  </a:ext>
                </a:extLst>
              </p:cNvPr>
              <p:cNvSpPr>
                <a:spLocks noChangeShapeType="1"/>
              </p:cNvSpPr>
              <p:nvPr/>
            </p:nvSpPr>
            <p:spPr bwMode="auto">
              <a:xfrm>
                <a:off x="1968"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60" name="Line 129">
                <a:extLst>
                  <a:ext uri="{FF2B5EF4-FFF2-40B4-BE49-F238E27FC236}">
                    <a16:creationId xmlns:a16="http://schemas.microsoft.com/office/drawing/2014/main" id="{C1A10B5C-8837-6062-11B4-39357EFF030F}"/>
                  </a:ext>
                </a:extLst>
              </p:cNvPr>
              <p:cNvSpPr>
                <a:spLocks noChangeShapeType="1"/>
              </p:cNvSpPr>
              <p:nvPr/>
            </p:nvSpPr>
            <p:spPr bwMode="auto">
              <a:xfrm>
                <a:off x="1968"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61" name="Line 130">
                <a:extLst>
                  <a:ext uri="{FF2B5EF4-FFF2-40B4-BE49-F238E27FC236}">
                    <a16:creationId xmlns:a16="http://schemas.microsoft.com/office/drawing/2014/main" id="{132B5C34-8573-DA96-94A9-858101A91E2C}"/>
                  </a:ext>
                </a:extLst>
              </p:cNvPr>
              <p:cNvSpPr>
                <a:spLocks noChangeShapeType="1"/>
              </p:cNvSpPr>
              <p:nvPr/>
            </p:nvSpPr>
            <p:spPr bwMode="auto">
              <a:xfrm>
                <a:off x="2040"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62" name="Line 131">
                <a:extLst>
                  <a:ext uri="{FF2B5EF4-FFF2-40B4-BE49-F238E27FC236}">
                    <a16:creationId xmlns:a16="http://schemas.microsoft.com/office/drawing/2014/main" id="{C203BA80-67CE-CF51-FEF8-D7C6961D5878}"/>
                  </a:ext>
                </a:extLst>
              </p:cNvPr>
              <p:cNvSpPr>
                <a:spLocks noChangeShapeType="1"/>
              </p:cNvSpPr>
              <p:nvPr/>
            </p:nvSpPr>
            <p:spPr bwMode="auto">
              <a:xfrm>
                <a:off x="2088"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63" name="Line 132">
                <a:extLst>
                  <a:ext uri="{FF2B5EF4-FFF2-40B4-BE49-F238E27FC236}">
                    <a16:creationId xmlns:a16="http://schemas.microsoft.com/office/drawing/2014/main" id="{6CE817EE-C055-80DB-8516-1D011392EB76}"/>
                  </a:ext>
                </a:extLst>
              </p:cNvPr>
              <p:cNvSpPr>
                <a:spLocks noChangeShapeType="1"/>
              </p:cNvSpPr>
              <p:nvPr/>
            </p:nvSpPr>
            <p:spPr bwMode="auto">
              <a:xfrm>
                <a:off x="2088"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64" name="Line 133">
                <a:extLst>
                  <a:ext uri="{FF2B5EF4-FFF2-40B4-BE49-F238E27FC236}">
                    <a16:creationId xmlns:a16="http://schemas.microsoft.com/office/drawing/2014/main" id="{32287E9D-E803-3DD5-F804-43CA559EF95F}"/>
                  </a:ext>
                </a:extLst>
              </p:cNvPr>
              <p:cNvSpPr>
                <a:spLocks noChangeShapeType="1"/>
              </p:cNvSpPr>
              <p:nvPr/>
            </p:nvSpPr>
            <p:spPr bwMode="auto">
              <a:xfrm>
                <a:off x="2160"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65" name="Line 134">
                <a:extLst>
                  <a:ext uri="{FF2B5EF4-FFF2-40B4-BE49-F238E27FC236}">
                    <a16:creationId xmlns:a16="http://schemas.microsoft.com/office/drawing/2014/main" id="{E9C4F038-222D-B5D5-EA42-58D258A34640}"/>
                  </a:ext>
                </a:extLst>
              </p:cNvPr>
              <p:cNvSpPr>
                <a:spLocks noChangeShapeType="1"/>
              </p:cNvSpPr>
              <p:nvPr/>
            </p:nvSpPr>
            <p:spPr bwMode="auto">
              <a:xfrm>
                <a:off x="2208"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66" name="Line 135">
                <a:extLst>
                  <a:ext uri="{FF2B5EF4-FFF2-40B4-BE49-F238E27FC236}">
                    <a16:creationId xmlns:a16="http://schemas.microsoft.com/office/drawing/2014/main" id="{8BB8ECC6-7878-5816-237A-0A674589EEC8}"/>
                  </a:ext>
                </a:extLst>
              </p:cNvPr>
              <p:cNvSpPr>
                <a:spLocks noChangeShapeType="1"/>
              </p:cNvSpPr>
              <p:nvPr/>
            </p:nvSpPr>
            <p:spPr bwMode="auto">
              <a:xfrm>
                <a:off x="2208"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67" name="Line 136">
                <a:extLst>
                  <a:ext uri="{FF2B5EF4-FFF2-40B4-BE49-F238E27FC236}">
                    <a16:creationId xmlns:a16="http://schemas.microsoft.com/office/drawing/2014/main" id="{203A1D46-6CD5-AC48-242F-6499DCBB713C}"/>
                  </a:ext>
                </a:extLst>
              </p:cNvPr>
              <p:cNvSpPr>
                <a:spLocks noChangeShapeType="1"/>
              </p:cNvSpPr>
              <p:nvPr/>
            </p:nvSpPr>
            <p:spPr bwMode="auto">
              <a:xfrm>
                <a:off x="2280"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68" name="Line 137">
                <a:extLst>
                  <a:ext uri="{FF2B5EF4-FFF2-40B4-BE49-F238E27FC236}">
                    <a16:creationId xmlns:a16="http://schemas.microsoft.com/office/drawing/2014/main" id="{E9FE2EC7-A80C-88C2-6A13-4AA4E577C1C2}"/>
                  </a:ext>
                </a:extLst>
              </p:cNvPr>
              <p:cNvSpPr>
                <a:spLocks noChangeShapeType="1"/>
              </p:cNvSpPr>
              <p:nvPr/>
            </p:nvSpPr>
            <p:spPr bwMode="auto">
              <a:xfrm>
                <a:off x="2336"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69" name="Line 138">
                <a:extLst>
                  <a:ext uri="{FF2B5EF4-FFF2-40B4-BE49-F238E27FC236}">
                    <a16:creationId xmlns:a16="http://schemas.microsoft.com/office/drawing/2014/main" id="{71A550B3-49FB-1613-BBA1-BE4DE65D0701}"/>
                  </a:ext>
                </a:extLst>
              </p:cNvPr>
              <p:cNvSpPr>
                <a:spLocks noChangeShapeType="1"/>
              </p:cNvSpPr>
              <p:nvPr/>
            </p:nvSpPr>
            <p:spPr bwMode="auto">
              <a:xfrm>
                <a:off x="2336"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70" name="Line 139">
                <a:extLst>
                  <a:ext uri="{FF2B5EF4-FFF2-40B4-BE49-F238E27FC236}">
                    <a16:creationId xmlns:a16="http://schemas.microsoft.com/office/drawing/2014/main" id="{81BAADAD-8C55-9868-6725-431D959301B6}"/>
                  </a:ext>
                </a:extLst>
              </p:cNvPr>
              <p:cNvSpPr>
                <a:spLocks noChangeShapeType="1"/>
              </p:cNvSpPr>
              <p:nvPr/>
            </p:nvSpPr>
            <p:spPr bwMode="auto">
              <a:xfrm>
                <a:off x="2408"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71" name="Line 140">
                <a:extLst>
                  <a:ext uri="{FF2B5EF4-FFF2-40B4-BE49-F238E27FC236}">
                    <a16:creationId xmlns:a16="http://schemas.microsoft.com/office/drawing/2014/main" id="{621E8D1E-37EA-8ED4-6247-97D4471B93A5}"/>
                  </a:ext>
                </a:extLst>
              </p:cNvPr>
              <p:cNvSpPr>
                <a:spLocks noChangeShapeType="1"/>
              </p:cNvSpPr>
              <p:nvPr/>
            </p:nvSpPr>
            <p:spPr bwMode="auto">
              <a:xfrm>
                <a:off x="2456"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72" name="Line 141">
                <a:extLst>
                  <a:ext uri="{FF2B5EF4-FFF2-40B4-BE49-F238E27FC236}">
                    <a16:creationId xmlns:a16="http://schemas.microsoft.com/office/drawing/2014/main" id="{5F5A513E-8998-8834-5E20-DB130161556C}"/>
                  </a:ext>
                </a:extLst>
              </p:cNvPr>
              <p:cNvSpPr>
                <a:spLocks noChangeShapeType="1"/>
              </p:cNvSpPr>
              <p:nvPr/>
            </p:nvSpPr>
            <p:spPr bwMode="auto">
              <a:xfrm>
                <a:off x="2456"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73" name="Line 142">
                <a:extLst>
                  <a:ext uri="{FF2B5EF4-FFF2-40B4-BE49-F238E27FC236}">
                    <a16:creationId xmlns:a16="http://schemas.microsoft.com/office/drawing/2014/main" id="{6E5853A0-B40E-DA90-5F2F-A2CF9697DAC3}"/>
                  </a:ext>
                </a:extLst>
              </p:cNvPr>
              <p:cNvSpPr>
                <a:spLocks noChangeShapeType="1"/>
              </p:cNvSpPr>
              <p:nvPr/>
            </p:nvSpPr>
            <p:spPr bwMode="auto">
              <a:xfrm>
                <a:off x="2528"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74" name="Line 143">
                <a:extLst>
                  <a:ext uri="{FF2B5EF4-FFF2-40B4-BE49-F238E27FC236}">
                    <a16:creationId xmlns:a16="http://schemas.microsoft.com/office/drawing/2014/main" id="{85C938F5-9B33-CE15-E9FF-3172FE525A13}"/>
                  </a:ext>
                </a:extLst>
              </p:cNvPr>
              <p:cNvSpPr>
                <a:spLocks noChangeShapeType="1"/>
              </p:cNvSpPr>
              <p:nvPr/>
            </p:nvSpPr>
            <p:spPr bwMode="auto">
              <a:xfrm>
                <a:off x="4104"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75" name="Line 144">
                <a:extLst>
                  <a:ext uri="{FF2B5EF4-FFF2-40B4-BE49-F238E27FC236}">
                    <a16:creationId xmlns:a16="http://schemas.microsoft.com/office/drawing/2014/main" id="{9EAF07F7-907B-BDC8-0F40-E0BB70F8DCE6}"/>
                  </a:ext>
                </a:extLst>
              </p:cNvPr>
              <p:cNvSpPr>
                <a:spLocks noChangeShapeType="1"/>
              </p:cNvSpPr>
              <p:nvPr/>
            </p:nvSpPr>
            <p:spPr bwMode="auto">
              <a:xfrm>
                <a:off x="4104"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76" name="Line 145">
                <a:extLst>
                  <a:ext uri="{FF2B5EF4-FFF2-40B4-BE49-F238E27FC236}">
                    <a16:creationId xmlns:a16="http://schemas.microsoft.com/office/drawing/2014/main" id="{DD6D9ECF-DBA4-9DFC-5BE9-259F4CD42541}"/>
                  </a:ext>
                </a:extLst>
              </p:cNvPr>
              <p:cNvSpPr>
                <a:spLocks noChangeShapeType="1"/>
              </p:cNvSpPr>
              <p:nvPr/>
            </p:nvSpPr>
            <p:spPr bwMode="auto">
              <a:xfrm>
                <a:off x="4176"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77" name="Line 146">
                <a:extLst>
                  <a:ext uri="{FF2B5EF4-FFF2-40B4-BE49-F238E27FC236}">
                    <a16:creationId xmlns:a16="http://schemas.microsoft.com/office/drawing/2014/main" id="{B7C05885-F9A5-0F73-44E1-67521435E9B6}"/>
                  </a:ext>
                </a:extLst>
              </p:cNvPr>
              <p:cNvSpPr>
                <a:spLocks noChangeShapeType="1"/>
              </p:cNvSpPr>
              <p:nvPr/>
            </p:nvSpPr>
            <p:spPr bwMode="auto">
              <a:xfrm>
                <a:off x="4232"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78" name="Line 147">
                <a:extLst>
                  <a:ext uri="{FF2B5EF4-FFF2-40B4-BE49-F238E27FC236}">
                    <a16:creationId xmlns:a16="http://schemas.microsoft.com/office/drawing/2014/main" id="{76DA0F4D-4C55-71F2-A5E9-D410027734F6}"/>
                  </a:ext>
                </a:extLst>
              </p:cNvPr>
              <p:cNvSpPr>
                <a:spLocks noChangeShapeType="1"/>
              </p:cNvSpPr>
              <p:nvPr/>
            </p:nvSpPr>
            <p:spPr bwMode="auto">
              <a:xfrm>
                <a:off x="4232"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79" name="Line 148">
                <a:extLst>
                  <a:ext uri="{FF2B5EF4-FFF2-40B4-BE49-F238E27FC236}">
                    <a16:creationId xmlns:a16="http://schemas.microsoft.com/office/drawing/2014/main" id="{E322E2AF-1326-4AD7-391A-A6A005D1A7C9}"/>
                  </a:ext>
                </a:extLst>
              </p:cNvPr>
              <p:cNvSpPr>
                <a:spLocks noChangeShapeType="1"/>
              </p:cNvSpPr>
              <p:nvPr/>
            </p:nvSpPr>
            <p:spPr bwMode="auto">
              <a:xfrm>
                <a:off x="4304"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80" name="Line 149">
                <a:extLst>
                  <a:ext uri="{FF2B5EF4-FFF2-40B4-BE49-F238E27FC236}">
                    <a16:creationId xmlns:a16="http://schemas.microsoft.com/office/drawing/2014/main" id="{02F0B92B-5A2E-6960-0901-1913EC117AC7}"/>
                  </a:ext>
                </a:extLst>
              </p:cNvPr>
              <p:cNvSpPr>
                <a:spLocks noChangeShapeType="1"/>
              </p:cNvSpPr>
              <p:nvPr/>
            </p:nvSpPr>
            <p:spPr bwMode="auto">
              <a:xfrm>
                <a:off x="4368"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81" name="Line 150">
                <a:extLst>
                  <a:ext uri="{FF2B5EF4-FFF2-40B4-BE49-F238E27FC236}">
                    <a16:creationId xmlns:a16="http://schemas.microsoft.com/office/drawing/2014/main" id="{67FDF3FD-C9E0-4C75-08FA-279E18C50D69}"/>
                  </a:ext>
                </a:extLst>
              </p:cNvPr>
              <p:cNvSpPr>
                <a:spLocks noChangeShapeType="1"/>
              </p:cNvSpPr>
              <p:nvPr/>
            </p:nvSpPr>
            <p:spPr bwMode="auto">
              <a:xfrm>
                <a:off x="4368"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82" name="Line 151">
                <a:extLst>
                  <a:ext uri="{FF2B5EF4-FFF2-40B4-BE49-F238E27FC236}">
                    <a16:creationId xmlns:a16="http://schemas.microsoft.com/office/drawing/2014/main" id="{070746C6-A3B1-40A7-741C-97E5A40F00CD}"/>
                  </a:ext>
                </a:extLst>
              </p:cNvPr>
              <p:cNvSpPr>
                <a:spLocks noChangeShapeType="1"/>
              </p:cNvSpPr>
              <p:nvPr/>
            </p:nvSpPr>
            <p:spPr bwMode="auto">
              <a:xfrm>
                <a:off x="4440"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83" name="Line 152">
                <a:extLst>
                  <a:ext uri="{FF2B5EF4-FFF2-40B4-BE49-F238E27FC236}">
                    <a16:creationId xmlns:a16="http://schemas.microsoft.com/office/drawing/2014/main" id="{259DABCB-8033-3A1D-4803-F4FE97308AF2}"/>
                  </a:ext>
                </a:extLst>
              </p:cNvPr>
              <p:cNvSpPr>
                <a:spLocks noChangeShapeType="1"/>
              </p:cNvSpPr>
              <p:nvPr/>
            </p:nvSpPr>
            <p:spPr bwMode="auto">
              <a:xfrm>
                <a:off x="4504"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84" name="Line 153">
                <a:extLst>
                  <a:ext uri="{FF2B5EF4-FFF2-40B4-BE49-F238E27FC236}">
                    <a16:creationId xmlns:a16="http://schemas.microsoft.com/office/drawing/2014/main" id="{7DA837E5-144E-7965-F952-D1C5840D0296}"/>
                  </a:ext>
                </a:extLst>
              </p:cNvPr>
              <p:cNvSpPr>
                <a:spLocks noChangeShapeType="1"/>
              </p:cNvSpPr>
              <p:nvPr/>
            </p:nvSpPr>
            <p:spPr bwMode="auto">
              <a:xfrm>
                <a:off x="4504"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85" name="Line 154">
                <a:extLst>
                  <a:ext uri="{FF2B5EF4-FFF2-40B4-BE49-F238E27FC236}">
                    <a16:creationId xmlns:a16="http://schemas.microsoft.com/office/drawing/2014/main" id="{3C2FD6FA-9A81-D357-F9D9-CCC14CD81658}"/>
                  </a:ext>
                </a:extLst>
              </p:cNvPr>
              <p:cNvSpPr>
                <a:spLocks noChangeShapeType="1"/>
              </p:cNvSpPr>
              <p:nvPr/>
            </p:nvSpPr>
            <p:spPr bwMode="auto">
              <a:xfrm>
                <a:off x="4576"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86" name="Line 155">
                <a:extLst>
                  <a:ext uri="{FF2B5EF4-FFF2-40B4-BE49-F238E27FC236}">
                    <a16:creationId xmlns:a16="http://schemas.microsoft.com/office/drawing/2014/main" id="{C241388F-898D-F51B-31ED-611AB00BBBEA}"/>
                  </a:ext>
                </a:extLst>
              </p:cNvPr>
              <p:cNvSpPr>
                <a:spLocks noChangeShapeType="1"/>
              </p:cNvSpPr>
              <p:nvPr/>
            </p:nvSpPr>
            <p:spPr bwMode="auto">
              <a:xfrm>
                <a:off x="4640"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87" name="Line 156">
                <a:extLst>
                  <a:ext uri="{FF2B5EF4-FFF2-40B4-BE49-F238E27FC236}">
                    <a16:creationId xmlns:a16="http://schemas.microsoft.com/office/drawing/2014/main" id="{3860A858-20E9-A80A-0381-881BBCDCAD9C}"/>
                  </a:ext>
                </a:extLst>
              </p:cNvPr>
              <p:cNvSpPr>
                <a:spLocks noChangeShapeType="1"/>
              </p:cNvSpPr>
              <p:nvPr/>
            </p:nvSpPr>
            <p:spPr bwMode="auto">
              <a:xfrm>
                <a:off x="4640"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88" name="Line 157">
                <a:extLst>
                  <a:ext uri="{FF2B5EF4-FFF2-40B4-BE49-F238E27FC236}">
                    <a16:creationId xmlns:a16="http://schemas.microsoft.com/office/drawing/2014/main" id="{E113348D-A94B-E766-3E37-1C478E336AD6}"/>
                  </a:ext>
                </a:extLst>
              </p:cNvPr>
              <p:cNvSpPr>
                <a:spLocks noChangeShapeType="1"/>
              </p:cNvSpPr>
              <p:nvPr/>
            </p:nvSpPr>
            <p:spPr bwMode="auto">
              <a:xfrm>
                <a:off x="4712"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89" name="Line 158">
                <a:extLst>
                  <a:ext uri="{FF2B5EF4-FFF2-40B4-BE49-F238E27FC236}">
                    <a16:creationId xmlns:a16="http://schemas.microsoft.com/office/drawing/2014/main" id="{EC26BBB3-3DF2-9510-A604-AAEC268176FE}"/>
                  </a:ext>
                </a:extLst>
              </p:cNvPr>
              <p:cNvSpPr>
                <a:spLocks noChangeShapeType="1"/>
              </p:cNvSpPr>
              <p:nvPr/>
            </p:nvSpPr>
            <p:spPr bwMode="auto">
              <a:xfrm>
                <a:off x="4768"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90" name="Line 159">
                <a:extLst>
                  <a:ext uri="{FF2B5EF4-FFF2-40B4-BE49-F238E27FC236}">
                    <a16:creationId xmlns:a16="http://schemas.microsoft.com/office/drawing/2014/main" id="{353EA3B3-2171-7E73-F945-33F1AA24E5F3}"/>
                  </a:ext>
                </a:extLst>
              </p:cNvPr>
              <p:cNvSpPr>
                <a:spLocks noChangeShapeType="1"/>
              </p:cNvSpPr>
              <p:nvPr/>
            </p:nvSpPr>
            <p:spPr bwMode="auto">
              <a:xfrm>
                <a:off x="4768"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91" name="Line 160">
                <a:extLst>
                  <a:ext uri="{FF2B5EF4-FFF2-40B4-BE49-F238E27FC236}">
                    <a16:creationId xmlns:a16="http://schemas.microsoft.com/office/drawing/2014/main" id="{F4C0D519-7400-9D61-DCBE-EE62D8CE521F}"/>
                  </a:ext>
                </a:extLst>
              </p:cNvPr>
              <p:cNvSpPr>
                <a:spLocks noChangeShapeType="1"/>
              </p:cNvSpPr>
              <p:nvPr/>
            </p:nvSpPr>
            <p:spPr bwMode="auto">
              <a:xfrm>
                <a:off x="4840"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92" name="Line 161">
                <a:extLst>
                  <a:ext uri="{FF2B5EF4-FFF2-40B4-BE49-F238E27FC236}">
                    <a16:creationId xmlns:a16="http://schemas.microsoft.com/office/drawing/2014/main" id="{B1C94D6A-81E1-B766-538A-6B45B364BE11}"/>
                  </a:ext>
                </a:extLst>
              </p:cNvPr>
              <p:cNvSpPr>
                <a:spLocks noChangeShapeType="1"/>
              </p:cNvSpPr>
              <p:nvPr/>
            </p:nvSpPr>
            <p:spPr bwMode="auto">
              <a:xfrm>
                <a:off x="4888"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93" name="Line 162">
                <a:extLst>
                  <a:ext uri="{FF2B5EF4-FFF2-40B4-BE49-F238E27FC236}">
                    <a16:creationId xmlns:a16="http://schemas.microsoft.com/office/drawing/2014/main" id="{670D2CC1-2DE9-2C65-24E6-9B8CF1606433}"/>
                  </a:ext>
                </a:extLst>
              </p:cNvPr>
              <p:cNvSpPr>
                <a:spLocks noChangeShapeType="1"/>
              </p:cNvSpPr>
              <p:nvPr/>
            </p:nvSpPr>
            <p:spPr bwMode="auto">
              <a:xfrm>
                <a:off x="4888" y="3840"/>
                <a:ext cx="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94" name="Line 163">
                <a:extLst>
                  <a:ext uri="{FF2B5EF4-FFF2-40B4-BE49-F238E27FC236}">
                    <a16:creationId xmlns:a16="http://schemas.microsoft.com/office/drawing/2014/main" id="{0688D940-3D89-ACCE-4466-1E6728BC8618}"/>
                  </a:ext>
                </a:extLst>
              </p:cNvPr>
              <p:cNvSpPr>
                <a:spLocks noChangeShapeType="1"/>
              </p:cNvSpPr>
              <p:nvPr/>
            </p:nvSpPr>
            <p:spPr bwMode="auto">
              <a:xfrm>
                <a:off x="4960" y="3840"/>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95" name="Line 164">
                <a:extLst>
                  <a:ext uri="{FF2B5EF4-FFF2-40B4-BE49-F238E27FC236}">
                    <a16:creationId xmlns:a16="http://schemas.microsoft.com/office/drawing/2014/main" id="{B3B30F31-4FFA-7CD8-4EFB-19064BC4A605}"/>
                  </a:ext>
                </a:extLst>
              </p:cNvPr>
              <p:cNvSpPr>
                <a:spLocks noChangeShapeType="1"/>
              </p:cNvSpPr>
              <p:nvPr/>
            </p:nvSpPr>
            <p:spPr bwMode="auto">
              <a:xfrm flipV="1">
                <a:off x="336" y="31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96" name="Line 165">
                <a:extLst>
                  <a:ext uri="{FF2B5EF4-FFF2-40B4-BE49-F238E27FC236}">
                    <a16:creationId xmlns:a16="http://schemas.microsoft.com/office/drawing/2014/main" id="{1F188D51-0154-5345-8E7D-DE7DFDF7A406}"/>
                  </a:ext>
                </a:extLst>
              </p:cNvPr>
              <p:cNvSpPr>
                <a:spLocks noChangeShapeType="1"/>
              </p:cNvSpPr>
              <p:nvPr/>
            </p:nvSpPr>
            <p:spPr bwMode="auto">
              <a:xfrm flipV="1">
                <a:off x="952" y="3136"/>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97" name="Line 166">
                <a:extLst>
                  <a:ext uri="{FF2B5EF4-FFF2-40B4-BE49-F238E27FC236}">
                    <a16:creationId xmlns:a16="http://schemas.microsoft.com/office/drawing/2014/main" id="{BE7C0870-DFEA-799F-896D-E51C1B771390}"/>
                  </a:ext>
                </a:extLst>
              </p:cNvPr>
              <p:cNvSpPr>
                <a:spLocks noChangeShapeType="1"/>
              </p:cNvSpPr>
              <p:nvPr/>
            </p:nvSpPr>
            <p:spPr bwMode="auto">
              <a:xfrm>
                <a:off x="336" y="3192"/>
                <a:ext cx="624"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130" name="Text Box 167">
                <a:extLst>
                  <a:ext uri="{FF2B5EF4-FFF2-40B4-BE49-F238E27FC236}">
                    <a16:creationId xmlns:a16="http://schemas.microsoft.com/office/drawing/2014/main" id="{CCBE789F-EA3E-44B7-8A87-CE6EB00EDB94}"/>
                  </a:ext>
                </a:extLst>
              </p:cNvPr>
              <p:cNvSpPr txBox="1">
                <a:spLocks noChangeArrowheads="1"/>
              </p:cNvSpPr>
              <p:nvPr/>
            </p:nvSpPr>
            <p:spPr bwMode="auto">
              <a:xfrm>
                <a:off x="528" y="2836"/>
                <a:ext cx="432" cy="308"/>
              </a:xfrm>
              <a:prstGeom prst="rect">
                <a:avLst/>
              </a:prstGeom>
              <a:noFill/>
              <a:ln w="25400">
                <a:noFill/>
                <a:miter lim="800000"/>
                <a:headEnd/>
                <a:tailEnd/>
              </a:ln>
            </p:spPr>
            <p:txBody>
              <a:bodyPr>
                <a:spAutoFit/>
              </a:bodyPr>
              <a:lstStyle/>
              <a:p>
                <a:pPr eaLnBrk="1" hangingPunct="1">
                  <a:spcBef>
                    <a:spcPct val="50000"/>
                  </a:spcBef>
                  <a:defRPr/>
                </a:pPr>
                <a:r>
                  <a:rPr lang="en-US" dirty="0">
                    <a:latin typeface="+mj-lt"/>
                  </a:rPr>
                  <a:t>t</a:t>
                </a:r>
                <a:r>
                  <a:rPr lang="en-US" baseline="-25000" dirty="0">
                    <a:latin typeface="+mj-lt"/>
                  </a:rPr>
                  <a:t>RF</a:t>
                </a:r>
              </a:p>
            </p:txBody>
          </p:sp>
          <p:sp>
            <p:nvSpPr>
              <p:cNvPr id="44131" name="Text Box 168">
                <a:extLst>
                  <a:ext uri="{FF2B5EF4-FFF2-40B4-BE49-F238E27FC236}">
                    <a16:creationId xmlns:a16="http://schemas.microsoft.com/office/drawing/2014/main" id="{FBB5752C-F8C2-4F20-8E3A-B432796D4C53}"/>
                  </a:ext>
                </a:extLst>
              </p:cNvPr>
              <p:cNvSpPr txBox="1">
                <a:spLocks noChangeArrowheads="1"/>
              </p:cNvSpPr>
              <p:nvPr/>
            </p:nvSpPr>
            <p:spPr bwMode="auto">
              <a:xfrm>
                <a:off x="1920" y="2832"/>
                <a:ext cx="1771" cy="310"/>
              </a:xfrm>
              <a:prstGeom prst="rect">
                <a:avLst/>
              </a:prstGeom>
              <a:noFill/>
              <a:ln w="25400">
                <a:noFill/>
                <a:miter lim="800000"/>
                <a:headEnd/>
                <a:tailEnd/>
              </a:ln>
            </p:spPr>
            <p:txBody>
              <a:bodyPr>
                <a:spAutoFit/>
              </a:bodyPr>
              <a:lstStyle/>
              <a:p>
                <a:pPr eaLnBrk="1" hangingPunct="1">
                  <a:spcBef>
                    <a:spcPct val="50000"/>
                  </a:spcBef>
                  <a:defRPr/>
                </a:pPr>
                <a:r>
                  <a:rPr lang="en-US" dirty="0">
                    <a:latin typeface="+mj-lt"/>
                  </a:rPr>
                  <a:t>t</a:t>
                </a:r>
                <a:r>
                  <a:rPr lang="en-US" baseline="-25000" dirty="0">
                    <a:latin typeface="+mj-lt"/>
                  </a:rPr>
                  <a:t>RF</a:t>
                </a:r>
                <a:r>
                  <a:rPr lang="en-US" dirty="0">
                    <a:latin typeface="+mj-lt"/>
                  </a:rPr>
                  <a:t>= T</a:t>
                </a:r>
                <a:r>
                  <a:rPr lang="en-US" baseline="-25000" dirty="0">
                    <a:latin typeface="+mj-lt"/>
                  </a:rPr>
                  <a:t>RF</a:t>
                </a:r>
                <a:r>
                  <a:rPr lang="en-US" dirty="0">
                    <a:latin typeface="+mj-lt"/>
                  </a:rPr>
                  <a:t>/n </a:t>
                </a:r>
                <a:r>
                  <a:rPr lang="en-US" dirty="0">
                    <a:latin typeface="+mj-lt"/>
                    <a:sym typeface="Symbol" pitchFamily="18" charset="2"/>
                  </a:rPr>
                  <a:t> 15,6 </a:t>
                </a:r>
                <a:r>
                  <a:rPr lang="en-US" dirty="0">
                    <a:latin typeface="+mj-lt"/>
                    <a:sym typeface="Symbol"/>
                  </a:rPr>
                  <a:t></a:t>
                </a:r>
                <a:r>
                  <a:rPr lang="en-US" dirty="0">
                    <a:latin typeface="+mj-lt"/>
                    <a:sym typeface="Symbol" pitchFamily="18" charset="2"/>
                  </a:rPr>
                  <a:t>s</a:t>
                </a:r>
                <a:endParaRPr lang="en-US" baseline="-25000" dirty="0">
                  <a:latin typeface="+mj-lt"/>
                </a:endParaRPr>
              </a:p>
            </p:txBody>
          </p:sp>
          <p:sp>
            <p:nvSpPr>
              <p:cNvPr id="69800" name="Line 169">
                <a:extLst>
                  <a:ext uri="{FF2B5EF4-FFF2-40B4-BE49-F238E27FC236}">
                    <a16:creationId xmlns:a16="http://schemas.microsoft.com/office/drawing/2014/main" id="{6026221A-6304-E7C7-170C-D3636142097C}"/>
                  </a:ext>
                </a:extLst>
              </p:cNvPr>
              <p:cNvSpPr>
                <a:spLocks noChangeShapeType="1"/>
              </p:cNvSpPr>
              <p:nvPr/>
            </p:nvSpPr>
            <p:spPr bwMode="auto">
              <a:xfrm>
                <a:off x="1344" y="3960"/>
                <a:ext cx="336"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9801" name="Line 170">
                <a:extLst>
                  <a:ext uri="{FF2B5EF4-FFF2-40B4-BE49-F238E27FC236}">
                    <a16:creationId xmlns:a16="http://schemas.microsoft.com/office/drawing/2014/main" id="{26DAA002-DDD7-B322-9388-91CE69687A62}"/>
                  </a:ext>
                </a:extLst>
              </p:cNvPr>
              <p:cNvSpPr>
                <a:spLocks noChangeShapeType="1"/>
              </p:cNvSpPr>
              <p:nvPr/>
            </p:nvSpPr>
            <p:spPr bwMode="auto">
              <a:xfrm flipV="1">
                <a:off x="328" y="3672"/>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802" name="Line 171">
                <a:extLst>
                  <a:ext uri="{FF2B5EF4-FFF2-40B4-BE49-F238E27FC236}">
                    <a16:creationId xmlns:a16="http://schemas.microsoft.com/office/drawing/2014/main" id="{48B54F7E-510E-41DF-CD83-0638AABEADA7}"/>
                  </a:ext>
                </a:extLst>
              </p:cNvPr>
              <p:cNvSpPr>
                <a:spLocks noChangeShapeType="1"/>
              </p:cNvSpPr>
              <p:nvPr/>
            </p:nvSpPr>
            <p:spPr bwMode="auto">
              <a:xfrm flipV="1">
                <a:off x="4104" y="3688"/>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803" name="Line 172">
                <a:extLst>
                  <a:ext uri="{FF2B5EF4-FFF2-40B4-BE49-F238E27FC236}">
                    <a16:creationId xmlns:a16="http://schemas.microsoft.com/office/drawing/2014/main" id="{46BF2E6B-3543-4EA4-7A47-FCA9C859A353}"/>
                  </a:ext>
                </a:extLst>
              </p:cNvPr>
              <p:cNvSpPr>
                <a:spLocks noChangeShapeType="1"/>
              </p:cNvSpPr>
              <p:nvPr/>
            </p:nvSpPr>
            <p:spPr bwMode="auto">
              <a:xfrm>
                <a:off x="336" y="3768"/>
                <a:ext cx="3768"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136" name="Text Box 173">
                <a:extLst>
                  <a:ext uri="{FF2B5EF4-FFF2-40B4-BE49-F238E27FC236}">
                    <a16:creationId xmlns:a16="http://schemas.microsoft.com/office/drawing/2014/main" id="{F2C741C2-35C5-4999-92FF-E9F69C3FB5BB}"/>
                  </a:ext>
                </a:extLst>
              </p:cNvPr>
              <p:cNvSpPr txBox="1">
                <a:spLocks noChangeArrowheads="1"/>
              </p:cNvSpPr>
              <p:nvPr/>
            </p:nvSpPr>
            <p:spPr bwMode="auto">
              <a:xfrm>
                <a:off x="1934" y="3455"/>
                <a:ext cx="432" cy="308"/>
              </a:xfrm>
              <a:prstGeom prst="rect">
                <a:avLst/>
              </a:prstGeom>
              <a:noFill/>
              <a:ln w="25400">
                <a:noFill/>
                <a:miter lim="800000"/>
                <a:headEnd/>
                <a:tailEnd/>
              </a:ln>
            </p:spPr>
            <p:txBody>
              <a:bodyPr>
                <a:spAutoFit/>
              </a:bodyPr>
              <a:lstStyle/>
              <a:p>
                <a:pPr eaLnBrk="1" hangingPunct="1">
                  <a:spcBef>
                    <a:spcPct val="50000"/>
                  </a:spcBef>
                  <a:defRPr/>
                </a:pPr>
                <a:r>
                  <a:rPr lang="en-US" dirty="0">
                    <a:latin typeface="+mj-lt"/>
                  </a:rPr>
                  <a:t>T</a:t>
                </a:r>
                <a:r>
                  <a:rPr lang="en-US" baseline="-25000" dirty="0">
                    <a:latin typeface="+mj-lt"/>
                  </a:rPr>
                  <a:t>RF</a:t>
                </a:r>
              </a:p>
            </p:txBody>
          </p:sp>
        </p:grpSp>
        <p:sp>
          <p:nvSpPr>
            <p:cNvPr id="69704" name="Text Box 177">
              <a:extLst>
                <a:ext uri="{FF2B5EF4-FFF2-40B4-BE49-F238E27FC236}">
                  <a16:creationId xmlns:a16="http://schemas.microsoft.com/office/drawing/2014/main" id="{ECEAFD8B-C836-2D47-024F-D3E977567988}"/>
                </a:ext>
              </a:extLst>
            </p:cNvPr>
            <p:cNvSpPr txBox="1">
              <a:spLocks noChangeArrowheads="1"/>
            </p:cNvSpPr>
            <p:nvPr/>
          </p:nvSpPr>
          <p:spPr bwMode="auto">
            <a:xfrm>
              <a:off x="158" y="2616"/>
              <a:ext cx="85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Distributed</a:t>
              </a:r>
              <a:endParaRPr lang="ru-RU" altLang="en-US" sz="1400"/>
            </a:p>
          </p:txBody>
        </p:sp>
        <p:sp>
          <p:nvSpPr>
            <p:cNvPr id="69705" name="Text Box 178">
              <a:extLst>
                <a:ext uri="{FF2B5EF4-FFF2-40B4-BE49-F238E27FC236}">
                  <a16:creationId xmlns:a16="http://schemas.microsoft.com/office/drawing/2014/main" id="{CBE729CA-C301-B8EB-4E06-DB52337F3F9C}"/>
                </a:ext>
              </a:extLst>
            </p:cNvPr>
            <p:cNvSpPr txBox="1">
              <a:spLocks noChangeArrowheads="1"/>
            </p:cNvSpPr>
            <p:nvPr/>
          </p:nvSpPr>
          <p:spPr bwMode="auto">
            <a:xfrm>
              <a:off x="302" y="3080"/>
              <a:ext cx="57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Burst</a:t>
              </a:r>
              <a:endParaRPr lang="ru-RU" altLang="en-US" sz="1400"/>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4">
            <a:extLst>
              <a:ext uri="{FF2B5EF4-FFF2-40B4-BE49-F238E27FC236}">
                <a16:creationId xmlns:a16="http://schemas.microsoft.com/office/drawing/2014/main" id="{961DCD2F-8F6E-F884-1E0C-C3FB8CE32952}"/>
              </a:ext>
            </a:extLst>
          </p:cNvPr>
          <p:cNvSpPr>
            <a:spLocks noGrp="1" noChangeArrowheads="1"/>
          </p:cNvSpPr>
          <p:nvPr>
            <p:ph type="title"/>
          </p:nvPr>
        </p:nvSpPr>
        <p:spPr/>
        <p:txBody>
          <a:bodyPr/>
          <a:lstStyle/>
          <a:p>
            <a:r>
              <a:rPr lang="en-US" altLang="en-US"/>
              <a:t>Structure of Module of Asynchronous DRAM</a:t>
            </a:r>
            <a:endParaRPr lang="ru-RU" altLang="en-US"/>
          </a:p>
        </p:txBody>
      </p:sp>
      <p:grpSp>
        <p:nvGrpSpPr>
          <p:cNvPr id="70659" name="Group 84">
            <a:extLst>
              <a:ext uri="{FF2B5EF4-FFF2-40B4-BE49-F238E27FC236}">
                <a16:creationId xmlns:a16="http://schemas.microsoft.com/office/drawing/2014/main" id="{0BFD17B1-E789-A740-CBF1-E45F2DED4193}"/>
              </a:ext>
            </a:extLst>
          </p:cNvPr>
          <p:cNvGrpSpPr>
            <a:grpSpLocks/>
          </p:cNvGrpSpPr>
          <p:nvPr/>
        </p:nvGrpSpPr>
        <p:grpSpPr bwMode="auto">
          <a:xfrm>
            <a:off x="2166939" y="1301751"/>
            <a:ext cx="7748587" cy="4449763"/>
            <a:chOff x="249" y="662"/>
            <a:chExt cx="5479" cy="3222"/>
          </a:xfrm>
        </p:grpSpPr>
        <p:sp>
          <p:nvSpPr>
            <p:cNvPr id="34889" name="Text Box 73">
              <a:extLst>
                <a:ext uri="{FF2B5EF4-FFF2-40B4-BE49-F238E27FC236}">
                  <a16:creationId xmlns:a16="http://schemas.microsoft.com/office/drawing/2014/main" id="{522458F0-F684-4906-8235-6E4598191462}"/>
                </a:ext>
              </a:extLst>
            </p:cNvPr>
            <p:cNvSpPr txBox="1">
              <a:spLocks noChangeArrowheads="1"/>
            </p:cNvSpPr>
            <p:nvPr/>
          </p:nvSpPr>
          <p:spPr bwMode="auto">
            <a:xfrm>
              <a:off x="5118" y="1026"/>
              <a:ext cx="364" cy="223"/>
            </a:xfrm>
            <a:prstGeom prst="rect">
              <a:avLst/>
            </a:prstGeom>
            <a:noFill/>
            <a:ln w="9525">
              <a:noFill/>
              <a:miter lim="800000"/>
              <a:headEnd/>
              <a:tailEnd/>
            </a:ln>
            <a:effectLst/>
          </p:spPr>
          <p:txBody>
            <a:bodyPr>
              <a:spAutoFit/>
            </a:bodyPr>
            <a:lstStyle/>
            <a:p>
              <a:pPr eaLnBrk="1" hangingPunct="1">
                <a:spcBef>
                  <a:spcPct val="50000"/>
                </a:spcBef>
                <a:defRPr/>
              </a:pPr>
              <a:endParaRPr lang="en-US" sz="1400">
                <a:latin typeface="+mj-lt"/>
              </a:endParaRPr>
            </a:p>
          </p:txBody>
        </p:sp>
        <p:sp>
          <p:nvSpPr>
            <p:cNvPr id="34820" name="Text Box 6">
              <a:extLst>
                <a:ext uri="{FF2B5EF4-FFF2-40B4-BE49-F238E27FC236}">
                  <a16:creationId xmlns:a16="http://schemas.microsoft.com/office/drawing/2014/main" id="{994D29D5-CEDA-4EC8-AC99-FB7E5BECE53D}"/>
                </a:ext>
              </a:extLst>
            </p:cNvPr>
            <p:cNvSpPr txBox="1">
              <a:spLocks noChangeArrowheads="1"/>
            </p:cNvSpPr>
            <p:nvPr/>
          </p:nvSpPr>
          <p:spPr bwMode="auto">
            <a:xfrm>
              <a:off x="249" y="916"/>
              <a:ext cx="819" cy="459"/>
            </a:xfrm>
            <a:prstGeom prst="rect">
              <a:avLst/>
            </a:prstGeom>
            <a:noFill/>
            <a:ln w="31750">
              <a:noFill/>
              <a:miter lim="800000"/>
              <a:headEnd/>
              <a:tailEnd/>
            </a:ln>
          </p:spPr>
          <p:txBody>
            <a:bodyPr/>
            <a:lstStyle/>
            <a:p>
              <a:pPr algn="ctr">
                <a:defRPr/>
              </a:pPr>
              <a:r>
                <a:rPr lang="en-US" sz="1600">
                  <a:latin typeface="+mj-lt"/>
                </a:rPr>
                <a:t>Memory address</a:t>
              </a:r>
            </a:p>
          </p:txBody>
        </p:sp>
        <p:sp>
          <p:nvSpPr>
            <p:cNvPr id="34821" name="Text Box 7">
              <a:extLst>
                <a:ext uri="{FF2B5EF4-FFF2-40B4-BE49-F238E27FC236}">
                  <a16:creationId xmlns:a16="http://schemas.microsoft.com/office/drawing/2014/main" id="{B93BAD3D-5A70-45DE-A35E-109998737BA4}"/>
                </a:ext>
              </a:extLst>
            </p:cNvPr>
            <p:cNvSpPr txBox="1">
              <a:spLocks noChangeArrowheads="1"/>
            </p:cNvSpPr>
            <p:nvPr/>
          </p:nvSpPr>
          <p:spPr bwMode="auto">
            <a:xfrm>
              <a:off x="476" y="2551"/>
              <a:ext cx="553" cy="461"/>
            </a:xfrm>
            <a:prstGeom prst="rect">
              <a:avLst/>
            </a:prstGeom>
            <a:noFill/>
            <a:ln w="31750">
              <a:noFill/>
              <a:miter lim="800000"/>
              <a:headEnd/>
              <a:tailEnd/>
            </a:ln>
          </p:spPr>
          <p:txBody>
            <a:bodyPr anchor="ctr"/>
            <a:lstStyle/>
            <a:p>
              <a:pPr algn="ctr">
                <a:defRPr/>
              </a:pPr>
              <a:endParaRPr lang="en-US" sz="1600">
                <a:latin typeface="+mj-lt"/>
              </a:endParaRPr>
            </a:p>
            <a:p>
              <a:pPr algn="ctr">
                <a:defRPr/>
              </a:pPr>
              <a:r>
                <a:rPr lang="en-US" sz="1600">
                  <a:latin typeface="+mj-lt"/>
                </a:rPr>
                <a:t>Write</a:t>
              </a:r>
            </a:p>
            <a:p>
              <a:pPr algn="ctr">
                <a:defRPr/>
              </a:pPr>
              <a:r>
                <a:rPr lang="en-US" sz="1600">
                  <a:latin typeface="+mj-lt"/>
                </a:rPr>
                <a:t>Read</a:t>
              </a:r>
            </a:p>
            <a:p>
              <a:pPr algn="ctr">
                <a:defRPr/>
              </a:pPr>
              <a:endParaRPr lang="en-US" sz="1600">
                <a:latin typeface="+mj-lt"/>
              </a:endParaRPr>
            </a:p>
          </p:txBody>
        </p:sp>
        <p:sp>
          <p:nvSpPr>
            <p:cNvPr id="34822" name="Text Box 8">
              <a:extLst>
                <a:ext uri="{FF2B5EF4-FFF2-40B4-BE49-F238E27FC236}">
                  <a16:creationId xmlns:a16="http://schemas.microsoft.com/office/drawing/2014/main" id="{3EAD57CC-5D29-4228-83FD-D43DDD7D95EC}"/>
                </a:ext>
              </a:extLst>
            </p:cNvPr>
            <p:cNvSpPr txBox="1">
              <a:spLocks noChangeArrowheads="1"/>
            </p:cNvSpPr>
            <p:nvPr/>
          </p:nvSpPr>
          <p:spPr bwMode="auto">
            <a:xfrm>
              <a:off x="1334" y="802"/>
              <a:ext cx="348" cy="998"/>
            </a:xfrm>
            <a:prstGeom prst="rect">
              <a:avLst/>
            </a:prstGeom>
            <a:solidFill>
              <a:schemeClr val="accent1">
                <a:lumMod val="40000"/>
                <a:lumOff val="60000"/>
              </a:schemeClr>
            </a:solidFill>
            <a:ln w="31750">
              <a:solidFill>
                <a:srgbClr val="000000"/>
              </a:solidFill>
              <a:miter lim="800000"/>
              <a:headEnd/>
              <a:tailEnd/>
            </a:ln>
          </p:spPr>
          <p:txBody>
            <a:bodyPr anchor="ctr"/>
            <a:lstStyle/>
            <a:p>
              <a:pPr algn="ctr">
                <a:defRPr/>
              </a:pPr>
              <a:r>
                <a:rPr lang="en-US" sz="1400">
                  <a:latin typeface="+mj-lt"/>
                </a:rPr>
                <a:t>AR</a:t>
              </a:r>
            </a:p>
          </p:txBody>
        </p:sp>
        <p:sp>
          <p:nvSpPr>
            <p:cNvPr id="34823" name="Text Box 9">
              <a:extLst>
                <a:ext uri="{FF2B5EF4-FFF2-40B4-BE49-F238E27FC236}">
                  <a16:creationId xmlns:a16="http://schemas.microsoft.com/office/drawing/2014/main" id="{3F588A85-9D1A-4B03-B343-B3159AD72A18}"/>
                </a:ext>
              </a:extLst>
            </p:cNvPr>
            <p:cNvSpPr txBox="1">
              <a:spLocks noChangeArrowheads="1"/>
            </p:cNvSpPr>
            <p:nvPr/>
          </p:nvSpPr>
          <p:spPr bwMode="auto">
            <a:xfrm>
              <a:off x="2092" y="802"/>
              <a:ext cx="552" cy="900"/>
            </a:xfrm>
            <a:prstGeom prst="rect">
              <a:avLst/>
            </a:prstGeom>
            <a:solidFill>
              <a:schemeClr val="accent1">
                <a:lumMod val="40000"/>
                <a:lumOff val="60000"/>
              </a:schemeClr>
            </a:solidFill>
            <a:ln w="28575">
              <a:solidFill>
                <a:srgbClr val="000000"/>
              </a:solidFill>
              <a:miter lim="800000"/>
              <a:headEnd/>
              <a:tailEnd/>
            </a:ln>
          </p:spPr>
          <p:txBody>
            <a:bodyPr anchor="ctr"/>
            <a:lstStyle/>
            <a:p>
              <a:pPr algn="ctr">
                <a:defRPr/>
              </a:pPr>
              <a:endParaRPr lang="en-US" sz="1000">
                <a:latin typeface="+mj-lt"/>
              </a:endParaRPr>
            </a:p>
          </p:txBody>
        </p:sp>
        <p:sp>
          <p:nvSpPr>
            <p:cNvPr id="34824" name="Text Box 10">
              <a:extLst>
                <a:ext uri="{FF2B5EF4-FFF2-40B4-BE49-F238E27FC236}">
                  <a16:creationId xmlns:a16="http://schemas.microsoft.com/office/drawing/2014/main" id="{7AD43CD9-802A-48D6-B0AB-949ED7ECB77A}"/>
                </a:ext>
              </a:extLst>
            </p:cNvPr>
            <p:cNvSpPr txBox="1">
              <a:spLocks noChangeArrowheads="1"/>
            </p:cNvSpPr>
            <p:nvPr/>
          </p:nvSpPr>
          <p:spPr bwMode="auto">
            <a:xfrm>
              <a:off x="2903" y="802"/>
              <a:ext cx="1108" cy="900"/>
            </a:xfrm>
            <a:prstGeom prst="rect">
              <a:avLst/>
            </a:prstGeom>
            <a:solidFill>
              <a:schemeClr val="accent1">
                <a:lumMod val="40000"/>
                <a:lumOff val="60000"/>
              </a:schemeClr>
            </a:solidFill>
            <a:ln w="28575">
              <a:solidFill>
                <a:srgbClr val="000000"/>
              </a:solidFill>
              <a:miter lim="800000"/>
              <a:headEnd/>
              <a:tailEnd/>
            </a:ln>
          </p:spPr>
          <p:txBody>
            <a:bodyPr anchor="ctr"/>
            <a:lstStyle/>
            <a:p>
              <a:pPr algn="ctr">
                <a:defRPr/>
              </a:pPr>
              <a:r>
                <a:rPr lang="en-US" sz="1400">
                  <a:latin typeface="+mj-lt"/>
                </a:rPr>
                <a:t>Matrix of Memory ICs</a:t>
              </a:r>
            </a:p>
          </p:txBody>
        </p:sp>
        <p:sp>
          <p:nvSpPr>
            <p:cNvPr id="34825" name="Line 11">
              <a:extLst>
                <a:ext uri="{FF2B5EF4-FFF2-40B4-BE49-F238E27FC236}">
                  <a16:creationId xmlns:a16="http://schemas.microsoft.com/office/drawing/2014/main" id="{50835022-042C-4F2F-A2D0-8AED3B094468}"/>
                </a:ext>
              </a:extLst>
            </p:cNvPr>
            <p:cNvSpPr>
              <a:spLocks noChangeShapeType="1"/>
            </p:cNvSpPr>
            <p:nvPr/>
          </p:nvSpPr>
          <p:spPr bwMode="auto">
            <a:xfrm>
              <a:off x="1132" y="907"/>
              <a:ext cx="202"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26" name="Line 12">
              <a:extLst>
                <a:ext uri="{FF2B5EF4-FFF2-40B4-BE49-F238E27FC236}">
                  <a16:creationId xmlns:a16="http://schemas.microsoft.com/office/drawing/2014/main" id="{10C5F1E8-2753-45D5-9406-85B9F90B326D}"/>
                </a:ext>
              </a:extLst>
            </p:cNvPr>
            <p:cNvSpPr>
              <a:spLocks noChangeShapeType="1"/>
            </p:cNvSpPr>
            <p:nvPr/>
          </p:nvSpPr>
          <p:spPr bwMode="auto">
            <a:xfrm>
              <a:off x="1132" y="1011"/>
              <a:ext cx="202"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27" name="Line 13">
              <a:extLst>
                <a:ext uri="{FF2B5EF4-FFF2-40B4-BE49-F238E27FC236}">
                  <a16:creationId xmlns:a16="http://schemas.microsoft.com/office/drawing/2014/main" id="{3F929E6A-BDF6-429D-B0E5-20B3E9303213}"/>
                </a:ext>
              </a:extLst>
            </p:cNvPr>
            <p:cNvSpPr>
              <a:spLocks noChangeShapeType="1"/>
            </p:cNvSpPr>
            <p:nvPr/>
          </p:nvSpPr>
          <p:spPr bwMode="auto">
            <a:xfrm>
              <a:off x="1129" y="1125"/>
              <a:ext cx="203"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28" name="Line 14">
              <a:extLst>
                <a:ext uri="{FF2B5EF4-FFF2-40B4-BE49-F238E27FC236}">
                  <a16:creationId xmlns:a16="http://schemas.microsoft.com/office/drawing/2014/main" id="{D9C10CCF-9D71-40C2-9FCB-AA70EAF6A10B}"/>
                </a:ext>
              </a:extLst>
            </p:cNvPr>
            <p:cNvSpPr>
              <a:spLocks noChangeShapeType="1"/>
            </p:cNvSpPr>
            <p:nvPr/>
          </p:nvSpPr>
          <p:spPr bwMode="auto">
            <a:xfrm>
              <a:off x="1132" y="1470"/>
              <a:ext cx="202"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29" name="Line 15">
              <a:extLst>
                <a:ext uri="{FF2B5EF4-FFF2-40B4-BE49-F238E27FC236}">
                  <a16:creationId xmlns:a16="http://schemas.microsoft.com/office/drawing/2014/main" id="{5661052E-8986-4A64-8079-4974B69E2831}"/>
                </a:ext>
              </a:extLst>
            </p:cNvPr>
            <p:cNvSpPr>
              <a:spLocks noChangeShapeType="1"/>
            </p:cNvSpPr>
            <p:nvPr/>
          </p:nvSpPr>
          <p:spPr bwMode="auto">
            <a:xfrm>
              <a:off x="1129" y="1197"/>
              <a:ext cx="0" cy="184"/>
            </a:xfrm>
            <a:prstGeom prst="line">
              <a:avLst/>
            </a:prstGeom>
            <a:noFill/>
            <a:ln w="31750">
              <a:solidFill>
                <a:srgbClr val="000000"/>
              </a:solidFill>
              <a:prstDash val="sysDot"/>
              <a:round/>
              <a:headEnd/>
              <a:tailEnd/>
            </a:ln>
          </p:spPr>
          <p:txBody>
            <a:bodyPr anchor="ctr"/>
            <a:lstStyle/>
            <a:p>
              <a:pPr eaLnBrk="1" hangingPunct="1">
                <a:defRPr/>
              </a:pPr>
              <a:endParaRPr lang="en-US" sz="1200">
                <a:latin typeface="+mj-lt"/>
              </a:endParaRPr>
            </a:p>
          </p:txBody>
        </p:sp>
        <p:sp>
          <p:nvSpPr>
            <p:cNvPr id="34830" name="Line 16">
              <a:extLst>
                <a:ext uri="{FF2B5EF4-FFF2-40B4-BE49-F238E27FC236}">
                  <a16:creationId xmlns:a16="http://schemas.microsoft.com/office/drawing/2014/main" id="{78714FA3-70C9-454F-9792-8F5628E4A2C1}"/>
                </a:ext>
              </a:extLst>
            </p:cNvPr>
            <p:cNvSpPr>
              <a:spLocks noChangeShapeType="1"/>
            </p:cNvSpPr>
            <p:nvPr/>
          </p:nvSpPr>
          <p:spPr bwMode="auto">
            <a:xfrm>
              <a:off x="1684" y="907"/>
              <a:ext cx="412"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31" name="Line 17">
              <a:extLst>
                <a:ext uri="{FF2B5EF4-FFF2-40B4-BE49-F238E27FC236}">
                  <a16:creationId xmlns:a16="http://schemas.microsoft.com/office/drawing/2014/main" id="{7187139C-5217-4B24-9CF6-DD62FFB46C7F}"/>
                </a:ext>
              </a:extLst>
            </p:cNvPr>
            <p:cNvSpPr>
              <a:spLocks noChangeShapeType="1"/>
            </p:cNvSpPr>
            <p:nvPr/>
          </p:nvSpPr>
          <p:spPr bwMode="auto">
            <a:xfrm>
              <a:off x="1684" y="1197"/>
              <a:ext cx="412"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32" name="Line 18">
              <a:extLst>
                <a:ext uri="{FF2B5EF4-FFF2-40B4-BE49-F238E27FC236}">
                  <a16:creationId xmlns:a16="http://schemas.microsoft.com/office/drawing/2014/main" id="{A8A6C024-17C0-4FB3-A49E-1F2ACFA3C3EE}"/>
                </a:ext>
              </a:extLst>
            </p:cNvPr>
            <p:cNvSpPr>
              <a:spLocks noChangeShapeType="1"/>
            </p:cNvSpPr>
            <p:nvPr/>
          </p:nvSpPr>
          <p:spPr bwMode="auto">
            <a:xfrm flipH="1">
              <a:off x="1858" y="960"/>
              <a:ext cx="1" cy="206"/>
            </a:xfrm>
            <a:prstGeom prst="line">
              <a:avLst/>
            </a:prstGeom>
            <a:noFill/>
            <a:ln w="31750">
              <a:solidFill>
                <a:srgbClr val="000000"/>
              </a:solidFill>
              <a:prstDash val="sysDot"/>
              <a:round/>
              <a:headEnd/>
              <a:tailEnd/>
            </a:ln>
          </p:spPr>
          <p:txBody>
            <a:bodyPr anchor="ctr"/>
            <a:lstStyle/>
            <a:p>
              <a:pPr eaLnBrk="1" hangingPunct="1">
                <a:defRPr/>
              </a:pPr>
              <a:endParaRPr lang="en-US" sz="1200">
                <a:latin typeface="+mj-lt"/>
              </a:endParaRPr>
            </a:p>
          </p:txBody>
        </p:sp>
        <p:sp>
          <p:nvSpPr>
            <p:cNvPr id="34835" name="Line 21">
              <a:extLst>
                <a:ext uri="{FF2B5EF4-FFF2-40B4-BE49-F238E27FC236}">
                  <a16:creationId xmlns:a16="http://schemas.microsoft.com/office/drawing/2014/main" id="{594EE1B5-C5F3-4BC0-8F2D-3648319C92A8}"/>
                </a:ext>
              </a:extLst>
            </p:cNvPr>
            <p:cNvSpPr>
              <a:spLocks noChangeShapeType="1"/>
            </p:cNvSpPr>
            <p:nvPr/>
          </p:nvSpPr>
          <p:spPr bwMode="auto">
            <a:xfrm>
              <a:off x="1684" y="1325"/>
              <a:ext cx="412"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36" name="Line 22">
              <a:extLst>
                <a:ext uri="{FF2B5EF4-FFF2-40B4-BE49-F238E27FC236}">
                  <a16:creationId xmlns:a16="http://schemas.microsoft.com/office/drawing/2014/main" id="{EBF63CF3-CFCB-495F-B83D-BAACB465A5A2}"/>
                </a:ext>
              </a:extLst>
            </p:cNvPr>
            <p:cNvSpPr>
              <a:spLocks noChangeShapeType="1"/>
            </p:cNvSpPr>
            <p:nvPr/>
          </p:nvSpPr>
          <p:spPr bwMode="auto">
            <a:xfrm>
              <a:off x="1859" y="1380"/>
              <a:ext cx="0" cy="85"/>
            </a:xfrm>
            <a:prstGeom prst="line">
              <a:avLst/>
            </a:prstGeom>
            <a:noFill/>
            <a:ln w="31750">
              <a:solidFill>
                <a:srgbClr val="000000"/>
              </a:solidFill>
              <a:prstDash val="sysDot"/>
              <a:round/>
              <a:headEnd/>
              <a:tailEnd/>
            </a:ln>
          </p:spPr>
          <p:txBody>
            <a:bodyPr anchor="ctr"/>
            <a:lstStyle/>
            <a:p>
              <a:pPr eaLnBrk="1" hangingPunct="1">
                <a:defRPr/>
              </a:pPr>
              <a:endParaRPr lang="en-US" sz="1200">
                <a:latin typeface="+mj-lt"/>
              </a:endParaRPr>
            </a:p>
          </p:txBody>
        </p:sp>
        <p:sp>
          <p:nvSpPr>
            <p:cNvPr id="34837" name="Line 23">
              <a:extLst>
                <a:ext uri="{FF2B5EF4-FFF2-40B4-BE49-F238E27FC236}">
                  <a16:creationId xmlns:a16="http://schemas.microsoft.com/office/drawing/2014/main" id="{80837382-2353-4209-8DA4-B65822688A34}"/>
                </a:ext>
              </a:extLst>
            </p:cNvPr>
            <p:cNvSpPr>
              <a:spLocks noChangeShapeType="1"/>
            </p:cNvSpPr>
            <p:nvPr/>
          </p:nvSpPr>
          <p:spPr bwMode="auto">
            <a:xfrm>
              <a:off x="1684" y="1543"/>
              <a:ext cx="412"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39" name="Line 25">
              <a:extLst>
                <a:ext uri="{FF2B5EF4-FFF2-40B4-BE49-F238E27FC236}">
                  <a16:creationId xmlns:a16="http://schemas.microsoft.com/office/drawing/2014/main" id="{0E8F2DF6-1E48-4258-A55B-176A4469551F}"/>
                </a:ext>
              </a:extLst>
            </p:cNvPr>
            <p:cNvSpPr>
              <a:spLocks noChangeShapeType="1"/>
            </p:cNvSpPr>
            <p:nvPr/>
          </p:nvSpPr>
          <p:spPr bwMode="auto">
            <a:xfrm>
              <a:off x="2644" y="907"/>
              <a:ext cx="266"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40" name="Line 26">
              <a:extLst>
                <a:ext uri="{FF2B5EF4-FFF2-40B4-BE49-F238E27FC236}">
                  <a16:creationId xmlns:a16="http://schemas.microsoft.com/office/drawing/2014/main" id="{574B0922-9C34-4B61-B88E-C65722F286E7}"/>
                </a:ext>
              </a:extLst>
            </p:cNvPr>
            <p:cNvSpPr>
              <a:spLocks noChangeShapeType="1"/>
            </p:cNvSpPr>
            <p:nvPr/>
          </p:nvSpPr>
          <p:spPr bwMode="auto">
            <a:xfrm>
              <a:off x="2656" y="1284"/>
              <a:ext cx="255"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41" name="Line 27">
              <a:extLst>
                <a:ext uri="{FF2B5EF4-FFF2-40B4-BE49-F238E27FC236}">
                  <a16:creationId xmlns:a16="http://schemas.microsoft.com/office/drawing/2014/main" id="{9ACB7EB5-4872-4C9E-850F-1C5D7182544A}"/>
                </a:ext>
              </a:extLst>
            </p:cNvPr>
            <p:cNvSpPr>
              <a:spLocks noChangeShapeType="1"/>
            </p:cNvSpPr>
            <p:nvPr/>
          </p:nvSpPr>
          <p:spPr bwMode="auto">
            <a:xfrm flipV="1">
              <a:off x="4847" y="1169"/>
              <a:ext cx="0" cy="206"/>
            </a:xfrm>
            <a:prstGeom prst="line">
              <a:avLst/>
            </a:prstGeom>
            <a:noFill/>
            <a:ln w="31750">
              <a:solidFill>
                <a:srgbClr val="000000"/>
              </a:solidFill>
              <a:prstDash val="sysDot"/>
              <a:round/>
              <a:headEnd/>
              <a:tailEnd/>
            </a:ln>
          </p:spPr>
          <p:txBody>
            <a:bodyPr anchor="ctr"/>
            <a:lstStyle/>
            <a:p>
              <a:pPr eaLnBrk="1" hangingPunct="1">
                <a:defRPr/>
              </a:pPr>
              <a:endParaRPr lang="en-US" sz="1200">
                <a:latin typeface="+mj-lt"/>
              </a:endParaRPr>
            </a:p>
          </p:txBody>
        </p:sp>
        <p:sp>
          <p:nvSpPr>
            <p:cNvPr id="34842" name="Line 28">
              <a:extLst>
                <a:ext uri="{FF2B5EF4-FFF2-40B4-BE49-F238E27FC236}">
                  <a16:creationId xmlns:a16="http://schemas.microsoft.com/office/drawing/2014/main" id="{13CE75E3-DE7F-40BF-8BB9-90111038E6D5}"/>
                </a:ext>
              </a:extLst>
            </p:cNvPr>
            <p:cNvSpPr>
              <a:spLocks noChangeShapeType="1"/>
            </p:cNvSpPr>
            <p:nvPr/>
          </p:nvSpPr>
          <p:spPr bwMode="auto">
            <a:xfrm flipV="1">
              <a:off x="3049" y="1702"/>
              <a:ext cx="0" cy="1029"/>
            </a:xfrm>
            <a:prstGeom prst="line">
              <a:avLst/>
            </a:prstGeom>
            <a:noFill/>
            <a:ln w="31750">
              <a:solidFill>
                <a:srgbClr val="000000"/>
              </a:solidFill>
              <a:round/>
              <a:headEnd/>
              <a:tailEnd type="triangle" w="lg" len="lg"/>
            </a:ln>
          </p:spPr>
          <p:txBody>
            <a:bodyPr anchor="ctr"/>
            <a:lstStyle/>
            <a:p>
              <a:pPr eaLnBrk="1" hangingPunct="1">
                <a:defRPr/>
              </a:pPr>
              <a:endParaRPr lang="en-US" sz="1200">
                <a:latin typeface="+mj-lt"/>
              </a:endParaRPr>
            </a:p>
          </p:txBody>
        </p:sp>
        <p:sp>
          <p:nvSpPr>
            <p:cNvPr id="34843" name="Line 29">
              <a:extLst>
                <a:ext uri="{FF2B5EF4-FFF2-40B4-BE49-F238E27FC236}">
                  <a16:creationId xmlns:a16="http://schemas.microsoft.com/office/drawing/2014/main" id="{BB5EF3E3-F17E-4C7A-BBE2-E17F8A6DE9B7}"/>
                </a:ext>
              </a:extLst>
            </p:cNvPr>
            <p:cNvSpPr>
              <a:spLocks noChangeShapeType="1"/>
            </p:cNvSpPr>
            <p:nvPr/>
          </p:nvSpPr>
          <p:spPr bwMode="auto">
            <a:xfrm flipV="1">
              <a:off x="3223" y="1702"/>
              <a:ext cx="0" cy="1132"/>
            </a:xfrm>
            <a:prstGeom prst="line">
              <a:avLst/>
            </a:prstGeom>
            <a:noFill/>
            <a:ln w="31750">
              <a:solidFill>
                <a:srgbClr val="000000"/>
              </a:solidFill>
              <a:round/>
              <a:headEnd/>
              <a:tailEnd type="triangle" w="lg" len="lg"/>
            </a:ln>
          </p:spPr>
          <p:txBody>
            <a:bodyPr anchor="ctr"/>
            <a:lstStyle/>
            <a:p>
              <a:pPr eaLnBrk="1" hangingPunct="1">
                <a:defRPr/>
              </a:pPr>
              <a:endParaRPr lang="en-US" sz="1200">
                <a:latin typeface="+mj-lt"/>
              </a:endParaRPr>
            </a:p>
          </p:txBody>
        </p:sp>
        <p:sp>
          <p:nvSpPr>
            <p:cNvPr id="34844" name="Line 30">
              <a:extLst>
                <a:ext uri="{FF2B5EF4-FFF2-40B4-BE49-F238E27FC236}">
                  <a16:creationId xmlns:a16="http://schemas.microsoft.com/office/drawing/2014/main" id="{5570EB25-3E07-4ED8-BE6F-4430F0330F5C}"/>
                </a:ext>
              </a:extLst>
            </p:cNvPr>
            <p:cNvSpPr>
              <a:spLocks noChangeShapeType="1"/>
            </p:cNvSpPr>
            <p:nvPr/>
          </p:nvSpPr>
          <p:spPr bwMode="auto">
            <a:xfrm flipV="1">
              <a:off x="3456" y="1702"/>
              <a:ext cx="0" cy="1239"/>
            </a:xfrm>
            <a:prstGeom prst="line">
              <a:avLst/>
            </a:prstGeom>
            <a:noFill/>
            <a:ln w="31750">
              <a:solidFill>
                <a:srgbClr val="000000"/>
              </a:solidFill>
              <a:round/>
              <a:headEnd/>
              <a:tailEnd type="triangle" w="lg" len="lg"/>
            </a:ln>
          </p:spPr>
          <p:txBody>
            <a:bodyPr anchor="ctr"/>
            <a:lstStyle/>
            <a:p>
              <a:pPr eaLnBrk="1" hangingPunct="1">
                <a:defRPr/>
              </a:pPr>
              <a:endParaRPr lang="en-US" sz="1200">
                <a:latin typeface="+mj-lt"/>
              </a:endParaRPr>
            </a:p>
          </p:txBody>
        </p:sp>
        <p:sp>
          <p:nvSpPr>
            <p:cNvPr id="34845" name="Line 31">
              <a:extLst>
                <a:ext uri="{FF2B5EF4-FFF2-40B4-BE49-F238E27FC236}">
                  <a16:creationId xmlns:a16="http://schemas.microsoft.com/office/drawing/2014/main" id="{F897AA56-22F9-40C3-8BF5-BD641C525B4D}"/>
                </a:ext>
              </a:extLst>
            </p:cNvPr>
            <p:cNvSpPr>
              <a:spLocks noChangeShapeType="1"/>
            </p:cNvSpPr>
            <p:nvPr/>
          </p:nvSpPr>
          <p:spPr bwMode="auto">
            <a:xfrm flipV="1">
              <a:off x="3718" y="1702"/>
              <a:ext cx="0" cy="1344"/>
            </a:xfrm>
            <a:prstGeom prst="line">
              <a:avLst/>
            </a:prstGeom>
            <a:noFill/>
            <a:ln w="31750">
              <a:solidFill>
                <a:srgbClr val="000000"/>
              </a:solidFill>
              <a:round/>
              <a:headEnd/>
              <a:tailEnd type="triangle" w="lg" len="lg"/>
            </a:ln>
          </p:spPr>
          <p:txBody>
            <a:bodyPr anchor="ctr"/>
            <a:lstStyle/>
            <a:p>
              <a:pPr eaLnBrk="1" hangingPunct="1">
                <a:defRPr/>
              </a:pPr>
              <a:endParaRPr lang="en-US" sz="1200">
                <a:latin typeface="+mj-lt"/>
              </a:endParaRPr>
            </a:p>
          </p:txBody>
        </p:sp>
        <p:sp>
          <p:nvSpPr>
            <p:cNvPr id="34846" name="Line 32">
              <a:extLst>
                <a:ext uri="{FF2B5EF4-FFF2-40B4-BE49-F238E27FC236}">
                  <a16:creationId xmlns:a16="http://schemas.microsoft.com/office/drawing/2014/main" id="{09AE584A-49C9-40A6-B116-F9DCBA59B500}"/>
                </a:ext>
              </a:extLst>
            </p:cNvPr>
            <p:cNvSpPr>
              <a:spLocks noChangeShapeType="1"/>
            </p:cNvSpPr>
            <p:nvPr/>
          </p:nvSpPr>
          <p:spPr bwMode="auto">
            <a:xfrm flipV="1">
              <a:off x="1946" y="1643"/>
              <a:ext cx="0" cy="946"/>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47" name="Line 33">
              <a:extLst>
                <a:ext uri="{FF2B5EF4-FFF2-40B4-BE49-F238E27FC236}">
                  <a16:creationId xmlns:a16="http://schemas.microsoft.com/office/drawing/2014/main" id="{608FAC7F-6812-4E26-B617-67B144E7F558}"/>
                </a:ext>
              </a:extLst>
            </p:cNvPr>
            <p:cNvSpPr>
              <a:spLocks noChangeShapeType="1"/>
            </p:cNvSpPr>
            <p:nvPr/>
          </p:nvSpPr>
          <p:spPr bwMode="auto">
            <a:xfrm>
              <a:off x="1948" y="1643"/>
              <a:ext cx="144" cy="0"/>
            </a:xfrm>
            <a:prstGeom prst="line">
              <a:avLst/>
            </a:prstGeom>
            <a:noFill/>
            <a:ln w="31750">
              <a:solidFill>
                <a:srgbClr val="000000"/>
              </a:solidFill>
              <a:round/>
              <a:headEnd/>
              <a:tailEnd type="triangle" w="med" len="med"/>
            </a:ln>
          </p:spPr>
          <p:txBody>
            <a:bodyPr anchor="ctr"/>
            <a:lstStyle/>
            <a:p>
              <a:pPr eaLnBrk="1" hangingPunct="1">
                <a:defRPr/>
              </a:pPr>
              <a:endParaRPr lang="en-US" sz="1200">
                <a:latin typeface="+mj-lt"/>
              </a:endParaRPr>
            </a:p>
          </p:txBody>
        </p:sp>
        <p:sp>
          <p:nvSpPr>
            <p:cNvPr id="34848" name="Text Box 34">
              <a:extLst>
                <a:ext uri="{FF2B5EF4-FFF2-40B4-BE49-F238E27FC236}">
                  <a16:creationId xmlns:a16="http://schemas.microsoft.com/office/drawing/2014/main" id="{E50A26AC-C659-41AE-ABAA-B32F5C17AF2B}"/>
                </a:ext>
              </a:extLst>
            </p:cNvPr>
            <p:cNvSpPr txBox="1">
              <a:spLocks noChangeArrowheads="1"/>
            </p:cNvSpPr>
            <p:nvPr/>
          </p:nvSpPr>
          <p:spPr bwMode="auto">
            <a:xfrm>
              <a:off x="4359" y="802"/>
              <a:ext cx="348" cy="900"/>
            </a:xfrm>
            <a:prstGeom prst="rect">
              <a:avLst/>
            </a:prstGeom>
            <a:solidFill>
              <a:schemeClr val="accent1">
                <a:lumMod val="40000"/>
                <a:lumOff val="60000"/>
              </a:schemeClr>
            </a:solidFill>
            <a:ln w="28575">
              <a:solidFill>
                <a:srgbClr val="000000"/>
              </a:solidFill>
              <a:miter lim="800000"/>
              <a:headEnd/>
              <a:tailEnd/>
            </a:ln>
          </p:spPr>
          <p:txBody>
            <a:bodyPr anchor="ctr"/>
            <a:lstStyle/>
            <a:p>
              <a:pPr algn="ctr">
                <a:defRPr/>
              </a:pPr>
              <a:endParaRPr lang="en-US" sz="1600">
                <a:latin typeface="+mj-lt"/>
              </a:endParaRPr>
            </a:p>
          </p:txBody>
        </p:sp>
        <p:sp>
          <p:nvSpPr>
            <p:cNvPr id="34849" name="Line 35">
              <a:extLst>
                <a:ext uri="{FF2B5EF4-FFF2-40B4-BE49-F238E27FC236}">
                  <a16:creationId xmlns:a16="http://schemas.microsoft.com/office/drawing/2014/main" id="{45A1A3BE-AB42-4FF9-AAC4-2C56AE658814}"/>
                </a:ext>
              </a:extLst>
            </p:cNvPr>
            <p:cNvSpPr>
              <a:spLocks noChangeShapeType="1"/>
            </p:cNvSpPr>
            <p:nvPr/>
          </p:nvSpPr>
          <p:spPr bwMode="auto">
            <a:xfrm>
              <a:off x="4009" y="907"/>
              <a:ext cx="349" cy="0"/>
            </a:xfrm>
            <a:prstGeom prst="line">
              <a:avLst/>
            </a:prstGeom>
            <a:noFill/>
            <a:ln w="31750">
              <a:solidFill>
                <a:srgbClr val="000000"/>
              </a:solidFill>
              <a:round/>
              <a:headEnd type="triangle" w="med" len="lg"/>
              <a:tailEnd type="triangle" w="med" len="lg"/>
            </a:ln>
          </p:spPr>
          <p:txBody>
            <a:bodyPr anchor="ctr"/>
            <a:lstStyle/>
            <a:p>
              <a:pPr eaLnBrk="1" hangingPunct="1">
                <a:defRPr/>
              </a:pPr>
              <a:endParaRPr lang="en-US" sz="1200">
                <a:latin typeface="+mj-lt"/>
              </a:endParaRPr>
            </a:p>
          </p:txBody>
        </p:sp>
        <p:sp>
          <p:nvSpPr>
            <p:cNvPr id="34850" name="Line 36">
              <a:extLst>
                <a:ext uri="{FF2B5EF4-FFF2-40B4-BE49-F238E27FC236}">
                  <a16:creationId xmlns:a16="http://schemas.microsoft.com/office/drawing/2014/main" id="{7FDB9B1E-7A56-4D95-A204-9512594553AF}"/>
                </a:ext>
              </a:extLst>
            </p:cNvPr>
            <p:cNvSpPr>
              <a:spLocks noChangeShapeType="1"/>
            </p:cNvSpPr>
            <p:nvPr/>
          </p:nvSpPr>
          <p:spPr bwMode="auto">
            <a:xfrm>
              <a:off x="4009" y="1083"/>
              <a:ext cx="349" cy="0"/>
            </a:xfrm>
            <a:prstGeom prst="line">
              <a:avLst/>
            </a:prstGeom>
            <a:noFill/>
            <a:ln w="31750">
              <a:solidFill>
                <a:srgbClr val="000000"/>
              </a:solidFill>
              <a:round/>
              <a:headEnd type="triangle" w="med" len="lg"/>
              <a:tailEnd type="triangle" w="med" len="lg"/>
            </a:ln>
          </p:spPr>
          <p:txBody>
            <a:bodyPr anchor="ctr"/>
            <a:lstStyle/>
            <a:p>
              <a:pPr eaLnBrk="1" hangingPunct="1">
                <a:defRPr/>
              </a:pPr>
              <a:endParaRPr lang="en-US" sz="1200">
                <a:latin typeface="+mj-lt"/>
              </a:endParaRPr>
            </a:p>
          </p:txBody>
        </p:sp>
        <p:sp>
          <p:nvSpPr>
            <p:cNvPr id="34851" name="Line 37">
              <a:extLst>
                <a:ext uri="{FF2B5EF4-FFF2-40B4-BE49-F238E27FC236}">
                  <a16:creationId xmlns:a16="http://schemas.microsoft.com/office/drawing/2014/main" id="{7C6F1ADB-E2AA-4749-BBE0-0295FEE5FF53}"/>
                </a:ext>
              </a:extLst>
            </p:cNvPr>
            <p:cNvSpPr>
              <a:spLocks noChangeShapeType="1"/>
            </p:cNvSpPr>
            <p:nvPr/>
          </p:nvSpPr>
          <p:spPr bwMode="auto">
            <a:xfrm>
              <a:off x="4000" y="1520"/>
              <a:ext cx="349" cy="0"/>
            </a:xfrm>
            <a:prstGeom prst="line">
              <a:avLst/>
            </a:prstGeom>
            <a:noFill/>
            <a:ln w="31750">
              <a:solidFill>
                <a:srgbClr val="000000"/>
              </a:solidFill>
              <a:round/>
              <a:headEnd type="triangle" w="med" len="lg"/>
              <a:tailEnd type="triangle" w="med" len="lg"/>
            </a:ln>
          </p:spPr>
          <p:txBody>
            <a:bodyPr anchor="ctr"/>
            <a:lstStyle/>
            <a:p>
              <a:pPr eaLnBrk="1" hangingPunct="1">
                <a:defRPr/>
              </a:pPr>
              <a:endParaRPr lang="en-US" sz="1200">
                <a:latin typeface="+mj-lt"/>
              </a:endParaRPr>
            </a:p>
          </p:txBody>
        </p:sp>
        <p:sp>
          <p:nvSpPr>
            <p:cNvPr id="34852" name="Line 38">
              <a:extLst>
                <a:ext uri="{FF2B5EF4-FFF2-40B4-BE49-F238E27FC236}">
                  <a16:creationId xmlns:a16="http://schemas.microsoft.com/office/drawing/2014/main" id="{F348F603-9309-4CFC-9129-0B63059C2021}"/>
                </a:ext>
              </a:extLst>
            </p:cNvPr>
            <p:cNvSpPr>
              <a:spLocks noChangeShapeType="1"/>
            </p:cNvSpPr>
            <p:nvPr/>
          </p:nvSpPr>
          <p:spPr bwMode="auto">
            <a:xfrm flipV="1">
              <a:off x="2034" y="2478"/>
              <a:ext cx="0" cy="102"/>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53" name="Line 39">
              <a:extLst>
                <a:ext uri="{FF2B5EF4-FFF2-40B4-BE49-F238E27FC236}">
                  <a16:creationId xmlns:a16="http://schemas.microsoft.com/office/drawing/2014/main" id="{FC36AA0A-F18D-437A-AB10-B1E11C234753}"/>
                </a:ext>
              </a:extLst>
            </p:cNvPr>
            <p:cNvSpPr>
              <a:spLocks noChangeShapeType="1"/>
            </p:cNvSpPr>
            <p:nvPr/>
          </p:nvSpPr>
          <p:spPr bwMode="auto">
            <a:xfrm>
              <a:off x="2032" y="2487"/>
              <a:ext cx="2487"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54" name="Line 40">
              <a:extLst>
                <a:ext uri="{FF2B5EF4-FFF2-40B4-BE49-F238E27FC236}">
                  <a16:creationId xmlns:a16="http://schemas.microsoft.com/office/drawing/2014/main" id="{2471C89D-A48D-471E-9E65-4D1B31493936}"/>
                </a:ext>
              </a:extLst>
            </p:cNvPr>
            <p:cNvSpPr>
              <a:spLocks noChangeShapeType="1"/>
            </p:cNvSpPr>
            <p:nvPr/>
          </p:nvSpPr>
          <p:spPr bwMode="auto">
            <a:xfrm flipV="1">
              <a:off x="4526" y="1694"/>
              <a:ext cx="0" cy="798"/>
            </a:xfrm>
            <a:prstGeom prst="line">
              <a:avLst/>
            </a:prstGeom>
            <a:noFill/>
            <a:ln w="31750">
              <a:solidFill>
                <a:srgbClr val="000000"/>
              </a:solidFill>
              <a:round/>
              <a:headEnd/>
              <a:tailEnd type="triangle" w="lg" len="lg"/>
            </a:ln>
          </p:spPr>
          <p:txBody>
            <a:bodyPr anchor="ctr"/>
            <a:lstStyle/>
            <a:p>
              <a:pPr eaLnBrk="1" hangingPunct="1">
                <a:defRPr/>
              </a:pPr>
              <a:endParaRPr lang="en-US" sz="1200">
                <a:latin typeface="+mj-lt"/>
              </a:endParaRPr>
            </a:p>
          </p:txBody>
        </p:sp>
        <p:sp>
          <p:nvSpPr>
            <p:cNvPr id="34855" name="AutoShape 41">
              <a:extLst>
                <a:ext uri="{FF2B5EF4-FFF2-40B4-BE49-F238E27FC236}">
                  <a16:creationId xmlns:a16="http://schemas.microsoft.com/office/drawing/2014/main" id="{3D20C84B-6824-4F0E-A624-D6A98C465B0E}"/>
                </a:ext>
              </a:extLst>
            </p:cNvPr>
            <p:cNvSpPr>
              <a:spLocks/>
            </p:cNvSpPr>
            <p:nvPr/>
          </p:nvSpPr>
          <p:spPr bwMode="auto">
            <a:xfrm>
              <a:off x="998" y="907"/>
              <a:ext cx="82" cy="560"/>
            </a:xfrm>
            <a:prstGeom prst="leftBrace">
              <a:avLst>
                <a:gd name="adj1" fmla="val 56911"/>
                <a:gd name="adj2" fmla="val 50000"/>
              </a:avLst>
            </a:prstGeom>
            <a:noFill/>
            <a:ln w="31750">
              <a:solidFill>
                <a:srgbClr val="000000"/>
              </a:solidFill>
              <a:round/>
              <a:headEnd/>
              <a:tailEnd/>
            </a:ln>
          </p:spPr>
          <p:txBody>
            <a:bodyPr anchor="ctr"/>
            <a:lstStyle/>
            <a:p>
              <a:pPr eaLnBrk="1" hangingPunct="1">
                <a:defRPr/>
              </a:pPr>
              <a:endParaRPr lang="en-US" sz="1400">
                <a:latin typeface="+mj-lt"/>
              </a:endParaRPr>
            </a:p>
          </p:txBody>
        </p:sp>
        <p:sp>
          <p:nvSpPr>
            <p:cNvPr id="34856" name="Text Box 42">
              <a:extLst>
                <a:ext uri="{FF2B5EF4-FFF2-40B4-BE49-F238E27FC236}">
                  <a16:creationId xmlns:a16="http://schemas.microsoft.com/office/drawing/2014/main" id="{046B1DD4-AC40-423B-A503-068F95DB4472}"/>
                </a:ext>
              </a:extLst>
            </p:cNvPr>
            <p:cNvSpPr txBox="1">
              <a:spLocks noChangeArrowheads="1"/>
            </p:cNvSpPr>
            <p:nvPr/>
          </p:nvSpPr>
          <p:spPr bwMode="auto">
            <a:xfrm>
              <a:off x="2903" y="1511"/>
              <a:ext cx="1172" cy="236"/>
            </a:xfrm>
            <a:prstGeom prst="rect">
              <a:avLst/>
            </a:prstGeom>
            <a:noFill/>
            <a:ln w="31750">
              <a:noFill/>
              <a:miter lim="800000"/>
              <a:headEnd/>
              <a:tailEnd/>
            </a:ln>
          </p:spPr>
          <p:txBody>
            <a:bodyPr anchor="ctr"/>
            <a:lstStyle/>
            <a:p>
              <a:pPr>
                <a:defRPr/>
              </a:pPr>
              <a:r>
                <a:rPr lang="en-US" sz="1050">
                  <a:latin typeface="+mj-lt"/>
                </a:rPr>
                <a:t>WR  RAS CAS0 CAS1..</a:t>
              </a:r>
            </a:p>
          </p:txBody>
        </p:sp>
        <p:sp>
          <p:nvSpPr>
            <p:cNvPr id="34857" name="Line 43">
              <a:extLst>
                <a:ext uri="{FF2B5EF4-FFF2-40B4-BE49-F238E27FC236}">
                  <a16:creationId xmlns:a16="http://schemas.microsoft.com/office/drawing/2014/main" id="{1AFC1B1C-0D44-4F14-8689-9A6E3E9AFCE4}"/>
                </a:ext>
              </a:extLst>
            </p:cNvPr>
            <p:cNvSpPr>
              <a:spLocks noChangeShapeType="1"/>
            </p:cNvSpPr>
            <p:nvPr/>
          </p:nvSpPr>
          <p:spPr bwMode="auto">
            <a:xfrm>
              <a:off x="2107" y="2731"/>
              <a:ext cx="952"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58" name="Text Box 44">
              <a:extLst>
                <a:ext uri="{FF2B5EF4-FFF2-40B4-BE49-F238E27FC236}">
                  <a16:creationId xmlns:a16="http://schemas.microsoft.com/office/drawing/2014/main" id="{57877E96-729A-4102-B24A-375D62FF1AA6}"/>
                </a:ext>
              </a:extLst>
            </p:cNvPr>
            <p:cNvSpPr txBox="1">
              <a:spLocks noChangeArrowheads="1"/>
            </p:cNvSpPr>
            <p:nvPr/>
          </p:nvSpPr>
          <p:spPr bwMode="auto">
            <a:xfrm>
              <a:off x="1202" y="2589"/>
              <a:ext cx="905" cy="661"/>
            </a:xfrm>
            <a:prstGeom prst="rect">
              <a:avLst/>
            </a:prstGeom>
            <a:solidFill>
              <a:srgbClr val="FFFFCC"/>
            </a:solidFill>
            <a:ln w="28575">
              <a:solidFill>
                <a:srgbClr val="000000"/>
              </a:solidFill>
              <a:miter lim="800000"/>
              <a:headEnd/>
              <a:tailEnd/>
            </a:ln>
          </p:spPr>
          <p:txBody>
            <a:bodyPr anchor="ctr"/>
            <a:lstStyle/>
            <a:p>
              <a:pPr algn="ctr">
                <a:defRPr/>
              </a:pPr>
              <a:r>
                <a:rPr lang="en-US" sz="1400">
                  <a:latin typeface="+mj-lt"/>
                </a:rPr>
                <a:t>Controller </a:t>
              </a:r>
            </a:p>
          </p:txBody>
        </p:sp>
        <p:sp>
          <p:nvSpPr>
            <p:cNvPr id="34859" name="Line 45">
              <a:extLst>
                <a:ext uri="{FF2B5EF4-FFF2-40B4-BE49-F238E27FC236}">
                  <a16:creationId xmlns:a16="http://schemas.microsoft.com/office/drawing/2014/main" id="{697A88CE-B580-4D8A-AD3E-542AB303F823}"/>
                </a:ext>
              </a:extLst>
            </p:cNvPr>
            <p:cNvSpPr>
              <a:spLocks noChangeShapeType="1"/>
            </p:cNvSpPr>
            <p:nvPr/>
          </p:nvSpPr>
          <p:spPr bwMode="auto">
            <a:xfrm>
              <a:off x="2107" y="2836"/>
              <a:ext cx="1127"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60" name="Line 46">
              <a:extLst>
                <a:ext uri="{FF2B5EF4-FFF2-40B4-BE49-F238E27FC236}">
                  <a16:creationId xmlns:a16="http://schemas.microsoft.com/office/drawing/2014/main" id="{AFB0C58B-C418-4961-9171-D3A30F2A4420}"/>
                </a:ext>
              </a:extLst>
            </p:cNvPr>
            <p:cNvSpPr>
              <a:spLocks noChangeShapeType="1"/>
            </p:cNvSpPr>
            <p:nvPr/>
          </p:nvSpPr>
          <p:spPr bwMode="auto">
            <a:xfrm>
              <a:off x="2107" y="2941"/>
              <a:ext cx="1358"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61" name="Line 47">
              <a:extLst>
                <a:ext uri="{FF2B5EF4-FFF2-40B4-BE49-F238E27FC236}">
                  <a16:creationId xmlns:a16="http://schemas.microsoft.com/office/drawing/2014/main" id="{15356739-E8F8-4F9A-B241-4E3AF4E373E8}"/>
                </a:ext>
              </a:extLst>
            </p:cNvPr>
            <p:cNvSpPr>
              <a:spLocks noChangeShapeType="1"/>
            </p:cNvSpPr>
            <p:nvPr/>
          </p:nvSpPr>
          <p:spPr bwMode="auto">
            <a:xfrm>
              <a:off x="2099" y="3046"/>
              <a:ext cx="1621"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62" name="Text Box 48">
              <a:extLst>
                <a:ext uri="{FF2B5EF4-FFF2-40B4-BE49-F238E27FC236}">
                  <a16:creationId xmlns:a16="http://schemas.microsoft.com/office/drawing/2014/main" id="{5E80FEB7-9F99-48D5-AA3E-3C5EADC72962}"/>
                </a:ext>
              </a:extLst>
            </p:cNvPr>
            <p:cNvSpPr txBox="1">
              <a:spLocks noChangeArrowheads="1"/>
            </p:cNvSpPr>
            <p:nvPr/>
          </p:nvSpPr>
          <p:spPr bwMode="auto">
            <a:xfrm>
              <a:off x="1281" y="3409"/>
              <a:ext cx="696" cy="475"/>
            </a:xfrm>
            <a:prstGeom prst="rect">
              <a:avLst/>
            </a:prstGeom>
            <a:solidFill>
              <a:srgbClr val="FFFFCC"/>
            </a:solidFill>
            <a:ln w="19050">
              <a:solidFill>
                <a:srgbClr val="000000"/>
              </a:solidFill>
              <a:miter lim="800000"/>
              <a:headEnd/>
              <a:tailEnd/>
            </a:ln>
          </p:spPr>
          <p:txBody>
            <a:bodyPr anchor="ctr"/>
            <a:lstStyle/>
            <a:p>
              <a:pPr algn="ctr">
                <a:defRPr/>
              </a:pPr>
              <a:r>
                <a:rPr lang="en-US" sz="1100">
                  <a:latin typeface="+mj-lt"/>
                </a:rPr>
                <a:t>Refresh</a:t>
              </a:r>
            </a:p>
            <a:p>
              <a:pPr algn="ctr">
                <a:defRPr/>
              </a:pPr>
              <a:r>
                <a:rPr lang="en-US" sz="1100">
                  <a:latin typeface="+mj-lt"/>
                </a:rPr>
                <a:t>timer</a:t>
              </a:r>
            </a:p>
          </p:txBody>
        </p:sp>
        <p:sp>
          <p:nvSpPr>
            <p:cNvPr id="34863" name="Line 49">
              <a:extLst>
                <a:ext uri="{FF2B5EF4-FFF2-40B4-BE49-F238E27FC236}">
                  <a16:creationId xmlns:a16="http://schemas.microsoft.com/office/drawing/2014/main" id="{C40CF2A4-17EA-4AB3-83D0-94F9342B7BB0}"/>
                </a:ext>
              </a:extLst>
            </p:cNvPr>
            <p:cNvSpPr>
              <a:spLocks noChangeShapeType="1"/>
            </p:cNvSpPr>
            <p:nvPr/>
          </p:nvSpPr>
          <p:spPr bwMode="auto">
            <a:xfrm flipV="1">
              <a:off x="1648" y="3255"/>
              <a:ext cx="0" cy="156"/>
            </a:xfrm>
            <a:prstGeom prst="line">
              <a:avLst/>
            </a:prstGeom>
            <a:noFill/>
            <a:ln w="31750">
              <a:solidFill>
                <a:srgbClr val="000000"/>
              </a:solidFill>
              <a:round/>
              <a:headEnd/>
              <a:tailEnd type="triangle" w="lg" len="lg"/>
            </a:ln>
          </p:spPr>
          <p:txBody>
            <a:bodyPr anchor="ctr"/>
            <a:lstStyle/>
            <a:p>
              <a:pPr eaLnBrk="1" hangingPunct="1">
                <a:defRPr/>
              </a:pPr>
              <a:endParaRPr lang="en-US" sz="1200">
                <a:latin typeface="+mj-lt"/>
              </a:endParaRPr>
            </a:p>
          </p:txBody>
        </p:sp>
        <p:sp>
          <p:nvSpPr>
            <p:cNvPr id="34864" name="Line 50">
              <a:extLst>
                <a:ext uri="{FF2B5EF4-FFF2-40B4-BE49-F238E27FC236}">
                  <a16:creationId xmlns:a16="http://schemas.microsoft.com/office/drawing/2014/main" id="{1C2C05CE-C452-42D3-9836-69F9016F8CF7}"/>
                </a:ext>
              </a:extLst>
            </p:cNvPr>
            <p:cNvSpPr>
              <a:spLocks noChangeShapeType="1"/>
            </p:cNvSpPr>
            <p:nvPr/>
          </p:nvSpPr>
          <p:spPr bwMode="auto">
            <a:xfrm>
              <a:off x="2096" y="3178"/>
              <a:ext cx="203" cy="0"/>
            </a:xfrm>
            <a:prstGeom prst="line">
              <a:avLst/>
            </a:prstGeom>
            <a:noFill/>
            <a:ln w="31750">
              <a:solidFill>
                <a:srgbClr val="000000"/>
              </a:solidFill>
              <a:round/>
              <a:headEnd type="triangle" w="lg" len="lg"/>
              <a:tailEnd type="none" w="sm" len="med"/>
            </a:ln>
          </p:spPr>
          <p:txBody>
            <a:bodyPr anchor="ctr"/>
            <a:lstStyle/>
            <a:p>
              <a:pPr eaLnBrk="1" hangingPunct="1">
                <a:defRPr/>
              </a:pPr>
              <a:endParaRPr lang="en-US" sz="1200">
                <a:latin typeface="+mj-lt"/>
              </a:endParaRPr>
            </a:p>
          </p:txBody>
        </p:sp>
        <p:sp>
          <p:nvSpPr>
            <p:cNvPr id="34865" name="Line 51">
              <a:extLst>
                <a:ext uri="{FF2B5EF4-FFF2-40B4-BE49-F238E27FC236}">
                  <a16:creationId xmlns:a16="http://schemas.microsoft.com/office/drawing/2014/main" id="{24B85B8A-50B8-4246-98E5-DC12C8FABA65}"/>
                </a:ext>
              </a:extLst>
            </p:cNvPr>
            <p:cNvSpPr>
              <a:spLocks noChangeShapeType="1"/>
            </p:cNvSpPr>
            <p:nvPr/>
          </p:nvSpPr>
          <p:spPr bwMode="auto">
            <a:xfrm>
              <a:off x="2305" y="3176"/>
              <a:ext cx="0" cy="485"/>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66" name="Line 52">
              <a:extLst>
                <a:ext uri="{FF2B5EF4-FFF2-40B4-BE49-F238E27FC236}">
                  <a16:creationId xmlns:a16="http://schemas.microsoft.com/office/drawing/2014/main" id="{3A2D471E-1ABE-4E02-AF6D-87CD046B3242}"/>
                </a:ext>
              </a:extLst>
            </p:cNvPr>
            <p:cNvSpPr>
              <a:spLocks noChangeShapeType="1"/>
            </p:cNvSpPr>
            <p:nvPr/>
          </p:nvSpPr>
          <p:spPr bwMode="auto">
            <a:xfrm flipH="1">
              <a:off x="1965" y="3654"/>
              <a:ext cx="340"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67" name="Line 53">
              <a:extLst>
                <a:ext uri="{FF2B5EF4-FFF2-40B4-BE49-F238E27FC236}">
                  <a16:creationId xmlns:a16="http://schemas.microsoft.com/office/drawing/2014/main" id="{30732A70-DE31-4B35-BDC9-2FAC243AEF7D}"/>
                </a:ext>
              </a:extLst>
            </p:cNvPr>
            <p:cNvSpPr>
              <a:spLocks noChangeShapeType="1"/>
            </p:cNvSpPr>
            <p:nvPr/>
          </p:nvSpPr>
          <p:spPr bwMode="auto">
            <a:xfrm>
              <a:off x="975" y="2736"/>
              <a:ext cx="220" cy="0"/>
            </a:xfrm>
            <a:prstGeom prst="line">
              <a:avLst/>
            </a:prstGeom>
            <a:noFill/>
            <a:ln w="31750">
              <a:solidFill>
                <a:srgbClr val="000000"/>
              </a:solidFill>
              <a:round/>
              <a:headEnd/>
              <a:tailEnd type="triangle" w="lg" len="lg"/>
            </a:ln>
          </p:spPr>
          <p:txBody>
            <a:bodyPr anchor="ctr"/>
            <a:lstStyle/>
            <a:p>
              <a:pPr eaLnBrk="1" hangingPunct="1">
                <a:defRPr/>
              </a:pPr>
              <a:endParaRPr lang="en-US" sz="1200">
                <a:latin typeface="+mj-lt"/>
              </a:endParaRPr>
            </a:p>
          </p:txBody>
        </p:sp>
        <p:sp>
          <p:nvSpPr>
            <p:cNvPr id="34868" name="Line 54">
              <a:extLst>
                <a:ext uri="{FF2B5EF4-FFF2-40B4-BE49-F238E27FC236}">
                  <a16:creationId xmlns:a16="http://schemas.microsoft.com/office/drawing/2014/main" id="{C75A2B28-CCA5-4BF4-8256-B2B63A4B3845}"/>
                </a:ext>
              </a:extLst>
            </p:cNvPr>
            <p:cNvSpPr>
              <a:spLocks noChangeShapeType="1"/>
            </p:cNvSpPr>
            <p:nvPr/>
          </p:nvSpPr>
          <p:spPr bwMode="auto">
            <a:xfrm>
              <a:off x="975" y="2898"/>
              <a:ext cx="218" cy="0"/>
            </a:xfrm>
            <a:prstGeom prst="line">
              <a:avLst/>
            </a:prstGeom>
            <a:noFill/>
            <a:ln w="31750">
              <a:solidFill>
                <a:srgbClr val="000000"/>
              </a:solidFill>
              <a:round/>
              <a:headEnd/>
              <a:tailEnd type="triangle" w="lg" len="lg"/>
            </a:ln>
          </p:spPr>
          <p:txBody>
            <a:bodyPr anchor="ctr"/>
            <a:lstStyle/>
            <a:p>
              <a:pPr eaLnBrk="1" hangingPunct="1">
                <a:defRPr/>
              </a:pPr>
              <a:endParaRPr lang="en-US" sz="1200">
                <a:latin typeface="+mj-lt"/>
              </a:endParaRPr>
            </a:p>
          </p:txBody>
        </p:sp>
        <p:sp>
          <p:nvSpPr>
            <p:cNvPr id="34869" name="Text Box 55">
              <a:extLst>
                <a:ext uri="{FF2B5EF4-FFF2-40B4-BE49-F238E27FC236}">
                  <a16:creationId xmlns:a16="http://schemas.microsoft.com/office/drawing/2014/main" id="{B6A7B318-DAAB-40A8-9F4A-C1EBA3BC2EAB}"/>
                </a:ext>
              </a:extLst>
            </p:cNvPr>
            <p:cNvSpPr txBox="1">
              <a:spLocks noChangeArrowheads="1"/>
            </p:cNvSpPr>
            <p:nvPr/>
          </p:nvSpPr>
          <p:spPr bwMode="auto">
            <a:xfrm>
              <a:off x="2392" y="3170"/>
              <a:ext cx="806" cy="448"/>
            </a:xfrm>
            <a:prstGeom prst="rect">
              <a:avLst/>
            </a:prstGeom>
            <a:noFill/>
            <a:ln w="31750">
              <a:noFill/>
              <a:miter lim="800000"/>
              <a:headEnd/>
              <a:tailEnd/>
            </a:ln>
          </p:spPr>
          <p:txBody>
            <a:bodyPr anchor="ctr"/>
            <a:lstStyle/>
            <a:p>
              <a:pPr>
                <a:defRPr/>
              </a:pPr>
              <a:r>
                <a:rPr lang="en-US" sz="1600">
                  <a:latin typeface="+mj-lt"/>
                </a:rPr>
                <a:t>Refresh</a:t>
              </a:r>
            </a:p>
          </p:txBody>
        </p:sp>
        <p:sp>
          <p:nvSpPr>
            <p:cNvPr id="34870" name="Text Box 56">
              <a:extLst>
                <a:ext uri="{FF2B5EF4-FFF2-40B4-BE49-F238E27FC236}">
                  <a16:creationId xmlns:a16="http://schemas.microsoft.com/office/drawing/2014/main" id="{CF163B79-0DD1-4F1E-ACCF-81FD62B8FE33}"/>
                </a:ext>
              </a:extLst>
            </p:cNvPr>
            <p:cNvSpPr txBox="1">
              <a:spLocks noChangeArrowheads="1"/>
            </p:cNvSpPr>
            <p:nvPr/>
          </p:nvSpPr>
          <p:spPr bwMode="auto">
            <a:xfrm>
              <a:off x="1219" y="1957"/>
              <a:ext cx="845" cy="476"/>
            </a:xfrm>
            <a:prstGeom prst="rect">
              <a:avLst/>
            </a:prstGeom>
            <a:solidFill>
              <a:srgbClr val="FFFFCC"/>
            </a:solidFill>
            <a:ln w="28575">
              <a:solidFill>
                <a:srgbClr val="000000"/>
              </a:solidFill>
              <a:miter lim="800000"/>
              <a:headEnd/>
              <a:tailEnd/>
            </a:ln>
          </p:spPr>
          <p:txBody>
            <a:bodyPr anchor="ctr"/>
            <a:lstStyle/>
            <a:p>
              <a:pPr algn="ctr">
                <a:defRPr/>
              </a:pPr>
              <a:r>
                <a:rPr lang="en-US" sz="1100">
                  <a:latin typeface="+mj-lt"/>
                </a:rPr>
                <a:t>Decoder of high address bits</a:t>
              </a:r>
            </a:p>
          </p:txBody>
        </p:sp>
        <p:sp>
          <p:nvSpPr>
            <p:cNvPr id="34871" name="Line 57">
              <a:extLst>
                <a:ext uri="{FF2B5EF4-FFF2-40B4-BE49-F238E27FC236}">
                  <a16:creationId xmlns:a16="http://schemas.microsoft.com/office/drawing/2014/main" id="{023947AE-34E4-44FA-BE4C-DC59A90CB859}"/>
                </a:ext>
              </a:extLst>
            </p:cNvPr>
            <p:cNvSpPr>
              <a:spLocks noChangeShapeType="1"/>
            </p:cNvSpPr>
            <p:nvPr/>
          </p:nvSpPr>
          <p:spPr bwMode="auto">
            <a:xfrm>
              <a:off x="1684" y="1774"/>
              <a:ext cx="174"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72" name="Line 58">
              <a:extLst>
                <a:ext uri="{FF2B5EF4-FFF2-40B4-BE49-F238E27FC236}">
                  <a16:creationId xmlns:a16="http://schemas.microsoft.com/office/drawing/2014/main" id="{82514BAF-7C77-42AB-B943-1FA80FF9436E}"/>
                </a:ext>
              </a:extLst>
            </p:cNvPr>
            <p:cNvSpPr>
              <a:spLocks noChangeShapeType="1"/>
            </p:cNvSpPr>
            <p:nvPr/>
          </p:nvSpPr>
          <p:spPr bwMode="auto">
            <a:xfrm>
              <a:off x="1858" y="1774"/>
              <a:ext cx="0" cy="132"/>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73" name="Line 59">
              <a:extLst>
                <a:ext uri="{FF2B5EF4-FFF2-40B4-BE49-F238E27FC236}">
                  <a16:creationId xmlns:a16="http://schemas.microsoft.com/office/drawing/2014/main" id="{A6473BC1-2D6D-4DBE-B0CF-C165071317BA}"/>
                </a:ext>
              </a:extLst>
            </p:cNvPr>
            <p:cNvSpPr>
              <a:spLocks noChangeShapeType="1"/>
            </p:cNvSpPr>
            <p:nvPr/>
          </p:nvSpPr>
          <p:spPr bwMode="auto">
            <a:xfrm flipH="1">
              <a:off x="1132" y="1906"/>
              <a:ext cx="724"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74" name="Line 60">
              <a:extLst>
                <a:ext uri="{FF2B5EF4-FFF2-40B4-BE49-F238E27FC236}">
                  <a16:creationId xmlns:a16="http://schemas.microsoft.com/office/drawing/2014/main" id="{B9164F3F-702E-4B54-B443-78D1033734B2}"/>
                </a:ext>
              </a:extLst>
            </p:cNvPr>
            <p:cNvSpPr>
              <a:spLocks noChangeShapeType="1"/>
            </p:cNvSpPr>
            <p:nvPr/>
          </p:nvSpPr>
          <p:spPr bwMode="auto">
            <a:xfrm>
              <a:off x="1123" y="1906"/>
              <a:ext cx="0" cy="368"/>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75" name="Line 61">
              <a:extLst>
                <a:ext uri="{FF2B5EF4-FFF2-40B4-BE49-F238E27FC236}">
                  <a16:creationId xmlns:a16="http://schemas.microsoft.com/office/drawing/2014/main" id="{C2E963E4-43AB-4AF6-875C-F1720E14C959}"/>
                </a:ext>
              </a:extLst>
            </p:cNvPr>
            <p:cNvSpPr>
              <a:spLocks noChangeShapeType="1"/>
            </p:cNvSpPr>
            <p:nvPr/>
          </p:nvSpPr>
          <p:spPr bwMode="auto">
            <a:xfrm>
              <a:off x="1122" y="2272"/>
              <a:ext cx="101"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76" name="Line 62">
              <a:extLst>
                <a:ext uri="{FF2B5EF4-FFF2-40B4-BE49-F238E27FC236}">
                  <a16:creationId xmlns:a16="http://schemas.microsoft.com/office/drawing/2014/main" id="{1B95E9EE-9A58-4EA5-A220-18A4476A0E12}"/>
                </a:ext>
              </a:extLst>
            </p:cNvPr>
            <p:cNvSpPr>
              <a:spLocks noChangeShapeType="1"/>
            </p:cNvSpPr>
            <p:nvPr/>
          </p:nvSpPr>
          <p:spPr bwMode="auto">
            <a:xfrm>
              <a:off x="1684" y="1643"/>
              <a:ext cx="118"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77" name="Line 63">
              <a:extLst>
                <a:ext uri="{FF2B5EF4-FFF2-40B4-BE49-F238E27FC236}">
                  <a16:creationId xmlns:a16="http://schemas.microsoft.com/office/drawing/2014/main" id="{D684AC71-71DE-4976-8560-E5733841CC30}"/>
                </a:ext>
              </a:extLst>
            </p:cNvPr>
            <p:cNvSpPr>
              <a:spLocks noChangeShapeType="1"/>
            </p:cNvSpPr>
            <p:nvPr/>
          </p:nvSpPr>
          <p:spPr bwMode="auto">
            <a:xfrm>
              <a:off x="1801" y="1643"/>
              <a:ext cx="0" cy="21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78" name="Line 64">
              <a:extLst>
                <a:ext uri="{FF2B5EF4-FFF2-40B4-BE49-F238E27FC236}">
                  <a16:creationId xmlns:a16="http://schemas.microsoft.com/office/drawing/2014/main" id="{69455DAD-B639-4FA5-90E1-0AB86FB642BA}"/>
                </a:ext>
              </a:extLst>
            </p:cNvPr>
            <p:cNvSpPr>
              <a:spLocks noChangeShapeType="1"/>
            </p:cNvSpPr>
            <p:nvPr/>
          </p:nvSpPr>
          <p:spPr bwMode="auto">
            <a:xfrm flipH="1">
              <a:off x="998" y="1853"/>
              <a:ext cx="804"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79" name="Line 65">
              <a:extLst>
                <a:ext uri="{FF2B5EF4-FFF2-40B4-BE49-F238E27FC236}">
                  <a16:creationId xmlns:a16="http://schemas.microsoft.com/office/drawing/2014/main" id="{1097C51D-6DC2-4237-9C44-A67147F4A6C7}"/>
                </a:ext>
              </a:extLst>
            </p:cNvPr>
            <p:cNvSpPr>
              <a:spLocks noChangeShapeType="1"/>
            </p:cNvSpPr>
            <p:nvPr/>
          </p:nvSpPr>
          <p:spPr bwMode="auto">
            <a:xfrm>
              <a:off x="998" y="1853"/>
              <a:ext cx="0" cy="21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80" name="Line 66">
              <a:extLst>
                <a:ext uri="{FF2B5EF4-FFF2-40B4-BE49-F238E27FC236}">
                  <a16:creationId xmlns:a16="http://schemas.microsoft.com/office/drawing/2014/main" id="{1A0D0412-BD4E-4A0D-BA82-AA4F07FA2D92}"/>
                </a:ext>
              </a:extLst>
            </p:cNvPr>
            <p:cNvSpPr>
              <a:spLocks noChangeShapeType="1"/>
            </p:cNvSpPr>
            <p:nvPr/>
          </p:nvSpPr>
          <p:spPr bwMode="auto">
            <a:xfrm>
              <a:off x="998" y="2069"/>
              <a:ext cx="221" cy="0"/>
            </a:xfrm>
            <a:prstGeom prst="line">
              <a:avLst/>
            </a:prstGeom>
            <a:noFill/>
            <a:ln w="31750">
              <a:solidFill>
                <a:srgbClr val="000000"/>
              </a:solidFill>
              <a:round/>
              <a:headEnd/>
              <a:tailEnd/>
            </a:ln>
          </p:spPr>
          <p:txBody>
            <a:bodyPr anchor="ctr"/>
            <a:lstStyle/>
            <a:p>
              <a:pPr eaLnBrk="1" hangingPunct="1">
                <a:defRPr/>
              </a:pPr>
              <a:endParaRPr lang="en-US" sz="1200">
                <a:latin typeface="+mj-lt"/>
              </a:endParaRPr>
            </a:p>
          </p:txBody>
        </p:sp>
        <p:sp>
          <p:nvSpPr>
            <p:cNvPr id="34881" name="Line 67">
              <a:extLst>
                <a:ext uri="{FF2B5EF4-FFF2-40B4-BE49-F238E27FC236}">
                  <a16:creationId xmlns:a16="http://schemas.microsoft.com/office/drawing/2014/main" id="{9373FEFE-4EE4-4898-B407-AB7FA0943402}"/>
                </a:ext>
              </a:extLst>
            </p:cNvPr>
            <p:cNvSpPr>
              <a:spLocks noChangeShapeType="1"/>
            </p:cNvSpPr>
            <p:nvPr/>
          </p:nvSpPr>
          <p:spPr bwMode="auto">
            <a:xfrm>
              <a:off x="1627" y="2443"/>
              <a:ext cx="0" cy="146"/>
            </a:xfrm>
            <a:prstGeom prst="line">
              <a:avLst/>
            </a:prstGeom>
            <a:noFill/>
            <a:ln w="31750">
              <a:solidFill>
                <a:srgbClr val="000000"/>
              </a:solidFill>
              <a:round/>
              <a:headEnd/>
              <a:tailEnd type="triangle" w="med" len="med"/>
            </a:ln>
          </p:spPr>
          <p:txBody>
            <a:bodyPr anchor="ctr"/>
            <a:lstStyle/>
            <a:p>
              <a:pPr eaLnBrk="1" hangingPunct="1">
                <a:defRPr/>
              </a:pPr>
              <a:endParaRPr lang="en-US" sz="1200">
                <a:latin typeface="+mj-lt"/>
              </a:endParaRPr>
            </a:p>
          </p:txBody>
        </p:sp>
        <p:sp>
          <p:nvSpPr>
            <p:cNvPr id="34882" name="Line 68">
              <a:extLst>
                <a:ext uri="{FF2B5EF4-FFF2-40B4-BE49-F238E27FC236}">
                  <a16:creationId xmlns:a16="http://schemas.microsoft.com/office/drawing/2014/main" id="{AB520EA7-95F4-4F0C-AB98-F83DE6C79BB9}"/>
                </a:ext>
              </a:extLst>
            </p:cNvPr>
            <p:cNvSpPr>
              <a:spLocks noChangeShapeType="1"/>
            </p:cNvSpPr>
            <p:nvPr/>
          </p:nvSpPr>
          <p:spPr bwMode="auto">
            <a:xfrm>
              <a:off x="4710" y="896"/>
              <a:ext cx="308" cy="0"/>
            </a:xfrm>
            <a:prstGeom prst="line">
              <a:avLst/>
            </a:prstGeom>
            <a:noFill/>
            <a:ln w="31750">
              <a:solidFill>
                <a:srgbClr val="000000"/>
              </a:solidFill>
              <a:round/>
              <a:headEnd type="triangle" w="med" len="lg"/>
              <a:tailEnd type="triangle" w="med" len="lg"/>
            </a:ln>
          </p:spPr>
          <p:txBody>
            <a:bodyPr anchor="ctr"/>
            <a:lstStyle/>
            <a:p>
              <a:pPr eaLnBrk="1" hangingPunct="1">
                <a:defRPr/>
              </a:pPr>
              <a:endParaRPr lang="en-US" sz="1200">
                <a:latin typeface="+mj-lt"/>
              </a:endParaRPr>
            </a:p>
          </p:txBody>
        </p:sp>
        <p:sp>
          <p:nvSpPr>
            <p:cNvPr id="34883" name="Line 69">
              <a:extLst>
                <a:ext uri="{FF2B5EF4-FFF2-40B4-BE49-F238E27FC236}">
                  <a16:creationId xmlns:a16="http://schemas.microsoft.com/office/drawing/2014/main" id="{D04E74F9-D706-44D6-A41E-48104717A325}"/>
                </a:ext>
              </a:extLst>
            </p:cNvPr>
            <p:cNvSpPr>
              <a:spLocks noChangeShapeType="1"/>
            </p:cNvSpPr>
            <p:nvPr/>
          </p:nvSpPr>
          <p:spPr bwMode="auto">
            <a:xfrm>
              <a:off x="4715" y="1070"/>
              <a:ext cx="302" cy="0"/>
            </a:xfrm>
            <a:prstGeom prst="line">
              <a:avLst/>
            </a:prstGeom>
            <a:noFill/>
            <a:ln w="31750">
              <a:solidFill>
                <a:srgbClr val="000000"/>
              </a:solidFill>
              <a:round/>
              <a:headEnd type="triangle" w="med" len="lg"/>
              <a:tailEnd type="triangle" w="med" len="lg"/>
            </a:ln>
          </p:spPr>
          <p:txBody>
            <a:bodyPr anchor="ctr"/>
            <a:lstStyle/>
            <a:p>
              <a:pPr eaLnBrk="1" hangingPunct="1">
                <a:defRPr/>
              </a:pPr>
              <a:endParaRPr lang="en-US" sz="1200">
                <a:latin typeface="+mj-lt"/>
              </a:endParaRPr>
            </a:p>
          </p:txBody>
        </p:sp>
        <p:sp>
          <p:nvSpPr>
            <p:cNvPr id="34884" name="Line 70">
              <a:extLst>
                <a:ext uri="{FF2B5EF4-FFF2-40B4-BE49-F238E27FC236}">
                  <a16:creationId xmlns:a16="http://schemas.microsoft.com/office/drawing/2014/main" id="{0251D52D-A783-4AC1-B19C-C0418C2F4499}"/>
                </a:ext>
              </a:extLst>
            </p:cNvPr>
            <p:cNvSpPr>
              <a:spLocks noChangeShapeType="1"/>
            </p:cNvSpPr>
            <p:nvPr/>
          </p:nvSpPr>
          <p:spPr bwMode="auto">
            <a:xfrm>
              <a:off x="4727" y="1528"/>
              <a:ext cx="310" cy="0"/>
            </a:xfrm>
            <a:prstGeom prst="line">
              <a:avLst/>
            </a:prstGeom>
            <a:noFill/>
            <a:ln w="31750">
              <a:solidFill>
                <a:srgbClr val="000000"/>
              </a:solidFill>
              <a:round/>
              <a:headEnd type="triangle" w="med" len="lg"/>
              <a:tailEnd type="triangle" w="med" len="lg"/>
            </a:ln>
          </p:spPr>
          <p:txBody>
            <a:bodyPr anchor="ctr"/>
            <a:lstStyle/>
            <a:p>
              <a:pPr eaLnBrk="1" hangingPunct="1">
                <a:defRPr/>
              </a:pPr>
              <a:endParaRPr lang="en-US" sz="1200">
                <a:latin typeface="+mj-lt"/>
              </a:endParaRPr>
            </a:p>
          </p:txBody>
        </p:sp>
        <p:sp>
          <p:nvSpPr>
            <p:cNvPr id="34885" name="Text Box 71">
              <a:extLst>
                <a:ext uri="{FF2B5EF4-FFF2-40B4-BE49-F238E27FC236}">
                  <a16:creationId xmlns:a16="http://schemas.microsoft.com/office/drawing/2014/main" id="{DE18880F-DB8A-4ED3-B49A-05C58248CDBA}"/>
                </a:ext>
              </a:extLst>
            </p:cNvPr>
            <p:cNvSpPr txBox="1">
              <a:spLocks noChangeArrowheads="1"/>
            </p:cNvSpPr>
            <p:nvPr/>
          </p:nvSpPr>
          <p:spPr bwMode="auto">
            <a:xfrm rot="16200000">
              <a:off x="1859" y="1046"/>
              <a:ext cx="1007" cy="370"/>
            </a:xfrm>
            <a:prstGeom prst="rect">
              <a:avLst/>
            </a:prstGeom>
            <a:noFill/>
            <a:ln w="31750">
              <a:noFill/>
              <a:miter lim="800000"/>
              <a:headEnd/>
              <a:tailEnd/>
            </a:ln>
          </p:spPr>
          <p:txBody>
            <a:bodyPr>
              <a:spAutoFit/>
            </a:bodyPr>
            <a:lstStyle/>
            <a:p>
              <a:pPr algn="ctr">
                <a:defRPr/>
              </a:pPr>
              <a:r>
                <a:rPr lang="en-US" sz="1400">
                  <a:latin typeface="+mj-lt"/>
                </a:rPr>
                <a:t>Address </a:t>
              </a:r>
            </a:p>
            <a:p>
              <a:pPr algn="ctr">
                <a:defRPr/>
              </a:pPr>
              <a:r>
                <a:rPr lang="en-US" sz="1400">
                  <a:latin typeface="+mj-lt"/>
                </a:rPr>
                <a:t>multiplexer</a:t>
              </a:r>
            </a:p>
          </p:txBody>
        </p:sp>
        <p:sp>
          <p:nvSpPr>
            <p:cNvPr id="34890" name="Text Box 74">
              <a:extLst>
                <a:ext uri="{FF2B5EF4-FFF2-40B4-BE49-F238E27FC236}">
                  <a16:creationId xmlns:a16="http://schemas.microsoft.com/office/drawing/2014/main" id="{D1E87721-1B9D-48D7-B517-398F543232D9}"/>
                </a:ext>
              </a:extLst>
            </p:cNvPr>
            <p:cNvSpPr txBox="1">
              <a:spLocks noChangeArrowheads="1"/>
            </p:cNvSpPr>
            <p:nvPr/>
          </p:nvSpPr>
          <p:spPr bwMode="auto">
            <a:xfrm rot="16200000">
              <a:off x="4056" y="1052"/>
              <a:ext cx="998" cy="218"/>
            </a:xfrm>
            <a:prstGeom prst="rect">
              <a:avLst/>
            </a:prstGeom>
            <a:noFill/>
            <a:ln w="9525">
              <a:noFill/>
              <a:miter lim="800000"/>
              <a:headEnd/>
              <a:tailEnd/>
            </a:ln>
            <a:effectLst/>
          </p:spPr>
          <p:txBody>
            <a:bodyPr>
              <a:spAutoFit/>
            </a:bodyPr>
            <a:lstStyle/>
            <a:p>
              <a:pPr eaLnBrk="1" hangingPunct="1">
                <a:spcBef>
                  <a:spcPct val="50000"/>
                </a:spcBef>
                <a:defRPr/>
              </a:pPr>
              <a:r>
                <a:rPr lang="en-US" sz="1400">
                  <a:latin typeface="+mj-lt"/>
                </a:rPr>
                <a:t>Data buffer</a:t>
              </a:r>
              <a:endParaRPr lang="ru-RU" sz="1400">
                <a:latin typeface="+mj-lt"/>
              </a:endParaRPr>
            </a:p>
          </p:txBody>
        </p:sp>
        <p:sp>
          <p:nvSpPr>
            <p:cNvPr id="34892" name="Line 54">
              <a:extLst>
                <a:ext uri="{FF2B5EF4-FFF2-40B4-BE49-F238E27FC236}">
                  <a16:creationId xmlns:a16="http://schemas.microsoft.com/office/drawing/2014/main" id="{33A5D63E-2CB6-4710-958B-A8B71094661C}"/>
                </a:ext>
              </a:extLst>
            </p:cNvPr>
            <p:cNvSpPr>
              <a:spLocks noChangeShapeType="1"/>
            </p:cNvSpPr>
            <p:nvPr/>
          </p:nvSpPr>
          <p:spPr bwMode="auto">
            <a:xfrm>
              <a:off x="975" y="3113"/>
              <a:ext cx="218" cy="0"/>
            </a:xfrm>
            <a:prstGeom prst="line">
              <a:avLst/>
            </a:prstGeom>
            <a:noFill/>
            <a:ln w="31750">
              <a:solidFill>
                <a:srgbClr val="000000"/>
              </a:solidFill>
              <a:round/>
              <a:headEnd/>
              <a:tailEnd type="triangle" w="lg" len="lg"/>
            </a:ln>
          </p:spPr>
          <p:txBody>
            <a:bodyPr anchor="ctr"/>
            <a:lstStyle/>
            <a:p>
              <a:pPr eaLnBrk="1" hangingPunct="1">
                <a:defRPr/>
              </a:pPr>
              <a:endParaRPr lang="en-US" sz="1200">
                <a:latin typeface="+mj-lt"/>
              </a:endParaRPr>
            </a:p>
          </p:txBody>
        </p:sp>
        <p:sp>
          <p:nvSpPr>
            <p:cNvPr id="34893" name="Text Box 55">
              <a:extLst>
                <a:ext uri="{FF2B5EF4-FFF2-40B4-BE49-F238E27FC236}">
                  <a16:creationId xmlns:a16="http://schemas.microsoft.com/office/drawing/2014/main" id="{303F08C4-3679-46DD-8CCB-3D7C11323CF2}"/>
                </a:ext>
              </a:extLst>
            </p:cNvPr>
            <p:cNvSpPr txBox="1">
              <a:spLocks noChangeArrowheads="1"/>
            </p:cNvSpPr>
            <p:nvPr/>
          </p:nvSpPr>
          <p:spPr bwMode="auto">
            <a:xfrm>
              <a:off x="499" y="2876"/>
              <a:ext cx="557" cy="449"/>
            </a:xfrm>
            <a:prstGeom prst="rect">
              <a:avLst/>
            </a:prstGeom>
            <a:noFill/>
            <a:ln w="31750">
              <a:noFill/>
              <a:miter lim="800000"/>
              <a:headEnd/>
              <a:tailEnd/>
            </a:ln>
          </p:spPr>
          <p:txBody>
            <a:bodyPr anchor="ctr"/>
            <a:lstStyle/>
            <a:p>
              <a:pPr>
                <a:defRPr/>
              </a:pPr>
              <a:r>
                <a:rPr lang="en-US" sz="1600">
                  <a:latin typeface="+mj-lt"/>
                </a:rPr>
                <a:t>Mem</a:t>
              </a:r>
            </a:p>
          </p:txBody>
        </p:sp>
        <p:sp>
          <p:nvSpPr>
            <p:cNvPr id="34897" name="Text Box 81">
              <a:extLst>
                <a:ext uri="{FF2B5EF4-FFF2-40B4-BE49-F238E27FC236}">
                  <a16:creationId xmlns:a16="http://schemas.microsoft.com/office/drawing/2014/main" id="{1CF1222F-862A-4B93-B758-0FE68F162B15}"/>
                </a:ext>
              </a:extLst>
            </p:cNvPr>
            <p:cNvSpPr txBox="1">
              <a:spLocks noChangeArrowheads="1"/>
            </p:cNvSpPr>
            <p:nvPr/>
          </p:nvSpPr>
          <p:spPr bwMode="auto">
            <a:xfrm>
              <a:off x="5025" y="934"/>
              <a:ext cx="703" cy="223"/>
            </a:xfrm>
            <a:prstGeom prst="rect">
              <a:avLst/>
            </a:prstGeom>
            <a:noFill/>
            <a:ln w="9525">
              <a:noFill/>
              <a:miter lim="800000"/>
              <a:headEnd/>
              <a:tailEnd/>
            </a:ln>
            <a:effectLst/>
          </p:spPr>
          <p:txBody>
            <a:bodyPr>
              <a:spAutoFit/>
            </a:bodyPr>
            <a:lstStyle/>
            <a:p>
              <a:pPr eaLnBrk="1" hangingPunct="1">
                <a:spcBef>
                  <a:spcPct val="50000"/>
                </a:spcBef>
                <a:defRPr/>
              </a:pPr>
              <a:r>
                <a:rPr lang="en-US" sz="1400">
                  <a:latin typeface="+mj-lt"/>
                </a:rPr>
                <a:t>Din/out</a:t>
              </a:r>
              <a:endParaRPr lang="ru-RU" sz="1400">
                <a:latin typeface="+mj-lt"/>
              </a:endParaRPr>
            </a:p>
          </p:txBody>
        </p:sp>
        <p:sp>
          <p:nvSpPr>
            <p:cNvPr id="34899" name="Line 22">
              <a:extLst>
                <a:ext uri="{FF2B5EF4-FFF2-40B4-BE49-F238E27FC236}">
                  <a16:creationId xmlns:a16="http://schemas.microsoft.com/office/drawing/2014/main" id="{6A4B5119-18E2-4D77-8018-5D49CB78A6C0}"/>
                </a:ext>
              </a:extLst>
            </p:cNvPr>
            <p:cNvSpPr>
              <a:spLocks noChangeShapeType="1"/>
            </p:cNvSpPr>
            <p:nvPr/>
          </p:nvSpPr>
          <p:spPr bwMode="auto">
            <a:xfrm>
              <a:off x="2744" y="1026"/>
              <a:ext cx="0" cy="85"/>
            </a:xfrm>
            <a:prstGeom prst="line">
              <a:avLst/>
            </a:prstGeom>
            <a:noFill/>
            <a:ln w="31750">
              <a:solidFill>
                <a:srgbClr val="000000"/>
              </a:solidFill>
              <a:prstDash val="sysDot"/>
              <a:round/>
              <a:headEnd/>
              <a:tailEnd/>
            </a:ln>
          </p:spPr>
          <p:txBody>
            <a:bodyPr anchor="ctr"/>
            <a:lstStyle/>
            <a:p>
              <a:pPr eaLnBrk="1" hangingPunct="1">
                <a:defRPr/>
              </a:pPr>
              <a:endParaRPr lang="en-US" sz="1200">
                <a:latin typeface="+mj-lt"/>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07981C57-87D7-5E73-6D8C-D38042F33EEC}"/>
              </a:ext>
            </a:extLst>
          </p:cNvPr>
          <p:cNvSpPr>
            <a:spLocks noGrp="1" noChangeArrowheads="1"/>
          </p:cNvSpPr>
          <p:nvPr>
            <p:ph type="title"/>
          </p:nvPr>
        </p:nvSpPr>
        <p:spPr/>
        <p:txBody>
          <a:bodyPr/>
          <a:lstStyle/>
          <a:p>
            <a:r>
              <a:rPr lang="en-US" altLang="en-US"/>
              <a:t>Synchronous DRAM (SDRAM)</a:t>
            </a:r>
          </a:p>
        </p:txBody>
      </p:sp>
      <p:sp>
        <p:nvSpPr>
          <p:cNvPr id="71683" name="Content Placeholder 2">
            <a:extLst>
              <a:ext uri="{FF2B5EF4-FFF2-40B4-BE49-F238E27FC236}">
                <a16:creationId xmlns:a16="http://schemas.microsoft.com/office/drawing/2014/main" id="{3D645FC0-FDD5-D4E7-4C37-D78BAB0D371E}"/>
              </a:ext>
            </a:extLst>
          </p:cNvPr>
          <p:cNvSpPr>
            <a:spLocks noGrp="1" noChangeArrowheads="1"/>
          </p:cNvSpPr>
          <p:nvPr>
            <p:ph type="body" sz="quarter" idx="10"/>
          </p:nvPr>
        </p:nvSpPr>
        <p:spPr/>
        <p:txBody>
          <a:bodyPr/>
          <a:lstStyle/>
          <a:p>
            <a:pPr>
              <a:buFont typeface="Wingdings" panose="05000000000000000000" pitchFamily="2" charset="2"/>
              <a:buNone/>
            </a:pPr>
            <a:r>
              <a:rPr lang="en-US" altLang="en-US"/>
              <a:t>Difference from asynchronous DRAM:</a:t>
            </a:r>
          </a:p>
          <a:p>
            <a:r>
              <a:rPr lang="en-US" altLang="en-US"/>
              <a:t> Synchronous method of data transfer on bus</a:t>
            </a:r>
          </a:p>
          <a:p>
            <a:r>
              <a:rPr lang="en-US" altLang="en-US"/>
              <a:t> Pipelining </a:t>
            </a:r>
          </a:p>
          <a:p>
            <a:r>
              <a:rPr lang="en-US" altLang="en-US"/>
              <a:t> Application of several memory banks</a:t>
            </a:r>
          </a:p>
          <a:p>
            <a:r>
              <a:rPr lang="en-US" altLang="en-US"/>
              <a:t> Transfer of part of control functions to IC memory</a:t>
            </a:r>
          </a:p>
          <a:p>
            <a:pPr>
              <a:buFont typeface="Wingdings" panose="05000000000000000000" pitchFamily="2" charset="2"/>
              <a:buNone/>
            </a:pPr>
            <a:r>
              <a:rPr lang="en-US" altLang="en-US"/>
              <a:t>Partitioning into banks allows combining access to a cell of one bank prepared for the next operation in other banks.</a:t>
            </a:r>
          </a:p>
          <a:p>
            <a:pPr>
              <a:buFont typeface="Wingdings" panose="05000000000000000000" pitchFamily="2" charset="2"/>
              <a:buNone/>
            </a:pPr>
            <a:r>
              <a:rPr lang="en-GB" altLang="en-US"/>
              <a:t>At recurrent access to the banks, the frequency of  accesses to other banks reduces. </a:t>
            </a:r>
            <a:endParaRPr lang="en-US"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971A53CE-774F-A8DF-1291-DDCEB05975D1}"/>
              </a:ext>
            </a:extLst>
          </p:cNvPr>
          <p:cNvSpPr>
            <a:spLocks noGrp="1" noChangeArrowheads="1"/>
          </p:cNvSpPr>
          <p:nvPr>
            <p:ph type="title"/>
          </p:nvPr>
        </p:nvSpPr>
        <p:spPr/>
        <p:txBody>
          <a:bodyPr>
            <a:normAutofit/>
          </a:bodyPr>
          <a:lstStyle/>
          <a:p>
            <a:r>
              <a:rPr lang="en-US" altLang="en-US" dirty="0"/>
              <a:t>DDR SDRAM IC Memory Structure </a:t>
            </a:r>
            <a:endParaRPr lang="en-GB" altLang="en-US" dirty="0"/>
          </a:p>
        </p:txBody>
      </p:sp>
      <p:grpSp>
        <p:nvGrpSpPr>
          <p:cNvPr id="72707" name="Group 271">
            <a:extLst>
              <a:ext uri="{FF2B5EF4-FFF2-40B4-BE49-F238E27FC236}">
                <a16:creationId xmlns:a16="http://schemas.microsoft.com/office/drawing/2014/main" id="{B57F3DF4-55D2-DDFE-6DF1-984E94B5D13E}"/>
              </a:ext>
            </a:extLst>
          </p:cNvPr>
          <p:cNvGrpSpPr>
            <a:grpSpLocks/>
          </p:cNvGrpSpPr>
          <p:nvPr/>
        </p:nvGrpSpPr>
        <p:grpSpPr bwMode="auto">
          <a:xfrm>
            <a:off x="1627188" y="1265238"/>
            <a:ext cx="8831262" cy="4176712"/>
            <a:chOff x="103006" y="1264594"/>
            <a:chExt cx="8831475" cy="4176957"/>
          </a:xfrm>
        </p:grpSpPr>
        <p:sp>
          <p:nvSpPr>
            <p:cNvPr id="72708" name="Rectangle 182">
              <a:extLst>
                <a:ext uri="{FF2B5EF4-FFF2-40B4-BE49-F238E27FC236}">
                  <a16:creationId xmlns:a16="http://schemas.microsoft.com/office/drawing/2014/main" id="{868F3EF8-7606-B37E-B8D1-62D5988E4D8D}"/>
                </a:ext>
              </a:extLst>
            </p:cNvPr>
            <p:cNvSpPr>
              <a:spLocks noChangeArrowheads="1"/>
            </p:cNvSpPr>
            <p:nvPr/>
          </p:nvSpPr>
          <p:spPr bwMode="auto">
            <a:xfrm>
              <a:off x="4489929" y="2143116"/>
              <a:ext cx="137160" cy="100584"/>
            </a:xfrm>
            <a:prstGeom prst="rect">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75" name="Cube 74">
              <a:extLst>
                <a:ext uri="{FF2B5EF4-FFF2-40B4-BE49-F238E27FC236}">
                  <a16:creationId xmlns:a16="http://schemas.microsoft.com/office/drawing/2014/main" id="{D13EEB16-2943-4031-9BC5-4179483112EA}"/>
                </a:ext>
              </a:extLst>
            </p:cNvPr>
            <p:cNvSpPr/>
            <p:nvPr/>
          </p:nvSpPr>
          <p:spPr bwMode="auto">
            <a:xfrm>
              <a:off x="4683053" y="3401494"/>
              <a:ext cx="1103340" cy="741405"/>
            </a:xfrm>
            <a:prstGeom prst="cube">
              <a:avLst>
                <a:gd name="adj" fmla="val 36473"/>
              </a:avLst>
            </a:prstGeom>
            <a:solidFill>
              <a:schemeClr val="accent5"/>
            </a:solidFill>
            <a:ln w="19050" cap="flat" cmpd="sng" algn="ctr">
              <a:solidFill>
                <a:schemeClr val="tx1"/>
              </a:solidFill>
              <a:prstDash val="solid"/>
              <a:round/>
              <a:headEnd type="none" w="med" len="med"/>
              <a:tailEnd type="none" w="med" len="med"/>
            </a:ln>
            <a:effectLst/>
          </p:spPr>
          <p:txBody>
            <a:bodyPr anchor="ctr"/>
            <a:lstStyle/>
            <a:p>
              <a:pPr algn="ctr" eaLnBrk="1" hangingPunct="1">
                <a:defRPr/>
              </a:pPr>
              <a:r>
                <a:rPr lang="en-US" sz="1400" dirty="0">
                  <a:latin typeface="Arial" charset="0"/>
                  <a:cs typeface="Arial" charset="0"/>
                </a:rPr>
                <a:t>I/O gates</a:t>
              </a:r>
              <a:endParaRPr lang="en-GB" sz="1400" dirty="0">
                <a:latin typeface="Arial" charset="0"/>
                <a:cs typeface="Arial" charset="0"/>
              </a:endParaRPr>
            </a:p>
          </p:txBody>
        </p:sp>
        <p:sp>
          <p:nvSpPr>
            <p:cNvPr id="3" name="Rectangle 2">
              <a:extLst>
                <a:ext uri="{FF2B5EF4-FFF2-40B4-BE49-F238E27FC236}">
                  <a16:creationId xmlns:a16="http://schemas.microsoft.com/office/drawing/2014/main" id="{A3652BDA-F56D-4FEC-B904-E2266BFFFF2E}"/>
                </a:ext>
              </a:extLst>
            </p:cNvPr>
            <p:cNvSpPr/>
            <p:nvPr/>
          </p:nvSpPr>
          <p:spPr bwMode="auto">
            <a:xfrm>
              <a:off x="657056" y="1566237"/>
              <a:ext cx="1004912" cy="1646334"/>
            </a:xfrm>
            <a:prstGeom prst="rect">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nchor="ctr"/>
            <a:lstStyle/>
            <a:p>
              <a:pPr algn="ctr" eaLnBrk="1" hangingPunct="1">
                <a:defRPr/>
              </a:pPr>
              <a:endParaRPr lang="en-GB" dirty="0">
                <a:latin typeface="Arial" charset="0"/>
                <a:cs typeface="Arial" charset="0"/>
              </a:endParaRPr>
            </a:p>
          </p:txBody>
        </p:sp>
        <p:sp>
          <p:nvSpPr>
            <p:cNvPr id="72711" name="Rectangle 3">
              <a:extLst>
                <a:ext uri="{FF2B5EF4-FFF2-40B4-BE49-F238E27FC236}">
                  <a16:creationId xmlns:a16="http://schemas.microsoft.com/office/drawing/2014/main" id="{70FDF387-A008-12D5-9164-EBA9574BD2BC}"/>
                </a:ext>
              </a:extLst>
            </p:cNvPr>
            <p:cNvSpPr>
              <a:spLocks noChangeArrowheads="1"/>
            </p:cNvSpPr>
            <p:nvPr/>
          </p:nvSpPr>
          <p:spPr bwMode="auto">
            <a:xfrm>
              <a:off x="783108" y="2735886"/>
              <a:ext cx="785818" cy="36576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Mode Register</a:t>
              </a:r>
              <a:endParaRPr lang="en-GB" altLang="en-US" sz="1200"/>
            </a:p>
          </p:txBody>
        </p:sp>
        <p:sp>
          <p:nvSpPr>
            <p:cNvPr id="72712" name="TextBox 4">
              <a:extLst>
                <a:ext uri="{FF2B5EF4-FFF2-40B4-BE49-F238E27FC236}">
                  <a16:creationId xmlns:a16="http://schemas.microsoft.com/office/drawing/2014/main" id="{AEF515E2-E56E-FA16-0102-B2000EDFC113}"/>
                </a:ext>
              </a:extLst>
            </p:cNvPr>
            <p:cNvSpPr txBox="1">
              <a:spLocks noChangeArrowheads="1"/>
            </p:cNvSpPr>
            <p:nvPr/>
          </p:nvSpPr>
          <p:spPr bwMode="auto">
            <a:xfrm>
              <a:off x="722303" y="2071678"/>
              <a:ext cx="92869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Control Logic</a:t>
              </a:r>
              <a:endParaRPr lang="en-GB" altLang="en-US"/>
            </a:p>
          </p:txBody>
        </p:sp>
        <p:cxnSp>
          <p:nvCxnSpPr>
            <p:cNvPr id="72713" name="Straight Arrow Connector 6">
              <a:extLst>
                <a:ext uri="{FF2B5EF4-FFF2-40B4-BE49-F238E27FC236}">
                  <a16:creationId xmlns:a16="http://schemas.microsoft.com/office/drawing/2014/main" id="{3B8C3A6D-9855-5527-BCC9-008D7A6CEA3C}"/>
                </a:ext>
              </a:extLst>
            </p:cNvPr>
            <p:cNvCxnSpPr>
              <a:cxnSpLocks noChangeShapeType="1"/>
            </p:cNvCxnSpPr>
            <p:nvPr/>
          </p:nvCxnSpPr>
          <p:spPr bwMode="auto">
            <a:xfrm>
              <a:off x="387718" y="2114210"/>
              <a:ext cx="274320" cy="1588"/>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14" name="Straight Arrow Connector 7">
              <a:extLst>
                <a:ext uri="{FF2B5EF4-FFF2-40B4-BE49-F238E27FC236}">
                  <a16:creationId xmlns:a16="http://schemas.microsoft.com/office/drawing/2014/main" id="{2C69069D-26D7-5D76-23F4-5D0573FF6339}"/>
                </a:ext>
              </a:extLst>
            </p:cNvPr>
            <p:cNvCxnSpPr>
              <a:cxnSpLocks noChangeShapeType="1"/>
            </p:cNvCxnSpPr>
            <p:nvPr/>
          </p:nvCxnSpPr>
          <p:spPr bwMode="auto">
            <a:xfrm>
              <a:off x="377085" y="2328524"/>
              <a:ext cx="274320" cy="1588"/>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15" name="Straight Arrow Connector 8">
              <a:extLst>
                <a:ext uri="{FF2B5EF4-FFF2-40B4-BE49-F238E27FC236}">
                  <a16:creationId xmlns:a16="http://schemas.microsoft.com/office/drawing/2014/main" id="{9D416A58-6AA5-5948-5B9D-1AB493CF8036}"/>
                </a:ext>
              </a:extLst>
            </p:cNvPr>
            <p:cNvCxnSpPr>
              <a:cxnSpLocks noChangeShapeType="1"/>
            </p:cNvCxnSpPr>
            <p:nvPr/>
          </p:nvCxnSpPr>
          <p:spPr bwMode="auto">
            <a:xfrm>
              <a:off x="387718" y="2553471"/>
              <a:ext cx="274320" cy="1588"/>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16" name="Straight Arrow Connector 9">
              <a:extLst>
                <a:ext uri="{FF2B5EF4-FFF2-40B4-BE49-F238E27FC236}">
                  <a16:creationId xmlns:a16="http://schemas.microsoft.com/office/drawing/2014/main" id="{AF783BD1-780B-CABB-5C46-11159DEC1E99}"/>
                </a:ext>
              </a:extLst>
            </p:cNvPr>
            <p:cNvCxnSpPr>
              <a:cxnSpLocks noChangeShapeType="1"/>
            </p:cNvCxnSpPr>
            <p:nvPr/>
          </p:nvCxnSpPr>
          <p:spPr bwMode="auto">
            <a:xfrm>
              <a:off x="377085" y="2767785"/>
              <a:ext cx="274320" cy="1588"/>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17" name="Straight Arrow Connector 10">
              <a:extLst>
                <a:ext uri="{FF2B5EF4-FFF2-40B4-BE49-F238E27FC236}">
                  <a16:creationId xmlns:a16="http://schemas.microsoft.com/office/drawing/2014/main" id="{AAEDF293-1CFC-6E83-8ED1-0158C574A12B}"/>
                </a:ext>
              </a:extLst>
            </p:cNvPr>
            <p:cNvCxnSpPr>
              <a:cxnSpLocks noChangeShapeType="1"/>
            </p:cNvCxnSpPr>
            <p:nvPr/>
          </p:nvCxnSpPr>
          <p:spPr bwMode="auto">
            <a:xfrm>
              <a:off x="387718" y="2982099"/>
              <a:ext cx="274320" cy="1588"/>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2" name="Rectangle 11">
              <a:extLst>
                <a:ext uri="{FF2B5EF4-FFF2-40B4-BE49-F238E27FC236}">
                  <a16:creationId xmlns:a16="http://schemas.microsoft.com/office/drawing/2014/main" id="{5214DAF4-8B8E-4230-AB65-1E58F14237EB}"/>
                </a:ext>
              </a:extLst>
            </p:cNvPr>
            <p:cNvSpPr/>
            <p:nvPr/>
          </p:nvSpPr>
          <p:spPr bwMode="auto">
            <a:xfrm>
              <a:off x="620543" y="3642808"/>
              <a:ext cx="622315" cy="714417"/>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r>
                <a:rPr lang="en-US" sz="1400" dirty="0" err="1">
                  <a:latin typeface="Arial" charset="0"/>
                  <a:cs typeface="Arial" charset="0"/>
                </a:rPr>
                <a:t>Addr</a:t>
              </a:r>
              <a:r>
                <a:rPr lang="en-US" sz="1400" dirty="0">
                  <a:latin typeface="Arial" charset="0"/>
                  <a:cs typeface="Arial" charset="0"/>
                </a:rPr>
                <a:t>.</a:t>
              </a:r>
            </a:p>
            <a:p>
              <a:pPr eaLnBrk="1" hangingPunct="1">
                <a:defRPr/>
              </a:pPr>
              <a:r>
                <a:rPr lang="en-US" sz="1400" dirty="0">
                  <a:latin typeface="Arial" charset="0"/>
                  <a:cs typeface="Arial" charset="0"/>
                </a:rPr>
                <a:t>Reg.</a:t>
              </a:r>
              <a:endParaRPr lang="en-GB" sz="1400" dirty="0">
                <a:latin typeface="Arial" charset="0"/>
                <a:cs typeface="Arial" charset="0"/>
              </a:endParaRPr>
            </a:p>
          </p:txBody>
        </p:sp>
        <p:cxnSp>
          <p:nvCxnSpPr>
            <p:cNvPr id="72719" name="Straight Connector 18">
              <a:extLst>
                <a:ext uri="{FF2B5EF4-FFF2-40B4-BE49-F238E27FC236}">
                  <a16:creationId xmlns:a16="http://schemas.microsoft.com/office/drawing/2014/main" id="{69C61EB8-6413-81FC-C7D7-429D964B5087}"/>
                </a:ext>
              </a:extLst>
            </p:cNvPr>
            <p:cNvCxnSpPr>
              <a:cxnSpLocks noChangeShapeType="1"/>
            </p:cNvCxnSpPr>
            <p:nvPr/>
          </p:nvCxnSpPr>
          <p:spPr bwMode="auto">
            <a:xfrm>
              <a:off x="334553" y="4000504"/>
              <a:ext cx="274320" cy="1588"/>
            </a:xfrm>
            <a:prstGeom prst="line">
              <a:avLst/>
            </a:prstGeom>
            <a:noFill/>
            <a:ln w="22225"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72720" name="TextBox 19">
              <a:extLst>
                <a:ext uri="{FF2B5EF4-FFF2-40B4-BE49-F238E27FC236}">
                  <a16:creationId xmlns:a16="http://schemas.microsoft.com/office/drawing/2014/main" id="{7731ABB4-EC96-9292-2F82-6E247A748670}"/>
                </a:ext>
              </a:extLst>
            </p:cNvPr>
            <p:cNvSpPr txBox="1">
              <a:spLocks noChangeArrowheads="1"/>
            </p:cNvSpPr>
            <p:nvPr/>
          </p:nvSpPr>
          <p:spPr bwMode="auto">
            <a:xfrm>
              <a:off x="382884" y="4324657"/>
              <a:ext cx="11887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b="1"/>
                <a:t>A0-A12</a:t>
              </a:r>
            </a:p>
            <a:p>
              <a:pPr eaLnBrk="1" hangingPunct="1"/>
              <a:r>
                <a:rPr lang="en-US" altLang="en-US" sz="1200" b="1"/>
                <a:t>BA0,BA1</a:t>
              </a:r>
              <a:endParaRPr lang="en-GB" altLang="en-US" sz="1200" b="1"/>
            </a:p>
          </p:txBody>
        </p:sp>
        <p:sp>
          <p:nvSpPr>
            <p:cNvPr id="21" name="Rectangle 20">
              <a:extLst>
                <a:ext uri="{FF2B5EF4-FFF2-40B4-BE49-F238E27FC236}">
                  <a16:creationId xmlns:a16="http://schemas.microsoft.com/office/drawing/2014/main" id="{34604936-61CA-4672-B8E9-F650B945EC90}"/>
                </a:ext>
              </a:extLst>
            </p:cNvPr>
            <p:cNvSpPr/>
            <p:nvPr/>
          </p:nvSpPr>
          <p:spPr bwMode="auto">
            <a:xfrm>
              <a:off x="1930262" y="2213975"/>
              <a:ext cx="731856" cy="457227"/>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r>
                <a:rPr lang="en-US" sz="1100" dirty="0">
                  <a:latin typeface="Arial" charset="0"/>
                  <a:cs typeface="Arial" charset="0"/>
                </a:rPr>
                <a:t>Refresh</a:t>
              </a:r>
            </a:p>
            <a:p>
              <a:pPr eaLnBrk="1" hangingPunct="1">
                <a:defRPr/>
              </a:pPr>
              <a:r>
                <a:rPr lang="en-US" sz="1100" dirty="0">
                  <a:latin typeface="Arial" charset="0"/>
                  <a:cs typeface="Arial" charset="0"/>
                </a:rPr>
                <a:t>Counter</a:t>
              </a:r>
              <a:endParaRPr lang="en-GB" sz="1100" dirty="0">
                <a:latin typeface="Arial" charset="0"/>
                <a:cs typeface="Arial" charset="0"/>
              </a:endParaRPr>
            </a:p>
          </p:txBody>
        </p:sp>
        <p:sp>
          <p:nvSpPr>
            <p:cNvPr id="22" name="Trapezoid 21">
              <a:extLst>
                <a:ext uri="{FF2B5EF4-FFF2-40B4-BE49-F238E27FC236}">
                  <a16:creationId xmlns:a16="http://schemas.microsoft.com/office/drawing/2014/main" id="{5355A730-7781-45AA-995E-8430DF5E6CF7}"/>
                </a:ext>
              </a:extLst>
            </p:cNvPr>
            <p:cNvSpPr/>
            <p:nvPr/>
          </p:nvSpPr>
          <p:spPr bwMode="auto">
            <a:xfrm rot="5400000">
              <a:off x="2570026" y="2536261"/>
              <a:ext cx="857300" cy="285757"/>
            </a:xfrm>
            <a:prstGeom prst="trapezoid">
              <a:avLst>
                <a:gd name="adj" fmla="val 73372"/>
              </a:avLst>
            </a:prstGeom>
            <a:solidFill>
              <a:schemeClr val="accent5"/>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72723" name="TextBox 22">
              <a:extLst>
                <a:ext uri="{FF2B5EF4-FFF2-40B4-BE49-F238E27FC236}">
                  <a16:creationId xmlns:a16="http://schemas.microsoft.com/office/drawing/2014/main" id="{B377D261-BEDD-5A16-E5C8-1978BE868C86}"/>
                </a:ext>
              </a:extLst>
            </p:cNvPr>
            <p:cNvSpPr txBox="1">
              <a:spLocks noChangeArrowheads="1"/>
            </p:cNvSpPr>
            <p:nvPr/>
          </p:nvSpPr>
          <p:spPr bwMode="auto">
            <a:xfrm>
              <a:off x="2643174" y="1428736"/>
              <a:ext cx="100013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Row</a:t>
              </a:r>
            </a:p>
            <a:p>
              <a:pPr eaLnBrk="1" hangingPunct="1"/>
              <a:r>
                <a:rPr lang="en-US" altLang="en-US" sz="1400"/>
                <a:t>Address</a:t>
              </a:r>
            </a:p>
            <a:p>
              <a:pPr eaLnBrk="1" hangingPunct="1"/>
              <a:r>
                <a:rPr lang="en-US" altLang="en-US" sz="1400"/>
                <a:t>MUX</a:t>
              </a:r>
            </a:p>
            <a:p>
              <a:pPr eaLnBrk="1" hangingPunct="1"/>
              <a:endParaRPr lang="en-GB" altLang="en-US" sz="1400"/>
            </a:p>
          </p:txBody>
        </p:sp>
        <p:cxnSp>
          <p:nvCxnSpPr>
            <p:cNvPr id="72724" name="Straight Arrow Connector 24">
              <a:extLst>
                <a:ext uri="{FF2B5EF4-FFF2-40B4-BE49-F238E27FC236}">
                  <a16:creationId xmlns:a16="http://schemas.microsoft.com/office/drawing/2014/main" id="{96E15520-4079-9876-B84E-1201D02803E0}"/>
                </a:ext>
              </a:extLst>
            </p:cNvPr>
            <p:cNvCxnSpPr>
              <a:cxnSpLocks noChangeShapeType="1"/>
            </p:cNvCxnSpPr>
            <p:nvPr/>
          </p:nvCxnSpPr>
          <p:spPr bwMode="auto">
            <a:xfrm flipV="1">
              <a:off x="2672916" y="2428868"/>
              <a:ext cx="182880" cy="0"/>
            </a:xfrm>
            <a:prstGeom prst="straightConnector1">
              <a:avLst/>
            </a:prstGeom>
            <a:noFill/>
            <a:ln w="285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25" name="Elbow Connector 28">
              <a:extLst>
                <a:ext uri="{FF2B5EF4-FFF2-40B4-BE49-F238E27FC236}">
                  <a16:creationId xmlns:a16="http://schemas.microsoft.com/office/drawing/2014/main" id="{ED674CC1-6B81-CE0B-44EA-C14E5C599B6E}"/>
                </a:ext>
              </a:extLst>
            </p:cNvPr>
            <p:cNvCxnSpPr>
              <a:cxnSpLocks noChangeShapeType="1"/>
            </p:cNvCxnSpPr>
            <p:nvPr/>
          </p:nvCxnSpPr>
          <p:spPr bwMode="auto">
            <a:xfrm flipV="1">
              <a:off x="1249274" y="2928934"/>
              <a:ext cx="1591056" cy="928694"/>
            </a:xfrm>
            <a:prstGeom prst="bentConnector3">
              <a:avLst>
                <a:gd name="adj1" fmla="val 53310"/>
              </a:avLst>
            </a:prstGeom>
            <a:noFill/>
            <a:ln w="2857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 name="Rectangle 33">
              <a:extLst>
                <a:ext uri="{FF2B5EF4-FFF2-40B4-BE49-F238E27FC236}">
                  <a16:creationId xmlns:a16="http://schemas.microsoft.com/office/drawing/2014/main" id="{FB53B574-31D9-48F2-8486-933D561D9AFF}"/>
                </a:ext>
              </a:extLst>
            </p:cNvPr>
            <p:cNvSpPr/>
            <p:nvPr/>
          </p:nvSpPr>
          <p:spPr bwMode="auto">
            <a:xfrm>
              <a:off x="3081228" y="3869834"/>
              <a:ext cx="714392" cy="714417"/>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r>
                <a:rPr lang="en-US" sz="1200" dirty="0">
                  <a:latin typeface="Arial" charset="0"/>
                  <a:cs typeface="Arial" charset="0"/>
                </a:rPr>
                <a:t>Bank</a:t>
              </a:r>
            </a:p>
            <a:p>
              <a:pPr eaLnBrk="1" hangingPunct="1">
                <a:defRPr/>
              </a:pPr>
              <a:r>
                <a:rPr lang="en-US" sz="1200" dirty="0">
                  <a:latin typeface="Arial" charset="0"/>
                  <a:cs typeface="Arial" charset="0"/>
                </a:rPr>
                <a:t>Control</a:t>
              </a:r>
              <a:endParaRPr lang="en-GB" sz="1200" dirty="0">
                <a:latin typeface="Arial" charset="0"/>
                <a:cs typeface="Arial" charset="0"/>
              </a:endParaRPr>
            </a:p>
          </p:txBody>
        </p:sp>
        <p:sp>
          <p:nvSpPr>
            <p:cNvPr id="35" name="Rectangle 34">
              <a:extLst>
                <a:ext uri="{FF2B5EF4-FFF2-40B4-BE49-F238E27FC236}">
                  <a16:creationId xmlns:a16="http://schemas.microsoft.com/office/drawing/2014/main" id="{F7703E52-8557-4645-99BF-896B091ABB3D}"/>
                </a:ext>
              </a:extLst>
            </p:cNvPr>
            <p:cNvSpPr/>
            <p:nvPr/>
          </p:nvSpPr>
          <p:spPr bwMode="auto">
            <a:xfrm>
              <a:off x="3090753" y="4727134"/>
              <a:ext cx="714392" cy="714417"/>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r>
                <a:rPr lang="en-US" sz="1100" dirty="0">
                  <a:latin typeface="Arial" charset="0"/>
                  <a:cs typeface="Arial" charset="0"/>
                </a:rPr>
                <a:t>Column</a:t>
              </a:r>
            </a:p>
            <a:p>
              <a:pPr eaLnBrk="1" hangingPunct="1">
                <a:defRPr/>
              </a:pPr>
              <a:r>
                <a:rPr lang="en-US" sz="1100" dirty="0">
                  <a:latin typeface="Arial" charset="0"/>
                  <a:cs typeface="Arial" charset="0"/>
                </a:rPr>
                <a:t>Address</a:t>
              </a:r>
            </a:p>
            <a:p>
              <a:pPr eaLnBrk="1" hangingPunct="1">
                <a:defRPr/>
              </a:pPr>
              <a:r>
                <a:rPr lang="en-US" sz="1100" dirty="0">
                  <a:latin typeface="Arial" charset="0"/>
                  <a:cs typeface="Arial" charset="0"/>
                </a:rPr>
                <a:t>Counter/latch</a:t>
              </a:r>
              <a:endParaRPr lang="en-GB" sz="1100" dirty="0">
                <a:latin typeface="Arial" charset="0"/>
                <a:cs typeface="Arial" charset="0"/>
              </a:endParaRPr>
            </a:p>
          </p:txBody>
        </p:sp>
        <p:cxnSp>
          <p:nvCxnSpPr>
            <p:cNvPr id="72728" name="Straight Arrow Connector 36">
              <a:extLst>
                <a:ext uri="{FF2B5EF4-FFF2-40B4-BE49-F238E27FC236}">
                  <a16:creationId xmlns:a16="http://schemas.microsoft.com/office/drawing/2014/main" id="{CFFA7522-AF3B-EA1F-ACD1-A59AB710CE23}"/>
                </a:ext>
              </a:extLst>
            </p:cNvPr>
            <p:cNvCxnSpPr>
              <a:cxnSpLocks noChangeShapeType="1"/>
            </p:cNvCxnSpPr>
            <p:nvPr/>
          </p:nvCxnSpPr>
          <p:spPr bwMode="auto">
            <a:xfrm rot="5400000" flipH="1" flipV="1">
              <a:off x="492435" y="4129483"/>
              <a:ext cx="1828800" cy="794"/>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2729" name="Straight Arrow Connector 38">
              <a:extLst>
                <a:ext uri="{FF2B5EF4-FFF2-40B4-BE49-F238E27FC236}">
                  <a16:creationId xmlns:a16="http://schemas.microsoft.com/office/drawing/2014/main" id="{CAD9BA8E-8D13-EC67-C935-5CD83E3A22FB}"/>
                </a:ext>
              </a:extLst>
            </p:cNvPr>
            <p:cNvCxnSpPr>
              <a:cxnSpLocks noChangeShapeType="1"/>
            </p:cNvCxnSpPr>
            <p:nvPr/>
          </p:nvCxnSpPr>
          <p:spPr bwMode="auto">
            <a:xfrm flipV="1">
              <a:off x="1406438" y="4152674"/>
              <a:ext cx="1664208" cy="0"/>
            </a:xfrm>
            <a:prstGeom prst="straightConnector1">
              <a:avLst/>
            </a:prstGeom>
            <a:noFill/>
            <a:ln w="285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30" name="Straight Connector 40">
              <a:extLst>
                <a:ext uri="{FF2B5EF4-FFF2-40B4-BE49-F238E27FC236}">
                  <a16:creationId xmlns:a16="http://schemas.microsoft.com/office/drawing/2014/main" id="{AD402D74-2503-E8A8-52A8-48B3BDD73E97}"/>
                </a:ext>
              </a:extLst>
            </p:cNvPr>
            <p:cNvCxnSpPr>
              <a:cxnSpLocks noChangeShapeType="1"/>
            </p:cNvCxnSpPr>
            <p:nvPr/>
          </p:nvCxnSpPr>
          <p:spPr bwMode="auto">
            <a:xfrm rot="5400000" flipH="1" flipV="1">
              <a:off x="1358242" y="3500438"/>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2731" name="TextBox 41">
              <a:extLst>
                <a:ext uri="{FF2B5EF4-FFF2-40B4-BE49-F238E27FC236}">
                  <a16:creationId xmlns:a16="http://schemas.microsoft.com/office/drawing/2014/main" id="{D55DDC87-8E07-D7BE-DD2D-43109FECF3F5}"/>
                </a:ext>
              </a:extLst>
            </p:cNvPr>
            <p:cNvSpPr txBox="1">
              <a:spLocks noChangeArrowheads="1"/>
            </p:cNvSpPr>
            <p:nvPr/>
          </p:nvSpPr>
          <p:spPr bwMode="auto">
            <a:xfrm>
              <a:off x="1428728" y="3357562"/>
              <a:ext cx="64294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15</a:t>
              </a:r>
              <a:endParaRPr lang="en-GB" altLang="en-US" sz="1100"/>
            </a:p>
          </p:txBody>
        </p:sp>
        <p:cxnSp>
          <p:nvCxnSpPr>
            <p:cNvPr id="72732" name="Straight Connector 43">
              <a:extLst>
                <a:ext uri="{FF2B5EF4-FFF2-40B4-BE49-F238E27FC236}">
                  <a16:creationId xmlns:a16="http://schemas.microsoft.com/office/drawing/2014/main" id="{ED93CCFE-2197-73F9-79CF-F75265B70CEF}"/>
                </a:ext>
              </a:extLst>
            </p:cNvPr>
            <p:cNvCxnSpPr>
              <a:cxnSpLocks noChangeShapeType="1"/>
            </p:cNvCxnSpPr>
            <p:nvPr/>
          </p:nvCxnSpPr>
          <p:spPr bwMode="auto">
            <a:xfrm rot="5400000" flipH="1" flipV="1">
              <a:off x="2591738" y="2876546"/>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2733" name="TextBox 44">
              <a:extLst>
                <a:ext uri="{FF2B5EF4-FFF2-40B4-BE49-F238E27FC236}">
                  <a16:creationId xmlns:a16="http://schemas.microsoft.com/office/drawing/2014/main" id="{CC05FB75-9EC5-144C-7153-735ECBC76313}"/>
                </a:ext>
              </a:extLst>
            </p:cNvPr>
            <p:cNvSpPr txBox="1">
              <a:spLocks noChangeArrowheads="1"/>
            </p:cNvSpPr>
            <p:nvPr/>
          </p:nvSpPr>
          <p:spPr bwMode="auto">
            <a:xfrm>
              <a:off x="2335132" y="2971466"/>
              <a:ext cx="64294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13</a:t>
              </a:r>
              <a:endParaRPr lang="en-GB" altLang="en-US" sz="1100"/>
            </a:p>
          </p:txBody>
        </p:sp>
        <p:cxnSp>
          <p:nvCxnSpPr>
            <p:cNvPr id="72734" name="Straight Connector 45">
              <a:extLst>
                <a:ext uri="{FF2B5EF4-FFF2-40B4-BE49-F238E27FC236}">
                  <a16:creationId xmlns:a16="http://schemas.microsoft.com/office/drawing/2014/main" id="{6EC09871-D55F-917A-E013-BA44902DB0E2}"/>
                </a:ext>
              </a:extLst>
            </p:cNvPr>
            <p:cNvCxnSpPr>
              <a:cxnSpLocks noChangeShapeType="1"/>
            </p:cNvCxnSpPr>
            <p:nvPr/>
          </p:nvCxnSpPr>
          <p:spPr bwMode="auto">
            <a:xfrm rot="5400000" flipH="1" flipV="1">
              <a:off x="1591606" y="4091869"/>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2735" name="TextBox 46">
              <a:extLst>
                <a:ext uri="{FF2B5EF4-FFF2-40B4-BE49-F238E27FC236}">
                  <a16:creationId xmlns:a16="http://schemas.microsoft.com/office/drawing/2014/main" id="{6F870D50-EC3A-F51B-5072-89313ABCE0CE}"/>
                </a:ext>
              </a:extLst>
            </p:cNvPr>
            <p:cNvSpPr txBox="1">
              <a:spLocks noChangeArrowheads="1"/>
            </p:cNvSpPr>
            <p:nvPr/>
          </p:nvSpPr>
          <p:spPr bwMode="auto">
            <a:xfrm>
              <a:off x="1477876" y="4224112"/>
              <a:ext cx="64294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2</a:t>
              </a:r>
              <a:endParaRPr lang="en-GB" altLang="en-US" sz="1100"/>
            </a:p>
          </p:txBody>
        </p:sp>
        <p:cxnSp>
          <p:nvCxnSpPr>
            <p:cNvPr id="72736" name="Straight Arrow Connector 48">
              <a:extLst>
                <a:ext uri="{FF2B5EF4-FFF2-40B4-BE49-F238E27FC236}">
                  <a16:creationId xmlns:a16="http://schemas.microsoft.com/office/drawing/2014/main" id="{197E976D-4A26-1780-BDD9-5ABB0D36474B}"/>
                </a:ext>
              </a:extLst>
            </p:cNvPr>
            <p:cNvCxnSpPr>
              <a:cxnSpLocks noChangeShapeType="1"/>
            </p:cNvCxnSpPr>
            <p:nvPr/>
          </p:nvCxnSpPr>
          <p:spPr bwMode="auto">
            <a:xfrm flipV="1">
              <a:off x="1406438" y="5041829"/>
              <a:ext cx="1682496" cy="0"/>
            </a:xfrm>
            <a:prstGeom prst="straightConnector1">
              <a:avLst/>
            </a:prstGeom>
            <a:noFill/>
            <a:ln w="2857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2737" name="TextBox 50">
              <a:extLst>
                <a:ext uri="{FF2B5EF4-FFF2-40B4-BE49-F238E27FC236}">
                  <a16:creationId xmlns:a16="http://schemas.microsoft.com/office/drawing/2014/main" id="{8C0E767F-A8AE-C3CC-7E7A-D17203C87887}"/>
                </a:ext>
              </a:extLst>
            </p:cNvPr>
            <p:cNvSpPr txBox="1">
              <a:spLocks noChangeArrowheads="1"/>
            </p:cNvSpPr>
            <p:nvPr/>
          </p:nvSpPr>
          <p:spPr bwMode="auto">
            <a:xfrm>
              <a:off x="1427704" y="5096433"/>
              <a:ext cx="64294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11 </a:t>
              </a:r>
              <a:endParaRPr lang="en-GB" altLang="en-US" sz="1100"/>
            </a:p>
          </p:txBody>
        </p:sp>
        <p:sp>
          <p:nvSpPr>
            <p:cNvPr id="55" name="Rectangle 54">
              <a:extLst>
                <a:ext uri="{FF2B5EF4-FFF2-40B4-BE49-F238E27FC236}">
                  <a16:creationId xmlns:a16="http://schemas.microsoft.com/office/drawing/2014/main" id="{F67CD50C-1EFC-4487-A68B-75D45F639928}"/>
                </a:ext>
              </a:extLst>
            </p:cNvPr>
            <p:cNvSpPr/>
            <p:nvPr/>
          </p:nvSpPr>
          <p:spPr bwMode="auto">
            <a:xfrm>
              <a:off x="3852771" y="1796437"/>
              <a:ext cx="647716" cy="846188"/>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sz="1200" dirty="0">
                <a:latin typeface="Arial" charset="0"/>
                <a:cs typeface="Arial" charset="0"/>
              </a:endParaRPr>
            </a:p>
          </p:txBody>
        </p:sp>
        <p:sp>
          <p:nvSpPr>
            <p:cNvPr id="54" name="Rectangle 53">
              <a:extLst>
                <a:ext uri="{FF2B5EF4-FFF2-40B4-BE49-F238E27FC236}">
                  <a16:creationId xmlns:a16="http://schemas.microsoft.com/office/drawing/2014/main" id="{B589CFC8-5B3C-48A6-8C69-ADFF0345AE01}"/>
                </a:ext>
              </a:extLst>
            </p:cNvPr>
            <p:cNvSpPr/>
            <p:nvPr/>
          </p:nvSpPr>
          <p:spPr bwMode="auto">
            <a:xfrm>
              <a:off x="3751169" y="1934558"/>
              <a:ext cx="649303" cy="847775"/>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sz="1200" dirty="0">
                <a:latin typeface="Arial" charset="0"/>
                <a:cs typeface="Arial" charset="0"/>
              </a:endParaRPr>
            </a:p>
          </p:txBody>
        </p:sp>
        <p:sp>
          <p:nvSpPr>
            <p:cNvPr id="53" name="Rectangle 52">
              <a:extLst>
                <a:ext uri="{FF2B5EF4-FFF2-40B4-BE49-F238E27FC236}">
                  <a16:creationId xmlns:a16="http://schemas.microsoft.com/office/drawing/2014/main" id="{6968EE55-F4C2-400A-B26D-D73A1EB4622A}"/>
                </a:ext>
              </a:extLst>
            </p:cNvPr>
            <p:cNvSpPr/>
            <p:nvPr/>
          </p:nvSpPr>
          <p:spPr bwMode="auto">
            <a:xfrm>
              <a:off x="3651154" y="2071091"/>
              <a:ext cx="649304" cy="847775"/>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sz="1200" dirty="0">
                <a:latin typeface="Arial" charset="0"/>
                <a:cs typeface="Arial" charset="0"/>
              </a:endParaRPr>
            </a:p>
          </p:txBody>
        </p:sp>
        <p:sp>
          <p:nvSpPr>
            <p:cNvPr id="72741" name="TextBox 55">
              <a:extLst>
                <a:ext uri="{FF2B5EF4-FFF2-40B4-BE49-F238E27FC236}">
                  <a16:creationId xmlns:a16="http://schemas.microsoft.com/office/drawing/2014/main" id="{BBA34631-3CD2-4540-0642-F097818AD311}"/>
                </a:ext>
              </a:extLst>
            </p:cNvPr>
            <p:cNvSpPr txBox="1">
              <a:spLocks noChangeArrowheads="1"/>
            </p:cNvSpPr>
            <p:nvPr/>
          </p:nvSpPr>
          <p:spPr bwMode="auto">
            <a:xfrm>
              <a:off x="3656223" y="1304133"/>
              <a:ext cx="135732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Row Address</a:t>
              </a:r>
            </a:p>
            <a:p>
              <a:pPr eaLnBrk="1" hangingPunct="1"/>
              <a:r>
                <a:rPr lang="en-US" altLang="en-US" sz="1400"/>
                <a:t>Latch and DC</a:t>
              </a:r>
            </a:p>
            <a:p>
              <a:pPr eaLnBrk="1" hangingPunct="1"/>
              <a:endParaRPr lang="en-GB" altLang="en-US" sz="1400"/>
            </a:p>
          </p:txBody>
        </p:sp>
        <p:sp>
          <p:nvSpPr>
            <p:cNvPr id="59" name="Rectangle 58">
              <a:extLst>
                <a:ext uri="{FF2B5EF4-FFF2-40B4-BE49-F238E27FC236}">
                  <a16:creationId xmlns:a16="http://schemas.microsoft.com/office/drawing/2014/main" id="{1510C721-32D5-4069-AD3A-71B6F666197A}"/>
                </a:ext>
              </a:extLst>
            </p:cNvPr>
            <p:cNvSpPr/>
            <p:nvPr/>
          </p:nvSpPr>
          <p:spPr bwMode="auto">
            <a:xfrm>
              <a:off x="4984686" y="1604339"/>
              <a:ext cx="911247" cy="1025585"/>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sz="1200" dirty="0">
                <a:latin typeface="Arial" charset="0"/>
                <a:cs typeface="Arial" charset="0"/>
              </a:endParaRPr>
            </a:p>
          </p:txBody>
        </p:sp>
        <p:sp>
          <p:nvSpPr>
            <p:cNvPr id="60" name="Rectangle 59">
              <a:extLst>
                <a:ext uri="{FF2B5EF4-FFF2-40B4-BE49-F238E27FC236}">
                  <a16:creationId xmlns:a16="http://schemas.microsoft.com/office/drawing/2014/main" id="{D23AADA0-0F05-4EE6-A068-F64AD4E8EF75}"/>
                </a:ext>
              </a:extLst>
            </p:cNvPr>
            <p:cNvSpPr/>
            <p:nvPr/>
          </p:nvSpPr>
          <p:spPr bwMode="auto">
            <a:xfrm>
              <a:off x="4876733" y="1772624"/>
              <a:ext cx="911247" cy="1025585"/>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sz="1200" dirty="0">
                <a:latin typeface="Arial" charset="0"/>
                <a:cs typeface="Arial" charset="0"/>
              </a:endParaRPr>
            </a:p>
          </p:txBody>
        </p:sp>
        <p:sp>
          <p:nvSpPr>
            <p:cNvPr id="61" name="Rectangle 60">
              <a:extLst>
                <a:ext uri="{FF2B5EF4-FFF2-40B4-BE49-F238E27FC236}">
                  <a16:creationId xmlns:a16="http://schemas.microsoft.com/office/drawing/2014/main" id="{3950C6F9-63C7-4EE4-9ECD-F71A2F1D4941}"/>
                </a:ext>
              </a:extLst>
            </p:cNvPr>
            <p:cNvSpPr/>
            <p:nvPr/>
          </p:nvSpPr>
          <p:spPr bwMode="auto">
            <a:xfrm>
              <a:off x="4752905" y="1937733"/>
              <a:ext cx="912835" cy="1025585"/>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sz="1200" dirty="0">
                <a:latin typeface="Arial" charset="0"/>
                <a:cs typeface="Arial" charset="0"/>
              </a:endParaRPr>
            </a:p>
          </p:txBody>
        </p:sp>
        <p:cxnSp>
          <p:nvCxnSpPr>
            <p:cNvPr id="72745" name="Straight Arrow Connector 62">
              <a:extLst>
                <a:ext uri="{FF2B5EF4-FFF2-40B4-BE49-F238E27FC236}">
                  <a16:creationId xmlns:a16="http://schemas.microsoft.com/office/drawing/2014/main" id="{24375BE9-A619-E9E0-3247-47365B933585}"/>
                </a:ext>
              </a:extLst>
            </p:cNvPr>
            <p:cNvCxnSpPr>
              <a:cxnSpLocks noChangeShapeType="1"/>
            </p:cNvCxnSpPr>
            <p:nvPr/>
          </p:nvCxnSpPr>
          <p:spPr bwMode="auto">
            <a:xfrm flipV="1">
              <a:off x="3204675" y="2784404"/>
              <a:ext cx="365760"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46" name="Straight Connector 73">
              <a:extLst>
                <a:ext uri="{FF2B5EF4-FFF2-40B4-BE49-F238E27FC236}">
                  <a16:creationId xmlns:a16="http://schemas.microsoft.com/office/drawing/2014/main" id="{47C6D229-9C43-6B94-7C55-036625D70C11}"/>
                </a:ext>
              </a:extLst>
            </p:cNvPr>
            <p:cNvCxnSpPr>
              <a:cxnSpLocks noChangeShapeType="1"/>
            </p:cNvCxnSpPr>
            <p:nvPr/>
          </p:nvCxnSpPr>
          <p:spPr bwMode="auto">
            <a:xfrm>
              <a:off x="4630442" y="2928934"/>
              <a:ext cx="857256"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6" name="Rectangle 75">
              <a:extLst>
                <a:ext uri="{FF2B5EF4-FFF2-40B4-BE49-F238E27FC236}">
                  <a16:creationId xmlns:a16="http://schemas.microsoft.com/office/drawing/2014/main" id="{76B95C30-A20E-4C93-A0F2-70C82DC71918}"/>
                </a:ext>
              </a:extLst>
            </p:cNvPr>
            <p:cNvSpPr/>
            <p:nvPr/>
          </p:nvSpPr>
          <p:spPr bwMode="auto">
            <a:xfrm>
              <a:off x="6280117" y="1953609"/>
              <a:ext cx="214318" cy="928741"/>
            </a:xfrm>
            <a:prstGeom prst="rect">
              <a:avLst/>
            </a:prstGeom>
            <a:solidFill>
              <a:schemeClr val="accent5"/>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77" name="Rectangle 76">
              <a:extLst>
                <a:ext uri="{FF2B5EF4-FFF2-40B4-BE49-F238E27FC236}">
                  <a16:creationId xmlns:a16="http://schemas.microsoft.com/office/drawing/2014/main" id="{F1DBE9CB-33DB-4D20-AC72-D5494CD1758C}"/>
                </a:ext>
              </a:extLst>
            </p:cNvPr>
            <p:cNvSpPr/>
            <p:nvPr/>
          </p:nvSpPr>
          <p:spPr bwMode="auto">
            <a:xfrm>
              <a:off x="6259479" y="3433246"/>
              <a:ext cx="365134" cy="928741"/>
            </a:xfrm>
            <a:prstGeom prst="rect">
              <a:avLst/>
            </a:prstGeom>
            <a:solidFill>
              <a:schemeClr val="accent5"/>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72749" name="TextBox 77">
              <a:extLst>
                <a:ext uri="{FF2B5EF4-FFF2-40B4-BE49-F238E27FC236}">
                  <a16:creationId xmlns:a16="http://schemas.microsoft.com/office/drawing/2014/main" id="{6F9A2570-6A30-5117-747C-BDAD3BCD72A1}"/>
                </a:ext>
              </a:extLst>
            </p:cNvPr>
            <p:cNvSpPr txBox="1">
              <a:spLocks noChangeArrowheads="1"/>
            </p:cNvSpPr>
            <p:nvPr/>
          </p:nvSpPr>
          <p:spPr bwMode="auto">
            <a:xfrm>
              <a:off x="6002414" y="1633755"/>
              <a:ext cx="12144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Read latch</a:t>
              </a:r>
              <a:endParaRPr lang="en-GB" altLang="en-US" sz="1400"/>
            </a:p>
          </p:txBody>
        </p:sp>
        <p:sp>
          <p:nvSpPr>
            <p:cNvPr id="72750" name="TextBox 78">
              <a:extLst>
                <a:ext uri="{FF2B5EF4-FFF2-40B4-BE49-F238E27FC236}">
                  <a16:creationId xmlns:a16="http://schemas.microsoft.com/office/drawing/2014/main" id="{F2C12D09-185B-57DB-484C-D7D32A6369D2}"/>
                </a:ext>
              </a:extLst>
            </p:cNvPr>
            <p:cNvSpPr txBox="1">
              <a:spLocks noChangeArrowheads="1"/>
            </p:cNvSpPr>
            <p:nvPr/>
          </p:nvSpPr>
          <p:spPr bwMode="auto">
            <a:xfrm>
              <a:off x="5930976" y="4621421"/>
              <a:ext cx="12144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Write FIFO</a:t>
              </a:r>
              <a:br>
                <a:rPr lang="en-US" altLang="en-US" sz="1400"/>
              </a:br>
              <a:r>
                <a:rPr lang="en-US" altLang="en-US" sz="1400"/>
                <a:t>and drivers</a:t>
              </a:r>
              <a:endParaRPr lang="en-GB" altLang="en-US" sz="1400"/>
            </a:p>
          </p:txBody>
        </p:sp>
        <p:cxnSp>
          <p:nvCxnSpPr>
            <p:cNvPr id="72751" name="Straight Arrow Connector 81">
              <a:extLst>
                <a:ext uri="{FF2B5EF4-FFF2-40B4-BE49-F238E27FC236}">
                  <a16:creationId xmlns:a16="http://schemas.microsoft.com/office/drawing/2014/main" id="{17AF1028-B579-F476-F8B0-95754D41696D}"/>
                </a:ext>
              </a:extLst>
            </p:cNvPr>
            <p:cNvCxnSpPr>
              <a:cxnSpLocks noChangeShapeType="1"/>
            </p:cNvCxnSpPr>
            <p:nvPr/>
          </p:nvCxnSpPr>
          <p:spPr bwMode="auto">
            <a:xfrm flipV="1">
              <a:off x="5603916" y="3737241"/>
              <a:ext cx="457200" cy="0"/>
            </a:xfrm>
            <a:prstGeom prst="straightConnector1">
              <a:avLst/>
            </a:prstGeom>
            <a:noFill/>
            <a:ln w="28575"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72752" name="Straight Connector 83">
              <a:extLst>
                <a:ext uri="{FF2B5EF4-FFF2-40B4-BE49-F238E27FC236}">
                  <a16:creationId xmlns:a16="http://schemas.microsoft.com/office/drawing/2014/main" id="{E43F344D-B091-35BB-6BA2-AFBBA36599A2}"/>
                </a:ext>
              </a:extLst>
            </p:cNvPr>
            <p:cNvCxnSpPr>
              <a:cxnSpLocks noChangeShapeType="1"/>
            </p:cNvCxnSpPr>
            <p:nvPr/>
          </p:nvCxnSpPr>
          <p:spPr bwMode="auto">
            <a:xfrm rot="5400000" flipH="1" flipV="1">
              <a:off x="5338206" y="3143248"/>
              <a:ext cx="142876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2753" name="Straight Arrow Connector 84">
              <a:extLst>
                <a:ext uri="{FF2B5EF4-FFF2-40B4-BE49-F238E27FC236}">
                  <a16:creationId xmlns:a16="http://schemas.microsoft.com/office/drawing/2014/main" id="{6BF46CE8-A9E9-77B3-585A-BF615D16EF2D}"/>
                </a:ext>
              </a:extLst>
            </p:cNvPr>
            <p:cNvCxnSpPr>
              <a:cxnSpLocks noChangeShapeType="1"/>
            </p:cNvCxnSpPr>
            <p:nvPr/>
          </p:nvCxnSpPr>
          <p:spPr bwMode="auto">
            <a:xfrm flipV="1">
              <a:off x="6044946" y="2439501"/>
              <a:ext cx="228600" cy="0"/>
            </a:xfrm>
            <a:prstGeom prst="straightConnector1">
              <a:avLst/>
            </a:prstGeom>
            <a:noFill/>
            <a:ln w="285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54" name="Straight Arrow Connector 85">
              <a:extLst>
                <a:ext uri="{FF2B5EF4-FFF2-40B4-BE49-F238E27FC236}">
                  <a16:creationId xmlns:a16="http://schemas.microsoft.com/office/drawing/2014/main" id="{673C2ED5-D225-0D6E-F91B-3FA3242F5480}"/>
                </a:ext>
              </a:extLst>
            </p:cNvPr>
            <p:cNvCxnSpPr>
              <a:cxnSpLocks noChangeShapeType="1"/>
            </p:cNvCxnSpPr>
            <p:nvPr/>
          </p:nvCxnSpPr>
          <p:spPr bwMode="auto">
            <a:xfrm flipV="1">
              <a:off x="6043061" y="3857628"/>
              <a:ext cx="228600" cy="0"/>
            </a:xfrm>
            <a:prstGeom prst="straightConnector1">
              <a:avLst/>
            </a:prstGeom>
            <a:noFill/>
            <a:ln w="28575"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87" name="Trapezoid 86">
              <a:extLst>
                <a:ext uri="{FF2B5EF4-FFF2-40B4-BE49-F238E27FC236}">
                  <a16:creationId xmlns:a16="http://schemas.microsoft.com/office/drawing/2014/main" id="{94CDCEE9-3640-48A0-8838-0CF2F2E0C0BF}"/>
                </a:ext>
              </a:extLst>
            </p:cNvPr>
            <p:cNvSpPr/>
            <p:nvPr/>
          </p:nvSpPr>
          <p:spPr bwMode="auto">
            <a:xfrm rot="5400000">
              <a:off x="6445206" y="2313997"/>
              <a:ext cx="857300" cy="228606"/>
            </a:xfrm>
            <a:prstGeom prst="trapezoid">
              <a:avLst>
                <a:gd name="adj" fmla="val 73372"/>
              </a:avLst>
            </a:prstGeom>
            <a:solidFill>
              <a:schemeClr val="accent5"/>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cxnSp>
          <p:nvCxnSpPr>
            <p:cNvPr id="72756" name="Straight Arrow Connector 87">
              <a:extLst>
                <a:ext uri="{FF2B5EF4-FFF2-40B4-BE49-F238E27FC236}">
                  <a16:creationId xmlns:a16="http://schemas.microsoft.com/office/drawing/2014/main" id="{88887927-D110-F4D0-E092-26288382636C}"/>
                </a:ext>
              </a:extLst>
            </p:cNvPr>
            <p:cNvCxnSpPr>
              <a:cxnSpLocks noChangeShapeType="1"/>
            </p:cNvCxnSpPr>
            <p:nvPr/>
          </p:nvCxnSpPr>
          <p:spPr bwMode="auto">
            <a:xfrm flipV="1">
              <a:off x="6502480" y="2143116"/>
              <a:ext cx="228600" cy="0"/>
            </a:xfrm>
            <a:prstGeom prst="straightConnector1">
              <a:avLst/>
            </a:prstGeom>
            <a:noFill/>
            <a:ln w="2857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9" name="Rectangle 88">
              <a:extLst>
                <a:ext uri="{FF2B5EF4-FFF2-40B4-BE49-F238E27FC236}">
                  <a16:creationId xmlns:a16="http://schemas.microsoft.com/office/drawing/2014/main" id="{2A36DFED-A6FD-4EB3-B3C4-E2DB993A1516}"/>
                </a:ext>
              </a:extLst>
            </p:cNvPr>
            <p:cNvSpPr/>
            <p:nvPr/>
          </p:nvSpPr>
          <p:spPr bwMode="auto">
            <a:xfrm>
              <a:off x="7831142" y="2156821"/>
              <a:ext cx="285757" cy="500091"/>
            </a:xfrm>
            <a:prstGeom prst="rect">
              <a:avLst/>
            </a:prstGeom>
            <a:solidFill>
              <a:schemeClr val="accent1">
                <a:lumMod val="40000"/>
                <a:lumOff val="6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90" name="Rectangle 89">
              <a:extLst>
                <a:ext uri="{FF2B5EF4-FFF2-40B4-BE49-F238E27FC236}">
                  <a16:creationId xmlns:a16="http://schemas.microsoft.com/office/drawing/2014/main" id="{502B72B3-6C95-481C-B7B6-B0F41B649D52}"/>
                </a:ext>
              </a:extLst>
            </p:cNvPr>
            <p:cNvSpPr/>
            <p:nvPr/>
          </p:nvSpPr>
          <p:spPr bwMode="auto">
            <a:xfrm>
              <a:off x="7786691" y="1685306"/>
              <a:ext cx="457211" cy="285767"/>
            </a:xfrm>
            <a:prstGeom prst="rect">
              <a:avLst/>
            </a:prstGeom>
            <a:solidFill>
              <a:schemeClr val="accent3">
                <a:lumMod val="85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r>
                <a:rPr lang="en-US" sz="1100" dirty="0">
                  <a:latin typeface="Arial" charset="0"/>
                  <a:cs typeface="Arial" charset="0"/>
                </a:rPr>
                <a:t>DLL</a:t>
              </a:r>
              <a:endParaRPr lang="en-GB" sz="1100" dirty="0">
                <a:latin typeface="Arial" charset="0"/>
                <a:cs typeface="Arial" charset="0"/>
              </a:endParaRPr>
            </a:p>
          </p:txBody>
        </p:sp>
        <p:sp>
          <p:nvSpPr>
            <p:cNvPr id="91" name="Rectangle 90">
              <a:extLst>
                <a:ext uri="{FF2B5EF4-FFF2-40B4-BE49-F238E27FC236}">
                  <a16:creationId xmlns:a16="http://schemas.microsoft.com/office/drawing/2014/main" id="{73B5EE28-6AE2-4BD8-874F-A4A002E61129}"/>
                </a:ext>
              </a:extLst>
            </p:cNvPr>
            <p:cNvSpPr/>
            <p:nvPr/>
          </p:nvSpPr>
          <p:spPr bwMode="auto">
            <a:xfrm>
              <a:off x="7002447" y="3428483"/>
              <a:ext cx="365134" cy="928742"/>
            </a:xfrm>
            <a:prstGeom prst="rect">
              <a:avLst/>
            </a:prstGeom>
            <a:solidFill>
              <a:schemeClr val="accent5"/>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cxnSp>
          <p:nvCxnSpPr>
            <p:cNvPr id="72760" name="Straight Connector 92">
              <a:extLst>
                <a:ext uri="{FF2B5EF4-FFF2-40B4-BE49-F238E27FC236}">
                  <a16:creationId xmlns:a16="http://schemas.microsoft.com/office/drawing/2014/main" id="{10EE99EE-E3EC-A59B-7393-ADBBFCF69473}"/>
                </a:ext>
              </a:extLst>
            </p:cNvPr>
            <p:cNvCxnSpPr>
              <a:cxnSpLocks noChangeShapeType="1"/>
              <a:stCxn id="91" idx="1"/>
              <a:endCxn id="91" idx="3"/>
            </p:cNvCxnSpPr>
            <p:nvPr/>
          </p:nvCxnSpPr>
          <p:spPr bwMode="auto">
            <a:xfrm rot="10800000" flipH="1">
              <a:off x="7002546" y="3893347"/>
              <a:ext cx="36576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761" name="Straight Connector 93">
              <a:extLst>
                <a:ext uri="{FF2B5EF4-FFF2-40B4-BE49-F238E27FC236}">
                  <a16:creationId xmlns:a16="http://schemas.microsoft.com/office/drawing/2014/main" id="{5A0E41F2-A85F-BCD5-897A-B1E673EAEC6F}"/>
                </a:ext>
              </a:extLst>
            </p:cNvPr>
            <p:cNvCxnSpPr>
              <a:cxnSpLocks noChangeShapeType="1"/>
            </p:cNvCxnSpPr>
            <p:nvPr/>
          </p:nvCxnSpPr>
          <p:spPr bwMode="auto">
            <a:xfrm rot="10800000" flipH="1">
              <a:off x="7002546" y="3643314"/>
              <a:ext cx="36576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762" name="Straight Connector 94">
              <a:extLst>
                <a:ext uri="{FF2B5EF4-FFF2-40B4-BE49-F238E27FC236}">
                  <a16:creationId xmlns:a16="http://schemas.microsoft.com/office/drawing/2014/main" id="{424AED84-4632-7AA2-1E1D-8B2A567FBC27}"/>
                </a:ext>
              </a:extLst>
            </p:cNvPr>
            <p:cNvCxnSpPr>
              <a:cxnSpLocks noChangeShapeType="1"/>
            </p:cNvCxnSpPr>
            <p:nvPr/>
          </p:nvCxnSpPr>
          <p:spPr bwMode="auto">
            <a:xfrm rot="10800000" flipH="1">
              <a:off x="7002546" y="4143380"/>
              <a:ext cx="36576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97" name="Rectangle 96">
              <a:extLst>
                <a:ext uri="{FF2B5EF4-FFF2-40B4-BE49-F238E27FC236}">
                  <a16:creationId xmlns:a16="http://schemas.microsoft.com/office/drawing/2014/main" id="{5EE590C5-F6DA-49A9-9AC1-62A78F8A2A22}"/>
                </a:ext>
              </a:extLst>
            </p:cNvPr>
            <p:cNvSpPr/>
            <p:nvPr/>
          </p:nvSpPr>
          <p:spPr bwMode="auto">
            <a:xfrm>
              <a:off x="7912106" y="3571366"/>
              <a:ext cx="284170" cy="500092"/>
            </a:xfrm>
            <a:prstGeom prst="rect">
              <a:avLst/>
            </a:prstGeom>
            <a:solidFill>
              <a:schemeClr val="accent1">
                <a:lumMod val="40000"/>
                <a:lumOff val="6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cxnSp>
          <p:nvCxnSpPr>
            <p:cNvPr id="72764" name="Straight Connector 98">
              <a:extLst>
                <a:ext uri="{FF2B5EF4-FFF2-40B4-BE49-F238E27FC236}">
                  <a16:creationId xmlns:a16="http://schemas.microsoft.com/office/drawing/2014/main" id="{9937C607-73FB-E71B-BB2D-1D8EE77E4B38}"/>
                </a:ext>
              </a:extLst>
            </p:cNvPr>
            <p:cNvCxnSpPr>
              <a:cxnSpLocks noChangeShapeType="1"/>
            </p:cNvCxnSpPr>
            <p:nvPr/>
          </p:nvCxnSpPr>
          <p:spPr bwMode="auto">
            <a:xfrm flipV="1">
              <a:off x="7747171" y="3864441"/>
              <a:ext cx="137160" cy="0"/>
            </a:xfrm>
            <a:prstGeom prst="line">
              <a:avLst/>
            </a:prstGeom>
            <a:noFill/>
            <a:ln w="1905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72765" name="Straight Connector 100">
              <a:extLst>
                <a:ext uri="{FF2B5EF4-FFF2-40B4-BE49-F238E27FC236}">
                  <a16:creationId xmlns:a16="http://schemas.microsoft.com/office/drawing/2014/main" id="{47314071-AFDC-F2F6-6A69-1FFA827630A4}"/>
                </a:ext>
              </a:extLst>
            </p:cNvPr>
            <p:cNvCxnSpPr>
              <a:cxnSpLocks noChangeShapeType="1"/>
            </p:cNvCxnSpPr>
            <p:nvPr/>
          </p:nvCxnSpPr>
          <p:spPr bwMode="auto">
            <a:xfrm rot="5400000">
              <a:off x="7501937" y="3890202"/>
              <a:ext cx="493776"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766" name="Straight Connector 102">
              <a:extLst>
                <a:ext uri="{FF2B5EF4-FFF2-40B4-BE49-F238E27FC236}">
                  <a16:creationId xmlns:a16="http://schemas.microsoft.com/office/drawing/2014/main" id="{89A97DC7-B627-F6C3-23CA-E13F273DC423}"/>
                </a:ext>
              </a:extLst>
            </p:cNvPr>
            <p:cNvCxnSpPr>
              <a:cxnSpLocks noChangeShapeType="1"/>
            </p:cNvCxnSpPr>
            <p:nvPr/>
          </p:nvCxnSpPr>
          <p:spPr bwMode="auto">
            <a:xfrm>
              <a:off x="7572396" y="3643314"/>
              <a:ext cx="18288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767" name="Straight Connector 103">
              <a:extLst>
                <a:ext uri="{FF2B5EF4-FFF2-40B4-BE49-F238E27FC236}">
                  <a16:creationId xmlns:a16="http://schemas.microsoft.com/office/drawing/2014/main" id="{80DB8A3E-34B6-6C8F-F67E-5F09B9DE5CB0}"/>
                </a:ext>
              </a:extLst>
            </p:cNvPr>
            <p:cNvCxnSpPr>
              <a:cxnSpLocks noChangeShapeType="1"/>
            </p:cNvCxnSpPr>
            <p:nvPr/>
          </p:nvCxnSpPr>
          <p:spPr bwMode="auto">
            <a:xfrm>
              <a:off x="7572396" y="4135740"/>
              <a:ext cx="18288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768" name="Straight Connector 105">
              <a:extLst>
                <a:ext uri="{FF2B5EF4-FFF2-40B4-BE49-F238E27FC236}">
                  <a16:creationId xmlns:a16="http://schemas.microsoft.com/office/drawing/2014/main" id="{6FE1D56C-E661-AEF7-FA75-C40DF96B19C5}"/>
                </a:ext>
              </a:extLst>
            </p:cNvPr>
            <p:cNvCxnSpPr>
              <a:cxnSpLocks noChangeShapeType="1"/>
            </p:cNvCxnSpPr>
            <p:nvPr/>
          </p:nvCxnSpPr>
          <p:spPr bwMode="auto">
            <a:xfrm rot="5400000">
              <a:off x="7429520" y="3664580"/>
              <a:ext cx="285752"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769" name="Straight Connector 106">
              <a:extLst>
                <a:ext uri="{FF2B5EF4-FFF2-40B4-BE49-F238E27FC236}">
                  <a16:creationId xmlns:a16="http://schemas.microsoft.com/office/drawing/2014/main" id="{FE2E1E77-7B60-8B40-34AA-8C247BB7ACBA}"/>
                </a:ext>
              </a:extLst>
            </p:cNvPr>
            <p:cNvCxnSpPr>
              <a:cxnSpLocks noChangeShapeType="1"/>
            </p:cNvCxnSpPr>
            <p:nvPr/>
          </p:nvCxnSpPr>
          <p:spPr bwMode="auto">
            <a:xfrm rot="5400000">
              <a:off x="7430314" y="4134946"/>
              <a:ext cx="285752"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770" name="Straight Connector 108">
              <a:extLst>
                <a:ext uri="{FF2B5EF4-FFF2-40B4-BE49-F238E27FC236}">
                  <a16:creationId xmlns:a16="http://schemas.microsoft.com/office/drawing/2014/main" id="{DF2C630A-CEC7-0D9F-903C-3DCC9224D85A}"/>
                </a:ext>
              </a:extLst>
            </p:cNvPr>
            <p:cNvCxnSpPr>
              <a:cxnSpLocks noChangeShapeType="1"/>
            </p:cNvCxnSpPr>
            <p:nvPr/>
          </p:nvCxnSpPr>
          <p:spPr bwMode="auto">
            <a:xfrm>
              <a:off x="7358082" y="3511071"/>
              <a:ext cx="214314" cy="1588"/>
            </a:xfrm>
            <a:prstGeom prst="line">
              <a:avLst/>
            </a:prstGeom>
            <a:noFill/>
            <a:ln w="1905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72771" name="Straight Connector 109">
              <a:extLst>
                <a:ext uri="{FF2B5EF4-FFF2-40B4-BE49-F238E27FC236}">
                  <a16:creationId xmlns:a16="http://schemas.microsoft.com/office/drawing/2014/main" id="{C660C0AD-BB28-6C06-CB7D-39E077B73E5F}"/>
                </a:ext>
              </a:extLst>
            </p:cNvPr>
            <p:cNvCxnSpPr>
              <a:cxnSpLocks noChangeShapeType="1"/>
            </p:cNvCxnSpPr>
            <p:nvPr/>
          </p:nvCxnSpPr>
          <p:spPr bwMode="auto">
            <a:xfrm>
              <a:off x="7358082" y="3807456"/>
              <a:ext cx="214314" cy="1588"/>
            </a:xfrm>
            <a:prstGeom prst="line">
              <a:avLst/>
            </a:prstGeom>
            <a:noFill/>
            <a:ln w="1905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72772" name="Straight Connector 110">
              <a:extLst>
                <a:ext uri="{FF2B5EF4-FFF2-40B4-BE49-F238E27FC236}">
                  <a16:creationId xmlns:a16="http://schemas.microsoft.com/office/drawing/2014/main" id="{BA95DFC1-1D7C-D975-B284-8ED5588A1E93}"/>
                </a:ext>
              </a:extLst>
            </p:cNvPr>
            <p:cNvCxnSpPr>
              <a:cxnSpLocks noChangeShapeType="1"/>
            </p:cNvCxnSpPr>
            <p:nvPr/>
          </p:nvCxnSpPr>
          <p:spPr bwMode="auto">
            <a:xfrm>
              <a:off x="7358082" y="4000504"/>
              <a:ext cx="214314" cy="1588"/>
            </a:xfrm>
            <a:prstGeom prst="line">
              <a:avLst/>
            </a:prstGeom>
            <a:noFill/>
            <a:ln w="1905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72773" name="Straight Connector 111">
              <a:extLst>
                <a:ext uri="{FF2B5EF4-FFF2-40B4-BE49-F238E27FC236}">
                  <a16:creationId xmlns:a16="http://schemas.microsoft.com/office/drawing/2014/main" id="{E988DD0D-19B8-4B61-C0E2-7121067FD1E1}"/>
                </a:ext>
              </a:extLst>
            </p:cNvPr>
            <p:cNvCxnSpPr>
              <a:cxnSpLocks noChangeShapeType="1"/>
            </p:cNvCxnSpPr>
            <p:nvPr/>
          </p:nvCxnSpPr>
          <p:spPr bwMode="auto">
            <a:xfrm>
              <a:off x="7358082" y="4286256"/>
              <a:ext cx="214314" cy="1588"/>
            </a:xfrm>
            <a:prstGeom prst="line">
              <a:avLst/>
            </a:prstGeom>
            <a:noFill/>
            <a:ln w="1905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72774" name="Straight Connector 112">
              <a:extLst>
                <a:ext uri="{FF2B5EF4-FFF2-40B4-BE49-F238E27FC236}">
                  <a16:creationId xmlns:a16="http://schemas.microsoft.com/office/drawing/2014/main" id="{8E09B3CE-1A8F-0031-8EBE-37D4C6FD4829}"/>
                </a:ext>
              </a:extLst>
            </p:cNvPr>
            <p:cNvCxnSpPr>
              <a:cxnSpLocks noChangeShapeType="1"/>
            </p:cNvCxnSpPr>
            <p:nvPr/>
          </p:nvCxnSpPr>
          <p:spPr bwMode="auto">
            <a:xfrm>
              <a:off x="6807844" y="3529344"/>
              <a:ext cx="18288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775" name="Straight Connector 113">
              <a:extLst>
                <a:ext uri="{FF2B5EF4-FFF2-40B4-BE49-F238E27FC236}">
                  <a16:creationId xmlns:a16="http://schemas.microsoft.com/office/drawing/2014/main" id="{8FCC7E75-C0E2-5CA9-3B57-1C7730A4F1CD}"/>
                </a:ext>
              </a:extLst>
            </p:cNvPr>
            <p:cNvCxnSpPr>
              <a:cxnSpLocks noChangeShapeType="1"/>
            </p:cNvCxnSpPr>
            <p:nvPr/>
          </p:nvCxnSpPr>
          <p:spPr bwMode="auto">
            <a:xfrm>
              <a:off x="6807844" y="3799816"/>
              <a:ext cx="18288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776" name="Straight Connector 114">
              <a:extLst>
                <a:ext uri="{FF2B5EF4-FFF2-40B4-BE49-F238E27FC236}">
                  <a16:creationId xmlns:a16="http://schemas.microsoft.com/office/drawing/2014/main" id="{E29D2F51-2914-C807-BE7C-ACC2649C1330}"/>
                </a:ext>
              </a:extLst>
            </p:cNvPr>
            <p:cNvCxnSpPr>
              <a:cxnSpLocks noChangeShapeType="1"/>
            </p:cNvCxnSpPr>
            <p:nvPr/>
          </p:nvCxnSpPr>
          <p:spPr bwMode="auto">
            <a:xfrm>
              <a:off x="6807844" y="3994518"/>
              <a:ext cx="201168"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777" name="Straight Connector 115">
              <a:extLst>
                <a:ext uri="{FF2B5EF4-FFF2-40B4-BE49-F238E27FC236}">
                  <a16:creationId xmlns:a16="http://schemas.microsoft.com/office/drawing/2014/main" id="{B7EF991B-8734-4AD8-6A7D-205ED836ECDD}"/>
                </a:ext>
              </a:extLst>
            </p:cNvPr>
            <p:cNvCxnSpPr>
              <a:cxnSpLocks noChangeShapeType="1"/>
            </p:cNvCxnSpPr>
            <p:nvPr/>
          </p:nvCxnSpPr>
          <p:spPr bwMode="auto">
            <a:xfrm>
              <a:off x="6807844" y="4243724"/>
              <a:ext cx="18288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778" name="Straight Connector 116">
              <a:extLst>
                <a:ext uri="{FF2B5EF4-FFF2-40B4-BE49-F238E27FC236}">
                  <a16:creationId xmlns:a16="http://schemas.microsoft.com/office/drawing/2014/main" id="{0D26DD7A-92D8-97B0-43B9-4A8576695145}"/>
                </a:ext>
              </a:extLst>
            </p:cNvPr>
            <p:cNvCxnSpPr>
              <a:cxnSpLocks noChangeShapeType="1"/>
            </p:cNvCxnSpPr>
            <p:nvPr/>
          </p:nvCxnSpPr>
          <p:spPr bwMode="auto">
            <a:xfrm rot="5400000">
              <a:off x="6660845" y="3665710"/>
              <a:ext cx="27432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779" name="Straight Connector 117">
              <a:extLst>
                <a:ext uri="{FF2B5EF4-FFF2-40B4-BE49-F238E27FC236}">
                  <a16:creationId xmlns:a16="http://schemas.microsoft.com/office/drawing/2014/main" id="{27A37443-F5DA-36DE-87E3-41D5D5626C24}"/>
                </a:ext>
              </a:extLst>
            </p:cNvPr>
            <p:cNvCxnSpPr>
              <a:cxnSpLocks noChangeShapeType="1"/>
            </p:cNvCxnSpPr>
            <p:nvPr/>
          </p:nvCxnSpPr>
          <p:spPr bwMode="auto">
            <a:xfrm rot="5400000">
              <a:off x="6679514" y="4128834"/>
              <a:ext cx="256032"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780" name="Straight Connector 118">
              <a:extLst>
                <a:ext uri="{FF2B5EF4-FFF2-40B4-BE49-F238E27FC236}">
                  <a16:creationId xmlns:a16="http://schemas.microsoft.com/office/drawing/2014/main" id="{E8A6FBEB-D2B6-212C-F412-E141642EA0D0}"/>
                </a:ext>
              </a:extLst>
            </p:cNvPr>
            <p:cNvCxnSpPr>
              <a:cxnSpLocks noChangeShapeType="1"/>
            </p:cNvCxnSpPr>
            <p:nvPr/>
          </p:nvCxnSpPr>
          <p:spPr bwMode="auto">
            <a:xfrm>
              <a:off x="6622436" y="3643314"/>
              <a:ext cx="182880" cy="1588"/>
            </a:xfrm>
            <a:prstGeom prst="line">
              <a:avLst/>
            </a:prstGeom>
            <a:noFill/>
            <a:ln w="12700" algn="ctr">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72781" name="Straight Connector 119">
              <a:extLst>
                <a:ext uri="{FF2B5EF4-FFF2-40B4-BE49-F238E27FC236}">
                  <a16:creationId xmlns:a16="http://schemas.microsoft.com/office/drawing/2014/main" id="{A05F374F-B944-CFFF-EE74-9F181FE6E708}"/>
                </a:ext>
              </a:extLst>
            </p:cNvPr>
            <p:cNvCxnSpPr>
              <a:cxnSpLocks noChangeShapeType="1"/>
            </p:cNvCxnSpPr>
            <p:nvPr/>
          </p:nvCxnSpPr>
          <p:spPr bwMode="auto">
            <a:xfrm>
              <a:off x="6611803" y="4114474"/>
              <a:ext cx="182880" cy="1588"/>
            </a:xfrm>
            <a:prstGeom prst="line">
              <a:avLst/>
            </a:prstGeom>
            <a:noFill/>
            <a:ln w="12700"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72782" name="TextBox 120">
              <a:extLst>
                <a:ext uri="{FF2B5EF4-FFF2-40B4-BE49-F238E27FC236}">
                  <a16:creationId xmlns:a16="http://schemas.microsoft.com/office/drawing/2014/main" id="{4057D193-CB7D-8D0E-5785-554C724CF592}"/>
                </a:ext>
              </a:extLst>
            </p:cNvPr>
            <p:cNvSpPr txBox="1">
              <a:spLocks noChangeArrowheads="1"/>
            </p:cNvSpPr>
            <p:nvPr/>
          </p:nvSpPr>
          <p:spPr bwMode="auto">
            <a:xfrm>
              <a:off x="7686665" y="4100517"/>
              <a:ext cx="10001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receivers</a:t>
              </a:r>
              <a:endParaRPr lang="en-GB" altLang="en-US" sz="1400"/>
            </a:p>
          </p:txBody>
        </p:sp>
        <p:sp>
          <p:nvSpPr>
            <p:cNvPr id="72783" name="TextBox 121">
              <a:extLst>
                <a:ext uri="{FF2B5EF4-FFF2-40B4-BE49-F238E27FC236}">
                  <a16:creationId xmlns:a16="http://schemas.microsoft.com/office/drawing/2014/main" id="{37022606-49B2-B3C6-A071-7D9B1238F771}"/>
                </a:ext>
              </a:extLst>
            </p:cNvPr>
            <p:cNvSpPr txBox="1">
              <a:spLocks noChangeArrowheads="1"/>
            </p:cNvSpPr>
            <p:nvPr/>
          </p:nvSpPr>
          <p:spPr bwMode="auto">
            <a:xfrm>
              <a:off x="7661792" y="2643182"/>
              <a:ext cx="785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drivers</a:t>
              </a:r>
              <a:endParaRPr lang="en-GB" altLang="en-US" sz="1400"/>
            </a:p>
          </p:txBody>
        </p:sp>
        <p:sp>
          <p:nvSpPr>
            <p:cNvPr id="123" name="Rectangle 122">
              <a:extLst>
                <a:ext uri="{FF2B5EF4-FFF2-40B4-BE49-F238E27FC236}">
                  <a16:creationId xmlns:a16="http://schemas.microsoft.com/office/drawing/2014/main" id="{E3A869D5-84FA-4B22-BB3C-DDA0964CC017}"/>
                </a:ext>
              </a:extLst>
            </p:cNvPr>
            <p:cNvSpPr/>
            <p:nvPr/>
          </p:nvSpPr>
          <p:spPr bwMode="auto">
            <a:xfrm>
              <a:off x="6950058" y="2831548"/>
              <a:ext cx="776307" cy="357209"/>
            </a:xfrm>
            <a:prstGeom prst="rect">
              <a:avLst/>
            </a:prstGeom>
            <a:solidFill>
              <a:schemeClr val="accent3">
                <a:lumMod val="75000"/>
              </a:schemeClr>
            </a:solidFill>
            <a:ln w="19050" cap="flat" cmpd="sng" algn="ctr">
              <a:solidFill>
                <a:schemeClr val="tx1"/>
              </a:solidFill>
              <a:prstDash val="solid"/>
              <a:round/>
              <a:headEnd type="none" w="med" len="med"/>
              <a:tailEnd type="none" w="med" len="med"/>
            </a:ln>
            <a:effectLst/>
          </p:spPr>
          <p:txBody>
            <a:bodyPr anchor="ctr"/>
            <a:lstStyle/>
            <a:p>
              <a:pPr algn="ctr" eaLnBrk="1" hangingPunct="1">
                <a:defRPr/>
              </a:pPr>
              <a:r>
                <a:rPr lang="en-US" sz="1000" dirty="0">
                  <a:latin typeface="Arial" charset="0"/>
                  <a:cs typeface="Arial" charset="0"/>
                </a:rPr>
                <a:t>DQS</a:t>
              </a:r>
              <a:br>
                <a:rPr lang="en-US" sz="1000" dirty="0">
                  <a:latin typeface="Arial" charset="0"/>
                  <a:cs typeface="Arial" charset="0"/>
                </a:rPr>
              </a:br>
              <a:r>
                <a:rPr lang="en-US" sz="1000" dirty="0">
                  <a:latin typeface="Arial" charset="0"/>
                  <a:cs typeface="Arial" charset="0"/>
                </a:rPr>
                <a:t>generator</a:t>
              </a:r>
              <a:endParaRPr lang="en-GB" sz="1000" dirty="0">
                <a:latin typeface="Arial" charset="0"/>
                <a:cs typeface="Arial" charset="0"/>
              </a:endParaRPr>
            </a:p>
          </p:txBody>
        </p:sp>
        <p:cxnSp>
          <p:nvCxnSpPr>
            <p:cNvPr id="72785" name="Straight Arrow Connector 124">
              <a:extLst>
                <a:ext uri="{FF2B5EF4-FFF2-40B4-BE49-F238E27FC236}">
                  <a16:creationId xmlns:a16="http://schemas.microsoft.com/office/drawing/2014/main" id="{FAAC7844-DA18-C276-C40C-0B6B6BA082B5}"/>
                </a:ext>
              </a:extLst>
            </p:cNvPr>
            <p:cNvCxnSpPr>
              <a:cxnSpLocks noChangeShapeType="1"/>
            </p:cNvCxnSpPr>
            <p:nvPr/>
          </p:nvCxnSpPr>
          <p:spPr bwMode="auto">
            <a:xfrm rot="5400000">
              <a:off x="7909584" y="1586967"/>
              <a:ext cx="182880" cy="1588"/>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2786" name="TextBox 125">
              <a:extLst>
                <a:ext uri="{FF2B5EF4-FFF2-40B4-BE49-F238E27FC236}">
                  <a16:creationId xmlns:a16="http://schemas.microsoft.com/office/drawing/2014/main" id="{5BA1F646-7811-9ACA-ADB4-CE70E274D280}"/>
                </a:ext>
              </a:extLst>
            </p:cNvPr>
            <p:cNvSpPr txBox="1">
              <a:spLocks noChangeArrowheads="1"/>
            </p:cNvSpPr>
            <p:nvPr/>
          </p:nvSpPr>
          <p:spPr bwMode="auto">
            <a:xfrm>
              <a:off x="7768437" y="1264594"/>
              <a:ext cx="5000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CK</a:t>
              </a:r>
              <a:endParaRPr lang="en-GB" altLang="en-US" sz="1400"/>
            </a:p>
          </p:txBody>
        </p:sp>
        <p:cxnSp>
          <p:nvCxnSpPr>
            <p:cNvPr id="72787" name="Straight Arrow Connector 126">
              <a:extLst>
                <a:ext uri="{FF2B5EF4-FFF2-40B4-BE49-F238E27FC236}">
                  <a16:creationId xmlns:a16="http://schemas.microsoft.com/office/drawing/2014/main" id="{C18D66E6-C1FF-3877-C2CF-8C85AD1DC5EB}"/>
                </a:ext>
              </a:extLst>
            </p:cNvPr>
            <p:cNvCxnSpPr>
              <a:cxnSpLocks noChangeShapeType="1"/>
            </p:cNvCxnSpPr>
            <p:nvPr/>
          </p:nvCxnSpPr>
          <p:spPr bwMode="auto">
            <a:xfrm rot="5400000">
              <a:off x="7910378" y="2069620"/>
              <a:ext cx="182880" cy="1588"/>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88" name="Straight Arrow Connector 127">
              <a:extLst>
                <a:ext uri="{FF2B5EF4-FFF2-40B4-BE49-F238E27FC236}">
                  <a16:creationId xmlns:a16="http://schemas.microsoft.com/office/drawing/2014/main" id="{70981C6E-9C9F-7B90-B5A2-8933FCF69DFF}"/>
                </a:ext>
              </a:extLst>
            </p:cNvPr>
            <p:cNvCxnSpPr>
              <a:cxnSpLocks noChangeShapeType="1"/>
            </p:cNvCxnSpPr>
            <p:nvPr/>
          </p:nvCxnSpPr>
          <p:spPr bwMode="auto">
            <a:xfrm flipV="1">
              <a:off x="6500826" y="2643182"/>
              <a:ext cx="228600" cy="0"/>
            </a:xfrm>
            <a:prstGeom prst="straightConnector1">
              <a:avLst/>
            </a:prstGeom>
            <a:noFill/>
            <a:ln w="285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89" name="Straight Arrow Connector 128">
              <a:extLst>
                <a:ext uri="{FF2B5EF4-FFF2-40B4-BE49-F238E27FC236}">
                  <a16:creationId xmlns:a16="http://schemas.microsoft.com/office/drawing/2014/main" id="{E957F46E-B860-0AEB-2E96-8D1283623093}"/>
                </a:ext>
              </a:extLst>
            </p:cNvPr>
            <p:cNvCxnSpPr>
              <a:cxnSpLocks noChangeShapeType="1"/>
            </p:cNvCxnSpPr>
            <p:nvPr/>
          </p:nvCxnSpPr>
          <p:spPr bwMode="auto">
            <a:xfrm flipV="1">
              <a:off x="6989482" y="2366409"/>
              <a:ext cx="841248" cy="0"/>
            </a:xfrm>
            <a:prstGeom prst="straightConnector1">
              <a:avLst/>
            </a:prstGeom>
            <a:noFill/>
            <a:ln w="285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90" name="Shape 131">
              <a:extLst>
                <a:ext uri="{FF2B5EF4-FFF2-40B4-BE49-F238E27FC236}">
                  <a16:creationId xmlns:a16="http://schemas.microsoft.com/office/drawing/2014/main" id="{9FE9AE5C-E738-8F00-CFEE-0308940CEAAF}"/>
                </a:ext>
              </a:extLst>
            </p:cNvPr>
            <p:cNvCxnSpPr>
              <a:cxnSpLocks noChangeShapeType="1"/>
              <a:stCxn id="123" idx="0"/>
            </p:cNvCxnSpPr>
            <p:nvPr/>
          </p:nvCxnSpPr>
          <p:spPr bwMode="auto">
            <a:xfrm rot="5400000" flipH="1" flipV="1">
              <a:off x="7430604" y="2427654"/>
              <a:ext cx="311667" cy="496192"/>
            </a:xfrm>
            <a:prstGeom prst="bentConnector2">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91" name="Shape 133">
              <a:extLst>
                <a:ext uri="{FF2B5EF4-FFF2-40B4-BE49-F238E27FC236}">
                  <a16:creationId xmlns:a16="http://schemas.microsoft.com/office/drawing/2014/main" id="{51DB866C-98D2-4E20-10FC-F5F8E0008E40}"/>
                </a:ext>
              </a:extLst>
            </p:cNvPr>
            <p:cNvCxnSpPr>
              <a:cxnSpLocks noChangeShapeType="1"/>
            </p:cNvCxnSpPr>
            <p:nvPr/>
          </p:nvCxnSpPr>
          <p:spPr bwMode="auto">
            <a:xfrm>
              <a:off x="8116333" y="2534371"/>
              <a:ext cx="241881" cy="2011680"/>
            </a:xfrm>
            <a:prstGeom prst="bentConnector2">
              <a:avLst/>
            </a:prstGeom>
            <a:noFill/>
            <a:ln w="28575" algn="ctr">
              <a:solidFill>
                <a:srgbClr val="0033CC"/>
              </a:solidFill>
              <a:round/>
              <a:headEnd/>
              <a:tailEnd/>
            </a:ln>
            <a:extLst>
              <a:ext uri="{909E8E84-426E-40DD-AFC4-6F175D3DCCD1}">
                <a14:hiddenFill xmlns:a14="http://schemas.microsoft.com/office/drawing/2010/main">
                  <a:noFill/>
                </a14:hiddenFill>
              </a:ext>
            </a:extLst>
          </p:spPr>
        </p:cxnSp>
        <p:cxnSp>
          <p:nvCxnSpPr>
            <p:cNvPr id="72792" name="Elbow Connector 136">
              <a:extLst>
                <a:ext uri="{FF2B5EF4-FFF2-40B4-BE49-F238E27FC236}">
                  <a16:creationId xmlns:a16="http://schemas.microsoft.com/office/drawing/2014/main" id="{64820D16-96F9-9D5C-2B89-044E1D9AF962}"/>
                </a:ext>
              </a:extLst>
            </p:cNvPr>
            <p:cNvCxnSpPr>
              <a:cxnSpLocks noChangeShapeType="1"/>
            </p:cNvCxnSpPr>
            <p:nvPr/>
          </p:nvCxnSpPr>
          <p:spPr bwMode="auto">
            <a:xfrm rot="10800000">
              <a:off x="6521759" y="4553735"/>
              <a:ext cx="1847088" cy="1588"/>
            </a:xfrm>
            <a:prstGeom prst="bentConnector3">
              <a:avLst>
                <a:gd name="adj1" fmla="val 50000"/>
              </a:avLst>
            </a:prstGeom>
            <a:noFill/>
            <a:ln w="28575" algn="ctr">
              <a:solidFill>
                <a:srgbClr val="0033CC"/>
              </a:solidFill>
              <a:round/>
              <a:headEnd/>
              <a:tailEnd/>
            </a:ln>
            <a:extLst>
              <a:ext uri="{909E8E84-426E-40DD-AFC4-6F175D3DCCD1}">
                <a14:hiddenFill xmlns:a14="http://schemas.microsoft.com/office/drawing/2010/main">
                  <a:noFill/>
                </a14:hiddenFill>
              </a:ext>
            </a:extLst>
          </p:spPr>
        </p:cxnSp>
        <p:cxnSp>
          <p:nvCxnSpPr>
            <p:cNvPr id="72793" name="Straight Arrow Connector 138">
              <a:extLst>
                <a:ext uri="{FF2B5EF4-FFF2-40B4-BE49-F238E27FC236}">
                  <a16:creationId xmlns:a16="http://schemas.microsoft.com/office/drawing/2014/main" id="{B35D18FD-1395-6E10-4182-9C7B22EA4C40}"/>
                </a:ext>
              </a:extLst>
            </p:cNvPr>
            <p:cNvCxnSpPr>
              <a:cxnSpLocks noChangeShapeType="1"/>
            </p:cNvCxnSpPr>
            <p:nvPr/>
          </p:nvCxnSpPr>
          <p:spPr bwMode="auto">
            <a:xfrm rot="5400000" flipH="1" flipV="1">
              <a:off x="6429148" y="4449861"/>
              <a:ext cx="201168" cy="1588"/>
            </a:xfrm>
            <a:prstGeom prst="straightConnector1">
              <a:avLst/>
            </a:prstGeom>
            <a:noFill/>
            <a:ln w="28575" algn="ctr">
              <a:solidFill>
                <a:srgbClr val="0033CC"/>
              </a:solidFill>
              <a:round/>
              <a:headEnd/>
              <a:tailEnd type="triangle" w="med" len="med"/>
            </a:ln>
            <a:extLst>
              <a:ext uri="{909E8E84-426E-40DD-AFC4-6F175D3DCCD1}">
                <a14:hiddenFill xmlns:a14="http://schemas.microsoft.com/office/drawing/2010/main">
                  <a:noFill/>
                </a14:hiddenFill>
              </a:ext>
            </a:extLst>
          </p:spPr>
        </p:cxnSp>
        <p:cxnSp>
          <p:nvCxnSpPr>
            <p:cNvPr id="72794" name="Straight Arrow Connector 139">
              <a:extLst>
                <a:ext uri="{FF2B5EF4-FFF2-40B4-BE49-F238E27FC236}">
                  <a16:creationId xmlns:a16="http://schemas.microsoft.com/office/drawing/2014/main" id="{6A3DB864-3B7D-5311-6186-BBB38AD7A479}"/>
                </a:ext>
              </a:extLst>
            </p:cNvPr>
            <p:cNvCxnSpPr>
              <a:cxnSpLocks noChangeShapeType="1"/>
            </p:cNvCxnSpPr>
            <p:nvPr/>
          </p:nvCxnSpPr>
          <p:spPr bwMode="auto">
            <a:xfrm rot="5400000" flipH="1" flipV="1">
              <a:off x="7124560" y="4448340"/>
              <a:ext cx="182880" cy="1588"/>
            </a:xfrm>
            <a:prstGeom prst="straightConnector1">
              <a:avLst/>
            </a:prstGeom>
            <a:noFill/>
            <a:ln w="28575" algn="ctr">
              <a:solidFill>
                <a:srgbClr val="0033CC"/>
              </a:solidFill>
              <a:round/>
              <a:headEnd type="oval" w="med" len="med"/>
              <a:tailEnd type="triangle" w="med" len="med"/>
            </a:ln>
            <a:extLst>
              <a:ext uri="{909E8E84-426E-40DD-AFC4-6F175D3DCCD1}">
                <a14:hiddenFill xmlns:a14="http://schemas.microsoft.com/office/drawing/2010/main">
                  <a:noFill/>
                </a14:hiddenFill>
              </a:ext>
            </a:extLst>
          </p:spPr>
        </p:cxnSp>
        <p:cxnSp>
          <p:nvCxnSpPr>
            <p:cNvPr id="72795" name="Elbow Connector 141">
              <a:extLst>
                <a:ext uri="{FF2B5EF4-FFF2-40B4-BE49-F238E27FC236}">
                  <a16:creationId xmlns:a16="http://schemas.microsoft.com/office/drawing/2014/main" id="{2A573F13-0342-F605-B0B3-7363BDE12717}"/>
                </a:ext>
              </a:extLst>
            </p:cNvPr>
            <p:cNvCxnSpPr>
              <a:cxnSpLocks noChangeShapeType="1"/>
            </p:cNvCxnSpPr>
            <p:nvPr/>
          </p:nvCxnSpPr>
          <p:spPr bwMode="auto">
            <a:xfrm>
              <a:off x="8122634" y="2285992"/>
              <a:ext cx="365760" cy="1588"/>
            </a:xfrm>
            <a:prstGeom prst="bentConnector3">
              <a:avLst>
                <a:gd name="adj1" fmla="val 50000"/>
              </a:avLst>
            </a:prstGeom>
            <a:noFill/>
            <a:ln w="28575" algn="ctr">
              <a:solidFill>
                <a:srgbClr val="0033CC"/>
              </a:solidFill>
              <a:round/>
              <a:headEnd/>
              <a:tailEnd type="triangle" w="med" len="med"/>
            </a:ln>
            <a:extLst>
              <a:ext uri="{909E8E84-426E-40DD-AFC4-6F175D3DCCD1}">
                <a14:hiddenFill xmlns:a14="http://schemas.microsoft.com/office/drawing/2010/main">
                  <a:noFill/>
                </a14:hiddenFill>
              </a:ext>
            </a:extLst>
          </p:spPr>
        </p:cxnSp>
        <p:cxnSp>
          <p:nvCxnSpPr>
            <p:cNvPr id="72796" name="Straight Connector 144">
              <a:extLst>
                <a:ext uri="{FF2B5EF4-FFF2-40B4-BE49-F238E27FC236}">
                  <a16:creationId xmlns:a16="http://schemas.microsoft.com/office/drawing/2014/main" id="{069F5D2E-EED7-102D-96D5-D6B46BBF2820}"/>
                </a:ext>
              </a:extLst>
            </p:cNvPr>
            <p:cNvCxnSpPr>
              <a:cxnSpLocks noChangeShapeType="1"/>
            </p:cNvCxnSpPr>
            <p:nvPr/>
          </p:nvCxnSpPr>
          <p:spPr bwMode="auto">
            <a:xfrm rot="5400000">
              <a:off x="7776077" y="3000372"/>
              <a:ext cx="1428760" cy="1588"/>
            </a:xfrm>
            <a:prstGeom prst="line">
              <a:avLst/>
            </a:prstGeom>
            <a:noFill/>
            <a:ln w="28575" algn="ctr">
              <a:solidFill>
                <a:srgbClr val="0033CC"/>
              </a:solidFill>
              <a:round/>
              <a:headEnd/>
              <a:tailEnd/>
            </a:ln>
            <a:extLst>
              <a:ext uri="{909E8E84-426E-40DD-AFC4-6F175D3DCCD1}">
                <a14:hiddenFill xmlns:a14="http://schemas.microsoft.com/office/drawing/2010/main">
                  <a:noFill/>
                </a14:hiddenFill>
              </a:ext>
            </a:extLst>
          </p:spPr>
        </p:cxnSp>
        <p:cxnSp>
          <p:nvCxnSpPr>
            <p:cNvPr id="72797" name="Straight Connector 146">
              <a:extLst>
                <a:ext uri="{FF2B5EF4-FFF2-40B4-BE49-F238E27FC236}">
                  <a16:creationId xmlns:a16="http://schemas.microsoft.com/office/drawing/2014/main" id="{AF95485B-4019-1955-5EC1-27EEE5CE89F2}"/>
                </a:ext>
              </a:extLst>
            </p:cNvPr>
            <p:cNvCxnSpPr>
              <a:cxnSpLocks noChangeShapeType="1"/>
            </p:cNvCxnSpPr>
            <p:nvPr/>
          </p:nvCxnSpPr>
          <p:spPr bwMode="auto">
            <a:xfrm rot="10800000">
              <a:off x="8204705" y="3714752"/>
              <a:ext cx="285752" cy="1588"/>
            </a:xfrm>
            <a:prstGeom prst="line">
              <a:avLst/>
            </a:prstGeom>
            <a:noFill/>
            <a:ln w="28575" algn="ctr">
              <a:solidFill>
                <a:srgbClr val="0033CC"/>
              </a:solidFill>
              <a:round/>
              <a:headEnd/>
              <a:tailEnd type="triangle" w="med" len="med"/>
            </a:ln>
            <a:extLst>
              <a:ext uri="{909E8E84-426E-40DD-AFC4-6F175D3DCCD1}">
                <a14:hiddenFill xmlns:a14="http://schemas.microsoft.com/office/drawing/2010/main">
                  <a:noFill/>
                </a14:hiddenFill>
              </a:ext>
            </a:extLst>
          </p:spPr>
        </p:cxnSp>
        <p:cxnSp>
          <p:nvCxnSpPr>
            <p:cNvPr id="72798" name="Straight Arrow Connector 148">
              <a:extLst>
                <a:ext uri="{FF2B5EF4-FFF2-40B4-BE49-F238E27FC236}">
                  <a16:creationId xmlns:a16="http://schemas.microsoft.com/office/drawing/2014/main" id="{38DCE2C2-F8C9-ECEC-2EE8-712B5D36CFBC}"/>
                </a:ext>
              </a:extLst>
            </p:cNvPr>
            <p:cNvCxnSpPr>
              <a:cxnSpLocks noChangeShapeType="1"/>
            </p:cNvCxnSpPr>
            <p:nvPr/>
          </p:nvCxnSpPr>
          <p:spPr bwMode="auto">
            <a:xfrm>
              <a:off x="8490457" y="2786058"/>
              <a:ext cx="274320" cy="1588"/>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72799" name="Straight Arrow Connector 149">
              <a:extLst>
                <a:ext uri="{FF2B5EF4-FFF2-40B4-BE49-F238E27FC236}">
                  <a16:creationId xmlns:a16="http://schemas.microsoft.com/office/drawing/2014/main" id="{3A16B8F8-6F87-A93B-F778-78E5487F1364}"/>
                </a:ext>
              </a:extLst>
            </p:cNvPr>
            <p:cNvCxnSpPr>
              <a:cxnSpLocks noChangeShapeType="1"/>
            </p:cNvCxnSpPr>
            <p:nvPr/>
          </p:nvCxnSpPr>
          <p:spPr bwMode="auto">
            <a:xfrm>
              <a:off x="8358214" y="3286124"/>
              <a:ext cx="365760" cy="1588"/>
            </a:xfrm>
            <a:prstGeom prst="straightConnector1">
              <a:avLst/>
            </a:prstGeom>
            <a:noFill/>
            <a:ln w="2857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72800" name="Straight Arrow Connector 150">
              <a:extLst>
                <a:ext uri="{FF2B5EF4-FFF2-40B4-BE49-F238E27FC236}">
                  <a16:creationId xmlns:a16="http://schemas.microsoft.com/office/drawing/2014/main" id="{9D58C396-E134-D4D3-33E2-634CA47CD535}"/>
                </a:ext>
              </a:extLst>
            </p:cNvPr>
            <p:cNvCxnSpPr>
              <a:cxnSpLocks noChangeShapeType="1"/>
            </p:cNvCxnSpPr>
            <p:nvPr/>
          </p:nvCxnSpPr>
          <p:spPr bwMode="auto">
            <a:xfrm>
              <a:off x="8204705" y="3910793"/>
              <a:ext cx="548640" cy="1588"/>
            </a:xfrm>
            <a:prstGeom prst="straightConnector1">
              <a:avLst/>
            </a:prstGeom>
            <a:noFill/>
            <a:ln w="28575" algn="ctr">
              <a:solidFill>
                <a:srgbClr val="0033CC"/>
              </a:solidFill>
              <a:round/>
              <a:headEnd type="triangle" w="med" len="med"/>
              <a:tailEnd/>
            </a:ln>
            <a:extLst>
              <a:ext uri="{909E8E84-426E-40DD-AFC4-6F175D3DCCD1}">
                <a14:hiddenFill xmlns:a14="http://schemas.microsoft.com/office/drawing/2010/main">
                  <a:noFill/>
                </a14:hiddenFill>
              </a:ext>
            </a:extLst>
          </p:spPr>
        </p:cxnSp>
        <p:sp>
          <p:nvSpPr>
            <p:cNvPr id="72801" name="TextBox 151">
              <a:extLst>
                <a:ext uri="{FF2B5EF4-FFF2-40B4-BE49-F238E27FC236}">
                  <a16:creationId xmlns:a16="http://schemas.microsoft.com/office/drawing/2014/main" id="{47798EF2-46EE-64E7-618B-183072857C50}"/>
                </a:ext>
              </a:extLst>
            </p:cNvPr>
            <p:cNvSpPr txBox="1">
              <a:spLocks noChangeArrowheads="1"/>
            </p:cNvSpPr>
            <p:nvPr/>
          </p:nvSpPr>
          <p:spPr bwMode="auto">
            <a:xfrm>
              <a:off x="8429620" y="2500306"/>
              <a:ext cx="50006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DQ</a:t>
              </a:r>
              <a:endParaRPr lang="en-GB" altLang="en-US" sz="1100"/>
            </a:p>
          </p:txBody>
        </p:sp>
        <p:sp>
          <p:nvSpPr>
            <p:cNvPr id="72802" name="TextBox 152">
              <a:extLst>
                <a:ext uri="{FF2B5EF4-FFF2-40B4-BE49-F238E27FC236}">
                  <a16:creationId xmlns:a16="http://schemas.microsoft.com/office/drawing/2014/main" id="{BA3D2335-629E-F6F7-D028-2A7892F126E1}"/>
                </a:ext>
              </a:extLst>
            </p:cNvPr>
            <p:cNvSpPr txBox="1">
              <a:spLocks noChangeArrowheads="1"/>
            </p:cNvSpPr>
            <p:nvPr/>
          </p:nvSpPr>
          <p:spPr bwMode="auto">
            <a:xfrm>
              <a:off x="8429620" y="3000372"/>
              <a:ext cx="50006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DQS</a:t>
              </a:r>
              <a:endParaRPr lang="en-GB" altLang="en-US" sz="1100"/>
            </a:p>
          </p:txBody>
        </p:sp>
        <p:sp>
          <p:nvSpPr>
            <p:cNvPr id="72803" name="TextBox 153">
              <a:extLst>
                <a:ext uri="{FF2B5EF4-FFF2-40B4-BE49-F238E27FC236}">
                  <a16:creationId xmlns:a16="http://schemas.microsoft.com/office/drawing/2014/main" id="{5A6E0AF7-87BE-E8F9-BF50-41A8963C0F11}"/>
                </a:ext>
              </a:extLst>
            </p:cNvPr>
            <p:cNvSpPr txBox="1">
              <a:spLocks noChangeArrowheads="1"/>
            </p:cNvSpPr>
            <p:nvPr/>
          </p:nvSpPr>
          <p:spPr bwMode="auto">
            <a:xfrm>
              <a:off x="8429620" y="3714752"/>
              <a:ext cx="50006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DM</a:t>
              </a:r>
              <a:endParaRPr lang="en-GB" altLang="en-US" sz="1100"/>
            </a:p>
          </p:txBody>
        </p:sp>
        <p:cxnSp>
          <p:nvCxnSpPr>
            <p:cNvPr id="72804" name="Straight Connector 155">
              <a:extLst>
                <a:ext uri="{FF2B5EF4-FFF2-40B4-BE49-F238E27FC236}">
                  <a16:creationId xmlns:a16="http://schemas.microsoft.com/office/drawing/2014/main" id="{119A4CD9-D952-D563-0CDC-B84590EDFE3E}"/>
                </a:ext>
              </a:extLst>
            </p:cNvPr>
            <p:cNvCxnSpPr>
              <a:cxnSpLocks noChangeShapeType="1"/>
            </p:cNvCxnSpPr>
            <p:nvPr/>
          </p:nvCxnSpPr>
          <p:spPr bwMode="auto">
            <a:xfrm rot="5400000" flipH="1" flipV="1">
              <a:off x="3122313" y="2474059"/>
              <a:ext cx="404367" cy="219637"/>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05" name="Straight Arrow Connector 156">
              <a:extLst>
                <a:ext uri="{FF2B5EF4-FFF2-40B4-BE49-F238E27FC236}">
                  <a16:creationId xmlns:a16="http://schemas.microsoft.com/office/drawing/2014/main" id="{D612445C-BDE3-BBC5-3EA8-66A987C16018}"/>
                </a:ext>
              </a:extLst>
            </p:cNvPr>
            <p:cNvCxnSpPr>
              <a:cxnSpLocks noChangeShapeType="1"/>
            </p:cNvCxnSpPr>
            <p:nvPr/>
          </p:nvCxnSpPr>
          <p:spPr bwMode="auto">
            <a:xfrm flipV="1">
              <a:off x="3296749" y="2643182"/>
              <a:ext cx="246888" cy="0"/>
            </a:xfrm>
            <a:prstGeom prst="straightConnector1">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06" name="Straight Connector 158">
              <a:extLst>
                <a:ext uri="{FF2B5EF4-FFF2-40B4-BE49-F238E27FC236}">
                  <a16:creationId xmlns:a16="http://schemas.microsoft.com/office/drawing/2014/main" id="{D66FAFFC-D880-7CEB-7FC9-37030000AA82}"/>
                </a:ext>
              </a:extLst>
            </p:cNvPr>
            <p:cNvCxnSpPr>
              <a:cxnSpLocks noChangeShapeType="1"/>
            </p:cNvCxnSpPr>
            <p:nvPr/>
          </p:nvCxnSpPr>
          <p:spPr bwMode="auto">
            <a:xfrm>
              <a:off x="3130243" y="2647829"/>
              <a:ext cx="155448" cy="0"/>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72807" name="Straight Arrow Connector 160">
              <a:extLst>
                <a:ext uri="{FF2B5EF4-FFF2-40B4-BE49-F238E27FC236}">
                  <a16:creationId xmlns:a16="http://schemas.microsoft.com/office/drawing/2014/main" id="{1A8DFCE8-CE45-B997-C80F-3C4820E090CA}"/>
                </a:ext>
              </a:extLst>
            </p:cNvPr>
            <p:cNvCxnSpPr>
              <a:cxnSpLocks noChangeShapeType="1"/>
            </p:cNvCxnSpPr>
            <p:nvPr/>
          </p:nvCxnSpPr>
          <p:spPr bwMode="auto">
            <a:xfrm flipV="1">
              <a:off x="3357554" y="2529212"/>
              <a:ext cx="182880" cy="0"/>
            </a:xfrm>
            <a:prstGeom prst="straightConnector1">
              <a:avLst/>
            </a:prstGeom>
            <a:noFill/>
            <a:ln w="19050"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72808" name="Straight Arrow Connector 161">
              <a:extLst>
                <a:ext uri="{FF2B5EF4-FFF2-40B4-BE49-F238E27FC236}">
                  <a16:creationId xmlns:a16="http://schemas.microsoft.com/office/drawing/2014/main" id="{024CFF7D-1E7C-CBFC-DA6B-7E5816DF24FB}"/>
                </a:ext>
              </a:extLst>
            </p:cNvPr>
            <p:cNvCxnSpPr>
              <a:cxnSpLocks noChangeShapeType="1"/>
            </p:cNvCxnSpPr>
            <p:nvPr/>
          </p:nvCxnSpPr>
          <p:spPr bwMode="auto">
            <a:xfrm flipV="1">
              <a:off x="3428992" y="2378696"/>
              <a:ext cx="137160" cy="0"/>
            </a:xfrm>
            <a:prstGeom prst="straightConnector1">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72809" name="Down Arrow 172">
              <a:extLst>
                <a:ext uri="{FF2B5EF4-FFF2-40B4-BE49-F238E27FC236}">
                  <a16:creationId xmlns:a16="http://schemas.microsoft.com/office/drawing/2014/main" id="{2F92AD2B-3A8A-52A2-4149-C8EC90C57394}"/>
                </a:ext>
              </a:extLst>
            </p:cNvPr>
            <p:cNvSpPr>
              <a:spLocks noChangeArrowheads="1"/>
            </p:cNvSpPr>
            <p:nvPr/>
          </p:nvSpPr>
          <p:spPr bwMode="auto">
            <a:xfrm>
              <a:off x="5201316" y="3132615"/>
              <a:ext cx="228600" cy="256032"/>
            </a:xfrm>
            <a:prstGeom prst="downArrow">
              <a:avLst>
                <a:gd name="adj1" fmla="val 50000"/>
                <a:gd name="adj2" fmla="val 50001"/>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72810" name="Down Arrow 171">
              <a:extLst>
                <a:ext uri="{FF2B5EF4-FFF2-40B4-BE49-F238E27FC236}">
                  <a16:creationId xmlns:a16="http://schemas.microsoft.com/office/drawing/2014/main" id="{6CFEB43E-9848-C5AA-FE8B-2D0416B69C76}"/>
                </a:ext>
              </a:extLst>
            </p:cNvPr>
            <p:cNvSpPr>
              <a:spLocks noChangeArrowheads="1"/>
            </p:cNvSpPr>
            <p:nvPr/>
          </p:nvSpPr>
          <p:spPr bwMode="auto">
            <a:xfrm>
              <a:off x="5108612" y="3138601"/>
              <a:ext cx="237744" cy="365760"/>
            </a:xfrm>
            <a:prstGeom prst="downArrow">
              <a:avLst>
                <a:gd name="adj1" fmla="val 50000"/>
                <a:gd name="adj2" fmla="val 50000"/>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72811" name="Down Arrow 170">
              <a:extLst>
                <a:ext uri="{FF2B5EF4-FFF2-40B4-BE49-F238E27FC236}">
                  <a16:creationId xmlns:a16="http://schemas.microsoft.com/office/drawing/2014/main" id="{A0798F7A-5566-AD79-2750-356B3FFEA105}"/>
                </a:ext>
              </a:extLst>
            </p:cNvPr>
            <p:cNvSpPr>
              <a:spLocks noChangeArrowheads="1"/>
            </p:cNvSpPr>
            <p:nvPr/>
          </p:nvSpPr>
          <p:spPr bwMode="auto">
            <a:xfrm>
              <a:off x="5047807" y="3135608"/>
              <a:ext cx="228600" cy="457200"/>
            </a:xfrm>
            <a:prstGeom prst="downArrow">
              <a:avLst>
                <a:gd name="adj1" fmla="val 50000"/>
                <a:gd name="adj2" fmla="val 50000"/>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72812" name="Up-Down Arrow 162">
              <a:extLst>
                <a:ext uri="{FF2B5EF4-FFF2-40B4-BE49-F238E27FC236}">
                  <a16:creationId xmlns:a16="http://schemas.microsoft.com/office/drawing/2014/main" id="{C203758F-74D8-775E-0720-E40E191565CB}"/>
                </a:ext>
              </a:extLst>
            </p:cNvPr>
            <p:cNvSpPr>
              <a:spLocks noChangeArrowheads="1"/>
            </p:cNvSpPr>
            <p:nvPr/>
          </p:nvSpPr>
          <p:spPr bwMode="auto">
            <a:xfrm>
              <a:off x="4920211" y="3130961"/>
              <a:ext cx="274320" cy="530352"/>
            </a:xfrm>
            <a:prstGeom prst="upDownArrow">
              <a:avLst>
                <a:gd name="adj1" fmla="val 50000"/>
                <a:gd name="adj2" fmla="val 49998"/>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72813" name="Right Arrow 177">
              <a:extLst>
                <a:ext uri="{FF2B5EF4-FFF2-40B4-BE49-F238E27FC236}">
                  <a16:creationId xmlns:a16="http://schemas.microsoft.com/office/drawing/2014/main" id="{83F4B5A0-2AA7-541F-9E0A-1CAFCA4F896C}"/>
                </a:ext>
              </a:extLst>
            </p:cNvPr>
            <p:cNvSpPr>
              <a:spLocks noChangeArrowheads="1"/>
            </p:cNvSpPr>
            <p:nvPr/>
          </p:nvSpPr>
          <p:spPr bwMode="auto">
            <a:xfrm>
              <a:off x="4185904" y="2626563"/>
              <a:ext cx="428628" cy="214314"/>
            </a:xfrm>
            <a:prstGeom prst="rightArrow">
              <a:avLst>
                <a:gd name="adj1" fmla="val 50000"/>
                <a:gd name="adj2" fmla="val 50000"/>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72814" name="Rectangle 179">
              <a:extLst>
                <a:ext uri="{FF2B5EF4-FFF2-40B4-BE49-F238E27FC236}">
                  <a16:creationId xmlns:a16="http://schemas.microsoft.com/office/drawing/2014/main" id="{AF1ACDC3-00C5-158F-3DA1-6D0E38D34472}"/>
                </a:ext>
              </a:extLst>
            </p:cNvPr>
            <p:cNvSpPr>
              <a:spLocks noChangeArrowheads="1"/>
            </p:cNvSpPr>
            <p:nvPr/>
          </p:nvSpPr>
          <p:spPr bwMode="auto">
            <a:xfrm>
              <a:off x="4296881" y="2500306"/>
              <a:ext cx="329184" cy="100584"/>
            </a:xfrm>
            <a:prstGeom prst="rect">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72815" name="Rectangle 181">
              <a:extLst>
                <a:ext uri="{FF2B5EF4-FFF2-40B4-BE49-F238E27FC236}">
                  <a16:creationId xmlns:a16="http://schemas.microsoft.com/office/drawing/2014/main" id="{F631343D-5968-F3CF-35D8-D263CCCDBCD1}"/>
                </a:ext>
              </a:extLst>
            </p:cNvPr>
            <p:cNvSpPr>
              <a:spLocks noChangeArrowheads="1"/>
            </p:cNvSpPr>
            <p:nvPr/>
          </p:nvSpPr>
          <p:spPr bwMode="auto">
            <a:xfrm>
              <a:off x="4389585" y="2317891"/>
              <a:ext cx="246888" cy="100584"/>
            </a:xfrm>
            <a:prstGeom prst="rect">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62" name="Rectangle 61">
              <a:extLst>
                <a:ext uri="{FF2B5EF4-FFF2-40B4-BE49-F238E27FC236}">
                  <a16:creationId xmlns:a16="http://schemas.microsoft.com/office/drawing/2014/main" id="{077306D4-BFF9-4BB9-BCE5-F2F592B05A8D}"/>
                </a:ext>
              </a:extLst>
            </p:cNvPr>
            <p:cNvSpPr/>
            <p:nvPr/>
          </p:nvSpPr>
          <p:spPr bwMode="auto">
            <a:xfrm>
              <a:off x="4630665" y="2110781"/>
              <a:ext cx="912834" cy="1027173"/>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sz="1200" dirty="0">
                <a:latin typeface="Arial" charset="0"/>
                <a:cs typeface="Arial" charset="0"/>
              </a:endParaRPr>
            </a:p>
          </p:txBody>
        </p:sp>
        <p:cxnSp>
          <p:nvCxnSpPr>
            <p:cNvPr id="72817" name="Straight Arrow Connector 183">
              <a:extLst>
                <a:ext uri="{FF2B5EF4-FFF2-40B4-BE49-F238E27FC236}">
                  <a16:creationId xmlns:a16="http://schemas.microsoft.com/office/drawing/2014/main" id="{33149EE1-2772-F103-6088-4D7FAF7B7DF7}"/>
                </a:ext>
              </a:extLst>
            </p:cNvPr>
            <p:cNvCxnSpPr>
              <a:cxnSpLocks noChangeShapeType="1"/>
            </p:cNvCxnSpPr>
            <p:nvPr/>
          </p:nvCxnSpPr>
          <p:spPr bwMode="auto">
            <a:xfrm flipV="1">
              <a:off x="4169285" y="5138865"/>
              <a:ext cx="521208"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818" name="Straight Connector 184">
              <a:extLst>
                <a:ext uri="{FF2B5EF4-FFF2-40B4-BE49-F238E27FC236}">
                  <a16:creationId xmlns:a16="http://schemas.microsoft.com/office/drawing/2014/main" id="{8126DF9F-E791-6E31-9C0F-4BF8E3CE4010}"/>
                </a:ext>
              </a:extLst>
            </p:cNvPr>
            <p:cNvCxnSpPr>
              <a:cxnSpLocks noChangeShapeType="1"/>
            </p:cNvCxnSpPr>
            <p:nvPr/>
          </p:nvCxnSpPr>
          <p:spPr bwMode="auto">
            <a:xfrm flipV="1">
              <a:off x="4165018" y="4805916"/>
              <a:ext cx="353819" cy="32961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19" name="Straight Arrow Connector 185">
              <a:extLst>
                <a:ext uri="{FF2B5EF4-FFF2-40B4-BE49-F238E27FC236}">
                  <a16:creationId xmlns:a16="http://schemas.microsoft.com/office/drawing/2014/main" id="{0C88B4D1-617F-AA1A-4704-224CE0FCAFE1}"/>
                </a:ext>
              </a:extLst>
            </p:cNvPr>
            <p:cNvCxnSpPr>
              <a:cxnSpLocks noChangeShapeType="1"/>
            </p:cNvCxnSpPr>
            <p:nvPr/>
          </p:nvCxnSpPr>
          <p:spPr bwMode="auto">
            <a:xfrm flipV="1">
              <a:off x="4293258" y="5029542"/>
              <a:ext cx="411480" cy="0"/>
            </a:xfrm>
            <a:prstGeom prst="straightConnector1">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20" name="Straight Connector 186">
              <a:extLst>
                <a:ext uri="{FF2B5EF4-FFF2-40B4-BE49-F238E27FC236}">
                  <a16:creationId xmlns:a16="http://schemas.microsoft.com/office/drawing/2014/main" id="{72F5B69E-0D39-06E9-459F-537B9D5499C4}"/>
                </a:ext>
              </a:extLst>
            </p:cNvPr>
            <p:cNvCxnSpPr>
              <a:cxnSpLocks noChangeShapeType="1"/>
            </p:cNvCxnSpPr>
            <p:nvPr/>
          </p:nvCxnSpPr>
          <p:spPr bwMode="auto">
            <a:xfrm>
              <a:off x="3807762" y="4917226"/>
              <a:ext cx="576072"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21" name="Straight Arrow Connector 187">
              <a:extLst>
                <a:ext uri="{FF2B5EF4-FFF2-40B4-BE49-F238E27FC236}">
                  <a16:creationId xmlns:a16="http://schemas.microsoft.com/office/drawing/2014/main" id="{DCDC3D1D-4CC1-4103-8D29-418FBE38CDD7}"/>
                </a:ext>
              </a:extLst>
            </p:cNvPr>
            <p:cNvCxnSpPr>
              <a:cxnSpLocks noChangeShapeType="1"/>
            </p:cNvCxnSpPr>
            <p:nvPr/>
          </p:nvCxnSpPr>
          <p:spPr bwMode="auto">
            <a:xfrm flipV="1">
              <a:off x="4407228" y="4915572"/>
              <a:ext cx="365760" cy="0"/>
            </a:xfrm>
            <a:prstGeom prst="straightConnector1">
              <a:avLst/>
            </a:prstGeom>
            <a:noFill/>
            <a:ln w="19050"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72822" name="Straight Arrow Connector 188">
              <a:extLst>
                <a:ext uri="{FF2B5EF4-FFF2-40B4-BE49-F238E27FC236}">
                  <a16:creationId xmlns:a16="http://schemas.microsoft.com/office/drawing/2014/main" id="{DBE1D1E3-92F0-17AB-8CFE-FFCF7023C594}"/>
                </a:ext>
              </a:extLst>
            </p:cNvPr>
            <p:cNvCxnSpPr>
              <a:cxnSpLocks noChangeShapeType="1"/>
            </p:cNvCxnSpPr>
            <p:nvPr/>
          </p:nvCxnSpPr>
          <p:spPr bwMode="auto">
            <a:xfrm flipV="1">
              <a:off x="4510565" y="4818221"/>
              <a:ext cx="182880" cy="0"/>
            </a:xfrm>
            <a:prstGeom prst="straightConnector1">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23" name="Straight Connector 191">
              <a:extLst>
                <a:ext uri="{FF2B5EF4-FFF2-40B4-BE49-F238E27FC236}">
                  <a16:creationId xmlns:a16="http://schemas.microsoft.com/office/drawing/2014/main" id="{2B3B10B4-D78A-BE36-8F6B-C32DA0F026C1}"/>
                </a:ext>
              </a:extLst>
            </p:cNvPr>
            <p:cNvCxnSpPr>
              <a:cxnSpLocks noChangeShapeType="1"/>
            </p:cNvCxnSpPr>
            <p:nvPr/>
          </p:nvCxnSpPr>
          <p:spPr bwMode="auto">
            <a:xfrm>
              <a:off x="3786182" y="4510239"/>
              <a:ext cx="64008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69" name="Rectangle 68">
              <a:extLst>
                <a:ext uri="{FF2B5EF4-FFF2-40B4-BE49-F238E27FC236}">
                  <a16:creationId xmlns:a16="http://schemas.microsoft.com/office/drawing/2014/main" id="{065E94BB-BA31-4C9C-95DA-AFEB145ADADE}"/>
                </a:ext>
              </a:extLst>
            </p:cNvPr>
            <p:cNvSpPr/>
            <p:nvPr/>
          </p:nvSpPr>
          <p:spPr bwMode="auto">
            <a:xfrm>
              <a:off x="5078351" y="4420729"/>
              <a:ext cx="617552" cy="527081"/>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sz="1200" dirty="0">
                <a:latin typeface="Arial" charset="0"/>
                <a:cs typeface="Arial" charset="0"/>
              </a:endParaRPr>
            </a:p>
          </p:txBody>
        </p:sp>
        <p:sp>
          <p:nvSpPr>
            <p:cNvPr id="70" name="Rectangle 69">
              <a:extLst>
                <a:ext uri="{FF2B5EF4-FFF2-40B4-BE49-F238E27FC236}">
                  <a16:creationId xmlns:a16="http://schemas.microsoft.com/office/drawing/2014/main" id="{1F722B4E-119C-42EB-BBA1-CFDAB8D56ED7}"/>
                </a:ext>
              </a:extLst>
            </p:cNvPr>
            <p:cNvSpPr/>
            <p:nvPr/>
          </p:nvSpPr>
          <p:spPr bwMode="auto">
            <a:xfrm>
              <a:off x="4960873" y="4508046"/>
              <a:ext cx="619140" cy="525494"/>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sz="1200" dirty="0">
                <a:latin typeface="Arial" charset="0"/>
                <a:cs typeface="Arial" charset="0"/>
              </a:endParaRPr>
            </a:p>
          </p:txBody>
        </p:sp>
        <p:sp>
          <p:nvSpPr>
            <p:cNvPr id="71" name="Rectangle 70">
              <a:extLst>
                <a:ext uri="{FF2B5EF4-FFF2-40B4-BE49-F238E27FC236}">
                  <a16:creationId xmlns:a16="http://schemas.microsoft.com/office/drawing/2014/main" id="{41114690-43EC-41BA-AD6E-02E60F2543F2}"/>
                </a:ext>
              </a:extLst>
            </p:cNvPr>
            <p:cNvSpPr/>
            <p:nvPr/>
          </p:nvSpPr>
          <p:spPr bwMode="auto">
            <a:xfrm>
              <a:off x="4805294" y="4592189"/>
              <a:ext cx="619140" cy="527081"/>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sz="1200" dirty="0">
                <a:latin typeface="Arial" charset="0"/>
                <a:cs typeface="Arial" charset="0"/>
              </a:endParaRPr>
            </a:p>
          </p:txBody>
        </p:sp>
        <p:sp>
          <p:nvSpPr>
            <p:cNvPr id="72" name="Rectangle 71">
              <a:extLst>
                <a:ext uri="{FF2B5EF4-FFF2-40B4-BE49-F238E27FC236}">
                  <a16:creationId xmlns:a16="http://schemas.microsoft.com/office/drawing/2014/main" id="{8A1B53DC-74B0-4940-A673-54763AE863D2}"/>
                </a:ext>
              </a:extLst>
            </p:cNvPr>
            <p:cNvSpPr/>
            <p:nvPr/>
          </p:nvSpPr>
          <p:spPr bwMode="auto">
            <a:xfrm>
              <a:off x="4679878" y="4681094"/>
              <a:ext cx="617553" cy="525493"/>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sz="1200" dirty="0">
                <a:latin typeface="Arial" charset="0"/>
                <a:cs typeface="Arial" charset="0"/>
              </a:endParaRPr>
            </a:p>
          </p:txBody>
        </p:sp>
        <p:cxnSp>
          <p:nvCxnSpPr>
            <p:cNvPr id="72828" name="Elbow Connector 196">
              <a:extLst>
                <a:ext uri="{FF2B5EF4-FFF2-40B4-BE49-F238E27FC236}">
                  <a16:creationId xmlns:a16="http://schemas.microsoft.com/office/drawing/2014/main" id="{D0E6DF02-798F-08C6-BEC4-4741606009E1}"/>
                </a:ext>
              </a:extLst>
            </p:cNvPr>
            <p:cNvCxnSpPr>
              <a:cxnSpLocks noChangeShapeType="1"/>
            </p:cNvCxnSpPr>
            <p:nvPr/>
          </p:nvCxnSpPr>
          <p:spPr bwMode="auto">
            <a:xfrm rot="16200000" flipH="1">
              <a:off x="4317581" y="4613768"/>
              <a:ext cx="211126" cy="0"/>
            </a:xfrm>
            <a:prstGeom prst="bentConnector3">
              <a:avLst>
                <a:gd name="adj1" fmla="val 50000"/>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29" name="Straight Connector 198">
              <a:extLst>
                <a:ext uri="{FF2B5EF4-FFF2-40B4-BE49-F238E27FC236}">
                  <a16:creationId xmlns:a16="http://schemas.microsoft.com/office/drawing/2014/main" id="{0C4881C8-BBDE-B8F3-5B22-0060D99ADC7E}"/>
                </a:ext>
              </a:extLst>
            </p:cNvPr>
            <p:cNvCxnSpPr>
              <a:cxnSpLocks noChangeShapeType="1"/>
            </p:cNvCxnSpPr>
            <p:nvPr/>
          </p:nvCxnSpPr>
          <p:spPr bwMode="auto">
            <a:xfrm>
              <a:off x="4429124" y="4714884"/>
              <a:ext cx="228600" cy="1588"/>
            </a:xfrm>
            <a:prstGeom prst="line">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2830" name="Down Arrow 173">
              <a:extLst>
                <a:ext uri="{FF2B5EF4-FFF2-40B4-BE49-F238E27FC236}">
                  <a16:creationId xmlns:a16="http://schemas.microsoft.com/office/drawing/2014/main" id="{1FF1EC90-49FC-98E2-CE24-CF0D731F095E}"/>
                </a:ext>
              </a:extLst>
            </p:cNvPr>
            <p:cNvSpPr>
              <a:spLocks noChangeArrowheads="1"/>
            </p:cNvSpPr>
            <p:nvPr/>
          </p:nvSpPr>
          <p:spPr bwMode="auto">
            <a:xfrm>
              <a:off x="5236208" y="4140387"/>
              <a:ext cx="228600" cy="256032"/>
            </a:xfrm>
            <a:prstGeom prst="downArrow">
              <a:avLst>
                <a:gd name="adj1" fmla="val 50000"/>
                <a:gd name="adj2" fmla="val 50001"/>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72831" name="Down Arrow 174">
              <a:extLst>
                <a:ext uri="{FF2B5EF4-FFF2-40B4-BE49-F238E27FC236}">
                  <a16:creationId xmlns:a16="http://schemas.microsoft.com/office/drawing/2014/main" id="{B30008C7-E9AE-72AD-411B-7738709A4AAB}"/>
                </a:ext>
              </a:extLst>
            </p:cNvPr>
            <p:cNvSpPr>
              <a:spLocks noChangeArrowheads="1"/>
            </p:cNvSpPr>
            <p:nvPr/>
          </p:nvSpPr>
          <p:spPr bwMode="auto">
            <a:xfrm>
              <a:off x="5143504" y="4146373"/>
              <a:ext cx="237744" cy="365760"/>
            </a:xfrm>
            <a:prstGeom prst="downArrow">
              <a:avLst>
                <a:gd name="adj1" fmla="val 50000"/>
                <a:gd name="adj2" fmla="val 50000"/>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72832" name="Down Arrow 175">
              <a:extLst>
                <a:ext uri="{FF2B5EF4-FFF2-40B4-BE49-F238E27FC236}">
                  <a16:creationId xmlns:a16="http://schemas.microsoft.com/office/drawing/2014/main" id="{B5AAA3BF-06F1-45CA-10CC-3529C513EE7D}"/>
                </a:ext>
              </a:extLst>
            </p:cNvPr>
            <p:cNvSpPr>
              <a:spLocks noChangeArrowheads="1"/>
            </p:cNvSpPr>
            <p:nvPr/>
          </p:nvSpPr>
          <p:spPr bwMode="auto">
            <a:xfrm>
              <a:off x="5082699" y="4143380"/>
              <a:ext cx="228600" cy="457200"/>
            </a:xfrm>
            <a:prstGeom prst="downArrow">
              <a:avLst>
                <a:gd name="adj1" fmla="val 50000"/>
                <a:gd name="adj2" fmla="val 50000"/>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72833" name="Up-Down Arrow 176">
              <a:extLst>
                <a:ext uri="{FF2B5EF4-FFF2-40B4-BE49-F238E27FC236}">
                  <a16:creationId xmlns:a16="http://schemas.microsoft.com/office/drawing/2014/main" id="{DA01EA6D-C4FA-EEBA-D483-EC2D8F59A2A7}"/>
                </a:ext>
              </a:extLst>
            </p:cNvPr>
            <p:cNvSpPr>
              <a:spLocks noChangeArrowheads="1"/>
            </p:cNvSpPr>
            <p:nvPr/>
          </p:nvSpPr>
          <p:spPr bwMode="auto">
            <a:xfrm>
              <a:off x="4955103" y="4138733"/>
              <a:ext cx="274320" cy="530352"/>
            </a:xfrm>
            <a:prstGeom prst="upDownArrow">
              <a:avLst>
                <a:gd name="adj1" fmla="val 50000"/>
                <a:gd name="adj2" fmla="val 49998"/>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72834" name="Straight Connector 199">
              <a:extLst>
                <a:ext uri="{FF2B5EF4-FFF2-40B4-BE49-F238E27FC236}">
                  <a16:creationId xmlns:a16="http://schemas.microsoft.com/office/drawing/2014/main" id="{20B11717-B7A6-09C0-764F-0F962EEBF202}"/>
                </a:ext>
              </a:extLst>
            </p:cNvPr>
            <p:cNvCxnSpPr>
              <a:cxnSpLocks noChangeShapeType="1"/>
            </p:cNvCxnSpPr>
            <p:nvPr/>
          </p:nvCxnSpPr>
          <p:spPr bwMode="auto">
            <a:xfrm>
              <a:off x="3786182" y="4389593"/>
              <a:ext cx="73152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35" name="Elbow Connector 203">
              <a:extLst>
                <a:ext uri="{FF2B5EF4-FFF2-40B4-BE49-F238E27FC236}">
                  <a16:creationId xmlns:a16="http://schemas.microsoft.com/office/drawing/2014/main" id="{8F2854F1-D3BE-C522-335F-F3C4C58F25B2}"/>
                </a:ext>
              </a:extLst>
            </p:cNvPr>
            <p:cNvCxnSpPr>
              <a:cxnSpLocks noChangeShapeType="1"/>
            </p:cNvCxnSpPr>
            <p:nvPr/>
          </p:nvCxnSpPr>
          <p:spPr bwMode="auto">
            <a:xfrm rot="5400000">
              <a:off x="4407528" y="4503893"/>
              <a:ext cx="228600" cy="1588"/>
            </a:xfrm>
            <a:prstGeom prst="bentConnector3">
              <a:avLst>
                <a:gd name="adj1" fmla="val 45347"/>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36" name="Straight Connector 204">
              <a:extLst>
                <a:ext uri="{FF2B5EF4-FFF2-40B4-BE49-F238E27FC236}">
                  <a16:creationId xmlns:a16="http://schemas.microsoft.com/office/drawing/2014/main" id="{46178829-38DC-B183-3EB4-5D1876F9B296}"/>
                </a:ext>
              </a:extLst>
            </p:cNvPr>
            <p:cNvCxnSpPr>
              <a:cxnSpLocks noChangeShapeType="1"/>
            </p:cNvCxnSpPr>
            <p:nvPr/>
          </p:nvCxnSpPr>
          <p:spPr bwMode="auto">
            <a:xfrm>
              <a:off x="4521828" y="4614540"/>
              <a:ext cx="274320" cy="1588"/>
            </a:xfrm>
            <a:prstGeom prst="line">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837" name="Straight Connector 205">
              <a:extLst>
                <a:ext uri="{FF2B5EF4-FFF2-40B4-BE49-F238E27FC236}">
                  <a16:creationId xmlns:a16="http://schemas.microsoft.com/office/drawing/2014/main" id="{F35F53CA-D123-6EAE-B40F-03657EDFC514}"/>
                </a:ext>
              </a:extLst>
            </p:cNvPr>
            <p:cNvCxnSpPr>
              <a:cxnSpLocks noChangeShapeType="1"/>
            </p:cNvCxnSpPr>
            <p:nvPr/>
          </p:nvCxnSpPr>
          <p:spPr bwMode="auto">
            <a:xfrm>
              <a:off x="3788630" y="4296095"/>
              <a:ext cx="859536"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38" name="Elbow Connector 206">
              <a:extLst>
                <a:ext uri="{FF2B5EF4-FFF2-40B4-BE49-F238E27FC236}">
                  <a16:creationId xmlns:a16="http://schemas.microsoft.com/office/drawing/2014/main" id="{6FA1E9C9-4398-05A2-83D5-A883C1D34D16}"/>
                </a:ext>
              </a:extLst>
            </p:cNvPr>
            <p:cNvCxnSpPr>
              <a:cxnSpLocks noChangeShapeType="1"/>
            </p:cNvCxnSpPr>
            <p:nvPr/>
          </p:nvCxnSpPr>
          <p:spPr bwMode="auto">
            <a:xfrm rot="5400000">
              <a:off x="4537572" y="4399762"/>
              <a:ext cx="228600" cy="1588"/>
            </a:xfrm>
            <a:prstGeom prst="bentConnector3">
              <a:avLst>
                <a:gd name="adj1" fmla="val 3491"/>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39" name="Straight Connector 207">
              <a:extLst>
                <a:ext uri="{FF2B5EF4-FFF2-40B4-BE49-F238E27FC236}">
                  <a16:creationId xmlns:a16="http://schemas.microsoft.com/office/drawing/2014/main" id="{E6A57A3A-8644-A1B9-2043-AEE1BDC55998}"/>
                </a:ext>
              </a:extLst>
            </p:cNvPr>
            <p:cNvCxnSpPr>
              <a:cxnSpLocks noChangeShapeType="1"/>
            </p:cNvCxnSpPr>
            <p:nvPr/>
          </p:nvCxnSpPr>
          <p:spPr bwMode="auto">
            <a:xfrm>
              <a:off x="4641239" y="4510409"/>
              <a:ext cx="365760" cy="1588"/>
            </a:xfrm>
            <a:prstGeom prst="line">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840" name="Straight Connector 209">
              <a:extLst>
                <a:ext uri="{FF2B5EF4-FFF2-40B4-BE49-F238E27FC236}">
                  <a16:creationId xmlns:a16="http://schemas.microsoft.com/office/drawing/2014/main" id="{66D8C1A7-7C46-73D5-9059-A5507A824B84}"/>
                </a:ext>
              </a:extLst>
            </p:cNvPr>
            <p:cNvCxnSpPr>
              <a:cxnSpLocks noChangeShapeType="1"/>
            </p:cNvCxnSpPr>
            <p:nvPr/>
          </p:nvCxnSpPr>
          <p:spPr bwMode="auto">
            <a:xfrm>
              <a:off x="3786182" y="4204185"/>
              <a:ext cx="100584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41" name="Elbow Connector 211">
              <a:extLst>
                <a:ext uri="{FF2B5EF4-FFF2-40B4-BE49-F238E27FC236}">
                  <a16:creationId xmlns:a16="http://schemas.microsoft.com/office/drawing/2014/main" id="{4273D744-4A30-13B3-B22A-D67452089EAF}"/>
                </a:ext>
              </a:extLst>
            </p:cNvPr>
            <p:cNvCxnSpPr>
              <a:cxnSpLocks noChangeShapeType="1"/>
            </p:cNvCxnSpPr>
            <p:nvPr/>
          </p:nvCxnSpPr>
          <p:spPr bwMode="auto">
            <a:xfrm rot="5400000">
              <a:off x="4659092" y="4313465"/>
              <a:ext cx="256032" cy="1588"/>
            </a:xfrm>
            <a:prstGeom prst="bentConnector3">
              <a:avLst>
                <a:gd name="adj1" fmla="val 3491"/>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42" name="Straight Connector 213">
              <a:extLst>
                <a:ext uri="{FF2B5EF4-FFF2-40B4-BE49-F238E27FC236}">
                  <a16:creationId xmlns:a16="http://schemas.microsoft.com/office/drawing/2014/main" id="{60755A11-6E7C-BCED-56EB-55439CF36A48}"/>
                </a:ext>
              </a:extLst>
            </p:cNvPr>
            <p:cNvCxnSpPr>
              <a:cxnSpLocks noChangeShapeType="1"/>
            </p:cNvCxnSpPr>
            <p:nvPr/>
          </p:nvCxnSpPr>
          <p:spPr bwMode="auto">
            <a:xfrm flipV="1">
              <a:off x="4786314" y="4435808"/>
              <a:ext cx="237369"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43" name="Straight Arrow Connector 214">
              <a:extLst>
                <a:ext uri="{FF2B5EF4-FFF2-40B4-BE49-F238E27FC236}">
                  <a16:creationId xmlns:a16="http://schemas.microsoft.com/office/drawing/2014/main" id="{203483B7-A294-C77B-D3A0-B24E94ACC7D9}"/>
                </a:ext>
              </a:extLst>
            </p:cNvPr>
            <p:cNvCxnSpPr>
              <a:cxnSpLocks noChangeShapeType="1"/>
            </p:cNvCxnSpPr>
            <p:nvPr/>
          </p:nvCxnSpPr>
          <p:spPr bwMode="auto">
            <a:xfrm>
              <a:off x="378424" y="1896903"/>
              <a:ext cx="274320" cy="1588"/>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2844" name="TextBox 215">
              <a:extLst>
                <a:ext uri="{FF2B5EF4-FFF2-40B4-BE49-F238E27FC236}">
                  <a16:creationId xmlns:a16="http://schemas.microsoft.com/office/drawing/2014/main" id="{C8945B79-E5A1-4FBE-6D25-7AC600A87894}"/>
                </a:ext>
              </a:extLst>
            </p:cNvPr>
            <p:cNvSpPr txBox="1">
              <a:spLocks noChangeArrowheads="1"/>
            </p:cNvSpPr>
            <p:nvPr/>
          </p:nvSpPr>
          <p:spPr bwMode="auto">
            <a:xfrm>
              <a:off x="103006" y="1448449"/>
              <a:ext cx="5502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b="1"/>
                <a:t>CKE</a:t>
              </a:r>
              <a:endParaRPr lang="en-GB" altLang="en-US" sz="1200" b="1"/>
            </a:p>
          </p:txBody>
        </p:sp>
        <p:sp>
          <p:nvSpPr>
            <p:cNvPr id="72845" name="TextBox 217">
              <a:extLst>
                <a:ext uri="{FF2B5EF4-FFF2-40B4-BE49-F238E27FC236}">
                  <a16:creationId xmlns:a16="http://schemas.microsoft.com/office/drawing/2014/main" id="{3108964A-8D68-5EB9-0498-90896FEEB734}"/>
                </a:ext>
              </a:extLst>
            </p:cNvPr>
            <p:cNvSpPr txBox="1">
              <a:spLocks noChangeArrowheads="1"/>
            </p:cNvSpPr>
            <p:nvPr/>
          </p:nvSpPr>
          <p:spPr bwMode="auto">
            <a:xfrm>
              <a:off x="104744" y="1860243"/>
              <a:ext cx="5502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b="1"/>
                <a:t>CK#</a:t>
              </a:r>
              <a:endParaRPr lang="en-GB" altLang="en-US" sz="1200" b="1"/>
            </a:p>
          </p:txBody>
        </p:sp>
        <p:sp>
          <p:nvSpPr>
            <p:cNvPr id="72846" name="TextBox 218">
              <a:extLst>
                <a:ext uri="{FF2B5EF4-FFF2-40B4-BE49-F238E27FC236}">
                  <a16:creationId xmlns:a16="http://schemas.microsoft.com/office/drawing/2014/main" id="{36DCED52-97DD-1DDD-605A-299ADEFE0B0F}"/>
                </a:ext>
              </a:extLst>
            </p:cNvPr>
            <p:cNvSpPr txBox="1">
              <a:spLocks noChangeArrowheads="1"/>
            </p:cNvSpPr>
            <p:nvPr/>
          </p:nvSpPr>
          <p:spPr bwMode="auto">
            <a:xfrm>
              <a:off x="104744" y="2076442"/>
              <a:ext cx="5502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b="1"/>
                <a:t>CS#</a:t>
              </a:r>
              <a:endParaRPr lang="en-GB" altLang="en-US" sz="1200" b="1"/>
            </a:p>
          </p:txBody>
        </p:sp>
        <p:sp>
          <p:nvSpPr>
            <p:cNvPr id="72847" name="TextBox 219">
              <a:extLst>
                <a:ext uri="{FF2B5EF4-FFF2-40B4-BE49-F238E27FC236}">
                  <a16:creationId xmlns:a16="http://schemas.microsoft.com/office/drawing/2014/main" id="{17E8A0C9-825F-27B8-1B3F-DF9CF9F6A110}"/>
                </a:ext>
              </a:extLst>
            </p:cNvPr>
            <p:cNvSpPr txBox="1">
              <a:spLocks noChangeArrowheads="1"/>
            </p:cNvSpPr>
            <p:nvPr/>
          </p:nvSpPr>
          <p:spPr bwMode="auto">
            <a:xfrm>
              <a:off x="104744" y="2300281"/>
              <a:ext cx="5502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b="1"/>
                <a:t>WE#</a:t>
              </a:r>
              <a:endParaRPr lang="en-GB" altLang="en-US" sz="1200" b="1"/>
            </a:p>
          </p:txBody>
        </p:sp>
        <p:cxnSp>
          <p:nvCxnSpPr>
            <p:cNvPr id="72848" name="Straight Arrow Connector 220">
              <a:extLst>
                <a:ext uri="{FF2B5EF4-FFF2-40B4-BE49-F238E27FC236}">
                  <a16:creationId xmlns:a16="http://schemas.microsoft.com/office/drawing/2014/main" id="{46A7C12D-B75D-92DF-133D-59FF77CFE695}"/>
                </a:ext>
              </a:extLst>
            </p:cNvPr>
            <p:cNvCxnSpPr>
              <a:cxnSpLocks noChangeShapeType="1"/>
            </p:cNvCxnSpPr>
            <p:nvPr/>
          </p:nvCxnSpPr>
          <p:spPr bwMode="auto">
            <a:xfrm>
              <a:off x="378424" y="1714488"/>
              <a:ext cx="274320" cy="1588"/>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2849" name="TextBox 221">
              <a:extLst>
                <a:ext uri="{FF2B5EF4-FFF2-40B4-BE49-F238E27FC236}">
                  <a16:creationId xmlns:a16="http://schemas.microsoft.com/office/drawing/2014/main" id="{E4B09214-344E-2164-1419-AF06A628A756}"/>
                </a:ext>
              </a:extLst>
            </p:cNvPr>
            <p:cNvSpPr txBox="1">
              <a:spLocks noChangeArrowheads="1"/>
            </p:cNvSpPr>
            <p:nvPr/>
          </p:nvSpPr>
          <p:spPr bwMode="auto">
            <a:xfrm>
              <a:off x="114300" y="1665425"/>
              <a:ext cx="5502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b="1"/>
                <a:t>CK</a:t>
              </a:r>
              <a:endParaRPr lang="en-GB" altLang="en-US" sz="1200" b="1"/>
            </a:p>
          </p:txBody>
        </p:sp>
        <p:sp>
          <p:nvSpPr>
            <p:cNvPr id="72850" name="TextBox 222">
              <a:extLst>
                <a:ext uri="{FF2B5EF4-FFF2-40B4-BE49-F238E27FC236}">
                  <a16:creationId xmlns:a16="http://schemas.microsoft.com/office/drawing/2014/main" id="{ACD2595B-0944-AE86-F9A0-027438B4026D}"/>
                </a:ext>
              </a:extLst>
            </p:cNvPr>
            <p:cNvSpPr txBox="1">
              <a:spLocks noChangeArrowheads="1"/>
            </p:cNvSpPr>
            <p:nvPr/>
          </p:nvSpPr>
          <p:spPr bwMode="auto">
            <a:xfrm>
              <a:off x="104744" y="2505069"/>
              <a:ext cx="68104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b="1"/>
                <a:t>CAS#</a:t>
              </a:r>
              <a:endParaRPr lang="en-GB" altLang="en-US" sz="1200" b="1"/>
            </a:p>
          </p:txBody>
        </p:sp>
        <p:sp>
          <p:nvSpPr>
            <p:cNvPr id="72851" name="TextBox 223">
              <a:extLst>
                <a:ext uri="{FF2B5EF4-FFF2-40B4-BE49-F238E27FC236}">
                  <a16:creationId xmlns:a16="http://schemas.microsoft.com/office/drawing/2014/main" id="{715B7326-FEC1-E7A4-A6F7-8B3A6D871E2C}"/>
                </a:ext>
              </a:extLst>
            </p:cNvPr>
            <p:cNvSpPr txBox="1">
              <a:spLocks noChangeArrowheads="1"/>
            </p:cNvSpPr>
            <p:nvPr/>
          </p:nvSpPr>
          <p:spPr bwMode="auto">
            <a:xfrm>
              <a:off x="114300" y="2728908"/>
              <a:ext cx="68104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b="1"/>
                <a:t>RAS#</a:t>
              </a:r>
              <a:endParaRPr lang="en-GB" altLang="en-US" sz="1200" b="1"/>
            </a:p>
          </p:txBody>
        </p:sp>
        <p:sp>
          <p:nvSpPr>
            <p:cNvPr id="52" name="Rectangle 51">
              <a:extLst>
                <a:ext uri="{FF2B5EF4-FFF2-40B4-BE49-F238E27FC236}">
                  <a16:creationId xmlns:a16="http://schemas.microsoft.com/office/drawing/2014/main" id="{9F95FC24-6742-48F0-85EF-9CF83FE77E00}"/>
                </a:ext>
              </a:extLst>
            </p:cNvPr>
            <p:cNvSpPr/>
            <p:nvPr/>
          </p:nvSpPr>
          <p:spPr bwMode="auto">
            <a:xfrm>
              <a:off x="3551139" y="2213975"/>
              <a:ext cx="649303" cy="847775"/>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GB" sz="1200" dirty="0">
                <a:latin typeface="Arial" charset="0"/>
                <a:cs typeface="Arial" charset="0"/>
              </a:endParaRPr>
            </a:p>
          </p:txBody>
        </p:sp>
        <p:cxnSp>
          <p:nvCxnSpPr>
            <p:cNvPr id="72853" name="Straight Connector 224">
              <a:extLst>
                <a:ext uri="{FF2B5EF4-FFF2-40B4-BE49-F238E27FC236}">
                  <a16:creationId xmlns:a16="http://schemas.microsoft.com/office/drawing/2014/main" id="{75ECFD0A-DC66-FF8F-CD9D-677A590F96AB}"/>
                </a:ext>
              </a:extLst>
            </p:cNvPr>
            <p:cNvCxnSpPr>
              <a:cxnSpLocks noChangeShapeType="1"/>
            </p:cNvCxnSpPr>
            <p:nvPr/>
          </p:nvCxnSpPr>
          <p:spPr bwMode="auto">
            <a:xfrm rot="5400000" flipH="1" flipV="1">
              <a:off x="1714480" y="5000636"/>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2854" name="Straight Connector 225">
              <a:extLst>
                <a:ext uri="{FF2B5EF4-FFF2-40B4-BE49-F238E27FC236}">
                  <a16:creationId xmlns:a16="http://schemas.microsoft.com/office/drawing/2014/main" id="{3AB1743A-B364-337D-49F9-9F00CD6D145D}"/>
                </a:ext>
              </a:extLst>
            </p:cNvPr>
            <p:cNvCxnSpPr>
              <a:cxnSpLocks noChangeShapeType="1"/>
            </p:cNvCxnSpPr>
            <p:nvPr/>
          </p:nvCxnSpPr>
          <p:spPr bwMode="auto">
            <a:xfrm rot="5400000" flipH="1" flipV="1">
              <a:off x="3971921" y="4867285"/>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2855" name="TextBox 226">
              <a:extLst>
                <a:ext uri="{FF2B5EF4-FFF2-40B4-BE49-F238E27FC236}">
                  <a16:creationId xmlns:a16="http://schemas.microsoft.com/office/drawing/2014/main" id="{0F500FC9-ACD3-C3F1-74F8-707C787D004D}"/>
                </a:ext>
              </a:extLst>
            </p:cNvPr>
            <p:cNvSpPr txBox="1">
              <a:spLocks noChangeArrowheads="1"/>
            </p:cNvSpPr>
            <p:nvPr/>
          </p:nvSpPr>
          <p:spPr bwMode="auto">
            <a:xfrm>
              <a:off x="3786182" y="4638684"/>
              <a:ext cx="64294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10 </a:t>
              </a:r>
              <a:endParaRPr lang="en-GB" altLang="en-US" sz="1100"/>
            </a:p>
          </p:txBody>
        </p:sp>
        <p:cxnSp>
          <p:nvCxnSpPr>
            <p:cNvPr id="72856" name="Straight Connector 228">
              <a:extLst>
                <a:ext uri="{FF2B5EF4-FFF2-40B4-BE49-F238E27FC236}">
                  <a16:creationId xmlns:a16="http://schemas.microsoft.com/office/drawing/2014/main" id="{306A7D60-BBD6-4BB5-6F0F-286F249B0EC2}"/>
                </a:ext>
              </a:extLst>
            </p:cNvPr>
            <p:cNvCxnSpPr>
              <a:cxnSpLocks noChangeShapeType="1"/>
            </p:cNvCxnSpPr>
            <p:nvPr/>
          </p:nvCxnSpPr>
          <p:spPr bwMode="auto">
            <a:xfrm>
              <a:off x="3805232" y="5329251"/>
              <a:ext cx="329184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2857" name="Straight Connector 230">
              <a:extLst>
                <a:ext uri="{FF2B5EF4-FFF2-40B4-BE49-F238E27FC236}">
                  <a16:creationId xmlns:a16="http://schemas.microsoft.com/office/drawing/2014/main" id="{15B9B45B-8C6E-30C8-C145-4648CB44A7B2}"/>
                </a:ext>
              </a:extLst>
            </p:cNvPr>
            <p:cNvCxnSpPr>
              <a:cxnSpLocks noChangeShapeType="1"/>
            </p:cNvCxnSpPr>
            <p:nvPr/>
          </p:nvCxnSpPr>
          <p:spPr bwMode="auto">
            <a:xfrm rot="5400000" flipH="1" flipV="1">
              <a:off x="6616273" y="4847089"/>
              <a:ext cx="969264" cy="1588"/>
            </a:xfrm>
            <a:prstGeom prst="line">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858" name="Straight Connector 231">
              <a:extLst>
                <a:ext uri="{FF2B5EF4-FFF2-40B4-BE49-F238E27FC236}">
                  <a16:creationId xmlns:a16="http://schemas.microsoft.com/office/drawing/2014/main" id="{EC610E3C-BB76-DDCE-7296-84E2047A9AE3}"/>
                </a:ext>
              </a:extLst>
            </p:cNvPr>
            <p:cNvCxnSpPr>
              <a:cxnSpLocks noChangeShapeType="1"/>
            </p:cNvCxnSpPr>
            <p:nvPr/>
          </p:nvCxnSpPr>
          <p:spPr bwMode="auto">
            <a:xfrm rot="5400000" flipH="1" flipV="1">
              <a:off x="4000496" y="5286388"/>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2859" name="TextBox 232">
              <a:extLst>
                <a:ext uri="{FF2B5EF4-FFF2-40B4-BE49-F238E27FC236}">
                  <a16:creationId xmlns:a16="http://schemas.microsoft.com/office/drawing/2014/main" id="{72CEE750-4C1C-8D6F-8920-63C2065F4475}"/>
                </a:ext>
              </a:extLst>
            </p:cNvPr>
            <p:cNvSpPr txBox="1">
              <a:spLocks noChangeArrowheads="1"/>
            </p:cNvSpPr>
            <p:nvPr/>
          </p:nvSpPr>
          <p:spPr bwMode="auto">
            <a:xfrm>
              <a:off x="3786182" y="5072074"/>
              <a:ext cx="64294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1 </a:t>
              </a:r>
              <a:endParaRPr lang="en-GB" altLang="en-US" sz="1100"/>
            </a:p>
          </p:txBody>
        </p:sp>
        <p:cxnSp>
          <p:nvCxnSpPr>
            <p:cNvPr id="72860" name="Straight Connector 233">
              <a:extLst>
                <a:ext uri="{FF2B5EF4-FFF2-40B4-BE49-F238E27FC236}">
                  <a16:creationId xmlns:a16="http://schemas.microsoft.com/office/drawing/2014/main" id="{54287AC9-46E4-A6C4-CD91-B774418A567B}"/>
                </a:ext>
              </a:extLst>
            </p:cNvPr>
            <p:cNvCxnSpPr>
              <a:cxnSpLocks noChangeShapeType="1"/>
            </p:cNvCxnSpPr>
            <p:nvPr/>
          </p:nvCxnSpPr>
          <p:spPr bwMode="auto">
            <a:xfrm rot="5400000" flipH="1" flipV="1">
              <a:off x="6721650" y="2922424"/>
              <a:ext cx="274320" cy="1588"/>
            </a:xfrm>
            <a:prstGeom prst="line">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2861" name="TextBox 234">
              <a:extLst>
                <a:ext uri="{FF2B5EF4-FFF2-40B4-BE49-F238E27FC236}">
                  <a16:creationId xmlns:a16="http://schemas.microsoft.com/office/drawing/2014/main" id="{2853F6DF-5322-3668-6E54-016432FF1299}"/>
                </a:ext>
              </a:extLst>
            </p:cNvPr>
            <p:cNvSpPr txBox="1">
              <a:spLocks noChangeArrowheads="1"/>
            </p:cNvSpPr>
            <p:nvPr/>
          </p:nvSpPr>
          <p:spPr bwMode="auto">
            <a:xfrm>
              <a:off x="7143768" y="4643446"/>
              <a:ext cx="92869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Column0</a:t>
              </a:r>
              <a:endParaRPr lang="en-GB" altLang="en-US" sz="1100"/>
            </a:p>
          </p:txBody>
        </p:sp>
        <p:sp>
          <p:nvSpPr>
            <p:cNvPr id="72862" name="TextBox 235">
              <a:extLst>
                <a:ext uri="{FF2B5EF4-FFF2-40B4-BE49-F238E27FC236}">
                  <a16:creationId xmlns:a16="http://schemas.microsoft.com/office/drawing/2014/main" id="{233F9414-3EA5-011D-32BF-05F80955E034}"/>
                </a:ext>
              </a:extLst>
            </p:cNvPr>
            <p:cNvSpPr txBox="1">
              <a:spLocks noChangeArrowheads="1"/>
            </p:cNvSpPr>
            <p:nvPr/>
          </p:nvSpPr>
          <p:spPr bwMode="auto">
            <a:xfrm>
              <a:off x="6262697" y="3005134"/>
              <a:ext cx="92869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Column0</a:t>
              </a:r>
              <a:endParaRPr lang="en-GB" altLang="en-US" sz="1100"/>
            </a:p>
          </p:txBody>
        </p:sp>
        <p:sp>
          <p:nvSpPr>
            <p:cNvPr id="72863" name="TextBox 236">
              <a:extLst>
                <a:ext uri="{FF2B5EF4-FFF2-40B4-BE49-F238E27FC236}">
                  <a16:creationId xmlns:a16="http://schemas.microsoft.com/office/drawing/2014/main" id="{CBCF0277-410A-043F-DCBB-1AC544C16143}"/>
                </a:ext>
              </a:extLst>
            </p:cNvPr>
            <p:cNvSpPr txBox="1">
              <a:spLocks noChangeArrowheads="1"/>
            </p:cNvSpPr>
            <p:nvPr/>
          </p:nvSpPr>
          <p:spPr bwMode="auto">
            <a:xfrm>
              <a:off x="3381367" y="2243130"/>
              <a:ext cx="100013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b="1"/>
                <a:t>Bank 0,</a:t>
              </a:r>
            </a:p>
            <a:p>
              <a:pPr algn="ctr" eaLnBrk="1" hangingPunct="1"/>
              <a:r>
                <a:rPr lang="en-US" altLang="en-US" sz="1100" b="1"/>
                <a:t>Row </a:t>
              </a:r>
            </a:p>
            <a:p>
              <a:pPr algn="ctr" eaLnBrk="1" hangingPunct="1"/>
              <a:r>
                <a:rPr lang="en-US" altLang="en-US" sz="1100" b="1"/>
                <a:t>Latch,</a:t>
              </a:r>
            </a:p>
            <a:p>
              <a:pPr algn="ctr" eaLnBrk="1" hangingPunct="1"/>
              <a:r>
                <a:rPr lang="en-US" altLang="en-US" sz="1100" b="1"/>
                <a:t>Decoder</a:t>
              </a:r>
              <a:endParaRPr lang="en-GB" altLang="en-US" sz="1100" b="1"/>
            </a:p>
          </p:txBody>
        </p:sp>
        <p:sp>
          <p:nvSpPr>
            <p:cNvPr id="72864" name="TextBox 237">
              <a:extLst>
                <a:ext uri="{FF2B5EF4-FFF2-40B4-BE49-F238E27FC236}">
                  <a16:creationId xmlns:a16="http://schemas.microsoft.com/office/drawing/2014/main" id="{6EAA6B4B-755E-281A-95CB-34EC61E41AB5}"/>
                </a:ext>
              </a:extLst>
            </p:cNvPr>
            <p:cNvSpPr txBox="1">
              <a:spLocks noChangeArrowheads="1"/>
            </p:cNvSpPr>
            <p:nvPr/>
          </p:nvSpPr>
          <p:spPr bwMode="auto">
            <a:xfrm>
              <a:off x="4572000" y="2143116"/>
              <a:ext cx="1000132"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b="1"/>
                <a:t>Bank 0,</a:t>
              </a:r>
            </a:p>
            <a:p>
              <a:pPr algn="ctr" eaLnBrk="1" hangingPunct="1"/>
              <a:r>
                <a:rPr lang="en-US" altLang="en-US" sz="1100" b="1"/>
                <a:t>Memory</a:t>
              </a:r>
            </a:p>
            <a:p>
              <a:pPr algn="ctr" eaLnBrk="1" hangingPunct="1"/>
              <a:r>
                <a:rPr lang="en-US" altLang="en-US" sz="1100" b="1"/>
                <a:t>Array</a:t>
              </a:r>
            </a:p>
            <a:p>
              <a:pPr algn="ctr" eaLnBrk="1" hangingPunct="1"/>
              <a:r>
                <a:rPr lang="en-US" altLang="en-US" sz="1100" b="1"/>
                <a:t>8192×1024×8</a:t>
              </a:r>
              <a:endParaRPr lang="en-GB" altLang="en-US" sz="1100" b="1"/>
            </a:p>
          </p:txBody>
        </p:sp>
        <p:sp>
          <p:nvSpPr>
            <p:cNvPr id="72865" name="TextBox 238">
              <a:extLst>
                <a:ext uri="{FF2B5EF4-FFF2-40B4-BE49-F238E27FC236}">
                  <a16:creationId xmlns:a16="http://schemas.microsoft.com/office/drawing/2014/main" id="{67B0CE61-DE73-679B-800A-2287C5F24CD1}"/>
                </a:ext>
              </a:extLst>
            </p:cNvPr>
            <p:cNvSpPr txBox="1">
              <a:spLocks noChangeArrowheads="1"/>
            </p:cNvSpPr>
            <p:nvPr/>
          </p:nvSpPr>
          <p:spPr bwMode="auto">
            <a:xfrm>
              <a:off x="4243382" y="3238499"/>
              <a:ext cx="100013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b="1"/>
                <a:t>8192</a:t>
              </a:r>
            </a:p>
            <a:p>
              <a:pPr algn="ctr" eaLnBrk="1" hangingPunct="1"/>
              <a:endParaRPr lang="en-GB" altLang="en-US" sz="1100" b="1"/>
            </a:p>
          </p:txBody>
        </p:sp>
        <p:sp>
          <p:nvSpPr>
            <p:cNvPr id="72866" name="TextBox 239">
              <a:extLst>
                <a:ext uri="{FF2B5EF4-FFF2-40B4-BE49-F238E27FC236}">
                  <a16:creationId xmlns:a16="http://schemas.microsoft.com/office/drawing/2014/main" id="{E11FE319-92F9-6E4E-51EB-24A91C3CBDE4}"/>
                </a:ext>
              </a:extLst>
            </p:cNvPr>
            <p:cNvSpPr txBox="1">
              <a:spLocks noChangeArrowheads="1"/>
            </p:cNvSpPr>
            <p:nvPr/>
          </p:nvSpPr>
          <p:spPr bwMode="auto">
            <a:xfrm>
              <a:off x="4500562" y="4719647"/>
              <a:ext cx="100013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b="1"/>
                <a:t>Column</a:t>
              </a:r>
            </a:p>
            <a:p>
              <a:pPr algn="ctr" eaLnBrk="1" hangingPunct="1"/>
              <a:r>
                <a:rPr lang="en-US" altLang="en-US" sz="1100" b="1"/>
                <a:t>Decoder</a:t>
              </a:r>
              <a:endParaRPr lang="en-GB" altLang="en-US" sz="1100" b="1"/>
            </a:p>
          </p:txBody>
        </p:sp>
        <p:sp>
          <p:nvSpPr>
            <p:cNvPr id="72867" name="TextBox 240">
              <a:extLst>
                <a:ext uri="{FF2B5EF4-FFF2-40B4-BE49-F238E27FC236}">
                  <a16:creationId xmlns:a16="http://schemas.microsoft.com/office/drawing/2014/main" id="{1FFBED69-1357-6F9F-9B69-EC9DFFE4AA2E}"/>
                </a:ext>
              </a:extLst>
            </p:cNvPr>
            <p:cNvSpPr txBox="1">
              <a:spLocks noChangeArrowheads="1"/>
            </p:cNvSpPr>
            <p:nvPr/>
          </p:nvSpPr>
          <p:spPr bwMode="auto">
            <a:xfrm>
              <a:off x="5181605" y="4119567"/>
              <a:ext cx="85725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b="1"/>
                <a:t>1024</a:t>
              </a:r>
            </a:p>
            <a:p>
              <a:pPr algn="ctr" eaLnBrk="1" hangingPunct="1"/>
              <a:endParaRPr lang="en-GB" altLang="en-US" sz="1100" b="1"/>
            </a:p>
          </p:txBody>
        </p:sp>
        <p:cxnSp>
          <p:nvCxnSpPr>
            <p:cNvPr id="72868" name="Straight Connector 242">
              <a:extLst>
                <a:ext uri="{FF2B5EF4-FFF2-40B4-BE49-F238E27FC236}">
                  <a16:creationId xmlns:a16="http://schemas.microsoft.com/office/drawing/2014/main" id="{E4A60AE3-4552-132D-1E9F-F7427ED6700A}"/>
                </a:ext>
              </a:extLst>
            </p:cNvPr>
            <p:cNvCxnSpPr>
              <a:cxnSpLocks noChangeShapeType="1"/>
            </p:cNvCxnSpPr>
            <p:nvPr/>
          </p:nvCxnSpPr>
          <p:spPr bwMode="auto">
            <a:xfrm rot="5400000" flipH="1" flipV="1">
              <a:off x="7143768" y="2319330"/>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2869" name="Straight Connector 243">
              <a:extLst>
                <a:ext uri="{FF2B5EF4-FFF2-40B4-BE49-F238E27FC236}">
                  <a16:creationId xmlns:a16="http://schemas.microsoft.com/office/drawing/2014/main" id="{5EEEC23B-21A5-85FE-B5FA-0051D2E28EB4}"/>
                </a:ext>
              </a:extLst>
            </p:cNvPr>
            <p:cNvCxnSpPr>
              <a:cxnSpLocks noChangeShapeType="1"/>
            </p:cNvCxnSpPr>
            <p:nvPr/>
          </p:nvCxnSpPr>
          <p:spPr bwMode="auto">
            <a:xfrm rot="5400000" flipH="1" flipV="1">
              <a:off x="6000760" y="3071810"/>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2870" name="Straight Connector 246">
              <a:extLst>
                <a:ext uri="{FF2B5EF4-FFF2-40B4-BE49-F238E27FC236}">
                  <a16:creationId xmlns:a16="http://schemas.microsoft.com/office/drawing/2014/main" id="{D761E1DD-9D20-6B22-4B58-AC63533C41D9}"/>
                </a:ext>
              </a:extLst>
            </p:cNvPr>
            <p:cNvCxnSpPr>
              <a:cxnSpLocks noChangeShapeType="1"/>
            </p:cNvCxnSpPr>
            <p:nvPr/>
          </p:nvCxnSpPr>
          <p:spPr bwMode="auto">
            <a:xfrm rot="5400000" flipH="1" flipV="1">
              <a:off x="8572528" y="2743195"/>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2871" name="TextBox 247">
              <a:extLst>
                <a:ext uri="{FF2B5EF4-FFF2-40B4-BE49-F238E27FC236}">
                  <a16:creationId xmlns:a16="http://schemas.microsoft.com/office/drawing/2014/main" id="{E8C2E556-C891-A11A-1619-BBAAF34761E1}"/>
                </a:ext>
              </a:extLst>
            </p:cNvPr>
            <p:cNvSpPr txBox="1">
              <a:spLocks noChangeArrowheads="1"/>
            </p:cNvSpPr>
            <p:nvPr/>
          </p:nvSpPr>
          <p:spPr bwMode="auto">
            <a:xfrm>
              <a:off x="6429388" y="1928802"/>
              <a:ext cx="35719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4</a:t>
              </a:r>
              <a:endParaRPr lang="en-GB" altLang="en-US" sz="1100"/>
            </a:p>
          </p:txBody>
        </p:sp>
        <p:sp>
          <p:nvSpPr>
            <p:cNvPr id="72872" name="TextBox 248">
              <a:extLst>
                <a:ext uri="{FF2B5EF4-FFF2-40B4-BE49-F238E27FC236}">
                  <a16:creationId xmlns:a16="http://schemas.microsoft.com/office/drawing/2014/main" id="{CCD687B3-C6CA-CEA0-7D17-DC1505BAA22E}"/>
                </a:ext>
              </a:extLst>
            </p:cNvPr>
            <p:cNvSpPr txBox="1">
              <a:spLocks noChangeArrowheads="1"/>
            </p:cNvSpPr>
            <p:nvPr/>
          </p:nvSpPr>
          <p:spPr bwMode="auto">
            <a:xfrm>
              <a:off x="8434383" y="2786058"/>
              <a:ext cx="50009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4 </a:t>
              </a:r>
              <a:endParaRPr lang="en-GB" altLang="en-US" sz="1100"/>
            </a:p>
          </p:txBody>
        </p:sp>
        <p:sp>
          <p:nvSpPr>
            <p:cNvPr id="72873" name="TextBox 249">
              <a:extLst>
                <a:ext uri="{FF2B5EF4-FFF2-40B4-BE49-F238E27FC236}">
                  <a16:creationId xmlns:a16="http://schemas.microsoft.com/office/drawing/2014/main" id="{46678FBA-6392-E0A0-A991-857E924268A0}"/>
                </a:ext>
              </a:extLst>
            </p:cNvPr>
            <p:cNvSpPr txBox="1">
              <a:spLocks noChangeArrowheads="1"/>
            </p:cNvSpPr>
            <p:nvPr/>
          </p:nvSpPr>
          <p:spPr bwMode="auto">
            <a:xfrm>
              <a:off x="6000760" y="3086097"/>
              <a:ext cx="50009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8</a:t>
              </a:r>
              <a:endParaRPr lang="en-GB" altLang="en-US" sz="1100"/>
            </a:p>
          </p:txBody>
        </p:sp>
        <p:cxnSp>
          <p:nvCxnSpPr>
            <p:cNvPr id="72874" name="Straight Connector 250">
              <a:extLst>
                <a:ext uri="{FF2B5EF4-FFF2-40B4-BE49-F238E27FC236}">
                  <a16:creationId xmlns:a16="http://schemas.microsoft.com/office/drawing/2014/main" id="{D6AE1313-A168-8748-2F61-55D1C8462BAA}"/>
                </a:ext>
              </a:extLst>
            </p:cNvPr>
            <p:cNvCxnSpPr>
              <a:cxnSpLocks noChangeShapeType="1"/>
            </p:cNvCxnSpPr>
            <p:nvPr/>
          </p:nvCxnSpPr>
          <p:spPr bwMode="auto">
            <a:xfrm rot="5400000" flipH="1" flipV="1">
              <a:off x="6858016" y="3481388"/>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2875" name="TextBox 251">
              <a:extLst>
                <a:ext uri="{FF2B5EF4-FFF2-40B4-BE49-F238E27FC236}">
                  <a16:creationId xmlns:a16="http://schemas.microsoft.com/office/drawing/2014/main" id="{57B9C7DC-10A9-4D32-070A-4B2A5CC7E87D}"/>
                </a:ext>
              </a:extLst>
            </p:cNvPr>
            <p:cNvSpPr txBox="1">
              <a:spLocks noChangeArrowheads="1"/>
            </p:cNvSpPr>
            <p:nvPr/>
          </p:nvSpPr>
          <p:spPr bwMode="auto">
            <a:xfrm>
              <a:off x="6767526" y="3309937"/>
              <a:ext cx="37624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1 </a:t>
              </a:r>
              <a:endParaRPr lang="en-GB" altLang="en-US" sz="1100"/>
            </a:p>
          </p:txBody>
        </p:sp>
        <p:cxnSp>
          <p:nvCxnSpPr>
            <p:cNvPr id="72876" name="Straight Connector 255">
              <a:extLst>
                <a:ext uri="{FF2B5EF4-FFF2-40B4-BE49-F238E27FC236}">
                  <a16:creationId xmlns:a16="http://schemas.microsoft.com/office/drawing/2014/main" id="{EF908682-DBE1-0618-238A-F093E04E8477}"/>
                </a:ext>
              </a:extLst>
            </p:cNvPr>
            <p:cNvCxnSpPr>
              <a:cxnSpLocks noChangeShapeType="1"/>
            </p:cNvCxnSpPr>
            <p:nvPr/>
          </p:nvCxnSpPr>
          <p:spPr bwMode="auto">
            <a:xfrm rot="5400000" flipH="1" flipV="1">
              <a:off x="6858016" y="3743327"/>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2877" name="Straight Connector 256">
              <a:extLst>
                <a:ext uri="{FF2B5EF4-FFF2-40B4-BE49-F238E27FC236}">
                  <a16:creationId xmlns:a16="http://schemas.microsoft.com/office/drawing/2014/main" id="{59E4308E-0782-52EF-5372-B5765327055F}"/>
                </a:ext>
              </a:extLst>
            </p:cNvPr>
            <p:cNvCxnSpPr>
              <a:cxnSpLocks noChangeShapeType="1"/>
            </p:cNvCxnSpPr>
            <p:nvPr/>
          </p:nvCxnSpPr>
          <p:spPr bwMode="auto">
            <a:xfrm rot="5400000" flipH="1" flipV="1">
              <a:off x="6867541" y="3938591"/>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2878" name="Straight Connector 257">
              <a:extLst>
                <a:ext uri="{FF2B5EF4-FFF2-40B4-BE49-F238E27FC236}">
                  <a16:creationId xmlns:a16="http://schemas.microsoft.com/office/drawing/2014/main" id="{CEFB3E55-15ED-D24A-E252-BCF4817F699B}"/>
                </a:ext>
              </a:extLst>
            </p:cNvPr>
            <p:cNvCxnSpPr>
              <a:cxnSpLocks noChangeShapeType="1"/>
            </p:cNvCxnSpPr>
            <p:nvPr/>
          </p:nvCxnSpPr>
          <p:spPr bwMode="auto">
            <a:xfrm rot="5400000" flipH="1" flipV="1">
              <a:off x="6858016" y="4200530"/>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2879" name="Straight Connector 258">
              <a:extLst>
                <a:ext uri="{FF2B5EF4-FFF2-40B4-BE49-F238E27FC236}">
                  <a16:creationId xmlns:a16="http://schemas.microsoft.com/office/drawing/2014/main" id="{F300C6B0-CCDB-4F5A-EA97-28EF6B085DAD}"/>
                </a:ext>
              </a:extLst>
            </p:cNvPr>
            <p:cNvCxnSpPr>
              <a:cxnSpLocks noChangeShapeType="1"/>
            </p:cNvCxnSpPr>
            <p:nvPr/>
          </p:nvCxnSpPr>
          <p:spPr bwMode="auto">
            <a:xfrm rot="5400000" flipH="1" flipV="1">
              <a:off x="6686565" y="4052892"/>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2880" name="Straight Connector 259">
              <a:extLst>
                <a:ext uri="{FF2B5EF4-FFF2-40B4-BE49-F238E27FC236}">
                  <a16:creationId xmlns:a16="http://schemas.microsoft.com/office/drawing/2014/main" id="{293AB664-627E-8207-FACD-7833085B2ABC}"/>
                </a:ext>
              </a:extLst>
            </p:cNvPr>
            <p:cNvCxnSpPr>
              <a:cxnSpLocks noChangeShapeType="1"/>
            </p:cNvCxnSpPr>
            <p:nvPr/>
          </p:nvCxnSpPr>
          <p:spPr bwMode="auto">
            <a:xfrm rot="5400000" flipH="1" flipV="1">
              <a:off x="6696090" y="3586164"/>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2881" name="TextBox 260">
              <a:extLst>
                <a:ext uri="{FF2B5EF4-FFF2-40B4-BE49-F238E27FC236}">
                  <a16:creationId xmlns:a16="http://schemas.microsoft.com/office/drawing/2014/main" id="{6110A94E-596D-991B-2A01-00F4A5FF6E4A}"/>
                </a:ext>
              </a:extLst>
            </p:cNvPr>
            <p:cNvSpPr txBox="1">
              <a:spLocks noChangeArrowheads="1"/>
            </p:cNvSpPr>
            <p:nvPr/>
          </p:nvSpPr>
          <p:spPr bwMode="auto">
            <a:xfrm>
              <a:off x="6786578" y="3571876"/>
              <a:ext cx="37624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1 </a:t>
              </a:r>
              <a:endParaRPr lang="en-GB" altLang="en-US" sz="1100"/>
            </a:p>
          </p:txBody>
        </p:sp>
        <p:sp>
          <p:nvSpPr>
            <p:cNvPr id="72882" name="TextBox 261">
              <a:extLst>
                <a:ext uri="{FF2B5EF4-FFF2-40B4-BE49-F238E27FC236}">
                  <a16:creationId xmlns:a16="http://schemas.microsoft.com/office/drawing/2014/main" id="{AA53C739-9D56-0E02-D303-974D9DA02852}"/>
                </a:ext>
              </a:extLst>
            </p:cNvPr>
            <p:cNvSpPr txBox="1">
              <a:spLocks noChangeArrowheads="1"/>
            </p:cNvSpPr>
            <p:nvPr/>
          </p:nvSpPr>
          <p:spPr bwMode="auto">
            <a:xfrm>
              <a:off x="6429388" y="2428868"/>
              <a:ext cx="35719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4</a:t>
              </a:r>
              <a:endParaRPr lang="en-GB" altLang="en-US" sz="1100"/>
            </a:p>
          </p:txBody>
        </p:sp>
        <p:sp>
          <p:nvSpPr>
            <p:cNvPr id="72883" name="TextBox 262">
              <a:extLst>
                <a:ext uri="{FF2B5EF4-FFF2-40B4-BE49-F238E27FC236}">
                  <a16:creationId xmlns:a16="http://schemas.microsoft.com/office/drawing/2014/main" id="{1D3052E0-EAA8-F98E-6B80-AAB4758E8E36}"/>
                </a:ext>
              </a:extLst>
            </p:cNvPr>
            <p:cNvSpPr txBox="1">
              <a:spLocks noChangeArrowheads="1"/>
            </p:cNvSpPr>
            <p:nvPr/>
          </p:nvSpPr>
          <p:spPr bwMode="auto">
            <a:xfrm>
              <a:off x="7072330" y="2143116"/>
              <a:ext cx="35719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4</a:t>
              </a:r>
              <a:endParaRPr lang="en-GB" altLang="en-US" sz="1100"/>
            </a:p>
          </p:txBody>
        </p:sp>
        <p:sp>
          <p:nvSpPr>
            <p:cNvPr id="72884" name="TextBox 263">
              <a:extLst>
                <a:ext uri="{FF2B5EF4-FFF2-40B4-BE49-F238E27FC236}">
                  <a16:creationId xmlns:a16="http://schemas.microsoft.com/office/drawing/2014/main" id="{7E9AC9F5-AC12-C9AF-6935-E594CBFF1608}"/>
                </a:ext>
              </a:extLst>
            </p:cNvPr>
            <p:cNvSpPr txBox="1">
              <a:spLocks noChangeArrowheads="1"/>
            </p:cNvSpPr>
            <p:nvPr/>
          </p:nvSpPr>
          <p:spPr bwMode="auto">
            <a:xfrm>
              <a:off x="6715140" y="3786190"/>
              <a:ext cx="35719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4</a:t>
              </a:r>
              <a:endParaRPr lang="en-GB" altLang="en-US" sz="1100"/>
            </a:p>
          </p:txBody>
        </p:sp>
        <p:sp>
          <p:nvSpPr>
            <p:cNvPr id="72885" name="TextBox 264">
              <a:extLst>
                <a:ext uri="{FF2B5EF4-FFF2-40B4-BE49-F238E27FC236}">
                  <a16:creationId xmlns:a16="http://schemas.microsoft.com/office/drawing/2014/main" id="{69E5B50B-02CD-DDC7-9BEC-DF275BE866E2}"/>
                </a:ext>
              </a:extLst>
            </p:cNvPr>
            <p:cNvSpPr txBox="1">
              <a:spLocks noChangeArrowheads="1"/>
            </p:cNvSpPr>
            <p:nvPr/>
          </p:nvSpPr>
          <p:spPr bwMode="auto">
            <a:xfrm>
              <a:off x="6715140" y="4214818"/>
              <a:ext cx="35719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4</a:t>
              </a:r>
              <a:endParaRPr lang="en-GB" altLang="en-US" sz="1100"/>
            </a:p>
          </p:txBody>
        </p:sp>
        <p:sp>
          <p:nvSpPr>
            <p:cNvPr id="72886" name="TextBox 265">
              <a:extLst>
                <a:ext uri="{FF2B5EF4-FFF2-40B4-BE49-F238E27FC236}">
                  <a16:creationId xmlns:a16="http://schemas.microsoft.com/office/drawing/2014/main" id="{DDD8C6C6-922C-64B7-2337-0FCA40CCB42F}"/>
                </a:ext>
              </a:extLst>
            </p:cNvPr>
            <p:cNvSpPr txBox="1">
              <a:spLocks noChangeArrowheads="1"/>
            </p:cNvSpPr>
            <p:nvPr/>
          </p:nvSpPr>
          <p:spPr bwMode="auto">
            <a:xfrm>
              <a:off x="6572264" y="3900491"/>
              <a:ext cx="35719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8</a:t>
              </a:r>
              <a:endParaRPr lang="en-GB" altLang="en-US" sz="1100"/>
            </a:p>
          </p:txBody>
        </p:sp>
        <p:sp>
          <p:nvSpPr>
            <p:cNvPr id="72887" name="TextBox 266">
              <a:extLst>
                <a:ext uri="{FF2B5EF4-FFF2-40B4-BE49-F238E27FC236}">
                  <a16:creationId xmlns:a16="http://schemas.microsoft.com/office/drawing/2014/main" id="{FBAD7DAF-AE9E-78CE-EE04-B59FF6E5F949}"/>
                </a:ext>
              </a:extLst>
            </p:cNvPr>
            <p:cNvSpPr txBox="1">
              <a:spLocks noChangeArrowheads="1"/>
            </p:cNvSpPr>
            <p:nvPr/>
          </p:nvSpPr>
          <p:spPr bwMode="auto">
            <a:xfrm>
              <a:off x="7520008" y="4119567"/>
              <a:ext cx="35719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4</a:t>
              </a:r>
              <a:endParaRPr lang="en-GB" altLang="en-US" sz="1100"/>
            </a:p>
          </p:txBody>
        </p:sp>
        <p:cxnSp>
          <p:nvCxnSpPr>
            <p:cNvPr id="72888" name="Straight Connector 267">
              <a:extLst>
                <a:ext uri="{FF2B5EF4-FFF2-40B4-BE49-F238E27FC236}">
                  <a16:creationId xmlns:a16="http://schemas.microsoft.com/office/drawing/2014/main" id="{2706C46F-1E74-32C5-88CB-7515D0BC424C}"/>
                </a:ext>
              </a:extLst>
            </p:cNvPr>
            <p:cNvCxnSpPr>
              <a:cxnSpLocks noChangeShapeType="1"/>
            </p:cNvCxnSpPr>
            <p:nvPr/>
          </p:nvCxnSpPr>
          <p:spPr bwMode="auto">
            <a:xfrm rot="5400000" flipH="1" flipV="1">
              <a:off x="7624784" y="4076705"/>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2889" name="Straight Connector 269">
              <a:extLst>
                <a:ext uri="{FF2B5EF4-FFF2-40B4-BE49-F238E27FC236}">
                  <a16:creationId xmlns:a16="http://schemas.microsoft.com/office/drawing/2014/main" id="{05F53EB5-D9D0-C262-E01C-482206089F4C}"/>
                </a:ext>
              </a:extLst>
            </p:cNvPr>
            <p:cNvCxnSpPr>
              <a:cxnSpLocks noChangeShapeType="1"/>
            </p:cNvCxnSpPr>
            <p:nvPr/>
          </p:nvCxnSpPr>
          <p:spPr bwMode="auto">
            <a:xfrm rot="5400000" flipH="1" flipV="1">
              <a:off x="7600971" y="3605214"/>
              <a:ext cx="100584" cy="10058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2890" name="TextBox 270">
              <a:extLst>
                <a:ext uri="{FF2B5EF4-FFF2-40B4-BE49-F238E27FC236}">
                  <a16:creationId xmlns:a16="http://schemas.microsoft.com/office/drawing/2014/main" id="{142AF6F2-AE89-FFFD-925B-2AABFA36C3ED}"/>
                </a:ext>
              </a:extLst>
            </p:cNvPr>
            <p:cNvSpPr txBox="1">
              <a:spLocks noChangeArrowheads="1"/>
            </p:cNvSpPr>
            <p:nvPr/>
          </p:nvSpPr>
          <p:spPr bwMode="auto">
            <a:xfrm>
              <a:off x="7524770" y="3333749"/>
              <a:ext cx="35719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1</a:t>
              </a:r>
              <a:endParaRPr lang="en-GB" altLang="en-US" sz="1100"/>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954A3C8B-CF39-D126-A135-137D88D70602}"/>
              </a:ext>
            </a:extLst>
          </p:cNvPr>
          <p:cNvSpPr>
            <a:spLocks noGrp="1" noChangeArrowheads="1"/>
          </p:cNvSpPr>
          <p:nvPr>
            <p:ph type="title"/>
          </p:nvPr>
        </p:nvSpPr>
        <p:spPr/>
        <p:txBody>
          <a:bodyPr/>
          <a:lstStyle/>
          <a:p>
            <a:r>
              <a:rPr lang="en-US" altLang="en-US"/>
              <a:t>DDR SDRAM</a:t>
            </a:r>
          </a:p>
        </p:txBody>
      </p:sp>
      <p:sp>
        <p:nvSpPr>
          <p:cNvPr id="73731" name="Content Placeholder 2">
            <a:extLst>
              <a:ext uri="{FF2B5EF4-FFF2-40B4-BE49-F238E27FC236}">
                <a16:creationId xmlns:a16="http://schemas.microsoft.com/office/drawing/2014/main" id="{F2590850-197D-51F6-A115-12B255CEC4F0}"/>
              </a:ext>
            </a:extLst>
          </p:cNvPr>
          <p:cNvSpPr>
            <a:spLocks noGrp="1" noChangeArrowheads="1"/>
          </p:cNvSpPr>
          <p:nvPr>
            <p:ph type="body" sz="quarter" idx="10"/>
          </p:nvPr>
        </p:nvSpPr>
        <p:spPr/>
        <p:txBody>
          <a:bodyPr/>
          <a:lstStyle/>
          <a:p>
            <a:pPr>
              <a:buFont typeface="Wingdings" panose="05000000000000000000" pitchFamily="2" charset="2"/>
              <a:buNone/>
            </a:pPr>
            <a:r>
              <a:rPr lang="en-US" altLang="en-US" sz="2000"/>
              <a:t>Controlled  by both edges of clock (it  duplicates throughput of memory interface)</a:t>
            </a:r>
          </a:p>
          <a:p>
            <a:pPr>
              <a:buFont typeface="Wingdings" panose="05000000000000000000" pitchFamily="2" charset="2"/>
              <a:buNone/>
            </a:pPr>
            <a:r>
              <a:rPr lang="en-US" altLang="en-US" sz="2000"/>
              <a:t>Clock is carried out as usual in internal blocks of ICs</a:t>
            </a:r>
          </a:p>
          <a:p>
            <a:pPr>
              <a:spcBef>
                <a:spcPct val="0"/>
              </a:spcBef>
              <a:buFont typeface="Wingdings" panose="05000000000000000000" pitchFamily="2" charset="2"/>
              <a:buNone/>
            </a:pPr>
            <a:r>
              <a:rPr lang="en-US" altLang="en-US" sz="2000"/>
              <a:t>Synchronization of DDR technology has the following requirements</a:t>
            </a:r>
            <a:r>
              <a:rPr lang="ru-RU" altLang="en-US" sz="2000"/>
              <a:t>:</a:t>
            </a:r>
          </a:p>
          <a:p>
            <a:r>
              <a:rPr lang="en-US" altLang="en-US" sz="2000"/>
              <a:t>Clock are generated and transferred in differential form</a:t>
            </a:r>
            <a:r>
              <a:rPr lang="ru-RU" altLang="en-US" sz="2000"/>
              <a:t> (</a:t>
            </a:r>
            <a:r>
              <a:rPr lang="en-US" altLang="en-US" sz="2000"/>
              <a:t>simultaneously CLK and</a:t>
            </a:r>
            <a:r>
              <a:rPr lang="ru-RU" altLang="en-US" sz="2000"/>
              <a:t> </a:t>
            </a:r>
            <a:r>
              <a:rPr lang="en-US" altLang="en-US" sz="2000"/>
              <a:t>~CLK).</a:t>
            </a:r>
          </a:p>
          <a:p>
            <a:r>
              <a:rPr lang="en-US" altLang="en-US" sz="2000"/>
              <a:t>Special signal  DQS (DQ Strobe) is inserted for data synchronization. </a:t>
            </a:r>
            <a:endParaRPr lang="ru-RU" altLang="en-US" sz="2000"/>
          </a:p>
          <a:p>
            <a:r>
              <a:rPr lang="en-US" altLang="en-US" sz="2000"/>
              <a:t>DLL blocks are inserted to IC for self-tuning of the delay.</a:t>
            </a:r>
          </a:p>
          <a:p>
            <a:pPr>
              <a:buFont typeface="Wingdings" panose="05000000000000000000" pitchFamily="2" charset="2"/>
              <a:buNone/>
            </a:pPr>
            <a:r>
              <a:rPr lang="en-US" altLang="en-US" sz="2000"/>
              <a:t>DLL (Delay Locked Loops) corrects clock skew and multiplies frequency if necessary.</a:t>
            </a:r>
          </a:p>
          <a:p>
            <a:pPr>
              <a:buFont typeface="Wingdings" panose="05000000000000000000" pitchFamily="2" charset="2"/>
              <a:buNone/>
            </a:pPr>
            <a:r>
              <a:rPr lang="en-US" altLang="en-US" sz="1600"/>
              <a:t>Timings – </a:t>
            </a:r>
            <a:r>
              <a:rPr lang="en-GB" altLang="en-US" sz="1600"/>
              <a:t>the number of cycles required to read the first four memory elements</a:t>
            </a:r>
            <a:endParaRPr lang="ru-RU" altLang="en-US" sz="1600"/>
          </a:p>
          <a:p>
            <a:endParaRPr lang="en-US" altLang="en-US" sz="20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68ED75AF-2E52-DAA3-8595-53BBE67AD17C}"/>
              </a:ext>
            </a:extLst>
          </p:cNvPr>
          <p:cNvSpPr>
            <a:spLocks noGrp="1" noChangeArrowheads="1"/>
          </p:cNvSpPr>
          <p:nvPr>
            <p:ph type="title"/>
          </p:nvPr>
        </p:nvSpPr>
        <p:spPr/>
        <p:txBody>
          <a:bodyPr/>
          <a:lstStyle/>
          <a:p>
            <a:r>
              <a:rPr lang="en-US" altLang="en-US"/>
              <a:t>Examples</a:t>
            </a:r>
            <a:endParaRPr lang="en-GB" altLang="en-US"/>
          </a:p>
        </p:txBody>
      </p:sp>
      <p:sp>
        <p:nvSpPr>
          <p:cNvPr id="2" name="Text Placeholder 1">
            <a:extLst>
              <a:ext uri="{FF2B5EF4-FFF2-40B4-BE49-F238E27FC236}">
                <a16:creationId xmlns:a16="http://schemas.microsoft.com/office/drawing/2014/main" id="{3055AB7E-E575-CD77-A7FF-3425F38589C3}"/>
              </a:ext>
            </a:extLst>
          </p:cNvPr>
          <p:cNvSpPr>
            <a:spLocks noGrp="1"/>
          </p:cNvSpPr>
          <p:nvPr>
            <p:ph type="body" sz="quarter" idx="10"/>
          </p:nvPr>
        </p:nvSpPr>
        <p:spPr/>
        <p:txBody>
          <a:bodyPr/>
          <a:lstStyle/>
          <a:p>
            <a:pPr eaLnBrk="1" hangingPunct="1"/>
            <a:r>
              <a:rPr lang="en-GB" altLang="en-US" sz="2400" dirty="0"/>
              <a:t>Wintec AMPO 1GB 184-Pin DDR SDRAM DDR 400 (PC 3200) Samsung Desktop Memory Model 3AMD1400-1GB-R</a:t>
            </a:r>
            <a:endParaRPr lang="ru-RU" altLang="en-US" sz="2400" dirty="0"/>
          </a:p>
          <a:p>
            <a:pPr eaLnBrk="1" hangingPunct="1"/>
            <a:endParaRPr lang="en-GB" altLang="en-US" sz="2400" dirty="0"/>
          </a:p>
          <a:p>
            <a:pPr eaLnBrk="1" hangingPunct="1"/>
            <a:r>
              <a:rPr lang="en-GB" altLang="en-US" sz="2400" dirty="0"/>
              <a:t>SAMSUNG 8GB (2 x 4GB) 240-Pin DDR3 SDRAM DDR3 1600 (PC3 12800) Desktop Memory Model MV-3V4G3D/US </a:t>
            </a:r>
          </a:p>
          <a:p>
            <a:pPr eaLnBrk="1" hangingPunct="1"/>
            <a:endParaRPr lang="en-GB" altLang="en-US" sz="2400" dirty="0"/>
          </a:p>
          <a:p>
            <a:pPr eaLnBrk="1" hangingPunct="1"/>
            <a:endParaRPr lang="en-GB" altLang="en-US" sz="2400" dirty="0"/>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4">
            <a:extLst>
              <a:ext uri="{FF2B5EF4-FFF2-40B4-BE49-F238E27FC236}">
                <a16:creationId xmlns:a16="http://schemas.microsoft.com/office/drawing/2014/main" id="{810965B1-5D08-3AB3-0E08-650707F1A65A}"/>
              </a:ext>
            </a:extLst>
          </p:cNvPr>
          <p:cNvSpPr>
            <a:spLocks noGrp="1" noChangeArrowheads="1"/>
          </p:cNvSpPr>
          <p:nvPr>
            <p:ph type="title"/>
          </p:nvPr>
        </p:nvSpPr>
        <p:spPr/>
        <p:txBody>
          <a:bodyPr/>
          <a:lstStyle/>
          <a:p>
            <a:r>
              <a:rPr lang="en-US" altLang="en-US"/>
              <a:t>SDRAM (Single Data Rate)</a:t>
            </a:r>
            <a:endParaRPr lang="ru-RU" altLang="en-US"/>
          </a:p>
        </p:txBody>
      </p:sp>
      <p:grpSp>
        <p:nvGrpSpPr>
          <p:cNvPr id="75779" name="Group 68">
            <a:extLst>
              <a:ext uri="{FF2B5EF4-FFF2-40B4-BE49-F238E27FC236}">
                <a16:creationId xmlns:a16="http://schemas.microsoft.com/office/drawing/2014/main" id="{690D087E-39B4-A142-D641-43241BFA2C3C}"/>
              </a:ext>
            </a:extLst>
          </p:cNvPr>
          <p:cNvGrpSpPr>
            <a:grpSpLocks/>
          </p:cNvGrpSpPr>
          <p:nvPr/>
        </p:nvGrpSpPr>
        <p:grpSpPr bwMode="auto">
          <a:xfrm>
            <a:off x="2667000" y="1422400"/>
            <a:ext cx="6713538" cy="3036888"/>
            <a:chOff x="521" y="1071"/>
            <a:chExt cx="4229" cy="1913"/>
          </a:xfrm>
        </p:grpSpPr>
        <p:sp>
          <p:nvSpPr>
            <p:cNvPr id="75781" name="Line 8">
              <a:extLst>
                <a:ext uri="{FF2B5EF4-FFF2-40B4-BE49-F238E27FC236}">
                  <a16:creationId xmlns:a16="http://schemas.microsoft.com/office/drawing/2014/main" id="{40CC66D7-A741-48BE-A4B5-199259C57241}"/>
                </a:ext>
              </a:extLst>
            </p:cNvPr>
            <p:cNvSpPr>
              <a:spLocks noChangeShapeType="1"/>
            </p:cNvSpPr>
            <p:nvPr/>
          </p:nvSpPr>
          <p:spPr bwMode="auto">
            <a:xfrm>
              <a:off x="596" y="1566"/>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2" name="Line 9">
              <a:extLst>
                <a:ext uri="{FF2B5EF4-FFF2-40B4-BE49-F238E27FC236}">
                  <a16:creationId xmlns:a16="http://schemas.microsoft.com/office/drawing/2014/main" id="{D2C48E05-AFEB-E51C-FCD8-879E8B4A5620}"/>
                </a:ext>
              </a:extLst>
            </p:cNvPr>
            <p:cNvSpPr>
              <a:spLocks noChangeShapeType="1"/>
            </p:cNvSpPr>
            <p:nvPr/>
          </p:nvSpPr>
          <p:spPr bwMode="auto">
            <a:xfrm>
              <a:off x="596" y="1904"/>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3" name="Line 10">
              <a:extLst>
                <a:ext uri="{FF2B5EF4-FFF2-40B4-BE49-F238E27FC236}">
                  <a16:creationId xmlns:a16="http://schemas.microsoft.com/office/drawing/2014/main" id="{503842EB-52CC-2ECE-59A2-48EA2F0FEE76}"/>
                </a:ext>
              </a:extLst>
            </p:cNvPr>
            <p:cNvSpPr>
              <a:spLocks noChangeShapeType="1"/>
            </p:cNvSpPr>
            <p:nvPr/>
          </p:nvSpPr>
          <p:spPr bwMode="auto">
            <a:xfrm>
              <a:off x="785" y="1570"/>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4" name="Line 11">
              <a:extLst>
                <a:ext uri="{FF2B5EF4-FFF2-40B4-BE49-F238E27FC236}">
                  <a16:creationId xmlns:a16="http://schemas.microsoft.com/office/drawing/2014/main" id="{9A531D2C-2F82-9E4E-F0CA-AC51FF732E6F}"/>
                </a:ext>
              </a:extLst>
            </p:cNvPr>
            <p:cNvSpPr>
              <a:spLocks noChangeShapeType="1"/>
            </p:cNvSpPr>
            <p:nvPr/>
          </p:nvSpPr>
          <p:spPr bwMode="auto">
            <a:xfrm>
              <a:off x="785" y="1570"/>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5" name="Line 12">
              <a:extLst>
                <a:ext uri="{FF2B5EF4-FFF2-40B4-BE49-F238E27FC236}">
                  <a16:creationId xmlns:a16="http://schemas.microsoft.com/office/drawing/2014/main" id="{EA4D2399-0312-CB67-59C2-185D5B3E4FBE}"/>
                </a:ext>
              </a:extLst>
            </p:cNvPr>
            <p:cNvSpPr>
              <a:spLocks noChangeShapeType="1"/>
            </p:cNvSpPr>
            <p:nvPr/>
          </p:nvSpPr>
          <p:spPr bwMode="auto">
            <a:xfrm>
              <a:off x="972" y="1570"/>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6" name="Line 13">
              <a:extLst>
                <a:ext uri="{FF2B5EF4-FFF2-40B4-BE49-F238E27FC236}">
                  <a16:creationId xmlns:a16="http://schemas.microsoft.com/office/drawing/2014/main" id="{531182BE-69C3-56F2-4ACE-1F2C64DF9C88}"/>
                </a:ext>
              </a:extLst>
            </p:cNvPr>
            <p:cNvSpPr>
              <a:spLocks noChangeShapeType="1"/>
            </p:cNvSpPr>
            <p:nvPr/>
          </p:nvSpPr>
          <p:spPr bwMode="auto">
            <a:xfrm>
              <a:off x="971" y="1908"/>
              <a:ext cx="2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7" name="Line 14">
              <a:extLst>
                <a:ext uri="{FF2B5EF4-FFF2-40B4-BE49-F238E27FC236}">
                  <a16:creationId xmlns:a16="http://schemas.microsoft.com/office/drawing/2014/main" id="{F23A2EF8-28B8-9CE4-1088-15FA67C2C165}"/>
                </a:ext>
              </a:extLst>
            </p:cNvPr>
            <p:cNvSpPr>
              <a:spLocks noChangeShapeType="1"/>
            </p:cNvSpPr>
            <p:nvPr/>
          </p:nvSpPr>
          <p:spPr bwMode="auto">
            <a:xfrm>
              <a:off x="1168" y="1575"/>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8" name="Line 15">
              <a:extLst>
                <a:ext uri="{FF2B5EF4-FFF2-40B4-BE49-F238E27FC236}">
                  <a16:creationId xmlns:a16="http://schemas.microsoft.com/office/drawing/2014/main" id="{98096073-2C2B-A9D2-A8D1-69B70BCAB359}"/>
                </a:ext>
              </a:extLst>
            </p:cNvPr>
            <p:cNvSpPr>
              <a:spLocks noChangeShapeType="1"/>
            </p:cNvSpPr>
            <p:nvPr/>
          </p:nvSpPr>
          <p:spPr bwMode="auto">
            <a:xfrm>
              <a:off x="1168" y="1582"/>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9" name="Line 16">
              <a:extLst>
                <a:ext uri="{FF2B5EF4-FFF2-40B4-BE49-F238E27FC236}">
                  <a16:creationId xmlns:a16="http://schemas.microsoft.com/office/drawing/2014/main" id="{2D4E66BA-24C3-402A-F771-4E6DC4D5A906}"/>
                </a:ext>
              </a:extLst>
            </p:cNvPr>
            <p:cNvSpPr>
              <a:spLocks noChangeShapeType="1"/>
            </p:cNvSpPr>
            <p:nvPr/>
          </p:nvSpPr>
          <p:spPr bwMode="auto">
            <a:xfrm>
              <a:off x="1355" y="1582"/>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0" name="Line 17">
              <a:extLst>
                <a:ext uri="{FF2B5EF4-FFF2-40B4-BE49-F238E27FC236}">
                  <a16:creationId xmlns:a16="http://schemas.microsoft.com/office/drawing/2014/main" id="{1DC7DE9C-B212-EF03-B6ED-AA071CC90A0E}"/>
                </a:ext>
              </a:extLst>
            </p:cNvPr>
            <p:cNvSpPr>
              <a:spLocks noChangeShapeType="1"/>
            </p:cNvSpPr>
            <p:nvPr/>
          </p:nvSpPr>
          <p:spPr bwMode="auto">
            <a:xfrm>
              <a:off x="1355" y="1920"/>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1" name="Line 18">
              <a:extLst>
                <a:ext uri="{FF2B5EF4-FFF2-40B4-BE49-F238E27FC236}">
                  <a16:creationId xmlns:a16="http://schemas.microsoft.com/office/drawing/2014/main" id="{CE06DFB3-C963-6AB6-2E51-58444371F023}"/>
                </a:ext>
              </a:extLst>
            </p:cNvPr>
            <p:cNvSpPr>
              <a:spLocks noChangeShapeType="1"/>
            </p:cNvSpPr>
            <p:nvPr/>
          </p:nvSpPr>
          <p:spPr bwMode="auto">
            <a:xfrm>
              <a:off x="1544" y="1594"/>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2" name="Line 19">
              <a:extLst>
                <a:ext uri="{FF2B5EF4-FFF2-40B4-BE49-F238E27FC236}">
                  <a16:creationId xmlns:a16="http://schemas.microsoft.com/office/drawing/2014/main" id="{D4E2AD86-0227-EBAD-2259-26861FF14D13}"/>
                </a:ext>
              </a:extLst>
            </p:cNvPr>
            <p:cNvSpPr>
              <a:spLocks noChangeShapeType="1"/>
            </p:cNvSpPr>
            <p:nvPr/>
          </p:nvSpPr>
          <p:spPr bwMode="auto">
            <a:xfrm>
              <a:off x="1544" y="1594"/>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3" name="Line 20">
              <a:extLst>
                <a:ext uri="{FF2B5EF4-FFF2-40B4-BE49-F238E27FC236}">
                  <a16:creationId xmlns:a16="http://schemas.microsoft.com/office/drawing/2014/main" id="{CBBD0937-1EB4-E185-48FB-0B9CD1CF6B60}"/>
                </a:ext>
              </a:extLst>
            </p:cNvPr>
            <p:cNvSpPr>
              <a:spLocks noChangeShapeType="1"/>
            </p:cNvSpPr>
            <p:nvPr/>
          </p:nvSpPr>
          <p:spPr bwMode="auto">
            <a:xfrm>
              <a:off x="1729" y="1598"/>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4" name="Text Box 21">
              <a:extLst>
                <a:ext uri="{FF2B5EF4-FFF2-40B4-BE49-F238E27FC236}">
                  <a16:creationId xmlns:a16="http://schemas.microsoft.com/office/drawing/2014/main" id="{C01CBA5D-7252-13C8-C8A3-A5DD3FF8A210}"/>
                </a:ext>
              </a:extLst>
            </p:cNvPr>
            <p:cNvSpPr txBox="1">
              <a:spLocks noChangeArrowheads="1"/>
            </p:cNvSpPr>
            <p:nvPr/>
          </p:nvSpPr>
          <p:spPr bwMode="auto">
            <a:xfrm>
              <a:off x="521" y="1071"/>
              <a:ext cx="1461"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ru-RU" altLang="en-US" sz="1600"/>
            </a:p>
            <a:p>
              <a:pPr algn="ctr" eaLnBrk="1" hangingPunct="1"/>
              <a:r>
                <a:rPr lang="ru-RU" altLang="en-US" sz="1600"/>
                <a:t>133 М</a:t>
              </a:r>
              <a:r>
                <a:rPr lang="en-US" altLang="en-US" sz="1600"/>
                <a:t>Hz</a:t>
              </a:r>
              <a:endParaRPr lang="ru-RU" altLang="en-US" sz="1600"/>
            </a:p>
          </p:txBody>
        </p:sp>
        <p:sp>
          <p:nvSpPr>
            <p:cNvPr id="75795" name="Line 23">
              <a:extLst>
                <a:ext uri="{FF2B5EF4-FFF2-40B4-BE49-F238E27FC236}">
                  <a16:creationId xmlns:a16="http://schemas.microsoft.com/office/drawing/2014/main" id="{8C4DC41C-584A-D07E-F94D-860DE8E89EA2}"/>
                </a:ext>
              </a:extLst>
            </p:cNvPr>
            <p:cNvSpPr>
              <a:spLocks noChangeShapeType="1"/>
            </p:cNvSpPr>
            <p:nvPr/>
          </p:nvSpPr>
          <p:spPr bwMode="auto">
            <a:xfrm>
              <a:off x="2057" y="1599"/>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6" name="Line 24">
              <a:extLst>
                <a:ext uri="{FF2B5EF4-FFF2-40B4-BE49-F238E27FC236}">
                  <a16:creationId xmlns:a16="http://schemas.microsoft.com/office/drawing/2014/main" id="{D2D068D9-D2BE-6AF8-EABF-9AC70DCC5FC6}"/>
                </a:ext>
              </a:extLst>
            </p:cNvPr>
            <p:cNvSpPr>
              <a:spLocks noChangeShapeType="1"/>
            </p:cNvSpPr>
            <p:nvPr/>
          </p:nvSpPr>
          <p:spPr bwMode="auto">
            <a:xfrm>
              <a:off x="2050" y="1937"/>
              <a:ext cx="2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7" name="Line 25">
              <a:extLst>
                <a:ext uri="{FF2B5EF4-FFF2-40B4-BE49-F238E27FC236}">
                  <a16:creationId xmlns:a16="http://schemas.microsoft.com/office/drawing/2014/main" id="{28F00983-88F1-0703-05D7-4998DD49525D}"/>
                </a:ext>
              </a:extLst>
            </p:cNvPr>
            <p:cNvSpPr>
              <a:spLocks noChangeShapeType="1"/>
            </p:cNvSpPr>
            <p:nvPr/>
          </p:nvSpPr>
          <p:spPr bwMode="auto">
            <a:xfrm>
              <a:off x="2246" y="1603"/>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8" name="Line 26">
              <a:extLst>
                <a:ext uri="{FF2B5EF4-FFF2-40B4-BE49-F238E27FC236}">
                  <a16:creationId xmlns:a16="http://schemas.microsoft.com/office/drawing/2014/main" id="{1F80038D-0664-C781-40A3-D0B4705570C0}"/>
                </a:ext>
              </a:extLst>
            </p:cNvPr>
            <p:cNvSpPr>
              <a:spLocks noChangeShapeType="1"/>
            </p:cNvSpPr>
            <p:nvPr/>
          </p:nvSpPr>
          <p:spPr bwMode="auto">
            <a:xfrm>
              <a:off x="2246" y="1603"/>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9" name="Line 27">
              <a:extLst>
                <a:ext uri="{FF2B5EF4-FFF2-40B4-BE49-F238E27FC236}">
                  <a16:creationId xmlns:a16="http://schemas.microsoft.com/office/drawing/2014/main" id="{330D563B-D11E-8016-577D-A568FCFF647C}"/>
                </a:ext>
              </a:extLst>
            </p:cNvPr>
            <p:cNvSpPr>
              <a:spLocks noChangeShapeType="1"/>
            </p:cNvSpPr>
            <p:nvPr/>
          </p:nvSpPr>
          <p:spPr bwMode="auto">
            <a:xfrm>
              <a:off x="2433" y="1603"/>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00" name="Line 28">
              <a:extLst>
                <a:ext uri="{FF2B5EF4-FFF2-40B4-BE49-F238E27FC236}">
                  <a16:creationId xmlns:a16="http://schemas.microsoft.com/office/drawing/2014/main" id="{E90903F9-7464-42B2-5EFD-2711C64E17DB}"/>
                </a:ext>
              </a:extLst>
            </p:cNvPr>
            <p:cNvSpPr>
              <a:spLocks noChangeShapeType="1"/>
            </p:cNvSpPr>
            <p:nvPr/>
          </p:nvSpPr>
          <p:spPr bwMode="auto">
            <a:xfrm>
              <a:off x="2433" y="1941"/>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01" name="Line 29">
              <a:extLst>
                <a:ext uri="{FF2B5EF4-FFF2-40B4-BE49-F238E27FC236}">
                  <a16:creationId xmlns:a16="http://schemas.microsoft.com/office/drawing/2014/main" id="{F179C9D5-72A0-B906-82B7-3A24D4E4C690}"/>
                </a:ext>
              </a:extLst>
            </p:cNvPr>
            <p:cNvSpPr>
              <a:spLocks noChangeShapeType="1"/>
            </p:cNvSpPr>
            <p:nvPr/>
          </p:nvSpPr>
          <p:spPr bwMode="auto">
            <a:xfrm>
              <a:off x="2622" y="1615"/>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02" name="Line 30">
              <a:extLst>
                <a:ext uri="{FF2B5EF4-FFF2-40B4-BE49-F238E27FC236}">
                  <a16:creationId xmlns:a16="http://schemas.microsoft.com/office/drawing/2014/main" id="{E6A4706F-D863-4CDB-E082-4F13C77BB34F}"/>
                </a:ext>
              </a:extLst>
            </p:cNvPr>
            <p:cNvSpPr>
              <a:spLocks noChangeShapeType="1"/>
            </p:cNvSpPr>
            <p:nvPr/>
          </p:nvSpPr>
          <p:spPr bwMode="auto">
            <a:xfrm>
              <a:off x="2630" y="1615"/>
              <a:ext cx="18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03" name="Line 31">
              <a:extLst>
                <a:ext uri="{FF2B5EF4-FFF2-40B4-BE49-F238E27FC236}">
                  <a16:creationId xmlns:a16="http://schemas.microsoft.com/office/drawing/2014/main" id="{E7AF1E19-3DC9-6F45-4225-FA24A923946E}"/>
                </a:ext>
              </a:extLst>
            </p:cNvPr>
            <p:cNvSpPr>
              <a:spLocks noChangeShapeType="1"/>
            </p:cNvSpPr>
            <p:nvPr/>
          </p:nvSpPr>
          <p:spPr bwMode="auto">
            <a:xfrm>
              <a:off x="2816" y="1615"/>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04" name="Line 32">
              <a:extLst>
                <a:ext uri="{FF2B5EF4-FFF2-40B4-BE49-F238E27FC236}">
                  <a16:creationId xmlns:a16="http://schemas.microsoft.com/office/drawing/2014/main" id="{89CF1320-8FAD-AA91-2ADF-B705A0332F96}"/>
                </a:ext>
              </a:extLst>
            </p:cNvPr>
            <p:cNvSpPr>
              <a:spLocks noChangeShapeType="1"/>
            </p:cNvSpPr>
            <p:nvPr/>
          </p:nvSpPr>
          <p:spPr bwMode="auto">
            <a:xfrm>
              <a:off x="2816" y="1953"/>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05" name="Line 33">
              <a:extLst>
                <a:ext uri="{FF2B5EF4-FFF2-40B4-BE49-F238E27FC236}">
                  <a16:creationId xmlns:a16="http://schemas.microsoft.com/office/drawing/2014/main" id="{9E267FBD-EB36-2E35-4364-575E36104113}"/>
                </a:ext>
              </a:extLst>
            </p:cNvPr>
            <p:cNvSpPr>
              <a:spLocks noChangeShapeType="1"/>
            </p:cNvSpPr>
            <p:nvPr/>
          </p:nvSpPr>
          <p:spPr bwMode="auto">
            <a:xfrm>
              <a:off x="3005" y="1627"/>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06" name="Line 34">
              <a:extLst>
                <a:ext uri="{FF2B5EF4-FFF2-40B4-BE49-F238E27FC236}">
                  <a16:creationId xmlns:a16="http://schemas.microsoft.com/office/drawing/2014/main" id="{A76C374F-425B-58F9-E30E-59FF7172B18C}"/>
                </a:ext>
              </a:extLst>
            </p:cNvPr>
            <p:cNvSpPr>
              <a:spLocks noChangeShapeType="1"/>
            </p:cNvSpPr>
            <p:nvPr/>
          </p:nvSpPr>
          <p:spPr bwMode="auto">
            <a:xfrm>
              <a:off x="3005" y="1627"/>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07" name="Line 35">
              <a:extLst>
                <a:ext uri="{FF2B5EF4-FFF2-40B4-BE49-F238E27FC236}">
                  <a16:creationId xmlns:a16="http://schemas.microsoft.com/office/drawing/2014/main" id="{64ECA969-8612-1D77-2ED4-88763EBBDC56}"/>
                </a:ext>
              </a:extLst>
            </p:cNvPr>
            <p:cNvSpPr>
              <a:spLocks noChangeShapeType="1"/>
            </p:cNvSpPr>
            <p:nvPr/>
          </p:nvSpPr>
          <p:spPr bwMode="auto">
            <a:xfrm>
              <a:off x="3190" y="1631"/>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08" name="Text Box 36">
              <a:extLst>
                <a:ext uri="{FF2B5EF4-FFF2-40B4-BE49-F238E27FC236}">
                  <a16:creationId xmlns:a16="http://schemas.microsoft.com/office/drawing/2014/main" id="{435CACF9-A2F5-2F4C-4E6D-0E1BD9D088D4}"/>
                </a:ext>
              </a:extLst>
            </p:cNvPr>
            <p:cNvSpPr txBox="1">
              <a:spLocks noChangeArrowheads="1"/>
            </p:cNvSpPr>
            <p:nvPr/>
          </p:nvSpPr>
          <p:spPr bwMode="auto">
            <a:xfrm>
              <a:off x="1907" y="1106"/>
              <a:ext cx="1461"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t>Input/Output Buffers</a:t>
              </a:r>
              <a:endParaRPr lang="ru-RU" altLang="en-US" sz="1600"/>
            </a:p>
            <a:p>
              <a:pPr algn="ctr" eaLnBrk="1" hangingPunct="1"/>
              <a:r>
                <a:rPr lang="ru-RU" altLang="en-US" sz="1600"/>
                <a:t>133 М</a:t>
              </a:r>
              <a:r>
                <a:rPr lang="en-US" altLang="en-US" sz="1600"/>
                <a:t>Hz</a:t>
              </a:r>
              <a:endParaRPr lang="ru-RU" altLang="en-US" sz="1600"/>
            </a:p>
          </p:txBody>
        </p:sp>
        <p:grpSp>
          <p:nvGrpSpPr>
            <p:cNvPr id="75809" name="Group 67">
              <a:extLst>
                <a:ext uri="{FF2B5EF4-FFF2-40B4-BE49-F238E27FC236}">
                  <a16:creationId xmlns:a16="http://schemas.microsoft.com/office/drawing/2014/main" id="{D7F004E5-238A-0CA1-45B4-D46BE17982A5}"/>
                </a:ext>
              </a:extLst>
            </p:cNvPr>
            <p:cNvGrpSpPr>
              <a:grpSpLocks/>
            </p:cNvGrpSpPr>
            <p:nvPr/>
          </p:nvGrpSpPr>
          <p:grpSpPr bwMode="auto">
            <a:xfrm>
              <a:off x="3581" y="1615"/>
              <a:ext cx="1143" cy="362"/>
              <a:chOff x="3581" y="1615"/>
              <a:chExt cx="1143" cy="362"/>
            </a:xfrm>
          </p:grpSpPr>
          <p:sp>
            <p:nvSpPr>
              <p:cNvPr id="75818" name="Line 38">
                <a:extLst>
                  <a:ext uri="{FF2B5EF4-FFF2-40B4-BE49-F238E27FC236}">
                    <a16:creationId xmlns:a16="http://schemas.microsoft.com/office/drawing/2014/main" id="{381DE885-D859-35E8-E97D-9C83A985FEB5}"/>
                  </a:ext>
                </a:extLst>
              </p:cNvPr>
              <p:cNvSpPr>
                <a:spLocks noChangeShapeType="1"/>
              </p:cNvSpPr>
              <p:nvPr/>
            </p:nvSpPr>
            <p:spPr bwMode="auto">
              <a:xfrm>
                <a:off x="3581" y="1619"/>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19" name="Line 39">
                <a:extLst>
                  <a:ext uri="{FF2B5EF4-FFF2-40B4-BE49-F238E27FC236}">
                    <a16:creationId xmlns:a16="http://schemas.microsoft.com/office/drawing/2014/main" id="{41C44662-AD1C-CE95-0CBC-BA2C455A008B}"/>
                  </a:ext>
                </a:extLst>
              </p:cNvPr>
              <p:cNvSpPr>
                <a:spLocks noChangeShapeType="1"/>
              </p:cNvSpPr>
              <p:nvPr/>
            </p:nvSpPr>
            <p:spPr bwMode="auto">
              <a:xfrm>
                <a:off x="3581" y="1949"/>
                <a:ext cx="2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20" name="Line 40">
                <a:extLst>
                  <a:ext uri="{FF2B5EF4-FFF2-40B4-BE49-F238E27FC236}">
                    <a16:creationId xmlns:a16="http://schemas.microsoft.com/office/drawing/2014/main" id="{1E982206-7394-9181-3839-91BDB9916969}"/>
                  </a:ext>
                </a:extLst>
              </p:cNvPr>
              <p:cNvSpPr>
                <a:spLocks noChangeShapeType="1"/>
              </p:cNvSpPr>
              <p:nvPr/>
            </p:nvSpPr>
            <p:spPr bwMode="auto">
              <a:xfrm>
                <a:off x="3770" y="1615"/>
                <a:ext cx="0" cy="334"/>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75821" name="Line 41">
                <a:extLst>
                  <a:ext uri="{FF2B5EF4-FFF2-40B4-BE49-F238E27FC236}">
                    <a16:creationId xmlns:a16="http://schemas.microsoft.com/office/drawing/2014/main" id="{0D5C7D8D-FB28-60A9-EC28-B5412D4D5818}"/>
                  </a:ext>
                </a:extLst>
              </p:cNvPr>
              <p:cNvSpPr>
                <a:spLocks noChangeShapeType="1"/>
              </p:cNvSpPr>
              <p:nvPr/>
            </p:nvSpPr>
            <p:spPr bwMode="auto">
              <a:xfrm>
                <a:off x="3763" y="1615"/>
                <a:ext cx="2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22" name="Line 42">
                <a:extLst>
                  <a:ext uri="{FF2B5EF4-FFF2-40B4-BE49-F238E27FC236}">
                    <a16:creationId xmlns:a16="http://schemas.microsoft.com/office/drawing/2014/main" id="{3E5FC0DD-B41C-4897-5891-0210E6ECFB7E}"/>
                  </a:ext>
                </a:extLst>
              </p:cNvPr>
              <p:cNvSpPr>
                <a:spLocks noChangeShapeType="1"/>
              </p:cNvSpPr>
              <p:nvPr/>
            </p:nvSpPr>
            <p:spPr bwMode="auto">
              <a:xfrm>
                <a:off x="3957" y="1615"/>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23" name="Line 43">
                <a:extLst>
                  <a:ext uri="{FF2B5EF4-FFF2-40B4-BE49-F238E27FC236}">
                    <a16:creationId xmlns:a16="http://schemas.microsoft.com/office/drawing/2014/main" id="{C260C405-C9B8-90D0-A5D9-F99FE89E87ED}"/>
                  </a:ext>
                </a:extLst>
              </p:cNvPr>
              <p:cNvSpPr>
                <a:spLocks noChangeShapeType="1"/>
              </p:cNvSpPr>
              <p:nvPr/>
            </p:nvSpPr>
            <p:spPr bwMode="auto">
              <a:xfrm>
                <a:off x="3957" y="1953"/>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24" name="Line 44">
                <a:extLst>
                  <a:ext uri="{FF2B5EF4-FFF2-40B4-BE49-F238E27FC236}">
                    <a16:creationId xmlns:a16="http://schemas.microsoft.com/office/drawing/2014/main" id="{2535A18A-583D-2647-3A27-DE6F86FF2E54}"/>
                  </a:ext>
                </a:extLst>
              </p:cNvPr>
              <p:cNvSpPr>
                <a:spLocks noChangeShapeType="1"/>
              </p:cNvSpPr>
              <p:nvPr/>
            </p:nvSpPr>
            <p:spPr bwMode="auto">
              <a:xfrm>
                <a:off x="4146" y="1627"/>
                <a:ext cx="0" cy="334"/>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75825" name="Line 45">
                <a:extLst>
                  <a:ext uri="{FF2B5EF4-FFF2-40B4-BE49-F238E27FC236}">
                    <a16:creationId xmlns:a16="http://schemas.microsoft.com/office/drawing/2014/main" id="{7C1FF93A-85E0-4382-3A58-DC016770B66E}"/>
                  </a:ext>
                </a:extLst>
              </p:cNvPr>
              <p:cNvSpPr>
                <a:spLocks noChangeShapeType="1"/>
              </p:cNvSpPr>
              <p:nvPr/>
            </p:nvSpPr>
            <p:spPr bwMode="auto">
              <a:xfrm>
                <a:off x="4146" y="1627"/>
                <a:ext cx="2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26" name="Line 46">
                <a:extLst>
                  <a:ext uri="{FF2B5EF4-FFF2-40B4-BE49-F238E27FC236}">
                    <a16:creationId xmlns:a16="http://schemas.microsoft.com/office/drawing/2014/main" id="{647F5745-57C2-FD18-52E1-8EDA8C8A1F3C}"/>
                  </a:ext>
                </a:extLst>
              </p:cNvPr>
              <p:cNvSpPr>
                <a:spLocks noChangeShapeType="1"/>
              </p:cNvSpPr>
              <p:nvPr/>
            </p:nvSpPr>
            <p:spPr bwMode="auto">
              <a:xfrm>
                <a:off x="4340" y="1627"/>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27" name="Line 47">
                <a:extLst>
                  <a:ext uri="{FF2B5EF4-FFF2-40B4-BE49-F238E27FC236}">
                    <a16:creationId xmlns:a16="http://schemas.microsoft.com/office/drawing/2014/main" id="{1FAC8C31-FA54-10CA-FBB4-ACC040BDCE12}"/>
                  </a:ext>
                </a:extLst>
              </p:cNvPr>
              <p:cNvSpPr>
                <a:spLocks noChangeShapeType="1"/>
              </p:cNvSpPr>
              <p:nvPr/>
            </p:nvSpPr>
            <p:spPr bwMode="auto">
              <a:xfrm>
                <a:off x="4333" y="1965"/>
                <a:ext cx="2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28" name="Line 48">
                <a:extLst>
                  <a:ext uri="{FF2B5EF4-FFF2-40B4-BE49-F238E27FC236}">
                    <a16:creationId xmlns:a16="http://schemas.microsoft.com/office/drawing/2014/main" id="{3D914011-AEFD-0850-E3A8-9B7E6C7803C2}"/>
                  </a:ext>
                </a:extLst>
              </p:cNvPr>
              <p:cNvSpPr>
                <a:spLocks noChangeShapeType="1"/>
              </p:cNvSpPr>
              <p:nvPr/>
            </p:nvSpPr>
            <p:spPr bwMode="auto">
              <a:xfrm>
                <a:off x="4529" y="1637"/>
                <a:ext cx="0" cy="334"/>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75829" name="Line 49">
                <a:extLst>
                  <a:ext uri="{FF2B5EF4-FFF2-40B4-BE49-F238E27FC236}">
                    <a16:creationId xmlns:a16="http://schemas.microsoft.com/office/drawing/2014/main" id="{4B1BBE0A-0D3D-134A-C5C4-ACFDF01D1CCB}"/>
                  </a:ext>
                </a:extLst>
              </p:cNvPr>
              <p:cNvSpPr>
                <a:spLocks noChangeShapeType="1"/>
              </p:cNvSpPr>
              <p:nvPr/>
            </p:nvSpPr>
            <p:spPr bwMode="auto">
              <a:xfrm>
                <a:off x="4522" y="1639"/>
                <a:ext cx="2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30" name="Line 50">
                <a:extLst>
                  <a:ext uri="{FF2B5EF4-FFF2-40B4-BE49-F238E27FC236}">
                    <a16:creationId xmlns:a16="http://schemas.microsoft.com/office/drawing/2014/main" id="{1D2304F3-4BB3-1CAF-1B9F-CBB8F444FE3D}"/>
                  </a:ext>
                </a:extLst>
              </p:cNvPr>
              <p:cNvSpPr>
                <a:spLocks noChangeShapeType="1"/>
              </p:cNvSpPr>
              <p:nvPr/>
            </p:nvSpPr>
            <p:spPr bwMode="auto">
              <a:xfrm>
                <a:off x="4714" y="1643"/>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5810" name="Text Box 51">
              <a:extLst>
                <a:ext uri="{FF2B5EF4-FFF2-40B4-BE49-F238E27FC236}">
                  <a16:creationId xmlns:a16="http://schemas.microsoft.com/office/drawing/2014/main" id="{E8DB20D7-30DD-7FA2-F61C-2C748730A176}"/>
                </a:ext>
              </a:extLst>
            </p:cNvPr>
            <p:cNvSpPr txBox="1">
              <a:spLocks noChangeArrowheads="1"/>
            </p:cNvSpPr>
            <p:nvPr/>
          </p:nvSpPr>
          <p:spPr bwMode="auto">
            <a:xfrm>
              <a:off x="3714" y="1210"/>
              <a:ext cx="87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ru-RU" altLang="en-US" sz="1600"/>
                <a:t>133 М</a:t>
              </a:r>
              <a:r>
                <a:rPr lang="en-US" altLang="en-US" sz="1600"/>
                <a:t>Hz</a:t>
              </a:r>
              <a:endParaRPr lang="ru-RU" altLang="en-US" sz="1600"/>
            </a:p>
          </p:txBody>
        </p:sp>
        <p:sp>
          <p:nvSpPr>
            <p:cNvPr id="66596" name="Rectangle 52">
              <a:extLst>
                <a:ext uri="{FF2B5EF4-FFF2-40B4-BE49-F238E27FC236}">
                  <a16:creationId xmlns:a16="http://schemas.microsoft.com/office/drawing/2014/main" id="{767DE320-48B1-4BB8-B5BB-D552BC55FFF8}"/>
                </a:ext>
              </a:extLst>
            </p:cNvPr>
            <p:cNvSpPr>
              <a:spLocks noChangeArrowheads="1"/>
            </p:cNvSpPr>
            <p:nvPr/>
          </p:nvSpPr>
          <p:spPr bwMode="auto">
            <a:xfrm>
              <a:off x="829" y="2350"/>
              <a:ext cx="851" cy="634"/>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en-US" sz="1600"/>
                <a:t>Memory</a:t>
              </a:r>
            </a:p>
            <a:p>
              <a:pPr algn="ctr" eaLnBrk="1" hangingPunct="1">
                <a:defRPr/>
              </a:pPr>
              <a:r>
                <a:rPr lang="en-US" sz="1600"/>
                <a:t>Core</a:t>
              </a:r>
              <a:endParaRPr lang="ru-RU" sz="1600"/>
            </a:p>
          </p:txBody>
        </p:sp>
        <p:sp>
          <p:nvSpPr>
            <p:cNvPr id="66597" name="Rectangle 53">
              <a:extLst>
                <a:ext uri="{FF2B5EF4-FFF2-40B4-BE49-F238E27FC236}">
                  <a16:creationId xmlns:a16="http://schemas.microsoft.com/office/drawing/2014/main" id="{AAC55586-2171-460A-9835-109E554A5310}"/>
                </a:ext>
              </a:extLst>
            </p:cNvPr>
            <p:cNvSpPr>
              <a:spLocks noChangeArrowheads="1"/>
            </p:cNvSpPr>
            <p:nvPr/>
          </p:nvSpPr>
          <p:spPr bwMode="auto">
            <a:xfrm>
              <a:off x="2092" y="2350"/>
              <a:ext cx="937" cy="634"/>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en-US" sz="1600" dirty="0" err="1"/>
                <a:t>Input/Output</a:t>
              </a:r>
              <a:r>
                <a:rPr lang="en-US" sz="1600" dirty="0"/>
                <a:t> Buffers</a:t>
              </a:r>
              <a:endParaRPr lang="ru-RU" sz="1600" dirty="0"/>
            </a:p>
          </p:txBody>
        </p:sp>
        <p:sp>
          <p:nvSpPr>
            <p:cNvPr id="75813" name="Line 54">
              <a:extLst>
                <a:ext uri="{FF2B5EF4-FFF2-40B4-BE49-F238E27FC236}">
                  <a16:creationId xmlns:a16="http://schemas.microsoft.com/office/drawing/2014/main" id="{4F17129E-5E3B-D343-F6D9-821AD37D8FE6}"/>
                </a:ext>
              </a:extLst>
            </p:cNvPr>
            <p:cNvSpPr>
              <a:spLocks noChangeShapeType="1"/>
            </p:cNvSpPr>
            <p:nvPr/>
          </p:nvSpPr>
          <p:spPr bwMode="auto">
            <a:xfrm>
              <a:off x="1682" y="2663"/>
              <a:ext cx="392"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5814" name="Line 55">
              <a:extLst>
                <a:ext uri="{FF2B5EF4-FFF2-40B4-BE49-F238E27FC236}">
                  <a16:creationId xmlns:a16="http://schemas.microsoft.com/office/drawing/2014/main" id="{C678E067-90D1-FF1B-EF4B-93E9F2BC7315}"/>
                </a:ext>
              </a:extLst>
            </p:cNvPr>
            <p:cNvSpPr>
              <a:spLocks noChangeShapeType="1"/>
            </p:cNvSpPr>
            <p:nvPr/>
          </p:nvSpPr>
          <p:spPr bwMode="auto">
            <a:xfrm>
              <a:off x="3028" y="2665"/>
              <a:ext cx="403"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5815" name="Text Box 60">
              <a:extLst>
                <a:ext uri="{FF2B5EF4-FFF2-40B4-BE49-F238E27FC236}">
                  <a16:creationId xmlns:a16="http://schemas.microsoft.com/office/drawing/2014/main" id="{DC6FDEEB-B5EE-C2A6-046A-74F995B1D73A}"/>
                </a:ext>
              </a:extLst>
            </p:cNvPr>
            <p:cNvSpPr txBox="1">
              <a:spLocks noChangeArrowheads="1"/>
            </p:cNvSpPr>
            <p:nvPr/>
          </p:nvSpPr>
          <p:spPr bwMode="auto">
            <a:xfrm>
              <a:off x="579" y="1990"/>
              <a:ext cx="123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Core Frequency</a:t>
              </a:r>
            </a:p>
          </p:txBody>
        </p:sp>
        <p:sp>
          <p:nvSpPr>
            <p:cNvPr id="75816" name="Text Box 61">
              <a:extLst>
                <a:ext uri="{FF2B5EF4-FFF2-40B4-BE49-F238E27FC236}">
                  <a16:creationId xmlns:a16="http://schemas.microsoft.com/office/drawing/2014/main" id="{81217D9F-C0FC-1525-988F-7CDD5B7D980F}"/>
                </a:ext>
              </a:extLst>
            </p:cNvPr>
            <p:cNvSpPr txBox="1">
              <a:spLocks noChangeArrowheads="1"/>
            </p:cNvSpPr>
            <p:nvPr/>
          </p:nvSpPr>
          <p:spPr bwMode="auto">
            <a:xfrm>
              <a:off x="1972" y="2026"/>
              <a:ext cx="1235"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Clock Frequency</a:t>
              </a:r>
            </a:p>
          </p:txBody>
        </p:sp>
        <p:sp>
          <p:nvSpPr>
            <p:cNvPr id="75817" name="Text Box 62">
              <a:extLst>
                <a:ext uri="{FF2B5EF4-FFF2-40B4-BE49-F238E27FC236}">
                  <a16:creationId xmlns:a16="http://schemas.microsoft.com/office/drawing/2014/main" id="{89D3F69E-273B-5020-B8A7-6C148AAD0542}"/>
                </a:ext>
              </a:extLst>
            </p:cNvPr>
            <p:cNvSpPr txBox="1">
              <a:spLocks noChangeArrowheads="1"/>
            </p:cNvSpPr>
            <p:nvPr/>
          </p:nvSpPr>
          <p:spPr bwMode="auto">
            <a:xfrm>
              <a:off x="3516" y="2026"/>
              <a:ext cx="123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Data Frequency</a:t>
              </a:r>
            </a:p>
          </p:txBody>
        </p:sp>
      </p:grpSp>
      <p:sp>
        <p:nvSpPr>
          <p:cNvPr id="75780" name="Text Box 65">
            <a:extLst>
              <a:ext uri="{FF2B5EF4-FFF2-40B4-BE49-F238E27FC236}">
                <a16:creationId xmlns:a16="http://schemas.microsoft.com/office/drawing/2014/main" id="{325A329D-9F3E-D499-69A6-133B61400AC1}"/>
              </a:ext>
            </a:extLst>
          </p:cNvPr>
          <p:cNvSpPr txBox="1">
            <a:spLocks noChangeArrowheads="1"/>
          </p:cNvSpPr>
          <p:nvPr/>
        </p:nvSpPr>
        <p:spPr bwMode="auto">
          <a:xfrm>
            <a:off x="1989139" y="5000626"/>
            <a:ext cx="7750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The transfer of each bit of the buffer occurs with every clock of the memory</a:t>
            </a:r>
            <a:r>
              <a:rPr lang="ru-RU" altLang="en-US"/>
              <a:t> </a:t>
            </a:r>
            <a:r>
              <a:rPr lang="en-US" altLang="en-US"/>
              <a:t>core</a:t>
            </a:r>
            <a:endParaRPr lang="ru-RU"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5">
            <a:extLst>
              <a:ext uri="{FF2B5EF4-FFF2-40B4-BE49-F238E27FC236}">
                <a16:creationId xmlns:a16="http://schemas.microsoft.com/office/drawing/2014/main" id="{61B30CC5-9EC3-AFDD-D16B-ECA5B04D7B6B}"/>
              </a:ext>
            </a:extLst>
          </p:cNvPr>
          <p:cNvSpPr>
            <a:spLocks noGrp="1" noChangeArrowheads="1"/>
          </p:cNvSpPr>
          <p:nvPr>
            <p:ph type="title"/>
          </p:nvPr>
        </p:nvSpPr>
        <p:spPr/>
        <p:txBody>
          <a:bodyPr/>
          <a:lstStyle/>
          <a:p>
            <a:r>
              <a:rPr lang="en-US" altLang="en-US"/>
              <a:t>DDR SDRAM  (Double Data Rate)</a:t>
            </a:r>
          </a:p>
        </p:txBody>
      </p:sp>
      <p:sp>
        <p:nvSpPr>
          <p:cNvPr id="76803" name="Content Placeholder 3">
            <a:extLst>
              <a:ext uri="{FF2B5EF4-FFF2-40B4-BE49-F238E27FC236}">
                <a16:creationId xmlns:a16="http://schemas.microsoft.com/office/drawing/2014/main" id="{7F89997F-AD9F-F5B1-B191-17B1E38347E1}"/>
              </a:ext>
            </a:extLst>
          </p:cNvPr>
          <p:cNvSpPr>
            <a:spLocks noGrp="1" noChangeArrowheads="1"/>
          </p:cNvSpPr>
          <p:nvPr>
            <p:ph type="body" sz="quarter" idx="10"/>
          </p:nvPr>
        </p:nvSpPr>
        <p:spPr/>
        <p:txBody>
          <a:bodyPr/>
          <a:lstStyle/>
          <a:p>
            <a:endParaRPr lang="en-US" altLang="en-US" sz="1800"/>
          </a:p>
          <a:p>
            <a:endParaRPr lang="en-US" altLang="en-US" sz="1800"/>
          </a:p>
          <a:p>
            <a:endParaRPr lang="en-US" altLang="en-US" sz="1800"/>
          </a:p>
          <a:p>
            <a:endParaRPr lang="en-US" altLang="en-US" sz="1800"/>
          </a:p>
          <a:p>
            <a:endParaRPr lang="en-US" altLang="en-US" sz="1800"/>
          </a:p>
          <a:p>
            <a:endParaRPr lang="en-US" altLang="en-US" sz="1800"/>
          </a:p>
          <a:p>
            <a:endParaRPr lang="en-US" altLang="en-US" sz="1800"/>
          </a:p>
          <a:p>
            <a:endParaRPr lang="en-US" altLang="en-US" sz="1800"/>
          </a:p>
          <a:p>
            <a:r>
              <a:rPr lang="en-US" altLang="en-US" sz="1800"/>
              <a:t>The transfer of two bits in the I/O buffer is carried out on the positive edge of clock</a:t>
            </a:r>
          </a:p>
          <a:p>
            <a:pPr>
              <a:spcBef>
                <a:spcPct val="0"/>
              </a:spcBef>
            </a:pPr>
            <a:r>
              <a:rPr lang="en-US" altLang="en-US" sz="1800"/>
              <a:t>Issuance bits to the I/O bus is carried out both on the positive and the negative edge of clock </a:t>
            </a:r>
          </a:p>
          <a:p>
            <a:pPr>
              <a:spcBef>
                <a:spcPct val="0"/>
              </a:spcBef>
            </a:pPr>
            <a:r>
              <a:rPr lang="en-US" altLang="en-US" sz="1800"/>
              <a:t>It provides twice the memory bandwidth.</a:t>
            </a:r>
            <a:endParaRPr lang="ru-RU" altLang="en-US" sz="1800"/>
          </a:p>
        </p:txBody>
      </p:sp>
      <p:grpSp>
        <p:nvGrpSpPr>
          <p:cNvPr id="76804" name="Group 57">
            <a:extLst>
              <a:ext uri="{FF2B5EF4-FFF2-40B4-BE49-F238E27FC236}">
                <a16:creationId xmlns:a16="http://schemas.microsoft.com/office/drawing/2014/main" id="{5A261039-A424-7DD0-77F8-F72A8CAE57E1}"/>
              </a:ext>
            </a:extLst>
          </p:cNvPr>
          <p:cNvGrpSpPr>
            <a:grpSpLocks/>
          </p:cNvGrpSpPr>
          <p:nvPr/>
        </p:nvGrpSpPr>
        <p:grpSpPr bwMode="auto">
          <a:xfrm>
            <a:off x="2738439" y="1214439"/>
            <a:ext cx="6713537" cy="2859087"/>
            <a:chOff x="521" y="1071"/>
            <a:chExt cx="4229" cy="2068"/>
          </a:xfrm>
        </p:grpSpPr>
        <p:sp>
          <p:nvSpPr>
            <p:cNvPr id="76805" name="Line 5">
              <a:extLst>
                <a:ext uri="{FF2B5EF4-FFF2-40B4-BE49-F238E27FC236}">
                  <a16:creationId xmlns:a16="http://schemas.microsoft.com/office/drawing/2014/main" id="{6189107D-BD27-2296-141D-DD3912883095}"/>
                </a:ext>
              </a:extLst>
            </p:cNvPr>
            <p:cNvSpPr>
              <a:spLocks noChangeShapeType="1"/>
            </p:cNvSpPr>
            <p:nvPr/>
          </p:nvSpPr>
          <p:spPr bwMode="auto">
            <a:xfrm>
              <a:off x="596" y="1566"/>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06" name="Line 6">
              <a:extLst>
                <a:ext uri="{FF2B5EF4-FFF2-40B4-BE49-F238E27FC236}">
                  <a16:creationId xmlns:a16="http://schemas.microsoft.com/office/drawing/2014/main" id="{19501CA1-D4B0-5177-F3DC-6D1F3E0C11D7}"/>
                </a:ext>
              </a:extLst>
            </p:cNvPr>
            <p:cNvSpPr>
              <a:spLocks noChangeShapeType="1"/>
            </p:cNvSpPr>
            <p:nvPr/>
          </p:nvSpPr>
          <p:spPr bwMode="auto">
            <a:xfrm>
              <a:off x="596" y="1904"/>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07" name="Line 7">
              <a:extLst>
                <a:ext uri="{FF2B5EF4-FFF2-40B4-BE49-F238E27FC236}">
                  <a16:creationId xmlns:a16="http://schemas.microsoft.com/office/drawing/2014/main" id="{9EB07D78-896A-8A62-757F-4E2860127A09}"/>
                </a:ext>
              </a:extLst>
            </p:cNvPr>
            <p:cNvSpPr>
              <a:spLocks noChangeShapeType="1"/>
            </p:cNvSpPr>
            <p:nvPr/>
          </p:nvSpPr>
          <p:spPr bwMode="auto">
            <a:xfrm>
              <a:off x="785" y="1570"/>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08" name="Line 8">
              <a:extLst>
                <a:ext uri="{FF2B5EF4-FFF2-40B4-BE49-F238E27FC236}">
                  <a16:creationId xmlns:a16="http://schemas.microsoft.com/office/drawing/2014/main" id="{25C33CE2-D876-9E8C-5B43-13734A3D8323}"/>
                </a:ext>
              </a:extLst>
            </p:cNvPr>
            <p:cNvSpPr>
              <a:spLocks noChangeShapeType="1"/>
            </p:cNvSpPr>
            <p:nvPr/>
          </p:nvSpPr>
          <p:spPr bwMode="auto">
            <a:xfrm>
              <a:off x="785" y="1570"/>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09" name="Line 9">
              <a:extLst>
                <a:ext uri="{FF2B5EF4-FFF2-40B4-BE49-F238E27FC236}">
                  <a16:creationId xmlns:a16="http://schemas.microsoft.com/office/drawing/2014/main" id="{3EB4DC95-ED7B-948F-24D7-7FE7C85801A9}"/>
                </a:ext>
              </a:extLst>
            </p:cNvPr>
            <p:cNvSpPr>
              <a:spLocks noChangeShapeType="1"/>
            </p:cNvSpPr>
            <p:nvPr/>
          </p:nvSpPr>
          <p:spPr bwMode="auto">
            <a:xfrm>
              <a:off x="972" y="1570"/>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10" name="Line 10">
              <a:extLst>
                <a:ext uri="{FF2B5EF4-FFF2-40B4-BE49-F238E27FC236}">
                  <a16:creationId xmlns:a16="http://schemas.microsoft.com/office/drawing/2014/main" id="{8D6EA680-F1B3-1F37-5A7E-C31461F63C72}"/>
                </a:ext>
              </a:extLst>
            </p:cNvPr>
            <p:cNvSpPr>
              <a:spLocks noChangeShapeType="1"/>
            </p:cNvSpPr>
            <p:nvPr/>
          </p:nvSpPr>
          <p:spPr bwMode="auto">
            <a:xfrm>
              <a:off x="964" y="1908"/>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11" name="Line 11">
              <a:extLst>
                <a:ext uri="{FF2B5EF4-FFF2-40B4-BE49-F238E27FC236}">
                  <a16:creationId xmlns:a16="http://schemas.microsoft.com/office/drawing/2014/main" id="{23AA658A-80A5-085A-72E8-35A134A8A118}"/>
                </a:ext>
              </a:extLst>
            </p:cNvPr>
            <p:cNvSpPr>
              <a:spLocks noChangeShapeType="1"/>
            </p:cNvSpPr>
            <p:nvPr/>
          </p:nvSpPr>
          <p:spPr bwMode="auto">
            <a:xfrm>
              <a:off x="1161" y="1582"/>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12" name="Line 12">
              <a:extLst>
                <a:ext uri="{FF2B5EF4-FFF2-40B4-BE49-F238E27FC236}">
                  <a16:creationId xmlns:a16="http://schemas.microsoft.com/office/drawing/2014/main" id="{13EF8A71-CC69-4129-F4EE-A4C248C81577}"/>
                </a:ext>
              </a:extLst>
            </p:cNvPr>
            <p:cNvSpPr>
              <a:spLocks noChangeShapeType="1"/>
            </p:cNvSpPr>
            <p:nvPr/>
          </p:nvSpPr>
          <p:spPr bwMode="auto">
            <a:xfrm>
              <a:off x="1161" y="1582"/>
              <a:ext cx="18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13" name="Line 13">
              <a:extLst>
                <a:ext uri="{FF2B5EF4-FFF2-40B4-BE49-F238E27FC236}">
                  <a16:creationId xmlns:a16="http://schemas.microsoft.com/office/drawing/2014/main" id="{EC7274B4-0445-65CC-249C-F314547CB7B8}"/>
                </a:ext>
              </a:extLst>
            </p:cNvPr>
            <p:cNvSpPr>
              <a:spLocks noChangeShapeType="1"/>
            </p:cNvSpPr>
            <p:nvPr/>
          </p:nvSpPr>
          <p:spPr bwMode="auto">
            <a:xfrm>
              <a:off x="1355" y="1582"/>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14" name="Line 14">
              <a:extLst>
                <a:ext uri="{FF2B5EF4-FFF2-40B4-BE49-F238E27FC236}">
                  <a16:creationId xmlns:a16="http://schemas.microsoft.com/office/drawing/2014/main" id="{DE0E93CA-E174-9C4A-854F-E66D6EDD3828}"/>
                </a:ext>
              </a:extLst>
            </p:cNvPr>
            <p:cNvSpPr>
              <a:spLocks noChangeShapeType="1"/>
            </p:cNvSpPr>
            <p:nvPr/>
          </p:nvSpPr>
          <p:spPr bwMode="auto">
            <a:xfrm>
              <a:off x="1355" y="1920"/>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15" name="Line 15">
              <a:extLst>
                <a:ext uri="{FF2B5EF4-FFF2-40B4-BE49-F238E27FC236}">
                  <a16:creationId xmlns:a16="http://schemas.microsoft.com/office/drawing/2014/main" id="{D8E3114A-9057-6982-11C1-B9E70A306D81}"/>
                </a:ext>
              </a:extLst>
            </p:cNvPr>
            <p:cNvSpPr>
              <a:spLocks noChangeShapeType="1"/>
            </p:cNvSpPr>
            <p:nvPr/>
          </p:nvSpPr>
          <p:spPr bwMode="auto">
            <a:xfrm>
              <a:off x="1544" y="1594"/>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16" name="Line 16">
              <a:extLst>
                <a:ext uri="{FF2B5EF4-FFF2-40B4-BE49-F238E27FC236}">
                  <a16:creationId xmlns:a16="http://schemas.microsoft.com/office/drawing/2014/main" id="{ABC3FE45-8AE9-59BF-A709-62E52223AA5D}"/>
                </a:ext>
              </a:extLst>
            </p:cNvPr>
            <p:cNvSpPr>
              <a:spLocks noChangeShapeType="1"/>
            </p:cNvSpPr>
            <p:nvPr/>
          </p:nvSpPr>
          <p:spPr bwMode="auto">
            <a:xfrm>
              <a:off x="1544" y="1594"/>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17" name="Line 17">
              <a:extLst>
                <a:ext uri="{FF2B5EF4-FFF2-40B4-BE49-F238E27FC236}">
                  <a16:creationId xmlns:a16="http://schemas.microsoft.com/office/drawing/2014/main" id="{26CD1348-DEE8-7708-3A91-81CB7B8C309A}"/>
                </a:ext>
              </a:extLst>
            </p:cNvPr>
            <p:cNvSpPr>
              <a:spLocks noChangeShapeType="1"/>
            </p:cNvSpPr>
            <p:nvPr/>
          </p:nvSpPr>
          <p:spPr bwMode="auto">
            <a:xfrm>
              <a:off x="1729" y="1598"/>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18" name="Text Box 18">
              <a:extLst>
                <a:ext uri="{FF2B5EF4-FFF2-40B4-BE49-F238E27FC236}">
                  <a16:creationId xmlns:a16="http://schemas.microsoft.com/office/drawing/2014/main" id="{841CC9C8-6BEC-6974-F190-3323B3E29CDD}"/>
                </a:ext>
              </a:extLst>
            </p:cNvPr>
            <p:cNvSpPr txBox="1">
              <a:spLocks noChangeArrowheads="1"/>
            </p:cNvSpPr>
            <p:nvPr/>
          </p:nvSpPr>
          <p:spPr bwMode="auto">
            <a:xfrm>
              <a:off x="521" y="1071"/>
              <a:ext cx="1461"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ru-RU" altLang="en-US" sz="1600"/>
            </a:p>
            <a:p>
              <a:pPr algn="ctr" eaLnBrk="1" hangingPunct="1"/>
              <a:r>
                <a:rPr lang="ru-RU" altLang="en-US" sz="1600"/>
                <a:t>133 М</a:t>
              </a:r>
              <a:r>
                <a:rPr lang="en-US" altLang="en-US" sz="1600"/>
                <a:t>Hz</a:t>
              </a:r>
              <a:endParaRPr lang="ru-RU" altLang="en-US" sz="1600"/>
            </a:p>
          </p:txBody>
        </p:sp>
        <p:sp>
          <p:nvSpPr>
            <p:cNvPr id="76819" name="Line 19">
              <a:extLst>
                <a:ext uri="{FF2B5EF4-FFF2-40B4-BE49-F238E27FC236}">
                  <a16:creationId xmlns:a16="http://schemas.microsoft.com/office/drawing/2014/main" id="{D9DCB848-F9E9-87C9-8161-2961F06F558B}"/>
                </a:ext>
              </a:extLst>
            </p:cNvPr>
            <p:cNvSpPr>
              <a:spLocks noChangeShapeType="1"/>
            </p:cNvSpPr>
            <p:nvPr/>
          </p:nvSpPr>
          <p:spPr bwMode="auto">
            <a:xfrm>
              <a:off x="2057" y="1599"/>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20" name="Line 20">
              <a:extLst>
                <a:ext uri="{FF2B5EF4-FFF2-40B4-BE49-F238E27FC236}">
                  <a16:creationId xmlns:a16="http://schemas.microsoft.com/office/drawing/2014/main" id="{B5B8C2E1-694B-A790-781E-63ED72DC47C0}"/>
                </a:ext>
              </a:extLst>
            </p:cNvPr>
            <p:cNvSpPr>
              <a:spLocks noChangeShapeType="1"/>
            </p:cNvSpPr>
            <p:nvPr/>
          </p:nvSpPr>
          <p:spPr bwMode="auto">
            <a:xfrm>
              <a:off x="2057" y="1937"/>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21" name="Line 21">
              <a:extLst>
                <a:ext uri="{FF2B5EF4-FFF2-40B4-BE49-F238E27FC236}">
                  <a16:creationId xmlns:a16="http://schemas.microsoft.com/office/drawing/2014/main" id="{C7D314FF-178E-8046-C17F-1CB696068264}"/>
                </a:ext>
              </a:extLst>
            </p:cNvPr>
            <p:cNvSpPr>
              <a:spLocks noChangeShapeType="1"/>
            </p:cNvSpPr>
            <p:nvPr/>
          </p:nvSpPr>
          <p:spPr bwMode="auto">
            <a:xfrm>
              <a:off x="2246" y="1603"/>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22" name="Line 22">
              <a:extLst>
                <a:ext uri="{FF2B5EF4-FFF2-40B4-BE49-F238E27FC236}">
                  <a16:creationId xmlns:a16="http://schemas.microsoft.com/office/drawing/2014/main" id="{7112C73F-53A8-7D4A-D427-9130DD4EE9A9}"/>
                </a:ext>
              </a:extLst>
            </p:cNvPr>
            <p:cNvSpPr>
              <a:spLocks noChangeShapeType="1"/>
            </p:cNvSpPr>
            <p:nvPr/>
          </p:nvSpPr>
          <p:spPr bwMode="auto">
            <a:xfrm>
              <a:off x="2246" y="1603"/>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23" name="Line 23">
              <a:extLst>
                <a:ext uri="{FF2B5EF4-FFF2-40B4-BE49-F238E27FC236}">
                  <a16:creationId xmlns:a16="http://schemas.microsoft.com/office/drawing/2014/main" id="{F97248F6-41D4-5D1D-4F93-CB0BF995C9BA}"/>
                </a:ext>
              </a:extLst>
            </p:cNvPr>
            <p:cNvSpPr>
              <a:spLocks noChangeShapeType="1"/>
            </p:cNvSpPr>
            <p:nvPr/>
          </p:nvSpPr>
          <p:spPr bwMode="auto">
            <a:xfrm>
              <a:off x="2433" y="1603"/>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24" name="Line 24">
              <a:extLst>
                <a:ext uri="{FF2B5EF4-FFF2-40B4-BE49-F238E27FC236}">
                  <a16:creationId xmlns:a16="http://schemas.microsoft.com/office/drawing/2014/main" id="{6234EB0A-FFB7-BD56-FC02-79CE0C8A9D02}"/>
                </a:ext>
              </a:extLst>
            </p:cNvPr>
            <p:cNvSpPr>
              <a:spLocks noChangeShapeType="1"/>
            </p:cNvSpPr>
            <p:nvPr/>
          </p:nvSpPr>
          <p:spPr bwMode="auto">
            <a:xfrm>
              <a:off x="2433" y="1941"/>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25" name="Line 25">
              <a:extLst>
                <a:ext uri="{FF2B5EF4-FFF2-40B4-BE49-F238E27FC236}">
                  <a16:creationId xmlns:a16="http://schemas.microsoft.com/office/drawing/2014/main" id="{44D6DC25-01F7-D0EB-35A1-DFB6FBFF3CCD}"/>
                </a:ext>
              </a:extLst>
            </p:cNvPr>
            <p:cNvSpPr>
              <a:spLocks noChangeShapeType="1"/>
            </p:cNvSpPr>
            <p:nvPr/>
          </p:nvSpPr>
          <p:spPr bwMode="auto">
            <a:xfrm>
              <a:off x="2622" y="1615"/>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26" name="Line 26">
              <a:extLst>
                <a:ext uri="{FF2B5EF4-FFF2-40B4-BE49-F238E27FC236}">
                  <a16:creationId xmlns:a16="http://schemas.microsoft.com/office/drawing/2014/main" id="{BC033972-1562-BA30-9E9E-6507F9B4C402}"/>
                </a:ext>
              </a:extLst>
            </p:cNvPr>
            <p:cNvSpPr>
              <a:spLocks noChangeShapeType="1"/>
            </p:cNvSpPr>
            <p:nvPr/>
          </p:nvSpPr>
          <p:spPr bwMode="auto">
            <a:xfrm>
              <a:off x="2630" y="1615"/>
              <a:ext cx="18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27" name="Line 27">
              <a:extLst>
                <a:ext uri="{FF2B5EF4-FFF2-40B4-BE49-F238E27FC236}">
                  <a16:creationId xmlns:a16="http://schemas.microsoft.com/office/drawing/2014/main" id="{2453616E-3151-B2D7-6D7E-17A368F1829D}"/>
                </a:ext>
              </a:extLst>
            </p:cNvPr>
            <p:cNvSpPr>
              <a:spLocks noChangeShapeType="1"/>
            </p:cNvSpPr>
            <p:nvPr/>
          </p:nvSpPr>
          <p:spPr bwMode="auto">
            <a:xfrm>
              <a:off x="2816" y="1615"/>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28" name="Line 28">
              <a:extLst>
                <a:ext uri="{FF2B5EF4-FFF2-40B4-BE49-F238E27FC236}">
                  <a16:creationId xmlns:a16="http://schemas.microsoft.com/office/drawing/2014/main" id="{8806718D-683D-05DB-CF34-07BAC64C6CC1}"/>
                </a:ext>
              </a:extLst>
            </p:cNvPr>
            <p:cNvSpPr>
              <a:spLocks noChangeShapeType="1"/>
            </p:cNvSpPr>
            <p:nvPr/>
          </p:nvSpPr>
          <p:spPr bwMode="auto">
            <a:xfrm>
              <a:off x="2816" y="1953"/>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29" name="Line 29">
              <a:extLst>
                <a:ext uri="{FF2B5EF4-FFF2-40B4-BE49-F238E27FC236}">
                  <a16:creationId xmlns:a16="http://schemas.microsoft.com/office/drawing/2014/main" id="{93D06D43-F5A3-B849-A07F-1546615EB059}"/>
                </a:ext>
              </a:extLst>
            </p:cNvPr>
            <p:cNvSpPr>
              <a:spLocks noChangeShapeType="1"/>
            </p:cNvSpPr>
            <p:nvPr/>
          </p:nvSpPr>
          <p:spPr bwMode="auto">
            <a:xfrm>
              <a:off x="3005" y="1627"/>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30" name="Line 30">
              <a:extLst>
                <a:ext uri="{FF2B5EF4-FFF2-40B4-BE49-F238E27FC236}">
                  <a16:creationId xmlns:a16="http://schemas.microsoft.com/office/drawing/2014/main" id="{D0E7AC50-663F-4935-9B9A-8D40D2A4B5F9}"/>
                </a:ext>
              </a:extLst>
            </p:cNvPr>
            <p:cNvSpPr>
              <a:spLocks noChangeShapeType="1"/>
            </p:cNvSpPr>
            <p:nvPr/>
          </p:nvSpPr>
          <p:spPr bwMode="auto">
            <a:xfrm>
              <a:off x="3005" y="1627"/>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31" name="Line 31">
              <a:extLst>
                <a:ext uri="{FF2B5EF4-FFF2-40B4-BE49-F238E27FC236}">
                  <a16:creationId xmlns:a16="http://schemas.microsoft.com/office/drawing/2014/main" id="{066BABBF-4532-306B-7145-D7FF8A4BC98E}"/>
                </a:ext>
              </a:extLst>
            </p:cNvPr>
            <p:cNvSpPr>
              <a:spLocks noChangeShapeType="1"/>
            </p:cNvSpPr>
            <p:nvPr/>
          </p:nvSpPr>
          <p:spPr bwMode="auto">
            <a:xfrm>
              <a:off x="3190" y="1631"/>
              <a:ext cx="0" cy="3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32" name="Text Box 32">
              <a:extLst>
                <a:ext uri="{FF2B5EF4-FFF2-40B4-BE49-F238E27FC236}">
                  <a16:creationId xmlns:a16="http://schemas.microsoft.com/office/drawing/2014/main" id="{DA848CDE-1E79-D9AC-BB73-2AB43B1B3DA9}"/>
                </a:ext>
              </a:extLst>
            </p:cNvPr>
            <p:cNvSpPr txBox="1">
              <a:spLocks noChangeArrowheads="1"/>
            </p:cNvSpPr>
            <p:nvPr/>
          </p:nvSpPr>
          <p:spPr bwMode="auto">
            <a:xfrm>
              <a:off x="1907" y="1106"/>
              <a:ext cx="1461"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t>Input/Output Buffers</a:t>
              </a:r>
              <a:endParaRPr lang="ru-RU" altLang="en-US" sz="1600"/>
            </a:p>
            <a:p>
              <a:pPr algn="ctr" eaLnBrk="1" hangingPunct="1"/>
              <a:r>
                <a:rPr lang="ru-RU" altLang="en-US" sz="1600"/>
                <a:t>133 М</a:t>
              </a:r>
              <a:r>
                <a:rPr lang="en-US" altLang="en-US" sz="1600"/>
                <a:t>Hz</a:t>
              </a:r>
              <a:endParaRPr lang="ru-RU" altLang="en-US" sz="1600"/>
            </a:p>
          </p:txBody>
        </p:sp>
        <p:sp>
          <p:nvSpPr>
            <p:cNvPr id="76833" name="Line 34">
              <a:extLst>
                <a:ext uri="{FF2B5EF4-FFF2-40B4-BE49-F238E27FC236}">
                  <a16:creationId xmlns:a16="http://schemas.microsoft.com/office/drawing/2014/main" id="{484F52CC-4EBE-081F-4CC9-F87B27E4A15B}"/>
                </a:ext>
              </a:extLst>
            </p:cNvPr>
            <p:cNvSpPr>
              <a:spLocks noChangeShapeType="1"/>
            </p:cNvSpPr>
            <p:nvPr/>
          </p:nvSpPr>
          <p:spPr bwMode="auto">
            <a:xfrm>
              <a:off x="3581" y="1619"/>
              <a:ext cx="0" cy="33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6834" name="Line 35">
              <a:extLst>
                <a:ext uri="{FF2B5EF4-FFF2-40B4-BE49-F238E27FC236}">
                  <a16:creationId xmlns:a16="http://schemas.microsoft.com/office/drawing/2014/main" id="{BFC90200-E527-EA92-436D-89B793B0A272}"/>
                </a:ext>
              </a:extLst>
            </p:cNvPr>
            <p:cNvSpPr>
              <a:spLocks noChangeShapeType="1"/>
            </p:cNvSpPr>
            <p:nvPr/>
          </p:nvSpPr>
          <p:spPr bwMode="auto">
            <a:xfrm>
              <a:off x="3581" y="1949"/>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35" name="Line 36">
              <a:extLst>
                <a:ext uri="{FF2B5EF4-FFF2-40B4-BE49-F238E27FC236}">
                  <a16:creationId xmlns:a16="http://schemas.microsoft.com/office/drawing/2014/main" id="{6129AD0D-DC8C-7C81-7A5E-9C34C3F4530E}"/>
                </a:ext>
              </a:extLst>
            </p:cNvPr>
            <p:cNvSpPr>
              <a:spLocks noChangeShapeType="1"/>
            </p:cNvSpPr>
            <p:nvPr/>
          </p:nvSpPr>
          <p:spPr bwMode="auto">
            <a:xfrm>
              <a:off x="3770" y="1615"/>
              <a:ext cx="0" cy="334"/>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76836" name="Line 37">
              <a:extLst>
                <a:ext uri="{FF2B5EF4-FFF2-40B4-BE49-F238E27FC236}">
                  <a16:creationId xmlns:a16="http://schemas.microsoft.com/office/drawing/2014/main" id="{50B69D5A-AA90-B9E4-BD90-9671A71120B5}"/>
                </a:ext>
              </a:extLst>
            </p:cNvPr>
            <p:cNvSpPr>
              <a:spLocks noChangeShapeType="1"/>
            </p:cNvSpPr>
            <p:nvPr/>
          </p:nvSpPr>
          <p:spPr bwMode="auto">
            <a:xfrm>
              <a:off x="3770" y="1615"/>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37" name="Line 38">
              <a:extLst>
                <a:ext uri="{FF2B5EF4-FFF2-40B4-BE49-F238E27FC236}">
                  <a16:creationId xmlns:a16="http://schemas.microsoft.com/office/drawing/2014/main" id="{AAE6650B-9B34-23CB-8CC1-1F7094615E16}"/>
                </a:ext>
              </a:extLst>
            </p:cNvPr>
            <p:cNvSpPr>
              <a:spLocks noChangeShapeType="1"/>
            </p:cNvSpPr>
            <p:nvPr/>
          </p:nvSpPr>
          <p:spPr bwMode="auto">
            <a:xfrm>
              <a:off x="3957" y="1615"/>
              <a:ext cx="0" cy="33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6838" name="Line 39">
              <a:extLst>
                <a:ext uri="{FF2B5EF4-FFF2-40B4-BE49-F238E27FC236}">
                  <a16:creationId xmlns:a16="http://schemas.microsoft.com/office/drawing/2014/main" id="{141319E6-2720-DAFF-3628-0838F1644561}"/>
                </a:ext>
              </a:extLst>
            </p:cNvPr>
            <p:cNvSpPr>
              <a:spLocks noChangeShapeType="1"/>
            </p:cNvSpPr>
            <p:nvPr/>
          </p:nvSpPr>
          <p:spPr bwMode="auto">
            <a:xfrm>
              <a:off x="3957" y="1953"/>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39" name="Line 40">
              <a:extLst>
                <a:ext uri="{FF2B5EF4-FFF2-40B4-BE49-F238E27FC236}">
                  <a16:creationId xmlns:a16="http://schemas.microsoft.com/office/drawing/2014/main" id="{6CCAF686-7638-343C-CD2B-2FFCC6D451BA}"/>
                </a:ext>
              </a:extLst>
            </p:cNvPr>
            <p:cNvSpPr>
              <a:spLocks noChangeShapeType="1"/>
            </p:cNvSpPr>
            <p:nvPr/>
          </p:nvSpPr>
          <p:spPr bwMode="auto">
            <a:xfrm>
              <a:off x="4146" y="1627"/>
              <a:ext cx="0" cy="334"/>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76840" name="Line 41">
              <a:extLst>
                <a:ext uri="{FF2B5EF4-FFF2-40B4-BE49-F238E27FC236}">
                  <a16:creationId xmlns:a16="http://schemas.microsoft.com/office/drawing/2014/main" id="{2ADE1B5C-FA59-6A23-901E-21A57679B048}"/>
                </a:ext>
              </a:extLst>
            </p:cNvPr>
            <p:cNvSpPr>
              <a:spLocks noChangeShapeType="1"/>
            </p:cNvSpPr>
            <p:nvPr/>
          </p:nvSpPr>
          <p:spPr bwMode="auto">
            <a:xfrm>
              <a:off x="4146" y="1627"/>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41" name="Line 42">
              <a:extLst>
                <a:ext uri="{FF2B5EF4-FFF2-40B4-BE49-F238E27FC236}">
                  <a16:creationId xmlns:a16="http://schemas.microsoft.com/office/drawing/2014/main" id="{FFA40F2E-C66D-07FB-C659-F3BBC894F3ED}"/>
                </a:ext>
              </a:extLst>
            </p:cNvPr>
            <p:cNvSpPr>
              <a:spLocks noChangeShapeType="1"/>
            </p:cNvSpPr>
            <p:nvPr/>
          </p:nvSpPr>
          <p:spPr bwMode="auto">
            <a:xfrm>
              <a:off x="4340" y="1627"/>
              <a:ext cx="0" cy="33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6842" name="Line 43">
              <a:extLst>
                <a:ext uri="{FF2B5EF4-FFF2-40B4-BE49-F238E27FC236}">
                  <a16:creationId xmlns:a16="http://schemas.microsoft.com/office/drawing/2014/main" id="{35B32DC6-23AD-664C-F328-B4C883C085D0}"/>
                </a:ext>
              </a:extLst>
            </p:cNvPr>
            <p:cNvSpPr>
              <a:spLocks noChangeShapeType="1"/>
            </p:cNvSpPr>
            <p:nvPr/>
          </p:nvSpPr>
          <p:spPr bwMode="auto">
            <a:xfrm>
              <a:off x="4340" y="1965"/>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43" name="Line 44">
              <a:extLst>
                <a:ext uri="{FF2B5EF4-FFF2-40B4-BE49-F238E27FC236}">
                  <a16:creationId xmlns:a16="http://schemas.microsoft.com/office/drawing/2014/main" id="{29CFBCD0-AA92-2945-309D-6C2E9DA1BF77}"/>
                </a:ext>
              </a:extLst>
            </p:cNvPr>
            <p:cNvSpPr>
              <a:spLocks noChangeShapeType="1"/>
            </p:cNvSpPr>
            <p:nvPr/>
          </p:nvSpPr>
          <p:spPr bwMode="auto">
            <a:xfrm>
              <a:off x="4529" y="1637"/>
              <a:ext cx="0" cy="334"/>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76844" name="Line 45">
              <a:extLst>
                <a:ext uri="{FF2B5EF4-FFF2-40B4-BE49-F238E27FC236}">
                  <a16:creationId xmlns:a16="http://schemas.microsoft.com/office/drawing/2014/main" id="{E5ECE561-FBB9-EF1C-2C31-D4A79652CA43}"/>
                </a:ext>
              </a:extLst>
            </p:cNvPr>
            <p:cNvSpPr>
              <a:spLocks noChangeShapeType="1"/>
            </p:cNvSpPr>
            <p:nvPr/>
          </p:nvSpPr>
          <p:spPr bwMode="auto">
            <a:xfrm>
              <a:off x="4529" y="1639"/>
              <a:ext cx="1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45" name="Line 46">
              <a:extLst>
                <a:ext uri="{FF2B5EF4-FFF2-40B4-BE49-F238E27FC236}">
                  <a16:creationId xmlns:a16="http://schemas.microsoft.com/office/drawing/2014/main" id="{BA09AD9A-4183-E8A8-6959-81FF0CD4DAD0}"/>
                </a:ext>
              </a:extLst>
            </p:cNvPr>
            <p:cNvSpPr>
              <a:spLocks noChangeShapeType="1"/>
            </p:cNvSpPr>
            <p:nvPr/>
          </p:nvSpPr>
          <p:spPr bwMode="auto">
            <a:xfrm>
              <a:off x="4714" y="1643"/>
              <a:ext cx="0" cy="33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6846" name="Text Box 47">
              <a:extLst>
                <a:ext uri="{FF2B5EF4-FFF2-40B4-BE49-F238E27FC236}">
                  <a16:creationId xmlns:a16="http://schemas.microsoft.com/office/drawing/2014/main" id="{287758D4-4A4D-71BD-3DD4-8646C665E81A}"/>
                </a:ext>
              </a:extLst>
            </p:cNvPr>
            <p:cNvSpPr txBox="1">
              <a:spLocks noChangeArrowheads="1"/>
            </p:cNvSpPr>
            <p:nvPr/>
          </p:nvSpPr>
          <p:spPr bwMode="auto">
            <a:xfrm>
              <a:off x="3714" y="1210"/>
              <a:ext cx="87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t>266</a:t>
              </a:r>
              <a:r>
                <a:rPr lang="ru-RU" altLang="en-US" sz="1600"/>
                <a:t> М</a:t>
              </a:r>
              <a:r>
                <a:rPr lang="en-US" altLang="en-US" sz="1600"/>
                <a:t>Hz</a:t>
              </a:r>
              <a:endParaRPr lang="ru-RU" altLang="en-US" sz="1600"/>
            </a:p>
          </p:txBody>
        </p:sp>
        <p:sp>
          <p:nvSpPr>
            <p:cNvPr id="67633" name="Rectangle 48">
              <a:extLst>
                <a:ext uri="{FF2B5EF4-FFF2-40B4-BE49-F238E27FC236}">
                  <a16:creationId xmlns:a16="http://schemas.microsoft.com/office/drawing/2014/main" id="{77C06140-B587-4ECA-91B6-C6F680D594E8}"/>
                </a:ext>
              </a:extLst>
            </p:cNvPr>
            <p:cNvSpPr>
              <a:spLocks noChangeArrowheads="1"/>
            </p:cNvSpPr>
            <p:nvPr/>
          </p:nvSpPr>
          <p:spPr bwMode="auto">
            <a:xfrm>
              <a:off x="755" y="2424"/>
              <a:ext cx="851" cy="715"/>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en-US" sz="1600"/>
                <a:t>Memory</a:t>
              </a:r>
            </a:p>
            <a:p>
              <a:pPr algn="ctr" eaLnBrk="1" hangingPunct="1">
                <a:defRPr/>
              </a:pPr>
              <a:r>
                <a:rPr lang="en-US" sz="1600"/>
                <a:t>Core</a:t>
              </a:r>
              <a:endParaRPr lang="ru-RU" sz="1600"/>
            </a:p>
          </p:txBody>
        </p:sp>
        <p:sp>
          <p:nvSpPr>
            <p:cNvPr id="67634" name="Rectangle 49">
              <a:extLst>
                <a:ext uri="{FF2B5EF4-FFF2-40B4-BE49-F238E27FC236}">
                  <a16:creationId xmlns:a16="http://schemas.microsoft.com/office/drawing/2014/main" id="{63A85B7B-9605-4186-91AB-60A36EAF109D}"/>
                </a:ext>
              </a:extLst>
            </p:cNvPr>
            <p:cNvSpPr>
              <a:spLocks noChangeArrowheads="1"/>
            </p:cNvSpPr>
            <p:nvPr/>
          </p:nvSpPr>
          <p:spPr bwMode="auto">
            <a:xfrm>
              <a:off x="2018" y="2424"/>
              <a:ext cx="937" cy="715"/>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en-US" sz="1600"/>
                <a:t>Input/Output Buffers</a:t>
              </a:r>
              <a:endParaRPr lang="ru-RU" sz="1600"/>
            </a:p>
          </p:txBody>
        </p:sp>
        <p:sp>
          <p:nvSpPr>
            <p:cNvPr id="76849" name="Line 50">
              <a:extLst>
                <a:ext uri="{FF2B5EF4-FFF2-40B4-BE49-F238E27FC236}">
                  <a16:creationId xmlns:a16="http://schemas.microsoft.com/office/drawing/2014/main" id="{8980C09E-6AC0-382D-B8A1-18BE88AB6224}"/>
                </a:ext>
              </a:extLst>
            </p:cNvPr>
            <p:cNvSpPr>
              <a:spLocks noChangeShapeType="1"/>
            </p:cNvSpPr>
            <p:nvPr/>
          </p:nvSpPr>
          <p:spPr bwMode="auto">
            <a:xfrm>
              <a:off x="1608" y="2688"/>
              <a:ext cx="392" cy="0"/>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6850" name="Line 51">
              <a:extLst>
                <a:ext uri="{FF2B5EF4-FFF2-40B4-BE49-F238E27FC236}">
                  <a16:creationId xmlns:a16="http://schemas.microsoft.com/office/drawing/2014/main" id="{CC1EE283-974C-2288-3220-B1A9C05A05FF}"/>
                </a:ext>
              </a:extLst>
            </p:cNvPr>
            <p:cNvSpPr>
              <a:spLocks noChangeShapeType="1"/>
            </p:cNvSpPr>
            <p:nvPr/>
          </p:nvSpPr>
          <p:spPr bwMode="auto">
            <a:xfrm>
              <a:off x="2954" y="2786"/>
              <a:ext cx="576"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6851" name="Text Box 52">
              <a:extLst>
                <a:ext uri="{FF2B5EF4-FFF2-40B4-BE49-F238E27FC236}">
                  <a16:creationId xmlns:a16="http://schemas.microsoft.com/office/drawing/2014/main" id="{96D1C339-21B4-8AC7-AAA9-B836A90EC8AE}"/>
                </a:ext>
              </a:extLst>
            </p:cNvPr>
            <p:cNvSpPr txBox="1">
              <a:spLocks noChangeArrowheads="1"/>
            </p:cNvSpPr>
            <p:nvPr/>
          </p:nvSpPr>
          <p:spPr bwMode="auto">
            <a:xfrm>
              <a:off x="579" y="1990"/>
              <a:ext cx="123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Core Frequency</a:t>
              </a:r>
            </a:p>
          </p:txBody>
        </p:sp>
        <p:sp>
          <p:nvSpPr>
            <p:cNvPr id="76852" name="Text Box 53">
              <a:extLst>
                <a:ext uri="{FF2B5EF4-FFF2-40B4-BE49-F238E27FC236}">
                  <a16:creationId xmlns:a16="http://schemas.microsoft.com/office/drawing/2014/main" id="{38D354DA-C5F6-BAD3-B734-B759A9D061B6}"/>
                </a:ext>
              </a:extLst>
            </p:cNvPr>
            <p:cNvSpPr txBox="1">
              <a:spLocks noChangeArrowheads="1"/>
            </p:cNvSpPr>
            <p:nvPr/>
          </p:nvSpPr>
          <p:spPr bwMode="auto">
            <a:xfrm>
              <a:off x="1972" y="2026"/>
              <a:ext cx="1235"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Clock Frequency</a:t>
              </a:r>
            </a:p>
          </p:txBody>
        </p:sp>
        <p:sp>
          <p:nvSpPr>
            <p:cNvPr id="76853" name="Text Box 54">
              <a:extLst>
                <a:ext uri="{FF2B5EF4-FFF2-40B4-BE49-F238E27FC236}">
                  <a16:creationId xmlns:a16="http://schemas.microsoft.com/office/drawing/2014/main" id="{E063CFB8-2522-88DA-5213-BEABD136138A}"/>
                </a:ext>
              </a:extLst>
            </p:cNvPr>
            <p:cNvSpPr txBox="1">
              <a:spLocks noChangeArrowheads="1"/>
            </p:cNvSpPr>
            <p:nvPr/>
          </p:nvSpPr>
          <p:spPr bwMode="auto">
            <a:xfrm>
              <a:off x="3516" y="2026"/>
              <a:ext cx="123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Data Frequency</a:t>
              </a:r>
            </a:p>
          </p:txBody>
        </p:sp>
        <p:sp>
          <p:nvSpPr>
            <p:cNvPr id="76854" name="Line 56">
              <a:extLst>
                <a:ext uri="{FF2B5EF4-FFF2-40B4-BE49-F238E27FC236}">
                  <a16:creationId xmlns:a16="http://schemas.microsoft.com/office/drawing/2014/main" id="{04730547-BB67-A08B-2B0C-81C105F2333B}"/>
                </a:ext>
              </a:extLst>
            </p:cNvPr>
            <p:cNvSpPr>
              <a:spLocks noChangeShapeType="1"/>
            </p:cNvSpPr>
            <p:nvPr/>
          </p:nvSpPr>
          <p:spPr bwMode="auto">
            <a:xfrm>
              <a:off x="1600" y="2856"/>
              <a:ext cx="392" cy="0"/>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4">
            <a:extLst>
              <a:ext uri="{FF2B5EF4-FFF2-40B4-BE49-F238E27FC236}">
                <a16:creationId xmlns:a16="http://schemas.microsoft.com/office/drawing/2014/main" id="{4F0DF9FF-855B-7BA9-9480-06229C4567A0}"/>
              </a:ext>
            </a:extLst>
          </p:cNvPr>
          <p:cNvSpPr>
            <a:spLocks noGrp="1" noChangeArrowheads="1"/>
          </p:cNvSpPr>
          <p:nvPr>
            <p:ph type="title"/>
          </p:nvPr>
        </p:nvSpPr>
        <p:spPr/>
        <p:txBody>
          <a:bodyPr/>
          <a:lstStyle/>
          <a:p>
            <a:r>
              <a:rPr lang="en-US" altLang="en-US"/>
              <a:t>DDR2 SDRAM</a:t>
            </a:r>
            <a:endParaRPr lang="ru-RU" altLang="en-US"/>
          </a:p>
        </p:txBody>
      </p:sp>
      <p:grpSp>
        <p:nvGrpSpPr>
          <p:cNvPr id="2" name="Group 62">
            <a:extLst>
              <a:ext uri="{FF2B5EF4-FFF2-40B4-BE49-F238E27FC236}">
                <a16:creationId xmlns:a16="http://schemas.microsoft.com/office/drawing/2014/main" id="{66C48871-3F36-4A21-89E4-7C4269A02668}"/>
              </a:ext>
            </a:extLst>
          </p:cNvPr>
          <p:cNvGrpSpPr>
            <a:grpSpLocks/>
          </p:cNvGrpSpPr>
          <p:nvPr/>
        </p:nvGrpSpPr>
        <p:grpSpPr bwMode="auto">
          <a:xfrm>
            <a:off x="2579688" y="1628775"/>
            <a:ext cx="6756400" cy="2876550"/>
            <a:chOff x="665" y="1298"/>
            <a:chExt cx="4256" cy="1812"/>
          </a:xfrm>
          <a:noFill/>
        </p:grpSpPr>
        <p:sp>
          <p:nvSpPr>
            <p:cNvPr id="207879" name="Rectangle 7">
              <a:extLst>
                <a:ext uri="{FF2B5EF4-FFF2-40B4-BE49-F238E27FC236}">
                  <a16:creationId xmlns:a16="http://schemas.microsoft.com/office/drawing/2014/main" id="{35B35855-BD06-4EEC-A2BA-F9706827128E}"/>
                </a:ext>
              </a:extLst>
            </p:cNvPr>
            <p:cNvSpPr>
              <a:spLocks noChangeArrowheads="1"/>
            </p:cNvSpPr>
            <p:nvPr/>
          </p:nvSpPr>
          <p:spPr bwMode="auto">
            <a:xfrm>
              <a:off x="977" y="2504"/>
              <a:ext cx="810" cy="606"/>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en-US" sz="1600"/>
                <a:t>Memory</a:t>
              </a:r>
            </a:p>
            <a:p>
              <a:pPr algn="ctr" eaLnBrk="1" hangingPunct="1">
                <a:defRPr/>
              </a:pPr>
              <a:r>
                <a:rPr lang="en-US" sz="1600"/>
                <a:t>Core</a:t>
              </a:r>
              <a:endParaRPr lang="ru-RU" sz="1600"/>
            </a:p>
          </p:txBody>
        </p:sp>
        <p:sp>
          <p:nvSpPr>
            <p:cNvPr id="207880" name="Rectangle 8">
              <a:extLst>
                <a:ext uri="{FF2B5EF4-FFF2-40B4-BE49-F238E27FC236}">
                  <a16:creationId xmlns:a16="http://schemas.microsoft.com/office/drawing/2014/main" id="{A0776946-1EAB-45E5-83A5-B385C82A8222}"/>
                </a:ext>
              </a:extLst>
            </p:cNvPr>
            <p:cNvSpPr>
              <a:spLocks noChangeArrowheads="1"/>
            </p:cNvSpPr>
            <p:nvPr/>
          </p:nvSpPr>
          <p:spPr bwMode="auto">
            <a:xfrm>
              <a:off x="2260" y="2504"/>
              <a:ext cx="938" cy="606"/>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en-US" sz="1600"/>
                <a:t>Input/Output</a:t>
              </a:r>
            </a:p>
            <a:p>
              <a:pPr algn="ctr" eaLnBrk="1" hangingPunct="1">
                <a:defRPr/>
              </a:pPr>
              <a:r>
                <a:rPr lang="en-US" sz="1600"/>
                <a:t>Buffers</a:t>
              </a:r>
              <a:endParaRPr lang="ru-RU" sz="1600"/>
            </a:p>
          </p:txBody>
        </p:sp>
        <p:sp>
          <p:nvSpPr>
            <p:cNvPr id="207881" name="Line 9">
              <a:extLst>
                <a:ext uri="{FF2B5EF4-FFF2-40B4-BE49-F238E27FC236}">
                  <a16:creationId xmlns:a16="http://schemas.microsoft.com/office/drawing/2014/main" id="{D6CE2063-928C-4D9A-8328-617C253B7EBB}"/>
                </a:ext>
              </a:extLst>
            </p:cNvPr>
            <p:cNvSpPr>
              <a:spLocks noChangeShapeType="1"/>
            </p:cNvSpPr>
            <p:nvPr/>
          </p:nvSpPr>
          <p:spPr bwMode="auto">
            <a:xfrm>
              <a:off x="1788" y="2607"/>
              <a:ext cx="461" cy="0"/>
            </a:xfrm>
            <a:prstGeom prst="line">
              <a:avLst/>
            </a:prstGeom>
            <a:grpFill/>
            <a:ln w="25400">
              <a:solidFill>
                <a:srgbClr val="000000"/>
              </a:solidFill>
              <a:round/>
              <a:headEnd type="triangle" w="lg" len="lg"/>
              <a:tailEnd type="triangle" w="lg" len="lg"/>
            </a:ln>
          </p:spPr>
          <p:txBody>
            <a:bodyPr/>
            <a:lstStyle/>
            <a:p>
              <a:pPr eaLnBrk="1" hangingPunct="1">
                <a:defRPr/>
              </a:pPr>
              <a:endParaRPr lang="en-US" sz="1600"/>
            </a:p>
          </p:txBody>
        </p:sp>
        <p:sp>
          <p:nvSpPr>
            <p:cNvPr id="207882" name="Line 10">
              <a:extLst>
                <a:ext uri="{FF2B5EF4-FFF2-40B4-BE49-F238E27FC236}">
                  <a16:creationId xmlns:a16="http://schemas.microsoft.com/office/drawing/2014/main" id="{A169F6C5-FEEE-4898-8461-14E745281B0D}"/>
                </a:ext>
              </a:extLst>
            </p:cNvPr>
            <p:cNvSpPr>
              <a:spLocks noChangeShapeType="1"/>
            </p:cNvSpPr>
            <p:nvPr/>
          </p:nvSpPr>
          <p:spPr bwMode="auto">
            <a:xfrm>
              <a:off x="3209" y="2811"/>
              <a:ext cx="634" cy="0"/>
            </a:xfrm>
            <a:prstGeom prst="line">
              <a:avLst/>
            </a:prstGeom>
            <a:grpFill/>
            <a:ln w="25400">
              <a:solidFill>
                <a:srgbClr val="000000"/>
              </a:solidFill>
              <a:round/>
              <a:headEnd/>
              <a:tailEnd type="triangle" w="lg" len="lg"/>
            </a:ln>
          </p:spPr>
          <p:txBody>
            <a:bodyPr/>
            <a:lstStyle/>
            <a:p>
              <a:pPr eaLnBrk="1" hangingPunct="1">
                <a:defRPr/>
              </a:pPr>
              <a:endParaRPr lang="en-US" sz="1600"/>
            </a:p>
          </p:txBody>
        </p:sp>
        <p:sp>
          <p:nvSpPr>
            <p:cNvPr id="207887" name="Line 15">
              <a:extLst>
                <a:ext uri="{FF2B5EF4-FFF2-40B4-BE49-F238E27FC236}">
                  <a16:creationId xmlns:a16="http://schemas.microsoft.com/office/drawing/2014/main" id="{CF95F5D9-A539-40BD-9BDC-1AB8521F3859}"/>
                </a:ext>
              </a:extLst>
            </p:cNvPr>
            <p:cNvSpPr>
              <a:spLocks noChangeShapeType="1"/>
            </p:cNvSpPr>
            <p:nvPr/>
          </p:nvSpPr>
          <p:spPr bwMode="auto">
            <a:xfrm>
              <a:off x="1788" y="2882"/>
              <a:ext cx="461" cy="0"/>
            </a:xfrm>
            <a:prstGeom prst="line">
              <a:avLst/>
            </a:prstGeom>
            <a:grpFill/>
            <a:ln w="25400">
              <a:solidFill>
                <a:srgbClr val="000000"/>
              </a:solidFill>
              <a:round/>
              <a:headEnd type="triangle" w="lg" len="lg"/>
              <a:tailEnd type="triangle" w="lg" len="lg"/>
            </a:ln>
          </p:spPr>
          <p:txBody>
            <a:bodyPr/>
            <a:lstStyle/>
            <a:p>
              <a:pPr eaLnBrk="1" hangingPunct="1">
                <a:defRPr/>
              </a:pPr>
              <a:endParaRPr lang="en-US" sz="1600"/>
            </a:p>
          </p:txBody>
        </p:sp>
        <p:sp>
          <p:nvSpPr>
            <p:cNvPr id="207888" name="Line 16">
              <a:extLst>
                <a:ext uri="{FF2B5EF4-FFF2-40B4-BE49-F238E27FC236}">
                  <a16:creationId xmlns:a16="http://schemas.microsoft.com/office/drawing/2014/main" id="{D4184029-E868-4FF1-848F-20B9D77BE967}"/>
                </a:ext>
              </a:extLst>
            </p:cNvPr>
            <p:cNvSpPr>
              <a:spLocks noChangeShapeType="1"/>
            </p:cNvSpPr>
            <p:nvPr/>
          </p:nvSpPr>
          <p:spPr bwMode="auto">
            <a:xfrm>
              <a:off x="1788" y="2745"/>
              <a:ext cx="461" cy="0"/>
            </a:xfrm>
            <a:prstGeom prst="line">
              <a:avLst/>
            </a:prstGeom>
            <a:grpFill/>
            <a:ln w="25400">
              <a:solidFill>
                <a:srgbClr val="000000"/>
              </a:solidFill>
              <a:round/>
              <a:headEnd type="triangle" w="lg" len="lg"/>
              <a:tailEnd type="triangle" w="lg" len="lg"/>
            </a:ln>
          </p:spPr>
          <p:txBody>
            <a:bodyPr/>
            <a:lstStyle/>
            <a:p>
              <a:pPr eaLnBrk="1" hangingPunct="1">
                <a:defRPr/>
              </a:pPr>
              <a:endParaRPr lang="en-US" sz="1600"/>
            </a:p>
          </p:txBody>
        </p:sp>
        <p:sp>
          <p:nvSpPr>
            <p:cNvPr id="207889" name="Line 17">
              <a:extLst>
                <a:ext uri="{FF2B5EF4-FFF2-40B4-BE49-F238E27FC236}">
                  <a16:creationId xmlns:a16="http://schemas.microsoft.com/office/drawing/2014/main" id="{D84BD106-D8F4-49B6-A176-E33FDBAA75DB}"/>
                </a:ext>
              </a:extLst>
            </p:cNvPr>
            <p:cNvSpPr>
              <a:spLocks noChangeShapeType="1"/>
            </p:cNvSpPr>
            <p:nvPr/>
          </p:nvSpPr>
          <p:spPr bwMode="auto">
            <a:xfrm>
              <a:off x="1788" y="3019"/>
              <a:ext cx="461" cy="0"/>
            </a:xfrm>
            <a:prstGeom prst="line">
              <a:avLst/>
            </a:prstGeom>
            <a:grpFill/>
            <a:ln w="25400">
              <a:solidFill>
                <a:srgbClr val="000000"/>
              </a:solidFill>
              <a:round/>
              <a:headEnd type="triangle" w="lg" len="lg"/>
              <a:tailEnd type="triangle" w="lg" len="lg"/>
            </a:ln>
          </p:spPr>
          <p:txBody>
            <a:bodyPr/>
            <a:lstStyle/>
            <a:p>
              <a:pPr eaLnBrk="1" hangingPunct="1">
                <a:defRPr/>
              </a:pPr>
              <a:endParaRPr lang="en-US" sz="1600"/>
            </a:p>
          </p:txBody>
        </p:sp>
        <p:sp>
          <p:nvSpPr>
            <p:cNvPr id="207890" name="Text Box 18">
              <a:extLst>
                <a:ext uri="{FF2B5EF4-FFF2-40B4-BE49-F238E27FC236}">
                  <a16:creationId xmlns:a16="http://schemas.microsoft.com/office/drawing/2014/main" id="{7469BAF8-074B-4F12-B746-F0FC2952F5C8}"/>
                </a:ext>
              </a:extLst>
            </p:cNvPr>
            <p:cNvSpPr txBox="1">
              <a:spLocks noChangeArrowheads="1"/>
            </p:cNvSpPr>
            <p:nvPr/>
          </p:nvSpPr>
          <p:spPr bwMode="auto">
            <a:xfrm>
              <a:off x="701" y="1366"/>
              <a:ext cx="1390" cy="295"/>
            </a:xfrm>
            <a:prstGeom prst="rect">
              <a:avLst/>
            </a:prstGeom>
            <a:grpFill/>
            <a:ln w="9525">
              <a:noFill/>
              <a:miter lim="800000"/>
              <a:headEnd/>
              <a:tailEnd/>
            </a:ln>
          </p:spPr>
          <p:txBody>
            <a:bodyPr/>
            <a:lstStyle/>
            <a:p>
              <a:pPr algn="ctr" eaLnBrk="1" hangingPunct="1">
                <a:defRPr/>
              </a:pPr>
              <a:r>
                <a:rPr lang="ru-RU" sz="1600"/>
                <a:t>133 </a:t>
              </a:r>
              <a:r>
                <a:rPr lang="en-US" sz="1600"/>
                <a:t>MHz</a:t>
              </a:r>
              <a:endParaRPr lang="ru-RU" sz="1600"/>
            </a:p>
          </p:txBody>
        </p:sp>
        <p:sp>
          <p:nvSpPr>
            <p:cNvPr id="207891" name="Line 19">
              <a:extLst>
                <a:ext uri="{FF2B5EF4-FFF2-40B4-BE49-F238E27FC236}">
                  <a16:creationId xmlns:a16="http://schemas.microsoft.com/office/drawing/2014/main" id="{C13F9495-BBF0-497E-A82C-177565963E69}"/>
                </a:ext>
              </a:extLst>
            </p:cNvPr>
            <p:cNvSpPr>
              <a:spLocks noChangeShapeType="1"/>
            </p:cNvSpPr>
            <p:nvPr/>
          </p:nvSpPr>
          <p:spPr bwMode="auto">
            <a:xfrm>
              <a:off x="2216" y="1756"/>
              <a:ext cx="0" cy="295"/>
            </a:xfrm>
            <a:prstGeom prst="line">
              <a:avLst/>
            </a:prstGeom>
            <a:grpFill/>
            <a:ln w="25400">
              <a:solidFill>
                <a:srgbClr val="000000"/>
              </a:solidFill>
              <a:round/>
              <a:headEnd/>
              <a:tailEnd/>
            </a:ln>
          </p:spPr>
          <p:txBody>
            <a:bodyPr/>
            <a:lstStyle/>
            <a:p>
              <a:pPr eaLnBrk="1" hangingPunct="1">
                <a:defRPr/>
              </a:pPr>
              <a:endParaRPr lang="en-US" sz="1600"/>
            </a:p>
          </p:txBody>
        </p:sp>
        <p:sp>
          <p:nvSpPr>
            <p:cNvPr id="207892" name="Line 20">
              <a:extLst>
                <a:ext uri="{FF2B5EF4-FFF2-40B4-BE49-F238E27FC236}">
                  <a16:creationId xmlns:a16="http://schemas.microsoft.com/office/drawing/2014/main" id="{47717A92-C826-43A2-8274-359BF3F7284D}"/>
                </a:ext>
              </a:extLst>
            </p:cNvPr>
            <p:cNvSpPr>
              <a:spLocks noChangeShapeType="1"/>
            </p:cNvSpPr>
            <p:nvPr/>
          </p:nvSpPr>
          <p:spPr bwMode="auto">
            <a:xfrm>
              <a:off x="2216" y="2048"/>
              <a:ext cx="175"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893" name="Line 21">
              <a:extLst>
                <a:ext uri="{FF2B5EF4-FFF2-40B4-BE49-F238E27FC236}">
                  <a16:creationId xmlns:a16="http://schemas.microsoft.com/office/drawing/2014/main" id="{E97B91D8-803C-4C68-BF61-440392463995}"/>
                </a:ext>
              </a:extLst>
            </p:cNvPr>
            <p:cNvSpPr>
              <a:spLocks noChangeShapeType="1"/>
            </p:cNvSpPr>
            <p:nvPr/>
          </p:nvSpPr>
          <p:spPr bwMode="auto">
            <a:xfrm>
              <a:off x="2396" y="1774"/>
              <a:ext cx="0" cy="282"/>
            </a:xfrm>
            <a:prstGeom prst="line">
              <a:avLst/>
            </a:prstGeom>
            <a:grpFill/>
            <a:ln w="25400">
              <a:solidFill>
                <a:srgbClr val="000000"/>
              </a:solidFill>
              <a:round/>
              <a:headEnd/>
              <a:tailEnd/>
            </a:ln>
          </p:spPr>
          <p:txBody>
            <a:bodyPr/>
            <a:lstStyle/>
            <a:p>
              <a:pPr eaLnBrk="1" hangingPunct="1">
                <a:defRPr/>
              </a:pPr>
              <a:endParaRPr lang="en-US" sz="1600"/>
            </a:p>
          </p:txBody>
        </p:sp>
        <p:sp>
          <p:nvSpPr>
            <p:cNvPr id="207894" name="Line 22">
              <a:extLst>
                <a:ext uri="{FF2B5EF4-FFF2-40B4-BE49-F238E27FC236}">
                  <a16:creationId xmlns:a16="http://schemas.microsoft.com/office/drawing/2014/main" id="{1FF6FAA5-1F52-4033-A1F8-6F4085A15FAB}"/>
                </a:ext>
              </a:extLst>
            </p:cNvPr>
            <p:cNvSpPr>
              <a:spLocks noChangeShapeType="1"/>
            </p:cNvSpPr>
            <p:nvPr/>
          </p:nvSpPr>
          <p:spPr bwMode="auto">
            <a:xfrm>
              <a:off x="2396" y="1774"/>
              <a:ext cx="175"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895" name="Line 23">
              <a:extLst>
                <a:ext uri="{FF2B5EF4-FFF2-40B4-BE49-F238E27FC236}">
                  <a16:creationId xmlns:a16="http://schemas.microsoft.com/office/drawing/2014/main" id="{765E2780-EB67-4385-BBCC-2F632E8FC6E4}"/>
                </a:ext>
              </a:extLst>
            </p:cNvPr>
            <p:cNvSpPr>
              <a:spLocks noChangeShapeType="1"/>
            </p:cNvSpPr>
            <p:nvPr/>
          </p:nvSpPr>
          <p:spPr bwMode="auto">
            <a:xfrm>
              <a:off x="2574" y="1766"/>
              <a:ext cx="0" cy="282"/>
            </a:xfrm>
            <a:prstGeom prst="line">
              <a:avLst/>
            </a:prstGeom>
            <a:grpFill/>
            <a:ln w="25400">
              <a:solidFill>
                <a:srgbClr val="000000"/>
              </a:solidFill>
              <a:round/>
              <a:headEnd/>
              <a:tailEnd/>
            </a:ln>
          </p:spPr>
          <p:txBody>
            <a:bodyPr/>
            <a:lstStyle/>
            <a:p>
              <a:pPr eaLnBrk="1" hangingPunct="1">
                <a:defRPr/>
              </a:pPr>
              <a:endParaRPr lang="en-US" sz="1600"/>
            </a:p>
          </p:txBody>
        </p:sp>
        <p:sp>
          <p:nvSpPr>
            <p:cNvPr id="207896" name="Line 24">
              <a:extLst>
                <a:ext uri="{FF2B5EF4-FFF2-40B4-BE49-F238E27FC236}">
                  <a16:creationId xmlns:a16="http://schemas.microsoft.com/office/drawing/2014/main" id="{D54BF950-690D-4FF5-8AAE-E25967576D83}"/>
                </a:ext>
              </a:extLst>
            </p:cNvPr>
            <p:cNvSpPr>
              <a:spLocks noChangeShapeType="1"/>
            </p:cNvSpPr>
            <p:nvPr/>
          </p:nvSpPr>
          <p:spPr bwMode="auto">
            <a:xfrm>
              <a:off x="2566" y="2058"/>
              <a:ext cx="175"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897" name="Line 25">
              <a:extLst>
                <a:ext uri="{FF2B5EF4-FFF2-40B4-BE49-F238E27FC236}">
                  <a16:creationId xmlns:a16="http://schemas.microsoft.com/office/drawing/2014/main" id="{4C7A8C68-8447-456C-B53D-1A35B8F023B6}"/>
                </a:ext>
              </a:extLst>
            </p:cNvPr>
            <p:cNvSpPr>
              <a:spLocks noChangeShapeType="1"/>
            </p:cNvSpPr>
            <p:nvPr/>
          </p:nvSpPr>
          <p:spPr bwMode="auto">
            <a:xfrm>
              <a:off x="2753" y="1784"/>
              <a:ext cx="0" cy="282"/>
            </a:xfrm>
            <a:prstGeom prst="line">
              <a:avLst/>
            </a:prstGeom>
            <a:grpFill/>
            <a:ln w="25400">
              <a:solidFill>
                <a:srgbClr val="000000"/>
              </a:solidFill>
              <a:round/>
              <a:headEnd/>
              <a:tailEnd/>
            </a:ln>
          </p:spPr>
          <p:txBody>
            <a:bodyPr/>
            <a:lstStyle/>
            <a:p>
              <a:pPr eaLnBrk="1" hangingPunct="1">
                <a:defRPr/>
              </a:pPr>
              <a:endParaRPr lang="en-US" sz="1600"/>
            </a:p>
          </p:txBody>
        </p:sp>
        <p:sp>
          <p:nvSpPr>
            <p:cNvPr id="207898" name="Line 26">
              <a:extLst>
                <a:ext uri="{FF2B5EF4-FFF2-40B4-BE49-F238E27FC236}">
                  <a16:creationId xmlns:a16="http://schemas.microsoft.com/office/drawing/2014/main" id="{4D4C2CD8-4C68-4490-AC5F-169BEA778CCA}"/>
                </a:ext>
              </a:extLst>
            </p:cNvPr>
            <p:cNvSpPr>
              <a:spLocks noChangeShapeType="1"/>
            </p:cNvSpPr>
            <p:nvPr/>
          </p:nvSpPr>
          <p:spPr bwMode="auto">
            <a:xfrm>
              <a:off x="2745" y="1776"/>
              <a:ext cx="175"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899" name="Line 27">
              <a:extLst>
                <a:ext uri="{FF2B5EF4-FFF2-40B4-BE49-F238E27FC236}">
                  <a16:creationId xmlns:a16="http://schemas.microsoft.com/office/drawing/2014/main" id="{DFB1E6F6-69B1-4D97-A25E-6DFC1C27CDD2}"/>
                </a:ext>
              </a:extLst>
            </p:cNvPr>
            <p:cNvSpPr>
              <a:spLocks noChangeShapeType="1"/>
            </p:cNvSpPr>
            <p:nvPr/>
          </p:nvSpPr>
          <p:spPr bwMode="auto">
            <a:xfrm>
              <a:off x="2922" y="1776"/>
              <a:ext cx="0" cy="282"/>
            </a:xfrm>
            <a:prstGeom prst="line">
              <a:avLst/>
            </a:prstGeom>
            <a:grpFill/>
            <a:ln w="25400">
              <a:solidFill>
                <a:srgbClr val="000000"/>
              </a:solidFill>
              <a:round/>
              <a:headEnd/>
              <a:tailEnd/>
            </a:ln>
          </p:spPr>
          <p:txBody>
            <a:bodyPr/>
            <a:lstStyle/>
            <a:p>
              <a:pPr eaLnBrk="1" hangingPunct="1">
                <a:defRPr/>
              </a:pPr>
              <a:endParaRPr lang="en-US" sz="1600"/>
            </a:p>
          </p:txBody>
        </p:sp>
        <p:sp>
          <p:nvSpPr>
            <p:cNvPr id="207900" name="Line 28">
              <a:extLst>
                <a:ext uri="{FF2B5EF4-FFF2-40B4-BE49-F238E27FC236}">
                  <a16:creationId xmlns:a16="http://schemas.microsoft.com/office/drawing/2014/main" id="{6B364A7E-C61E-49D4-8737-CBAED04451A0}"/>
                </a:ext>
              </a:extLst>
            </p:cNvPr>
            <p:cNvSpPr>
              <a:spLocks noChangeShapeType="1"/>
            </p:cNvSpPr>
            <p:nvPr/>
          </p:nvSpPr>
          <p:spPr bwMode="auto">
            <a:xfrm>
              <a:off x="2914" y="2068"/>
              <a:ext cx="175"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901" name="Line 29">
              <a:extLst>
                <a:ext uri="{FF2B5EF4-FFF2-40B4-BE49-F238E27FC236}">
                  <a16:creationId xmlns:a16="http://schemas.microsoft.com/office/drawing/2014/main" id="{B4B337E6-3DEE-4E6B-9503-6292BEAA891A}"/>
                </a:ext>
              </a:extLst>
            </p:cNvPr>
            <p:cNvSpPr>
              <a:spLocks noChangeShapeType="1"/>
            </p:cNvSpPr>
            <p:nvPr/>
          </p:nvSpPr>
          <p:spPr bwMode="auto">
            <a:xfrm>
              <a:off x="3102" y="1794"/>
              <a:ext cx="0" cy="282"/>
            </a:xfrm>
            <a:prstGeom prst="line">
              <a:avLst/>
            </a:prstGeom>
            <a:grpFill/>
            <a:ln w="25400">
              <a:solidFill>
                <a:srgbClr val="000000"/>
              </a:solidFill>
              <a:round/>
              <a:headEnd/>
              <a:tailEnd/>
            </a:ln>
          </p:spPr>
          <p:txBody>
            <a:bodyPr/>
            <a:lstStyle/>
            <a:p>
              <a:pPr eaLnBrk="1" hangingPunct="1">
                <a:defRPr/>
              </a:pPr>
              <a:endParaRPr lang="en-US" sz="1600"/>
            </a:p>
          </p:txBody>
        </p:sp>
        <p:sp>
          <p:nvSpPr>
            <p:cNvPr id="207902" name="Line 30">
              <a:extLst>
                <a:ext uri="{FF2B5EF4-FFF2-40B4-BE49-F238E27FC236}">
                  <a16:creationId xmlns:a16="http://schemas.microsoft.com/office/drawing/2014/main" id="{418DD535-4682-4D10-AA08-0FB7798FFF95}"/>
                </a:ext>
              </a:extLst>
            </p:cNvPr>
            <p:cNvSpPr>
              <a:spLocks noChangeShapeType="1"/>
            </p:cNvSpPr>
            <p:nvPr/>
          </p:nvSpPr>
          <p:spPr bwMode="auto">
            <a:xfrm>
              <a:off x="3102" y="1786"/>
              <a:ext cx="175"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903" name="Line 31">
              <a:extLst>
                <a:ext uri="{FF2B5EF4-FFF2-40B4-BE49-F238E27FC236}">
                  <a16:creationId xmlns:a16="http://schemas.microsoft.com/office/drawing/2014/main" id="{3C51F7AB-5098-4F9E-B869-F78E8D3BC600}"/>
                </a:ext>
              </a:extLst>
            </p:cNvPr>
            <p:cNvSpPr>
              <a:spLocks noChangeShapeType="1"/>
            </p:cNvSpPr>
            <p:nvPr/>
          </p:nvSpPr>
          <p:spPr bwMode="auto">
            <a:xfrm>
              <a:off x="3278" y="1788"/>
              <a:ext cx="0" cy="283"/>
            </a:xfrm>
            <a:prstGeom prst="line">
              <a:avLst/>
            </a:prstGeom>
            <a:grpFill/>
            <a:ln w="25400">
              <a:solidFill>
                <a:srgbClr val="000000"/>
              </a:solidFill>
              <a:round/>
              <a:headEnd/>
              <a:tailEnd/>
            </a:ln>
          </p:spPr>
          <p:txBody>
            <a:bodyPr/>
            <a:lstStyle/>
            <a:p>
              <a:pPr eaLnBrk="1" hangingPunct="1">
                <a:defRPr/>
              </a:pPr>
              <a:endParaRPr lang="en-US" sz="1600"/>
            </a:p>
          </p:txBody>
        </p:sp>
        <p:sp>
          <p:nvSpPr>
            <p:cNvPr id="207904" name="Text Box 32">
              <a:extLst>
                <a:ext uri="{FF2B5EF4-FFF2-40B4-BE49-F238E27FC236}">
                  <a16:creationId xmlns:a16="http://schemas.microsoft.com/office/drawing/2014/main" id="{498C4709-4787-4BFF-95A4-D9F6B8CC14F7}"/>
                </a:ext>
              </a:extLst>
            </p:cNvPr>
            <p:cNvSpPr txBox="1">
              <a:spLocks noChangeArrowheads="1"/>
            </p:cNvSpPr>
            <p:nvPr/>
          </p:nvSpPr>
          <p:spPr bwMode="auto">
            <a:xfrm>
              <a:off x="2074" y="1298"/>
              <a:ext cx="1389" cy="408"/>
            </a:xfrm>
            <a:prstGeom prst="rect">
              <a:avLst/>
            </a:prstGeom>
            <a:grpFill/>
            <a:ln w="9525">
              <a:noFill/>
              <a:miter lim="800000"/>
              <a:headEnd/>
              <a:tailEnd/>
            </a:ln>
          </p:spPr>
          <p:txBody>
            <a:bodyPr/>
            <a:lstStyle/>
            <a:p>
              <a:pPr algn="ctr" eaLnBrk="1" hangingPunct="1">
                <a:defRPr/>
              </a:pPr>
              <a:r>
                <a:rPr lang="en-US" sz="1600"/>
                <a:t>Input/Output Buffers</a:t>
              </a:r>
              <a:endParaRPr lang="ru-RU" sz="1600"/>
            </a:p>
            <a:p>
              <a:pPr algn="ctr" eaLnBrk="1" hangingPunct="1">
                <a:defRPr/>
              </a:pPr>
              <a:r>
                <a:rPr lang="ru-RU" sz="1600"/>
                <a:t>266 </a:t>
              </a:r>
              <a:r>
                <a:rPr lang="en-US" sz="1600"/>
                <a:t>MHz</a:t>
              </a:r>
              <a:endParaRPr lang="ru-RU" sz="1600"/>
            </a:p>
          </p:txBody>
        </p:sp>
        <p:sp>
          <p:nvSpPr>
            <p:cNvPr id="207905" name="Line 33">
              <a:extLst>
                <a:ext uri="{FF2B5EF4-FFF2-40B4-BE49-F238E27FC236}">
                  <a16:creationId xmlns:a16="http://schemas.microsoft.com/office/drawing/2014/main" id="{1F4147ED-38EA-4704-868C-15AF440BA9AF}"/>
                </a:ext>
              </a:extLst>
            </p:cNvPr>
            <p:cNvSpPr>
              <a:spLocks noChangeShapeType="1"/>
            </p:cNvSpPr>
            <p:nvPr/>
          </p:nvSpPr>
          <p:spPr bwMode="auto">
            <a:xfrm>
              <a:off x="3666" y="1776"/>
              <a:ext cx="0" cy="282"/>
            </a:xfrm>
            <a:prstGeom prst="line">
              <a:avLst/>
            </a:prstGeom>
            <a:grpFill/>
            <a:ln w="25400">
              <a:solidFill>
                <a:srgbClr val="000000"/>
              </a:solidFill>
              <a:round/>
              <a:headEnd/>
              <a:tailEnd type="triangle" w="lg" len="lg"/>
            </a:ln>
          </p:spPr>
          <p:txBody>
            <a:bodyPr/>
            <a:lstStyle/>
            <a:p>
              <a:pPr eaLnBrk="1" hangingPunct="1">
                <a:defRPr/>
              </a:pPr>
              <a:endParaRPr lang="en-US" sz="1600"/>
            </a:p>
          </p:txBody>
        </p:sp>
        <p:sp>
          <p:nvSpPr>
            <p:cNvPr id="207906" name="Line 34">
              <a:extLst>
                <a:ext uri="{FF2B5EF4-FFF2-40B4-BE49-F238E27FC236}">
                  <a16:creationId xmlns:a16="http://schemas.microsoft.com/office/drawing/2014/main" id="{6687DD0B-1E8E-4E2C-A210-70FC373F9F10}"/>
                </a:ext>
              </a:extLst>
            </p:cNvPr>
            <p:cNvSpPr>
              <a:spLocks noChangeShapeType="1"/>
            </p:cNvSpPr>
            <p:nvPr/>
          </p:nvSpPr>
          <p:spPr bwMode="auto">
            <a:xfrm>
              <a:off x="3666" y="2058"/>
              <a:ext cx="175"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907" name="Line 35">
              <a:extLst>
                <a:ext uri="{FF2B5EF4-FFF2-40B4-BE49-F238E27FC236}">
                  <a16:creationId xmlns:a16="http://schemas.microsoft.com/office/drawing/2014/main" id="{5B1C49A2-2966-4FC8-AC3F-A35C6238E1FE}"/>
                </a:ext>
              </a:extLst>
            </p:cNvPr>
            <p:cNvSpPr>
              <a:spLocks noChangeShapeType="1"/>
            </p:cNvSpPr>
            <p:nvPr/>
          </p:nvSpPr>
          <p:spPr bwMode="auto">
            <a:xfrm>
              <a:off x="3846" y="1776"/>
              <a:ext cx="0" cy="282"/>
            </a:xfrm>
            <a:prstGeom prst="line">
              <a:avLst/>
            </a:prstGeom>
            <a:grpFill/>
            <a:ln w="25400">
              <a:solidFill>
                <a:srgbClr val="000000"/>
              </a:solidFill>
              <a:round/>
              <a:headEnd type="triangle" w="lg" len="lg"/>
              <a:tailEnd/>
            </a:ln>
          </p:spPr>
          <p:txBody>
            <a:bodyPr/>
            <a:lstStyle/>
            <a:p>
              <a:pPr eaLnBrk="1" hangingPunct="1">
                <a:defRPr/>
              </a:pPr>
              <a:endParaRPr lang="en-US" sz="1600"/>
            </a:p>
          </p:txBody>
        </p:sp>
        <p:sp>
          <p:nvSpPr>
            <p:cNvPr id="207908" name="Line 36">
              <a:extLst>
                <a:ext uri="{FF2B5EF4-FFF2-40B4-BE49-F238E27FC236}">
                  <a16:creationId xmlns:a16="http://schemas.microsoft.com/office/drawing/2014/main" id="{68DE3569-C6FC-4A04-96FC-7EAD9B101BFA}"/>
                </a:ext>
              </a:extLst>
            </p:cNvPr>
            <p:cNvSpPr>
              <a:spLocks noChangeShapeType="1"/>
            </p:cNvSpPr>
            <p:nvPr/>
          </p:nvSpPr>
          <p:spPr bwMode="auto">
            <a:xfrm>
              <a:off x="3846" y="1784"/>
              <a:ext cx="175"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909" name="Line 37">
              <a:extLst>
                <a:ext uri="{FF2B5EF4-FFF2-40B4-BE49-F238E27FC236}">
                  <a16:creationId xmlns:a16="http://schemas.microsoft.com/office/drawing/2014/main" id="{C64961C8-BCD0-4DAE-A2C0-2C6901E30FCE}"/>
                </a:ext>
              </a:extLst>
            </p:cNvPr>
            <p:cNvSpPr>
              <a:spLocks noChangeShapeType="1"/>
            </p:cNvSpPr>
            <p:nvPr/>
          </p:nvSpPr>
          <p:spPr bwMode="auto">
            <a:xfrm>
              <a:off x="4024" y="1786"/>
              <a:ext cx="0" cy="282"/>
            </a:xfrm>
            <a:prstGeom prst="line">
              <a:avLst/>
            </a:prstGeom>
            <a:grpFill/>
            <a:ln w="25400">
              <a:solidFill>
                <a:srgbClr val="000000"/>
              </a:solidFill>
              <a:round/>
              <a:headEnd/>
              <a:tailEnd type="triangle" w="lg" len="lg"/>
            </a:ln>
          </p:spPr>
          <p:txBody>
            <a:bodyPr/>
            <a:lstStyle/>
            <a:p>
              <a:pPr eaLnBrk="1" hangingPunct="1">
                <a:defRPr/>
              </a:pPr>
              <a:endParaRPr lang="en-US" sz="1600"/>
            </a:p>
          </p:txBody>
        </p:sp>
        <p:sp>
          <p:nvSpPr>
            <p:cNvPr id="207910" name="Line 38">
              <a:extLst>
                <a:ext uri="{FF2B5EF4-FFF2-40B4-BE49-F238E27FC236}">
                  <a16:creationId xmlns:a16="http://schemas.microsoft.com/office/drawing/2014/main" id="{96A2AC93-DDBA-45B9-BE04-DB24F742F4B0}"/>
                </a:ext>
              </a:extLst>
            </p:cNvPr>
            <p:cNvSpPr>
              <a:spLocks noChangeShapeType="1"/>
            </p:cNvSpPr>
            <p:nvPr/>
          </p:nvSpPr>
          <p:spPr bwMode="auto">
            <a:xfrm>
              <a:off x="4024" y="2060"/>
              <a:ext cx="175"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911" name="Line 39">
              <a:extLst>
                <a:ext uri="{FF2B5EF4-FFF2-40B4-BE49-F238E27FC236}">
                  <a16:creationId xmlns:a16="http://schemas.microsoft.com/office/drawing/2014/main" id="{0D51C1AE-9FF7-4076-B186-CCBE3C220215}"/>
                </a:ext>
              </a:extLst>
            </p:cNvPr>
            <p:cNvSpPr>
              <a:spLocks noChangeShapeType="1"/>
            </p:cNvSpPr>
            <p:nvPr/>
          </p:nvSpPr>
          <p:spPr bwMode="auto">
            <a:xfrm>
              <a:off x="4204" y="1786"/>
              <a:ext cx="0" cy="282"/>
            </a:xfrm>
            <a:prstGeom prst="line">
              <a:avLst/>
            </a:prstGeom>
            <a:grpFill/>
            <a:ln w="25400">
              <a:solidFill>
                <a:srgbClr val="000000"/>
              </a:solidFill>
              <a:round/>
              <a:headEnd type="triangle" w="lg" len="lg"/>
              <a:tailEnd/>
            </a:ln>
          </p:spPr>
          <p:txBody>
            <a:bodyPr/>
            <a:lstStyle/>
            <a:p>
              <a:pPr eaLnBrk="1" hangingPunct="1">
                <a:defRPr/>
              </a:pPr>
              <a:endParaRPr lang="en-US" sz="1600"/>
            </a:p>
          </p:txBody>
        </p:sp>
        <p:sp>
          <p:nvSpPr>
            <p:cNvPr id="207912" name="Line 40">
              <a:extLst>
                <a:ext uri="{FF2B5EF4-FFF2-40B4-BE49-F238E27FC236}">
                  <a16:creationId xmlns:a16="http://schemas.microsoft.com/office/drawing/2014/main" id="{D14B005C-5445-40CF-8E2C-F3B241F0CB33}"/>
                </a:ext>
              </a:extLst>
            </p:cNvPr>
            <p:cNvSpPr>
              <a:spLocks noChangeShapeType="1"/>
            </p:cNvSpPr>
            <p:nvPr/>
          </p:nvSpPr>
          <p:spPr bwMode="auto">
            <a:xfrm>
              <a:off x="4204" y="1794"/>
              <a:ext cx="175"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913" name="Line 41">
              <a:extLst>
                <a:ext uri="{FF2B5EF4-FFF2-40B4-BE49-F238E27FC236}">
                  <a16:creationId xmlns:a16="http://schemas.microsoft.com/office/drawing/2014/main" id="{C81709F2-78B1-47D6-859B-BD54488FCCCF}"/>
                </a:ext>
              </a:extLst>
            </p:cNvPr>
            <p:cNvSpPr>
              <a:spLocks noChangeShapeType="1"/>
            </p:cNvSpPr>
            <p:nvPr/>
          </p:nvSpPr>
          <p:spPr bwMode="auto">
            <a:xfrm>
              <a:off x="4383" y="1796"/>
              <a:ext cx="0" cy="283"/>
            </a:xfrm>
            <a:prstGeom prst="line">
              <a:avLst/>
            </a:prstGeom>
            <a:grpFill/>
            <a:ln w="25400">
              <a:solidFill>
                <a:srgbClr val="000000"/>
              </a:solidFill>
              <a:round/>
              <a:headEnd/>
              <a:tailEnd type="triangle" w="lg" len="lg"/>
            </a:ln>
          </p:spPr>
          <p:txBody>
            <a:bodyPr/>
            <a:lstStyle/>
            <a:p>
              <a:pPr eaLnBrk="1" hangingPunct="1">
                <a:defRPr/>
              </a:pPr>
              <a:endParaRPr lang="en-US" sz="1600"/>
            </a:p>
          </p:txBody>
        </p:sp>
        <p:sp>
          <p:nvSpPr>
            <p:cNvPr id="207914" name="Line 42">
              <a:extLst>
                <a:ext uri="{FF2B5EF4-FFF2-40B4-BE49-F238E27FC236}">
                  <a16:creationId xmlns:a16="http://schemas.microsoft.com/office/drawing/2014/main" id="{000C09F5-2F62-49CD-8A86-84EBEFCBC521}"/>
                </a:ext>
              </a:extLst>
            </p:cNvPr>
            <p:cNvSpPr>
              <a:spLocks noChangeShapeType="1"/>
            </p:cNvSpPr>
            <p:nvPr/>
          </p:nvSpPr>
          <p:spPr bwMode="auto">
            <a:xfrm>
              <a:off x="4389" y="2071"/>
              <a:ext cx="175"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915" name="Line 43">
              <a:extLst>
                <a:ext uri="{FF2B5EF4-FFF2-40B4-BE49-F238E27FC236}">
                  <a16:creationId xmlns:a16="http://schemas.microsoft.com/office/drawing/2014/main" id="{3DF177D7-F7E6-46C0-B630-1DBE3D857075}"/>
                </a:ext>
              </a:extLst>
            </p:cNvPr>
            <p:cNvSpPr>
              <a:spLocks noChangeShapeType="1"/>
            </p:cNvSpPr>
            <p:nvPr/>
          </p:nvSpPr>
          <p:spPr bwMode="auto">
            <a:xfrm>
              <a:off x="4569" y="1794"/>
              <a:ext cx="0" cy="283"/>
            </a:xfrm>
            <a:prstGeom prst="line">
              <a:avLst/>
            </a:prstGeom>
            <a:grpFill/>
            <a:ln w="25400">
              <a:solidFill>
                <a:srgbClr val="000000"/>
              </a:solidFill>
              <a:round/>
              <a:headEnd type="triangle" w="lg" len="lg"/>
              <a:tailEnd/>
            </a:ln>
          </p:spPr>
          <p:txBody>
            <a:bodyPr/>
            <a:lstStyle/>
            <a:p>
              <a:pPr eaLnBrk="1" hangingPunct="1">
                <a:defRPr/>
              </a:pPr>
              <a:endParaRPr lang="en-US" sz="1600"/>
            </a:p>
          </p:txBody>
        </p:sp>
        <p:sp>
          <p:nvSpPr>
            <p:cNvPr id="207916" name="Line 44">
              <a:extLst>
                <a:ext uri="{FF2B5EF4-FFF2-40B4-BE49-F238E27FC236}">
                  <a16:creationId xmlns:a16="http://schemas.microsoft.com/office/drawing/2014/main" id="{BF445237-2B56-4AC3-AB75-108E3D62D026}"/>
                </a:ext>
              </a:extLst>
            </p:cNvPr>
            <p:cNvSpPr>
              <a:spLocks noChangeShapeType="1"/>
            </p:cNvSpPr>
            <p:nvPr/>
          </p:nvSpPr>
          <p:spPr bwMode="auto">
            <a:xfrm>
              <a:off x="4569" y="1804"/>
              <a:ext cx="175"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917" name="Line 45">
              <a:extLst>
                <a:ext uri="{FF2B5EF4-FFF2-40B4-BE49-F238E27FC236}">
                  <a16:creationId xmlns:a16="http://schemas.microsoft.com/office/drawing/2014/main" id="{6B09C624-6E9E-4EF6-88B9-E022A7DD7DDB}"/>
                </a:ext>
              </a:extLst>
            </p:cNvPr>
            <p:cNvSpPr>
              <a:spLocks noChangeShapeType="1"/>
            </p:cNvSpPr>
            <p:nvPr/>
          </p:nvSpPr>
          <p:spPr bwMode="auto">
            <a:xfrm>
              <a:off x="4737" y="1806"/>
              <a:ext cx="0" cy="283"/>
            </a:xfrm>
            <a:prstGeom prst="line">
              <a:avLst/>
            </a:prstGeom>
            <a:grpFill/>
            <a:ln w="25400">
              <a:solidFill>
                <a:srgbClr val="000000"/>
              </a:solidFill>
              <a:round/>
              <a:headEnd/>
              <a:tailEnd type="triangle" w="lg" len="lg"/>
            </a:ln>
          </p:spPr>
          <p:txBody>
            <a:bodyPr/>
            <a:lstStyle/>
            <a:p>
              <a:pPr eaLnBrk="1" hangingPunct="1">
                <a:defRPr/>
              </a:pPr>
              <a:endParaRPr lang="en-US" sz="1600"/>
            </a:p>
          </p:txBody>
        </p:sp>
        <p:sp>
          <p:nvSpPr>
            <p:cNvPr id="207918" name="Text Box 46">
              <a:extLst>
                <a:ext uri="{FF2B5EF4-FFF2-40B4-BE49-F238E27FC236}">
                  <a16:creationId xmlns:a16="http://schemas.microsoft.com/office/drawing/2014/main" id="{4D4D0575-87F8-4FCF-B668-ACE2D81294BE}"/>
                </a:ext>
              </a:extLst>
            </p:cNvPr>
            <p:cNvSpPr txBox="1">
              <a:spLocks noChangeArrowheads="1"/>
            </p:cNvSpPr>
            <p:nvPr/>
          </p:nvSpPr>
          <p:spPr bwMode="auto">
            <a:xfrm>
              <a:off x="3595" y="1363"/>
              <a:ext cx="1326" cy="343"/>
            </a:xfrm>
            <a:prstGeom prst="rect">
              <a:avLst/>
            </a:prstGeom>
            <a:grpFill/>
            <a:ln w="9525">
              <a:noFill/>
              <a:miter lim="800000"/>
              <a:headEnd/>
              <a:tailEnd/>
            </a:ln>
          </p:spPr>
          <p:txBody>
            <a:bodyPr/>
            <a:lstStyle/>
            <a:p>
              <a:pPr algn="ctr" eaLnBrk="1" hangingPunct="1">
                <a:defRPr/>
              </a:pPr>
              <a:r>
                <a:rPr lang="ru-RU" sz="1600"/>
                <a:t>533 </a:t>
              </a:r>
              <a:r>
                <a:rPr lang="en-US" sz="1600"/>
                <a:t>MHz</a:t>
              </a:r>
              <a:endParaRPr lang="ru-RU" sz="1600"/>
            </a:p>
          </p:txBody>
        </p:sp>
        <p:sp>
          <p:nvSpPr>
            <p:cNvPr id="207919" name="Text Box 47">
              <a:extLst>
                <a:ext uri="{FF2B5EF4-FFF2-40B4-BE49-F238E27FC236}">
                  <a16:creationId xmlns:a16="http://schemas.microsoft.com/office/drawing/2014/main" id="{91F9A752-7BA2-4E0D-8E4A-B29566005334}"/>
                </a:ext>
              </a:extLst>
            </p:cNvPr>
            <p:cNvSpPr txBox="1">
              <a:spLocks noChangeArrowheads="1"/>
            </p:cNvSpPr>
            <p:nvPr/>
          </p:nvSpPr>
          <p:spPr bwMode="auto">
            <a:xfrm>
              <a:off x="810" y="2093"/>
              <a:ext cx="1175" cy="242"/>
            </a:xfrm>
            <a:prstGeom prst="rect">
              <a:avLst/>
            </a:prstGeom>
            <a:grpFill/>
            <a:ln w="25400">
              <a:noFill/>
              <a:miter lim="800000"/>
              <a:headEnd/>
              <a:tailEnd/>
            </a:ln>
          </p:spPr>
          <p:txBody>
            <a:bodyPr/>
            <a:lstStyle/>
            <a:p>
              <a:pPr eaLnBrk="1" hangingPunct="1">
                <a:defRPr/>
              </a:pPr>
              <a:r>
                <a:rPr lang="ru-RU" sz="1600"/>
                <a:t>Core Frequency</a:t>
              </a:r>
            </a:p>
          </p:txBody>
        </p:sp>
        <p:sp>
          <p:nvSpPr>
            <p:cNvPr id="207920" name="Text Box 48">
              <a:extLst>
                <a:ext uri="{FF2B5EF4-FFF2-40B4-BE49-F238E27FC236}">
                  <a16:creationId xmlns:a16="http://schemas.microsoft.com/office/drawing/2014/main" id="{2283E2AF-BDC5-49D0-B436-AFB35F33B4AC}"/>
                </a:ext>
              </a:extLst>
            </p:cNvPr>
            <p:cNvSpPr txBox="1">
              <a:spLocks noChangeArrowheads="1"/>
            </p:cNvSpPr>
            <p:nvPr/>
          </p:nvSpPr>
          <p:spPr bwMode="auto">
            <a:xfrm>
              <a:off x="2136" y="2117"/>
              <a:ext cx="1174" cy="242"/>
            </a:xfrm>
            <a:prstGeom prst="rect">
              <a:avLst/>
            </a:prstGeom>
            <a:grpFill/>
            <a:ln w="25400">
              <a:noFill/>
              <a:miter lim="800000"/>
              <a:headEnd/>
              <a:tailEnd/>
            </a:ln>
          </p:spPr>
          <p:txBody>
            <a:bodyPr/>
            <a:lstStyle/>
            <a:p>
              <a:pPr eaLnBrk="1" hangingPunct="1">
                <a:defRPr/>
              </a:pPr>
              <a:r>
                <a:rPr lang="ru-RU" sz="1600"/>
                <a:t>Clock Frequency</a:t>
              </a:r>
            </a:p>
          </p:txBody>
        </p:sp>
        <p:sp>
          <p:nvSpPr>
            <p:cNvPr id="207921" name="Text Box 49">
              <a:extLst>
                <a:ext uri="{FF2B5EF4-FFF2-40B4-BE49-F238E27FC236}">
                  <a16:creationId xmlns:a16="http://schemas.microsoft.com/office/drawing/2014/main" id="{42165DAF-10FA-445B-A209-562661517A26}"/>
                </a:ext>
              </a:extLst>
            </p:cNvPr>
            <p:cNvSpPr txBox="1">
              <a:spLocks noChangeArrowheads="1"/>
            </p:cNvSpPr>
            <p:nvPr/>
          </p:nvSpPr>
          <p:spPr bwMode="auto">
            <a:xfrm>
              <a:off x="3604" y="2125"/>
              <a:ext cx="1175" cy="242"/>
            </a:xfrm>
            <a:prstGeom prst="rect">
              <a:avLst/>
            </a:prstGeom>
            <a:grpFill/>
            <a:ln w="25400">
              <a:noFill/>
              <a:miter lim="800000"/>
              <a:headEnd/>
              <a:tailEnd/>
            </a:ln>
          </p:spPr>
          <p:txBody>
            <a:bodyPr/>
            <a:lstStyle/>
            <a:p>
              <a:pPr eaLnBrk="1" hangingPunct="1">
                <a:defRPr/>
              </a:pPr>
              <a:r>
                <a:rPr lang="ru-RU" sz="1600"/>
                <a:t>Data Frequency</a:t>
              </a:r>
            </a:p>
          </p:txBody>
        </p:sp>
        <p:sp>
          <p:nvSpPr>
            <p:cNvPr id="207923" name="Line 51">
              <a:extLst>
                <a:ext uri="{FF2B5EF4-FFF2-40B4-BE49-F238E27FC236}">
                  <a16:creationId xmlns:a16="http://schemas.microsoft.com/office/drawing/2014/main" id="{7C0C6491-2A93-4E2A-9D24-4039B43E963B}"/>
                </a:ext>
              </a:extLst>
            </p:cNvPr>
            <p:cNvSpPr>
              <a:spLocks noChangeShapeType="1"/>
            </p:cNvSpPr>
            <p:nvPr/>
          </p:nvSpPr>
          <p:spPr bwMode="auto">
            <a:xfrm>
              <a:off x="665" y="1776"/>
              <a:ext cx="0" cy="282"/>
            </a:xfrm>
            <a:prstGeom prst="line">
              <a:avLst/>
            </a:prstGeom>
            <a:grpFill/>
            <a:ln w="25400">
              <a:solidFill>
                <a:srgbClr val="000000"/>
              </a:solidFill>
              <a:round/>
              <a:headEnd/>
              <a:tailEnd/>
            </a:ln>
          </p:spPr>
          <p:txBody>
            <a:bodyPr/>
            <a:lstStyle/>
            <a:p>
              <a:pPr eaLnBrk="1" hangingPunct="1">
                <a:defRPr/>
              </a:pPr>
              <a:endParaRPr lang="en-US" sz="1600"/>
            </a:p>
          </p:txBody>
        </p:sp>
        <p:sp>
          <p:nvSpPr>
            <p:cNvPr id="207924" name="Line 52">
              <a:extLst>
                <a:ext uri="{FF2B5EF4-FFF2-40B4-BE49-F238E27FC236}">
                  <a16:creationId xmlns:a16="http://schemas.microsoft.com/office/drawing/2014/main" id="{3ED0F5FC-DD91-43B3-B1D9-A6967FDD2FD2}"/>
                </a:ext>
              </a:extLst>
            </p:cNvPr>
            <p:cNvSpPr>
              <a:spLocks noChangeShapeType="1"/>
            </p:cNvSpPr>
            <p:nvPr/>
          </p:nvSpPr>
          <p:spPr bwMode="auto">
            <a:xfrm>
              <a:off x="665" y="2052"/>
              <a:ext cx="269"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925" name="Line 53">
              <a:extLst>
                <a:ext uri="{FF2B5EF4-FFF2-40B4-BE49-F238E27FC236}">
                  <a16:creationId xmlns:a16="http://schemas.microsoft.com/office/drawing/2014/main" id="{4B2EF340-FD01-4193-9726-A033AB14E7CB}"/>
                </a:ext>
              </a:extLst>
            </p:cNvPr>
            <p:cNvSpPr>
              <a:spLocks noChangeShapeType="1"/>
            </p:cNvSpPr>
            <p:nvPr/>
          </p:nvSpPr>
          <p:spPr bwMode="auto">
            <a:xfrm>
              <a:off x="935" y="1770"/>
              <a:ext cx="0" cy="282"/>
            </a:xfrm>
            <a:prstGeom prst="line">
              <a:avLst/>
            </a:prstGeom>
            <a:grpFill/>
            <a:ln w="25400">
              <a:solidFill>
                <a:srgbClr val="000000"/>
              </a:solidFill>
              <a:round/>
              <a:headEnd/>
              <a:tailEnd/>
            </a:ln>
          </p:spPr>
          <p:txBody>
            <a:bodyPr/>
            <a:lstStyle/>
            <a:p>
              <a:pPr eaLnBrk="1" hangingPunct="1">
                <a:defRPr/>
              </a:pPr>
              <a:endParaRPr lang="en-US" sz="1600"/>
            </a:p>
          </p:txBody>
        </p:sp>
        <p:sp>
          <p:nvSpPr>
            <p:cNvPr id="207926" name="Line 54">
              <a:extLst>
                <a:ext uri="{FF2B5EF4-FFF2-40B4-BE49-F238E27FC236}">
                  <a16:creationId xmlns:a16="http://schemas.microsoft.com/office/drawing/2014/main" id="{58E20599-C1B3-4482-9258-C6129065B667}"/>
                </a:ext>
              </a:extLst>
            </p:cNvPr>
            <p:cNvSpPr>
              <a:spLocks noChangeShapeType="1"/>
            </p:cNvSpPr>
            <p:nvPr/>
          </p:nvSpPr>
          <p:spPr bwMode="auto">
            <a:xfrm>
              <a:off x="927" y="1770"/>
              <a:ext cx="277"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927" name="Line 55">
              <a:extLst>
                <a:ext uri="{FF2B5EF4-FFF2-40B4-BE49-F238E27FC236}">
                  <a16:creationId xmlns:a16="http://schemas.microsoft.com/office/drawing/2014/main" id="{F7648426-CE8D-4177-BB3A-671A20A42A98}"/>
                </a:ext>
              </a:extLst>
            </p:cNvPr>
            <p:cNvSpPr>
              <a:spLocks noChangeShapeType="1"/>
            </p:cNvSpPr>
            <p:nvPr/>
          </p:nvSpPr>
          <p:spPr bwMode="auto">
            <a:xfrm>
              <a:off x="1195" y="2062"/>
              <a:ext cx="270"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928" name="Line 56">
              <a:extLst>
                <a:ext uri="{FF2B5EF4-FFF2-40B4-BE49-F238E27FC236}">
                  <a16:creationId xmlns:a16="http://schemas.microsoft.com/office/drawing/2014/main" id="{00BF6D97-79E3-4D03-9A11-45298E4D62F5}"/>
                </a:ext>
              </a:extLst>
            </p:cNvPr>
            <p:cNvSpPr>
              <a:spLocks noChangeShapeType="1"/>
            </p:cNvSpPr>
            <p:nvPr/>
          </p:nvSpPr>
          <p:spPr bwMode="auto">
            <a:xfrm>
              <a:off x="1203" y="1770"/>
              <a:ext cx="0" cy="282"/>
            </a:xfrm>
            <a:prstGeom prst="line">
              <a:avLst/>
            </a:prstGeom>
            <a:grpFill/>
            <a:ln w="25400">
              <a:solidFill>
                <a:srgbClr val="000000"/>
              </a:solidFill>
              <a:round/>
              <a:headEnd/>
              <a:tailEnd/>
            </a:ln>
          </p:spPr>
          <p:txBody>
            <a:bodyPr/>
            <a:lstStyle/>
            <a:p>
              <a:pPr eaLnBrk="1" hangingPunct="1">
                <a:defRPr/>
              </a:pPr>
              <a:endParaRPr lang="en-US" sz="1600"/>
            </a:p>
          </p:txBody>
        </p:sp>
        <p:sp>
          <p:nvSpPr>
            <p:cNvPr id="207929" name="Line 57">
              <a:extLst>
                <a:ext uri="{FF2B5EF4-FFF2-40B4-BE49-F238E27FC236}">
                  <a16:creationId xmlns:a16="http://schemas.microsoft.com/office/drawing/2014/main" id="{A1F0CA55-91D7-42BD-9E28-2AEA241347D6}"/>
                </a:ext>
              </a:extLst>
            </p:cNvPr>
            <p:cNvSpPr>
              <a:spLocks noChangeShapeType="1"/>
            </p:cNvSpPr>
            <p:nvPr/>
          </p:nvSpPr>
          <p:spPr bwMode="auto">
            <a:xfrm>
              <a:off x="1468" y="1778"/>
              <a:ext cx="0" cy="282"/>
            </a:xfrm>
            <a:prstGeom prst="line">
              <a:avLst/>
            </a:prstGeom>
            <a:grpFill/>
            <a:ln w="25400">
              <a:solidFill>
                <a:srgbClr val="000000"/>
              </a:solidFill>
              <a:round/>
              <a:headEnd/>
              <a:tailEnd/>
            </a:ln>
          </p:spPr>
          <p:txBody>
            <a:bodyPr/>
            <a:lstStyle/>
            <a:p>
              <a:pPr eaLnBrk="1" hangingPunct="1">
                <a:defRPr/>
              </a:pPr>
              <a:endParaRPr lang="en-US" sz="1600"/>
            </a:p>
          </p:txBody>
        </p:sp>
        <p:sp>
          <p:nvSpPr>
            <p:cNvPr id="207930" name="Line 58">
              <a:extLst>
                <a:ext uri="{FF2B5EF4-FFF2-40B4-BE49-F238E27FC236}">
                  <a16:creationId xmlns:a16="http://schemas.microsoft.com/office/drawing/2014/main" id="{E37C46B0-A718-4952-86D7-09F3C08D34FE}"/>
                </a:ext>
              </a:extLst>
            </p:cNvPr>
            <p:cNvSpPr>
              <a:spLocks noChangeShapeType="1"/>
            </p:cNvSpPr>
            <p:nvPr/>
          </p:nvSpPr>
          <p:spPr bwMode="auto">
            <a:xfrm>
              <a:off x="1460" y="1770"/>
              <a:ext cx="269"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931" name="Line 59">
              <a:extLst>
                <a:ext uri="{FF2B5EF4-FFF2-40B4-BE49-F238E27FC236}">
                  <a16:creationId xmlns:a16="http://schemas.microsoft.com/office/drawing/2014/main" id="{E05F40A6-35E6-4390-9C4C-8EB23771E227}"/>
                </a:ext>
              </a:extLst>
            </p:cNvPr>
            <p:cNvSpPr>
              <a:spLocks noChangeShapeType="1"/>
            </p:cNvSpPr>
            <p:nvPr/>
          </p:nvSpPr>
          <p:spPr bwMode="auto">
            <a:xfrm>
              <a:off x="1728" y="2062"/>
              <a:ext cx="269" cy="0"/>
            </a:xfrm>
            <a:prstGeom prst="line">
              <a:avLst/>
            </a:prstGeom>
            <a:grpFill/>
            <a:ln w="25400">
              <a:solidFill>
                <a:srgbClr val="000000"/>
              </a:solidFill>
              <a:round/>
              <a:headEnd/>
              <a:tailEnd/>
            </a:ln>
          </p:spPr>
          <p:txBody>
            <a:bodyPr/>
            <a:lstStyle/>
            <a:p>
              <a:pPr eaLnBrk="1" hangingPunct="1">
                <a:defRPr/>
              </a:pPr>
              <a:endParaRPr lang="en-US" sz="1600"/>
            </a:p>
          </p:txBody>
        </p:sp>
        <p:sp>
          <p:nvSpPr>
            <p:cNvPr id="207932" name="Line 60">
              <a:extLst>
                <a:ext uri="{FF2B5EF4-FFF2-40B4-BE49-F238E27FC236}">
                  <a16:creationId xmlns:a16="http://schemas.microsoft.com/office/drawing/2014/main" id="{0930BB24-9BB2-4FF2-B4EF-5F325602D5F4}"/>
                </a:ext>
              </a:extLst>
            </p:cNvPr>
            <p:cNvSpPr>
              <a:spLocks noChangeShapeType="1"/>
            </p:cNvSpPr>
            <p:nvPr/>
          </p:nvSpPr>
          <p:spPr bwMode="auto">
            <a:xfrm>
              <a:off x="1736" y="1770"/>
              <a:ext cx="0" cy="282"/>
            </a:xfrm>
            <a:prstGeom prst="line">
              <a:avLst/>
            </a:prstGeom>
            <a:grpFill/>
            <a:ln w="25400">
              <a:solidFill>
                <a:srgbClr val="000000"/>
              </a:solidFill>
              <a:round/>
              <a:headEnd/>
              <a:tailEnd/>
            </a:ln>
          </p:spPr>
          <p:txBody>
            <a:bodyPr/>
            <a:lstStyle/>
            <a:p>
              <a:pPr eaLnBrk="1" hangingPunct="1">
                <a:defRPr/>
              </a:pPr>
              <a:endParaRPr lang="en-US" sz="1600"/>
            </a:p>
          </p:txBody>
        </p:sp>
      </p:grpSp>
      <p:sp>
        <p:nvSpPr>
          <p:cNvPr id="77828" name="Text Box 63">
            <a:extLst>
              <a:ext uri="{FF2B5EF4-FFF2-40B4-BE49-F238E27FC236}">
                <a16:creationId xmlns:a16="http://schemas.microsoft.com/office/drawing/2014/main" id="{028CCBB7-5263-63A9-0BDD-4204082F7A7D}"/>
              </a:ext>
            </a:extLst>
          </p:cNvPr>
          <p:cNvSpPr txBox="1">
            <a:spLocks noChangeArrowheads="1"/>
          </p:cNvSpPr>
          <p:nvPr/>
        </p:nvSpPr>
        <p:spPr bwMode="auto">
          <a:xfrm>
            <a:off x="2135188" y="5013326"/>
            <a:ext cx="46085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4n – prefetch mechanism</a:t>
            </a:r>
            <a:r>
              <a:rPr lang="ru-RU" altLang="en-US" sz="2000"/>
              <a:t>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a:extLst>
              <a:ext uri="{FF2B5EF4-FFF2-40B4-BE49-F238E27FC236}">
                <a16:creationId xmlns:a16="http://schemas.microsoft.com/office/drawing/2014/main" id="{E83712FC-DC79-C232-71D9-7B0E6604C4B9}"/>
              </a:ext>
            </a:extLst>
          </p:cNvPr>
          <p:cNvSpPr>
            <a:spLocks noGrp="1" noChangeArrowheads="1"/>
          </p:cNvSpPr>
          <p:nvPr>
            <p:ph type="title"/>
          </p:nvPr>
        </p:nvSpPr>
        <p:spPr/>
        <p:txBody>
          <a:bodyPr/>
          <a:lstStyle/>
          <a:p>
            <a:r>
              <a:rPr lang="en-US" altLang="en-US"/>
              <a:t>DDR3  SDRAM</a:t>
            </a:r>
            <a:endParaRPr lang="ru-RU" altLang="en-US"/>
          </a:p>
        </p:txBody>
      </p:sp>
      <p:grpSp>
        <p:nvGrpSpPr>
          <p:cNvPr id="78851" name="Group 60">
            <a:extLst>
              <a:ext uri="{FF2B5EF4-FFF2-40B4-BE49-F238E27FC236}">
                <a16:creationId xmlns:a16="http://schemas.microsoft.com/office/drawing/2014/main" id="{D9CC0126-F87F-67B1-D9D5-FD32AC00A738}"/>
              </a:ext>
            </a:extLst>
          </p:cNvPr>
          <p:cNvGrpSpPr>
            <a:grpSpLocks/>
          </p:cNvGrpSpPr>
          <p:nvPr/>
        </p:nvGrpSpPr>
        <p:grpSpPr bwMode="auto">
          <a:xfrm>
            <a:off x="2640014" y="1125538"/>
            <a:ext cx="6675437" cy="3295650"/>
            <a:chOff x="1116013" y="1125538"/>
            <a:chExt cx="6675822" cy="3295349"/>
          </a:xfrm>
        </p:grpSpPr>
        <p:sp>
          <p:nvSpPr>
            <p:cNvPr id="69639" name="Rectangle 6">
              <a:extLst>
                <a:ext uri="{FF2B5EF4-FFF2-40B4-BE49-F238E27FC236}">
                  <a16:creationId xmlns:a16="http://schemas.microsoft.com/office/drawing/2014/main" id="{12047FCF-F0C7-4499-B1BA-7BD35374A9E3}"/>
                </a:ext>
              </a:extLst>
            </p:cNvPr>
            <p:cNvSpPr>
              <a:spLocks noChangeArrowheads="1"/>
            </p:cNvSpPr>
            <p:nvPr/>
          </p:nvSpPr>
          <p:spPr bwMode="auto">
            <a:xfrm>
              <a:off x="1703422" y="3044650"/>
              <a:ext cx="1505037" cy="1366713"/>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endParaRPr lang="en-US" sz="1600" dirty="0"/>
            </a:p>
            <a:p>
              <a:pPr algn="ctr" eaLnBrk="1" hangingPunct="1">
                <a:defRPr/>
              </a:pPr>
              <a:r>
                <a:rPr lang="en-US" sz="1600" dirty="0"/>
                <a:t>Memory Core</a:t>
              </a:r>
              <a:endParaRPr lang="ru-RU" sz="1600" dirty="0"/>
            </a:p>
          </p:txBody>
        </p:sp>
        <p:sp>
          <p:nvSpPr>
            <p:cNvPr id="69640" name="Rectangle 7">
              <a:extLst>
                <a:ext uri="{FF2B5EF4-FFF2-40B4-BE49-F238E27FC236}">
                  <a16:creationId xmlns:a16="http://schemas.microsoft.com/office/drawing/2014/main" id="{FEEBF70C-2BD5-48CF-9509-F03441D9A56F}"/>
                </a:ext>
              </a:extLst>
            </p:cNvPr>
            <p:cNvSpPr>
              <a:spLocks noChangeArrowheads="1"/>
            </p:cNvSpPr>
            <p:nvPr/>
          </p:nvSpPr>
          <p:spPr bwMode="auto">
            <a:xfrm>
              <a:off x="4078459" y="3052587"/>
              <a:ext cx="1505037" cy="1368300"/>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endParaRPr lang="en-US" sz="1600" dirty="0"/>
            </a:p>
            <a:p>
              <a:pPr algn="ctr" eaLnBrk="1" hangingPunct="1">
                <a:defRPr/>
              </a:pPr>
              <a:r>
                <a:rPr lang="en-US" sz="1600" dirty="0" err="1"/>
                <a:t>Input/Output</a:t>
              </a:r>
              <a:endParaRPr lang="en-US" sz="1600" dirty="0"/>
            </a:p>
            <a:p>
              <a:pPr algn="ctr" eaLnBrk="1" hangingPunct="1">
                <a:defRPr/>
              </a:pPr>
              <a:r>
                <a:rPr lang="en-US" sz="1600" dirty="0"/>
                <a:t>Buffers</a:t>
              </a:r>
              <a:endParaRPr lang="ru-RU" sz="1600" dirty="0"/>
            </a:p>
          </p:txBody>
        </p:sp>
        <p:sp>
          <p:nvSpPr>
            <p:cNvPr id="78856" name="Line 8">
              <a:extLst>
                <a:ext uri="{FF2B5EF4-FFF2-40B4-BE49-F238E27FC236}">
                  <a16:creationId xmlns:a16="http://schemas.microsoft.com/office/drawing/2014/main" id="{3EDD980A-B87B-DE6F-5642-AAF807C03465}"/>
                </a:ext>
              </a:extLst>
            </p:cNvPr>
            <p:cNvSpPr>
              <a:spLocks noChangeShapeType="1"/>
            </p:cNvSpPr>
            <p:nvPr/>
          </p:nvSpPr>
          <p:spPr bwMode="auto">
            <a:xfrm>
              <a:off x="3202814" y="3189925"/>
              <a:ext cx="856704" cy="0"/>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8857" name="Line 9">
              <a:extLst>
                <a:ext uri="{FF2B5EF4-FFF2-40B4-BE49-F238E27FC236}">
                  <a16:creationId xmlns:a16="http://schemas.microsoft.com/office/drawing/2014/main" id="{8C69D5C6-1163-228B-DE5D-062A302083DC}"/>
                </a:ext>
              </a:extLst>
            </p:cNvPr>
            <p:cNvSpPr>
              <a:spLocks noChangeShapeType="1"/>
            </p:cNvSpPr>
            <p:nvPr/>
          </p:nvSpPr>
          <p:spPr bwMode="auto">
            <a:xfrm>
              <a:off x="5583803" y="3697054"/>
              <a:ext cx="91435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8858" name="Line 14">
              <a:extLst>
                <a:ext uri="{FF2B5EF4-FFF2-40B4-BE49-F238E27FC236}">
                  <a16:creationId xmlns:a16="http://schemas.microsoft.com/office/drawing/2014/main" id="{A6F69417-B091-58EC-3B05-A0864B5AB2F4}"/>
                </a:ext>
              </a:extLst>
            </p:cNvPr>
            <p:cNvSpPr>
              <a:spLocks noChangeShapeType="1"/>
            </p:cNvSpPr>
            <p:nvPr/>
          </p:nvSpPr>
          <p:spPr bwMode="auto">
            <a:xfrm>
              <a:off x="3202814" y="3506681"/>
              <a:ext cx="856704" cy="0"/>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8859" name="Line 15">
              <a:extLst>
                <a:ext uri="{FF2B5EF4-FFF2-40B4-BE49-F238E27FC236}">
                  <a16:creationId xmlns:a16="http://schemas.microsoft.com/office/drawing/2014/main" id="{C1253832-72C1-D4AA-DB5E-FCEB2C4ED3BC}"/>
                </a:ext>
              </a:extLst>
            </p:cNvPr>
            <p:cNvSpPr>
              <a:spLocks noChangeShapeType="1"/>
            </p:cNvSpPr>
            <p:nvPr/>
          </p:nvSpPr>
          <p:spPr bwMode="auto">
            <a:xfrm>
              <a:off x="3202814" y="3349903"/>
              <a:ext cx="856704" cy="0"/>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8860" name="Line 16">
              <a:extLst>
                <a:ext uri="{FF2B5EF4-FFF2-40B4-BE49-F238E27FC236}">
                  <a16:creationId xmlns:a16="http://schemas.microsoft.com/office/drawing/2014/main" id="{CC1B6BAF-F6DC-3878-6B9E-759CD8C8D37F}"/>
                </a:ext>
              </a:extLst>
            </p:cNvPr>
            <p:cNvSpPr>
              <a:spLocks noChangeShapeType="1"/>
            </p:cNvSpPr>
            <p:nvPr/>
          </p:nvSpPr>
          <p:spPr bwMode="auto">
            <a:xfrm>
              <a:off x="3202814" y="3663459"/>
              <a:ext cx="856704" cy="0"/>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8861" name="Text Box 17">
              <a:extLst>
                <a:ext uri="{FF2B5EF4-FFF2-40B4-BE49-F238E27FC236}">
                  <a16:creationId xmlns:a16="http://schemas.microsoft.com/office/drawing/2014/main" id="{FCBD3E4D-4D3F-0208-7B80-B62E070B7F72}"/>
                </a:ext>
              </a:extLst>
            </p:cNvPr>
            <p:cNvSpPr txBox="1">
              <a:spLocks noChangeArrowheads="1"/>
            </p:cNvSpPr>
            <p:nvPr/>
          </p:nvSpPr>
          <p:spPr bwMode="auto">
            <a:xfrm>
              <a:off x="1116013" y="1125538"/>
              <a:ext cx="2583042" cy="58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ru-RU" altLang="en-US" sz="1600"/>
            </a:p>
            <a:p>
              <a:pPr algn="ctr" eaLnBrk="1" hangingPunct="1"/>
              <a:r>
                <a:rPr lang="ru-RU" altLang="en-US" sz="1600"/>
                <a:t>100 </a:t>
              </a:r>
              <a:r>
                <a:rPr lang="en-US" altLang="en-US" sz="1600"/>
                <a:t>MHz</a:t>
              </a:r>
              <a:endParaRPr lang="ru-RU" altLang="en-US" sz="1600"/>
            </a:p>
          </p:txBody>
        </p:sp>
        <p:grpSp>
          <p:nvGrpSpPr>
            <p:cNvPr id="3" name="Group 63">
              <a:extLst>
                <a:ext uri="{FF2B5EF4-FFF2-40B4-BE49-F238E27FC236}">
                  <a16:creationId xmlns:a16="http://schemas.microsoft.com/office/drawing/2014/main" id="{C23D3F81-F198-4F6D-96EA-3B947DBF305E}"/>
                </a:ext>
              </a:extLst>
            </p:cNvPr>
            <p:cNvGrpSpPr>
              <a:grpSpLocks/>
            </p:cNvGrpSpPr>
            <p:nvPr/>
          </p:nvGrpSpPr>
          <p:grpSpPr bwMode="auto">
            <a:xfrm>
              <a:off x="4442609" y="1995816"/>
              <a:ext cx="1007031" cy="516728"/>
              <a:chOff x="2761" y="1637"/>
              <a:chExt cx="623" cy="323"/>
            </a:xfrm>
            <a:noFill/>
          </p:grpSpPr>
          <p:sp>
            <p:nvSpPr>
              <p:cNvPr id="210962" name="Line 18">
                <a:extLst>
                  <a:ext uri="{FF2B5EF4-FFF2-40B4-BE49-F238E27FC236}">
                    <a16:creationId xmlns:a16="http://schemas.microsoft.com/office/drawing/2014/main" id="{091E045D-819F-4923-9362-CF74AEF4B991}"/>
                  </a:ext>
                </a:extLst>
              </p:cNvPr>
              <p:cNvSpPr>
                <a:spLocks noChangeShapeType="1"/>
              </p:cNvSpPr>
              <p:nvPr/>
            </p:nvSpPr>
            <p:spPr bwMode="auto">
              <a:xfrm>
                <a:off x="2769" y="1637"/>
                <a:ext cx="0" cy="301"/>
              </a:xfrm>
              <a:prstGeom prst="line">
                <a:avLst/>
              </a:prstGeom>
              <a:grpFill/>
              <a:ln w="25400">
                <a:solidFill>
                  <a:srgbClr val="000000"/>
                </a:solidFill>
                <a:round/>
                <a:headEnd/>
                <a:tailEnd/>
              </a:ln>
            </p:spPr>
            <p:txBody>
              <a:bodyPr/>
              <a:lstStyle/>
              <a:p>
                <a:pPr eaLnBrk="1" hangingPunct="1">
                  <a:defRPr/>
                </a:pPr>
                <a:endParaRPr lang="en-US" sz="1600"/>
              </a:p>
            </p:txBody>
          </p:sp>
          <p:sp>
            <p:nvSpPr>
              <p:cNvPr id="210963" name="Line 19">
                <a:extLst>
                  <a:ext uri="{FF2B5EF4-FFF2-40B4-BE49-F238E27FC236}">
                    <a16:creationId xmlns:a16="http://schemas.microsoft.com/office/drawing/2014/main" id="{98B93D88-7749-4195-B1DC-D822E4736B08}"/>
                  </a:ext>
                </a:extLst>
              </p:cNvPr>
              <p:cNvSpPr>
                <a:spLocks noChangeShapeType="1"/>
              </p:cNvSpPr>
              <p:nvPr/>
            </p:nvSpPr>
            <p:spPr bwMode="auto">
              <a:xfrm>
                <a:off x="2761" y="1941"/>
                <a:ext cx="109" cy="0"/>
              </a:xfrm>
              <a:prstGeom prst="line">
                <a:avLst/>
              </a:prstGeom>
              <a:grpFill/>
              <a:ln w="25400">
                <a:solidFill>
                  <a:srgbClr val="000000"/>
                </a:solidFill>
                <a:round/>
                <a:headEnd/>
                <a:tailEnd/>
              </a:ln>
            </p:spPr>
            <p:txBody>
              <a:bodyPr/>
              <a:lstStyle/>
              <a:p>
                <a:pPr eaLnBrk="1" hangingPunct="1">
                  <a:defRPr/>
                </a:pPr>
                <a:endParaRPr lang="en-US" sz="1600"/>
              </a:p>
            </p:txBody>
          </p:sp>
          <p:sp>
            <p:nvSpPr>
              <p:cNvPr id="210964" name="Line 20">
                <a:extLst>
                  <a:ext uri="{FF2B5EF4-FFF2-40B4-BE49-F238E27FC236}">
                    <a16:creationId xmlns:a16="http://schemas.microsoft.com/office/drawing/2014/main" id="{B709B5E4-A31C-49F3-BB00-CAF2FE8ED479}"/>
                  </a:ext>
                </a:extLst>
              </p:cNvPr>
              <p:cNvSpPr>
                <a:spLocks noChangeShapeType="1"/>
              </p:cNvSpPr>
              <p:nvPr/>
            </p:nvSpPr>
            <p:spPr bwMode="auto">
              <a:xfrm>
                <a:off x="2875" y="1647"/>
                <a:ext cx="0" cy="302"/>
              </a:xfrm>
              <a:prstGeom prst="line">
                <a:avLst/>
              </a:prstGeom>
              <a:grpFill/>
              <a:ln w="25400">
                <a:solidFill>
                  <a:srgbClr val="000000"/>
                </a:solidFill>
                <a:round/>
                <a:headEnd/>
                <a:tailEnd/>
              </a:ln>
            </p:spPr>
            <p:txBody>
              <a:bodyPr/>
              <a:lstStyle/>
              <a:p>
                <a:pPr eaLnBrk="1" hangingPunct="1">
                  <a:defRPr/>
                </a:pPr>
                <a:endParaRPr lang="en-US" sz="1600"/>
              </a:p>
            </p:txBody>
          </p:sp>
          <p:sp>
            <p:nvSpPr>
              <p:cNvPr id="210965" name="Line 21">
                <a:extLst>
                  <a:ext uri="{FF2B5EF4-FFF2-40B4-BE49-F238E27FC236}">
                    <a16:creationId xmlns:a16="http://schemas.microsoft.com/office/drawing/2014/main" id="{45D22A66-E664-410D-BCE7-0488B9FD1270}"/>
                  </a:ext>
                </a:extLst>
              </p:cNvPr>
              <p:cNvSpPr>
                <a:spLocks noChangeShapeType="1"/>
              </p:cNvSpPr>
              <p:nvPr/>
            </p:nvSpPr>
            <p:spPr bwMode="auto">
              <a:xfrm>
                <a:off x="2867" y="1647"/>
                <a:ext cx="109" cy="0"/>
              </a:xfrm>
              <a:prstGeom prst="line">
                <a:avLst/>
              </a:prstGeom>
              <a:grpFill/>
              <a:ln w="25400">
                <a:solidFill>
                  <a:srgbClr val="000000"/>
                </a:solidFill>
                <a:round/>
                <a:headEnd/>
                <a:tailEnd/>
              </a:ln>
            </p:spPr>
            <p:txBody>
              <a:bodyPr/>
              <a:lstStyle/>
              <a:p>
                <a:pPr eaLnBrk="1" hangingPunct="1">
                  <a:defRPr/>
                </a:pPr>
                <a:endParaRPr lang="en-US" sz="1600"/>
              </a:p>
            </p:txBody>
          </p:sp>
          <p:sp>
            <p:nvSpPr>
              <p:cNvPr id="210966" name="Line 22">
                <a:extLst>
                  <a:ext uri="{FF2B5EF4-FFF2-40B4-BE49-F238E27FC236}">
                    <a16:creationId xmlns:a16="http://schemas.microsoft.com/office/drawing/2014/main" id="{1EDB6395-E397-45DB-A7B4-587BB9AD0D4B}"/>
                  </a:ext>
                </a:extLst>
              </p:cNvPr>
              <p:cNvSpPr>
                <a:spLocks noChangeShapeType="1"/>
              </p:cNvSpPr>
              <p:nvPr/>
            </p:nvSpPr>
            <p:spPr bwMode="auto">
              <a:xfrm>
                <a:off x="2974" y="1647"/>
                <a:ext cx="0" cy="302"/>
              </a:xfrm>
              <a:prstGeom prst="line">
                <a:avLst/>
              </a:prstGeom>
              <a:grpFill/>
              <a:ln w="25400">
                <a:solidFill>
                  <a:srgbClr val="000000"/>
                </a:solidFill>
                <a:round/>
                <a:headEnd/>
                <a:tailEnd/>
              </a:ln>
            </p:spPr>
            <p:txBody>
              <a:bodyPr/>
              <a:lstStyle/>
              <a:p>
                <a:pPr eaLnBrk="1" hangingPunct="1">
                  <a:defRPr/>
                </a:pPr>
                <a:endParaRPr lang="en-US" sz="1600"/>
              </a:p>
            </p:txBody>
          </p:sp>
          <p:sp>
            <p:nvSpPr>
              <p:cNvPr id="210967" name="Line 23">
                <a:extLst>
                  <a:ext uri="{FF2B5EF4-FFF2-40B4-BE49-F238E27FC236}">
                    <a16:creationId xmlns:a16="http://schemas.microsoft.com/office/drawing/2014/main" id="{76FA8EC0-16F3-486C-8E6A-A2A8104924A2}"/>
                  </a:ext>
                </a:extLst>
              </p:cNvPr>
              <p:cNvSpPr>
                <a:spLocks noChangeShapeType="1"/>
              </p:cNvSpPr>
              <p:nvPr/>
            </p:nvSpPr>
            <p:spPr bwMode="auto">
              <a:xfrm>
                <a:off x="2972" y="1949"/>
                <a:ext cx="97" cy="0"/>
              </a:xfrm>
              <a:prstGeom prst="line">
                <a:avLst/>
              </a:prstGeom>
              <a:grpFill/>
              <a:ln w="25400">
                <a:solidFill>
                  <a:srgbClr val="000000"/>
                </a:solidFill>
                <a:round/>
                <a:headEnd/>
                <a:tailEnd/>
              </a:ln>
            </p:spPr>
            <p:txBody>
              <a:bodyPr/>
              <a:lstStyle/>
              <a:p>
                <a:pPr eaLnBrk="1" hangingPunct="1">
                  <a:defRPr/>
                </a:pPr>
                <a:endParaRPr lang="en-US" sz="1600"/>
              </a:p>
            </p:txBody>
          </p:sp>
          <p:sp>
            <p:nvSpPr>
              <p:cNvPr id="210968" name="Line 24">
                <a:extLst>
                  <a:ext uri="{FF2B5EF4-FFF2-40B4-BE49-F238E27FC236}">
                    <a16:creationId xmlns:a16="http://schemas.microsoft.com/office/drawing/2014/main" id="{E65BAA1B-407F-4830-9C4B-148561B04AC8}"/>
                  </a:ext>
                </a:extLst>
              </p:cNvPr>
              <p:cNvSpPr>
                <a:spLocks noChangeShapeType="1"/>
              </p:cNvSpPr>
              <p:nvPr/>
            </p:nvSpPr>
            <p:spPr bwMode="auto">
              <a:xfrm>
                <a:off x="3070" y="1647"/>
                <a:ext cx="0" cy="302"/>
              </a:xfrm>
              <a:prstGeom prst="line">
                <a:avLst/>
              </a:prstGeom>
              <a:grpFill/>
              <a:ln w="25400">
                <a:solidFill>
                  <a:srgbClr val="000000"/>
                </a:solidFill>
                <a:round/>
                <a:headEnd/>
                <a:tailEnd/>
              </a:ln>
            </p:spPr>
            <p:txBody>
              <a:bodyPr/>
              <a:lstStyle/>
              <a:p>
                <a:pPr eaLnBrk="1" hangingPunct="1">
                  <a:defRPr/>
                </a:pPr>
                <a:endParaRPr lang="en-US" sz="1600"/>
              </a:p>
            </p:txBody>
          </p:sp>
          <p:sp>
            <p:nvSpPr>
              <p:cNvPr id="210969" name="Line 25">
                <a:extLst>
                  <a:ext uri="{FF2B5EF4-FFF2-40B4-BE49-F238E27FC236}">
                    <a16:creationId xmlns:a16="http://schemas.microsoft.com/office/drawing/2014/main" id="{CC2A462B-0A9F-4439-B5F7-2402648F209C}"/>
                  </a:ext>
                </a:extLst>
              </p:cNvPr>
              <p:cNvSpPr>
                <a:spLocks noChangeShapeType="1"/>
              </p:cNvSpPr>
              <p:nvPr/>
            </p:nvSpPr>
            <p:spPr bwMode="auto">
              <a:xfrm>
                <a:off x="3073" y="1655"/>
                <a:ext cx="96" cy="0"/>
              </a:xfrm>
              <a:prstGeom prst="line">
                <a:avLst/>
              </a:prstGeom>
              <a:grpFill/>
              <a:ln w="25400">
                <a:solidFill>
                  <a:srgbClr val="000000"/>
                </a:solidFill>
                <a:round/>
                <a:headEnd/>
                <a:tailEnd/>
              </a:ln>
            </p:spPr>
            <p:txBody>
              <a:bodyPr/>
              <a:lstStyle/>
              <a:p>
                <a:pPr eaLnBrk="1" hangingPunct="1">
                  <a:defRPr/>
                </a:pPr>
                <a:endParaRPr lang="en-US" sz="1600"/>
              </a:p>
            </p:txBody>
          </p:sp>
          <p:sp>
            <p:nvSpPr>
              <p:cNvPr id="210970" name="Line 26">
                <a:extLst>
                  <a:ext uri="{FF2B5EF4-FFF2-40B4-BE49-F238E27FC236}">
                    <a16:creationId xmlns:a16="http://schemas.microsoft.com/office/drawing/2014/main" id="{E6AF97B7-5B94-45B5-A019-7C1E178C8606}"/>
                  </a:ext>
                </a:extLst>
              </p:cNvPr>
              <p:cNvSpPr>
                <a:spLocks noChangeShapeType="1"/>
              </p:cNvSpPr>
              <p:nvPr/>
            </p:nvSpPr>
            <p:spPr bwMode="auto">
              <a:xfrm>
                <a:off x="3176" y="1647"/>
                <a:ext cx="0" cy="302"/>
              </a:xfrm>
              <a:prstGeom prst="line">
                <a:avLst/>
              </a:prstGeom>
              <a:grpFill/>
              <a:ln w="25400">
                <a:solidFill>
                  <a:srgbClr val="000000"/>
                </a:solidFill>
                <a:round/>
                <a:headEnd/>
                <a:tailEnd/>
              </a:ln>
            </p:spPr>
            <p:txBody>
              <a:bodyPr/>
              <a:lstStyle/>
              <a:p>
                <a:pPr eaLnBrk="1" hangingPunct="1">
                  <a:defRPr/>
                </a:pPr>
                <a:endParaRPr lang="en-US" sz="1600"/>
              </a:p>
            </p:txBody>
          </p:sp>
          <p:sp>
            <p:nvSpPr>
              <p:cNvPr id="210971" name="Line 27">
                <a:extLst>
                  <a:ext uri="{FF2B5EF4-FFF2-40B4-BE49-F238E27FC236}">
                    <a16:creationId xmlns:a16="http://schemas.microsoft.com/office/drawing/2014/main" id="{F96481AA-39FA-44F4-833F-308F8B2D6C6B}"/>
                  </a:ext>
                </a:extLst>
              </p:cNvPr>
              <p:cNvSpPr>
                <a:spLocks noChangeShapeType="1"/>
              </p:cNvSpPr>
              <p:nvPr/>
            </p:nvSpPr>
            <p:spPr bwMode="auto">
              <a:xfrm>
                <a:off x="3175" y="1952"/>
                <a:ext cx="109" cy="0"/>
              </a:xfrm>
              <a:prstGeom prst="line">
                <a:avLst/>
              </a:prstGeom>
              <a:grpFill/>
              <a:ln w="25400">
                <a:solidFill>
                  <a:srgbClr val="000000"/>
                </a:solidFill>
                <a:round/>
                <a:headEnd/>
                <a:tailEnd/>
              </a:ln>
            </p:spPr>
            <p:txBody>
              <a:bodyPr/>
              <a:lstStyle/>
              <a:p>
                <a:pPr eaLnBrk="1" hangingPunct="1">
                  <a:defRPr/>
                </a:pPr>
                <a:endParaRPr lang="en-US" sz="1600"/>
              </a:p>
            </p:txBody>
          </p:sp>
          <p:sp>
            <p:nvSpPr>
              <p:cNvPr id="210972" name="Line 28">
                <a:extLst>
                  <a:ext uri="{FF2B5EF4-FFF2-40B4-BE49-F238E27FC236}">
                    <a16:creationId xmlns:a16="http://schemas.microsoft.com/office/drawing/2014/main" id="{40E5D92E-07AD-464C-A4FE-2117A1ABFB0D}"/>
                  </a:ext>
                </a:extLst>
              </p:cNvPr>
              <p:cNvSpPr>
                <a:spLocks noChangeShapeType="1"/>
              </p:cNvSpPr>
              <p:nvPr/>
            </p:nvSpPr>
            <p:spPr bwMode="auto">
              <a:xfrm>
                <a:off x="3279" y="1658"/>
                <a:ext cx="0" cy="302"/>
              </a:xfrm>
              <a:prstGeom prst="line">
                <a:avLst/>
              </a:prstGeom>
              <a:grpFill/>
              <a:ln w="25400">
                <a:solidFill>
                  <a:srgbClr val="000000"/>
                </a:solidFill>
                <a:round/>
                <a:headEnd/>
                <a:tailEnd/>
              </a:ln>
            </p:spPr>
            <p:txBody>
              <a:bodyPr/>
              <a:lstStyle/>
              <a:p>
                <a:pPr eaLnBrk="1" hangingPunct="1">
                  <a:defRPr/>
                </a:pPr>
                <a:endParaRPr lang="en-US" sz="1600"/>
              </a:p>
            </p:txBody>
          </p:sp>
          <p:sp>
            <p:nvSpPr>
              <p:cNvPr id="210973" name="Line 29">
                <a:extLst>
                  <a:ext uri="{FF2B5EF4-FFF2-40B4-BE49-F238E27FC236}">
                    <a16:creationId xmlns:a16="http://schemas.microsoft.com/office/drawing/2014/main" id="{6FD8FA82-70C0-4FB9-8C63-526FF60926C2}"/>
                  </a:ext>
                </a:extLst>
              </p:cNvPr>
              <p:cNvSpPr>
                <a:spLocks noChangeShapeType="1"/>
              </p:cNvSpPr>
              <p:nvPr/>
            </p:nvSpPr>
            <p:spPr bwMode="auto">
              <a:xfrm>
                <a:off x="3282" y="1658"/>
                <a:ext cx="97" cy="0"/>
              </a:xfrm>
              <a:prstGeom prst="line">
                <a:avLst/>
              </a:prstGeom>
              <a:grpFill/>
              <a:ln w="25400">
                <a:solidFill>
                  <a:srgbClr val="000000"/>
                </a:solidFill>
                <a:round/>
                <a:headEnd/>
                <a:tailEnd/>
              </a:ln>
            </p:spPr>
            <p:txBody>
              <a:bodyPr/>
              <a:lstStyle/>
              <a:p>
                <a:pPr eaLnBrk="1" hangingPunct="1">
                  <a:defRPr/>
                </a:pPr>
                <a:endParaRPr lang="en-US" sz="1600"/>
              </a:p>
            </p:txBody>
          </p:sp>
          <p:sp>
            <p:nvSpPr>
              <p:cNvPr id="210974" name="Line 30">
                <a:extLst>
                  <a:ext uri="{FF2B5EF4-FFF2-40B4-BE49-F238E27FC236}">
                    <a16:creationId xmlns:a16="http://schemas.microsoft.com/office/drawing/2014/main" id="{3749E9A8-DDDC-4A63-9B56-9F93CC9EF9C3}"/>
                  </a:ext>
                </a:extLst>
              </p:cNvPr>
              <p:cNvSpPr>
                <a:spLocks noChangeShapeType="1"/>
              </p:cNvSpPr>
              <p:nvPr/>
            </p:nvSpPr>
            <p:spPr bwMode="auto">
              <a:xfrm>
                <a:off x="3384" y="1658"/>
                <a:ext cx="0" cy="302"/>
              </a:xfrm>
              <a:prstGeom prst="line">
                <a:avLst/>
              </a:prstGeom>
              <a:grpFill/>
              <a:ln w="25400">
                <a:solidFill>
                  <a:srgbClr val="000000"/>
                </a:solidFill>
                <a:round/>
                <a:headEnd/>
                <a:tailEnd/>
              </a:ln>
            </p:spPr>
            <p:txBody>
              <a:bodyPr/>
              <a:lstStyle/>
              <a:p>
                <a:pPr eaLnBrk="1" hangingPunct="1">
                  <a:defRPr/>
                </a:pPr>
                <a:endParaRPr lang="en-US" sz="1600"/>
              </a:p>
            </p:txBody>
          </p:sp>
        </p:grpSp>
        <p:sp>
          <p:nvSpPr>
            <p:cNvPr id="78863" name="Text Box 31">
              <a:extLst>
                <a:ext uri="{FF2B5EF4-FFF2-40B4-BE49-F238E27FC236}">
                  <a16:creationId xmlns:a16="http://schemas.microsoft.com/office/drawing/2014/main" id="{4D8E372F-0B81-E3EF-E6EB-71D7DD558AA4}"/>
                </a:ext>
              </a:extLst>
            </p:cNvPr>
            <p:cNvSpPr txBox="1">
              <a:spLocks noChangeArrowheads="1"/>
            </p:cNvSpPr>
            <p:nvPr/>
          </p:nvSpPr>
          <p:spPr bwMode="auto">
            <a:xfrm>
              <a:off x="3668343" y="1202327"/>
              <a:ext cx="2583042" cy="58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t>Input/Output Buffers</a:t>
              </a:r>
              <a:endParaRPr lang="ru-RU" altLang="en-US" sz="1600"/>
            </a:p>
            <a:p>
              <a:pPr algn="ctr" eaLnBrk="1" hangingPunct="1"/>
              <a:r>
                <a:rPr lang="ru-RU" altLang="en-US" sz="1600"/>
                <a:t>400 </a:t>
              </a:r>
              <a:r>
                <a:rPr lang="en-US" altLang="en-US" sz="1600"/>
                <a:t>MHz</a:t>
              </a:r>
              <a:endParaRPr lang="ru-RU" altLang="en-US" sz="1600"/>
            </a:p>
          </p:txBody>
        </p:sp>
        <p:sp>
          <p:nvSpPr>
            <p:cNvPr id="78864" name="Text Box 45">
              <a:extLst>
                <a:ext uri="{FF2B5EF4-FFF2-40B4-BE49-F238E27FC236}">
                  <a16:creationId xmlns:a16="http://schemas.microsoft.com/office/drawing/2014/main" id="{9CA14D8F-2423-FAFB-51A9-1F0DA6805C9E}"/>
                </a:ext>
              </a:extLst>
            </p:cNvPr>
            <p:cNvSpPr txBox="1">
              <a:spLocks noChangeArrowheads="1"/>
            </p:cNvSpPr>
            <p:nvPr/>
          </p:nvSpPr>
          <p:spPr bwMode="auto">
            <a:xfrm>
              <a:off x="5632296" y="1439094"/>
              <a:ext cx="2082976" cy="561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ru-RU" altLang="en-US" sz="1600"/>
                <a:t>800 </a:t>
              </a:r>
              <a:r>
                <a:rPr lang="en-US" altLang="en-US" sz="1600"/>
                <a:t>MHz</a:t>
              </a:r>
              <a:endParaRPr lang="ru-RU" altLang="en-US" sz="1600"/>
            </a:p>
          </p:txBody>
        </p:sp>
        <p:sp>
          <p:nvSpPr>
            <p:cNvPr id="78865" name="Text Box 47">
              <a:extLst>
                <a:ext uri="{FF2B5EF4-FFF2-40B4-BE49-F238E27FC236}">
                  <a16:creationId xmlns:a16="http://schemas.microsoft.com/office/drawing/2014/main" id="{6CF8F670-FF33-85BD-70C8-C0BABEE93953}"/>
                </a:ext>
              </a:extLst>
            </p:cNvPr>
            <p:cNvSpPr txBox="1">
              <a:spLocks noChangeArrowheads="1"/>
            </p:cNvSpPr>
            <p:nvPr/>
          </p:nvSpPr>
          <p:spPr bwMode="auto">
            <a:xfrm>
              <a:off x="3847766" y="2571736"/>
              <a:ext cx="2182170" cy="412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Clock Frequency</a:t>
              </a:r>
            </a:p>
          </p:txBody>
        </p:sp>
        <p:sp>
          <p:nvSpPr>
            <p:cNvPr id="78866" name="Text Box 48">
              <a:extLst>
                <a:ext uri="{FF2B5EF4-FFF2-40B4-BE49-F238E27FC236}">
                  <a16:creationId xmlns:a16="http://schemas.microsoft.com/office/drawing/2014/main" id="{02D0466E-BBA4-427B-AAF3-D5A42C6B3B7A}"/>
                </a:ext>
              </a:extLst>
            </p:cNvPr>
            <p:cNvSpPr txBox="1">
              <a:spLocks noChangeArrowheads="1"/>
            </p:cNvSpPr>
            <p:nvPr/>
          </p:nvSpPr>
          <p:spPr bwMode="auto">
            <a:xfrm>
              <a:off x="6042867" y="2587734"/>
              <a:ext cx="1748968" cy="41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Data Frequency</a:t>
              </a:r>
            </a:p>
          </p:txBody>
        </p:sp>
        <p:sp>
          <p:nvSpPr>
            <p:cNvPr id="78867" name="Line 49">
              <a:extLst>
                <a:ext uri="{FF2B5EF4-FFF2-40B4-BE49-F238E27FC236}">
                  <a16:creationId xmlns:a16="http://schemas.microsoft.com/office/drawing/2014/main" id="{E06BB679-51B7-01B0-19CC-B5B89199861D}"/>
                </a:ext>
              </a:extLst>
            </p:cNvPr>
            <p:cNvSpPr>
              <a:spLocks noChangeShapeType="1"/>
            </p:cNvSpPr>
            <p:nvPr/>
          </p:nvSpPr>
          <p:spPr bwMode="auto">
            <a:xfrm>
              <a:off x="3212512" y="3809038"/>
              <a:ext cx="856704" cy="0"/>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8868" name="Line 50">
              <a:extLst>
                <a:ext uri="{FF2B5EF4-FFF2-40B4-BE49-F238E27FC236}">
                  <a16:creationId xmlns:a16="http://schemas.microsoft.com/office/drawing/2014/main" id="{66CC19C3-E7A7-B69E-726A-7B5E6AD67D5B}"/>
                </a:ext>
              </a:extLst>
            </p:cNvPr>
            <p:cNvSpPr>
              <a:spLocks noChangeShapeType="1"/>
            </p:cNvSpPr>
            <p:nvPr/>
          </p:nvSpPr>
          <p:spPr bwMode="auto">
            <a:xfrm>
              <a:off x="3212512" y="4127394"/>
              <a:ext cx="856704" cy="0"/>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8869" name="Line 51">
              <a:extLst>
                <a:ext uri="{FF2B5EF4-FFF2-40B4-BE49-F238E27FC236}">
                  <a16:creationId xmlns:a16="http://schemas.microsoft.com/office/drawing/2014/main" id="{53D549C3-00B3-31E4-FC8B-679804A25E45}"/>
                </a:ext>
              </a:extLst>
            </p:cNvPr>
            <p:cNvSpPr>
              <a:spLocks noChangeShapeType="1"/>
            </p:cNvSpPr>
            <p:nvPr/>
          </p:nvSpPr>
          <p:spPr bwMode="auto">
            <a:xfrm>
              <a:off x="3212512" y="3957818"/>
              <a:ext cx="856704" cy="0"/>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8870" name="Line 52">
              <a:extLst>
                <a:ext uri="{FF2B5EF4-FFF2-40B4-BE49-F238E27FC236}">
                  <a16:creationId xmlns:a16="http://schemas.microsoft.com/office/drawing/2014/main" id="{89CE48F4-3C62-1A7A-9AE8-45F032AB5B95}"/>
                </a:ext>
              </a:extLst>
            </p:cNvPr>
            <p:cNvSpPr>
              <a:spLocks noChangeShapeType="1"/>
            </p:cNvSpPr>
            <p:nvPr/>
          </p:nvSpPr>
          <p:spPr bwMode="auto">
            <a:xfrm>
              <a:off x="3212512" y="4284172"/>
              <a:ext cx="856704" cy="0"/>
            </a:xfrm>
            <a:prstGeom prst="line">
              <a:avLst/>
            </a:prstGeom>
            <a:noFill/>
            <a:ln w="25400">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4" name="Group 53">
              <a:extLst>
                <a:ext uri="{FF2B5EF4-FFF2-40B4-BE49-F238E27FC236}">
                  <a16:creationId xmlns:a16="http://schemas.microsoft.com/office/drawing/2014/main" id="{BFCA9628-116F-4534-A948-9E0112E3AD41}"/>
                </a:ext>
              </a:extLst>
            </p:cNvPr>
            <p:cNvGrpSpPr>
              <a:grpSpLocks/>
            </p:cNvGrpSpPr>
            <p:nvPr/>
          </p:nvGrpSpPr>
          <p:grpSpPr bwMode="auto">
            <a:xfrm>
              <a:off x="1182286" y="1946223"/>
              <a:ext cx="2542632" cy="518328"/>
              <a:chOff x="2361" y="3733"/>
              <a:chExt cx="2307" cy="450"/>
            </a:xfrm>
            <a:noFill/>
          </p:grpSpPr>
          <p:sp>
            <p:nvSpPr>
              <p:cNvPr id="210998" name="Line 54">
                <a:extLst>
                  <a:ext uri="{FF2B5EF4-FFF2-40B4-BE49-F238E27FC236}">
                    <a16:creationId xmlns:a16="http://schemas.microsoft.com/office/drawing/2014/main" id="{1AC9F749-A176-47E9-B5DB-8926173B6473}"/>
                  </a:ext>
                </a:extLst>
              </p:cNvPr>
              <p:cNvSpPr>
                <a:spLocks noChangeShapeType="1"/>
              </p:cNvSpPr>
              <p:nvPr/>
            </p:nvSpPr>
            <p:spPr bwMode="auto">
              <a:xfrm>
                <a:off x="2361" y="3733"/>
                <a:ext cx="0" cy="420"/>
              </a:xfrm>
              <a:prstGeom prst="line">
                <a:avLst/>
              </a:prstGeom>
              <a:grpFill/>
              <a:ln w="25400">
                <a:solidFill>
                  <a:srgbClr val="000000"/>
                </a:solidFill>
                <a:round/>
                <a:headEnd/>
                <a:tailEnd/>
              </a:ln>
            </p:spPr>
            <p:txBody>
              <a:bodyPr/>
              <a:lstStyle/>
              <a:p>
                <a:pPr eaLnBrk="1" hangingPunct="1">
                  <a:defRPr/>
                </a:pPr>
                <a:endParaRPr lang="en-US" sz="1600"/>
              </a:p>
            </p:txBody>
          </p:sp>
          <p:sp>
            <p:nvSpPr>
              <p:cNvPr id="210999" name="Line 55">
                <a:extLst>
                  <a:ext uri="{FF2B5EF4-FFF2-40B4-BE49-F238E27FC236}">
                    <a16:creationId xmlns:a16="http://schemas.microsoft.com/office/drawing/2014/main" id="{58A58DC2-7689-4631-AE53-16E07BDF36F0}"/>
                  </a:ext>
                </a:extLst>
              </p:cNvPr>
              <p:cNvSpPr>
                <a:spLocks noChangeShapeType="1"/>
              </p:cNvSpPr>
              <p:nvPr/>
            </p:nvSpPr>
            <p:spPr bwMode="auto">
              <a:xfrm>
                <a:off x="2361" y="4168"/>
                <a:ext cx="567" cy="0"/>
              </a:xfrm>
              <a:prstGeom prst="line">
                <a:avLst/>
              </a:prstGeom>
              <a:grpFill/>
              <a:ln w="25400">
                <a:solidFill>
                  <a:srgbClr val="000000"/>
                </a:solidFill>
                <a:round/>
                <a:headEnd/>
                <a:tailEnd/>
              </a:ln>
            </p:spPr>
            <p:txBody>
              <a:bodyPr/>
              <a:lstStyle/>
              <a:p>
                <a:pPr eaLnBrk="1" hangingPunct="1">
                  <a:defRPr/>
                </a:pPr>
                <a:endParaRPr lang="en-US" sz="1600"/>
              </a:p>
            </p:txBody>
          </p:sp>
          <p:sp>
            <p:nvSpPr>
              <p:cNvPr id="211000" name="Line 56">
                <a:extLst>
                  <a:ext uri="{FF2B5EF4-FFF2-40B4-BE49-F238E27FC236}">
                    <a16:creationId xmlns:a16="http://schemas.microsoft.com/office/drawing/2014/main" id="{1FD18C05-62E4-4F25-A1B8-480725E26766}"/>
                  </a:ext>
                </a:extLst>
              </p:cNvPr>
              <p:cNvSpPr>
                <a:spLocks noChangeShapeType="1"/>
              </p:cNvSpPr>
              <p:nvPr/>
            </p:nvSpPr>
            <p:spPr bwMode="auto">
              <a:xfrm>
                <a:off x="2949" y="3748"/>
                <a:ext cx="0" cy="420"/>
              </a:xfrm>
              <a:prstGeom prst="line">
                <a:avLst/>
              </a:prstGeom>
              <a:grpFill/>
              <a:ln w="25400">
                <a:solidFill>
                  <a:srgbClr val="000000"/>
                </a:solidFill>
                <a:round/>
                <a:headEnd/>
                <a:tailEnd/>
              </a:ln>
            </p:spPr>
            <p:txBody>
              <a:bodyPr/>
              <a:lstStyle/>
              <a:p>
                <a:pPr eaLnBrk="1" hangingPunct="1">
                  <a:defRPr/>
                </a:pPr>
                <a:endParaRPr lang="en-US" sz="1600"/>
              </a:p>
            </p:txBody>
          </p:sp>
          <p:sp>
            <p:nvSpPr>
              <p:cNvPr id="211001" name="Line 57">
                <a:extLst>
                  <a:ext uri="{FF2B5EF4-FFF2-40B4-BE49-F238E27FC236}">
                    <a16:creationId xmlns:a16="http://schemas.microsoft.com/office/drawing/2014/main" id="{59085DA3-32D8-46E7-B68E-13E7B591E007}"/>
                  </a:ext>
                </a:extLst>
              </p:cNvPr>
              <p:cNvSpPr>
                <a:spLocks noChangeShapeType="1"/>
              </p:cNvSpPr>
              <p:nvPr/>
            </p:nvSpPr>
            <p:spPr bwMode="auto">
              <a:xfrm>
                <a:off x="2952" y="3748"/>
                <a:ext cx="567" cy="0"/>
              </a:xfrm>
              <a:prstGeom prst="line">
                <a:avLst/>
              </a:prstGeom>
              <a:grpFill/>
              <a:ln w="25400">
                <a:solidFill>
                  <a:srgbClr val="000000"/>
                </a:solidFill>
                <a:round/>
                <a:headEnd/>
                <a:tailEnd/>
              </a:ln>
            </p:spPr>
            <p:txBody>
              <a:bodyPr/>
              <a:lstStyle/>
              <a:p>
                <a:pPr eaLnBrk="1" hangingPunct="1">
                  <a:defRPr/>
                </a:pPr>
                <a:endParaRPr lang="en-US" sz="1600"/>
              </a:p>
            </p:txBody>
          </p:sp>
          <p:sp>
            <p:nvSpPr>
              <p:cNvPr id="211002" name="Line 58">
                <a:extLst>
                  <a:ext uri="{FF2B5EF4-FFF2-40B4-BE49-F238E27FC236}">
                    <a16:creationId xmlns:a16="http://schemas.microsoft.com/office/drawing/2014/main" id="{39DF648E-CDDB-4B2C-A2F3-86A628A6906F}"/>
                  </a:ext>
                </a:extLst>
              </p:cNvPr>
              <p:cNvSpPr>
                <a:spLocks noChangeShapeType="1"/>
              </p:cNvSpPr>
              <p:nvPr/>
            </p:nvSpPr>
            <p:spPr bwMode="auto">
              <a:xfrm>
                <a:off x="3510" y="3748"/>
                <a:ext cx="0" cy="420"/>
              </a:xfrm>
              <a:prstGeom prst="line">
                <a:avLst/>
              </a:prstGeom>
              <a:grpFill/>
              <a:ln w="25400">
                <a:solidFill>
                  <a:srgbClr val="000000"/>
                </a:solidFill>
                <a:round/>
                <a:headEnd/>
                <a:tailEnd/>
              </a:ln>
            </p:spPr>
            <p:txBody>
              <a:bodyPr/>
              <a:lstStyle/>
              <a:p>
                <a:pPr eaLnBrk="1" hangingPunct="1">
                  <a:defRPr/>
                </a:pPr>
                <a:endParaRPr lang="en-US" sz="1600"/>
              </a:p>
            </p:txBody>
          </p:sp>
          <p:sp>
            <p:nvSpPr>
              <p:cNvPr id="211003" name="Line 59">
                <a:extLst>
                  <a:ext uri="{FF2B5EF4-FFF2-40B4-BE49-F238E27FC236}">
                    <a16:creationId xmlns:a16="http://schemas.microsoft.com/office/drawing/2014/main" id="{04C72D7C-E224-4B7B-B3E9-B569E6F12536}"/>
                  </a:ext>
                </a:extLst>
              </p:cNvPr>
              <p:cNvSpPr>
                <a:spLocks noChangeShapeType="1"/>
              </p:cNvSpPr>
              <p:nvPr/>
            </p:nvSpPr>
            <p:spPr bwMode="auto">
              <a:xfrm>
                <a:off x="3510" y="4183"/>
                <a:ext cx="567" cy="0"/>
              </a:xfrm>
              <a:prstGeom prst="line">
                <a:avLst/>
              </a:prstGeom>
              <a:grpFill/>
              <a:ln w="25400">
                <a:solidFill>
                  <a:srgbClr val="000000"/>
                </a:solidFill>
                <a:round/>
                <a:headEnd/>
                <a:tailEnd/>
              </a:ln>
            </p:spPr>
            <p:txBody>
              <a:bodyPr/>
              <a:lstStyle/>
              <a:p>
                <a:pPr eaLnBrk="1" hangingPunct="1">
                  <a:defRPr/>
                </a:pPr>
                <a:endParaRPr lang="en-US" sz="1600"/>
              </a:p>
            </p:txBody>
          </p:sp>
          <p:sp>
            <p:nvSpPr>
              <p:cNvPr id="211004" name="Line 60">
                <a:extLst>
                  <a:ext uri="{FF2B5EF4-FFF2-40B4-BE49-F238E27FC236}">
                    <a16:creationId xmlns:a16="http://schemas.microsoft.com/office/drawing/2014/main" id="{5AB14FC1-AE1B-45B7-A932-CCD02ABD376E}"/>
                  </a:ext>
                </a:extLst>
              </p:cNvPr>
              <p:cNvSpPr>
                <a:spLocks noChangeShapeType="1"/>
              </p:cNvSpPr>
              <p:nvPr/>
            </p:nvSpPr>
            <p:spPr bwMode="auto">
              <a:xfrm>
                <a:off x="4098" y="3763"/>
                <a:ext cx="0" cy="420"/>
              </a:xfrm>
              <a:prstGeom prst="line">
                <a:avLst/>
              </a:prstGeom>
              <a:grpFill/>
              <a:ln w="25400">
                <a:solidFill>
                  <a:srgbClr val="000000"/>
                </a:solidFill>
                <a:round/>
                <a:headEnd/>
                <a:tailEnd/>
              </a:ln>
            </p:spPr>
            <p:txBody>
              <a:bodyPr/>
              <a:lstStyle/>
              <a:p>
                <a:pPr eaLnBrk="1" hangingPunct="1">
                  <a:defRPr/>
                </a:pPr>
                <a:endParaRPr lang="en-US" sz="1600"/>
              </a:p>
            </p:txBody>
          </p:sp>
          <p:sp>
            <p:nvSpPr>
              <p:cNvPr id="211005" name="Line 61">
                <a:extLst>
                  <a:ext uri="{FF2B5EF4-FFF2-40B4-BE49-F238E27FC236}">
                    <a16:creationId xmlns:a16="http://schemas.microsoft.com/office/drawing/2014/main" id="{7DA99CCC-C95B-4F3F-AC25-08F6466DE161}"/>
                  </a:ext>
                </a:extLst>
              </p:cNvPr>
              <p:cNvSpPr>
                <a:spLocks noChangeShapeType="1"/>
              </p:cNvSpPr>
              <p:nvPr/>
            </p:nvSpPr>
            <p:spPr bwMode="auto">
              <a:xfrm>
                <a:off x="4101" y="3763"/>
                <a:ext cx="567" cy="0"/>
              </a:xfrm>
              <a:prstGeom prst="line">
                <a:avLst/>
              </a:prstGeom>
              <a:grpFill/>
              <a:ln w="25400">
                <a:solidFill>
                  <a:srgbClr val="000000"/>
                </a:solidFill>
                <a:round/>
                <a:headEnd/>
                <a:tailEnd/>
              </a:ln>
            </p:spPr>
            <p:txBody>
              <a:bodyPr/>
              <a:lstStyle/>
              <a:p>
                <a:pPr eaLnBrk="1" hangingPunct="1">
                  <a:defRPr/>
                </a:pPr>
                <a:endParaRPr lang="en-US" sz="1600"/>
              </a:p>
            </p:txBody>
          </p:sp>
          <p:sp>
            <p:nvSpPr>
              <p:cNvPr id="211006" name="Line 62">
                <a:extLst>
                  <a:ext uri="{FF2B5EF4-FFF2-40B4-BE49-F238E27FC236}">
                    <a16:creationId xmlns:a16="http://schemas.microsoft.com/office/drawing/2014/main" id="{F33A2CE3-488E-4396-B799-F5F83815FF9C}"/>
                  </a:ext>
                </a:extLst>
              </p:cNvPr>
              <p:cNvSpPr>
                <a:spLocks noChangeShapeType="1"/>
              </p:cNvSpPr>
              <p:nvPr/>
            </p:nvSpPr>
            <p:spPr bwMode="auto">
              <a:xfrm>
                <a:off x="4665" y="3763"/>
                <a:ext cx="0" cy="420"/>
              </a:xfrm>
              <a:prstGeom prst="line">
                <a:avLst/>
              </a:prstGeom>
              <a:grpFill/>
              <a:ln w="25400">
                <a:solidFill>
                  <a:srgbClr val="000000"/>
                </a:solidFill>
                <a:round/>
                <a:headEnd/>
                <a:tailEnd/>
              </a:ln>
            </p:spPr>
            <p:txBody>
              <a:bodyPr/>
              <a:lstStyle/>
              <a:p>
                <a:pPr eaLnBrk="1" hangingPunct="1">
                  <a:defRPr/>
                </a:pPr>
                <a:endParaRPr lang="en-US" sz="1600"/>
              </a:p>
            </p:txBody>
          </p:sp>
        </p:grpSp>
        <p:sp>
          <p:nvSpPr>
            <p:cNvPr id="78872" name="Line 65">
              <a:extLst>
                <a:ext uri="{FF2B5EF4-FFF2-40B4-BE49-F238E27FC236}">
                  <a16:creationId xmlns:a16="http://schemas.microsoft.com/office/drawing/2014/main" id="{1FD971FC-2CC7-04A0-97A1-BA887CF38E04}"/>
                </a:ext>
              </a:extLst>
            </p:cNvPr>
            <p:cNvSpPr>
              <a:spLocks noChangeShapeType="1"/>
            </p:cNvSpPr>
            <p:nvPr/>
          </p:nvSpPr>
          <p:spPr bwMode="auto">
            <a:xfrm>
              <a:off x="6395247" y="1987817"/>
              <a:ext cx="0" cy="481533"/>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8873" name="Line 66">
              <a:extLst>
                <a:ext uri="{FF2B5EF4-FFF2-40B4-BE49-F238E27FC236}">
                  <a16:creationId xmlns:a16="http://schemas.microsoft.com/office/drawing/2014/main" id="{3CDA7934-25C2-EC96-4FFA-75C5B7D5548D}"/>
                </a:ext>
              </a:extLst>
            </p:cNvPr>
            <p:cNvSpPr>
              <a:spLocks noChangeShapeType="1"/>
            </p:cNvSpPr>
            <p:nvPr/>
          </p:nvSpPr>
          <p:spPr bwMode="auto">
            <a:xfrm>
              <a:off x="6382316" y="2474149"/>
              <a:ext cx="1761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74" name="Line 67">
              <a:extLst>
                <a:ext uri="{FF2B5EF4-FFF2-40B4-BE49-F238E27FC236}">
                  <a16:creationId xmlns:a16="http://schemas.microsoft.com/office/drawing/2014/main" id="{D4B1D36C-42B3-02F2-50B5-52E0423390FA}"/>
                </a:ext>
              </a:extLst>
            </p:cNvPr>
            <p:cNvSpPr>
              <a:spLocks noChangeShapeType="1"/>
            </p:cNvSpPr>
            <p:nvPr/>
          </p:nvSpPr>
          <p:spPr bwMode="auto">
            <a:xfrm>
              <a:off x="6566588" y="2003815"/>
              <a:ext cx="0" cy="483132"/>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78875" name="Line 68">
              <a:extLst>
                <a:ext uri="{FF2B5EF4-FFF2-40B4-BE49-F238E27FC236}">
                  <a16:creationId xmlns:a16="http://schemas.microsoft.com/office/drawing/2014/main" id="{9349A4CA-44B1-DC8A-F0AC-40982386BD56}"/>
                </a:ext>
              </a:extLst>
            </p:cNvPr>
            <p:cNvSpPr>
              <a:spLocks noChangeShapeType="1"/>
            </p:cNvSpPr>
            <p:nvPr/>
          </p:nvSpPr>
          <p:spPr bwMode="auto">
            <a:xfrm>
              <a:off x="6553656" y="2003815"/>
              <a:ext cx="1761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76" name="Line 69">
              <a:extLst>
                <a:ext uri="{FF2B5EF4-FFF2-40B4-BE49-F238E27FC236}">
                  <a16:creationId xmlns:a16="http://schemas.microsoft.com/office/drawing/2014/main" id="{16A72195-4A3A-9E6D-D7CE-583CA753DE9D}"/>
                </a:ext>
              </a:extLst>
            </p:cNvPr>
            <p:cNvSpPr>
              <a:spLocks noChangeShapeType="1"/>
            </p:cNvSpPr>
            <p:nvPr/>
          </p:nvSpPr>
          <p:spPr bwMode="auto">
            <a:xfrm>
              <a:off x="6726613" y="2003815"/>
              <a:ext cx="0" cy="483132"/>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8877" name="Line 70">
              <a:extLst>
                <a:ext uri="{FF2B5EF4-FFF2-40B4-BE49-F238E27FC236}">
                  <a16:creationId xmlns:a16="http://schemas.microsoft.com/office/drawing/2014/main" id="{536C1FCE-EDA3-08D6-1F4B-49DA799DC08B}"/>
                </a:ext>
              </a:extLst>
            </p:cNvPr>
            <p:cNvSpPr>
              <a:spLocks noChangeShapeType="1"/>
            </p:cNvSpPr>
            <p:nvPr/>
          </p:nvSpPr>
          <p:spPr bwMode="auto">
            <a:xfrm>
              <a:off x="6723381" y="2486948"/>
              <a:ext cx="15679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78" name="Line 71">
              <a:extLst>
                <a:ext uri="{FF2B5EF4-FFF2-40B4-BE49-F238E27FC236}">
                  <a16:creationId xmlns:a16="http://schemas.microsoft.com/office/drawing/2014/main" id="{D46E6A1E-906C-D955-4E0D-C0D59941AEA4}"/>
                </a:ext>
              </a:extLst>
            </p:cNvPr>
            <p:cNvSpPr>
              <a:spLocks noChangeShapeType="1"/>
            </p:cNvSpPr>
            <p:nvPr/>
          </p:nvSpPr>
          <p:spPr bwMode="auto">
            <a:xfrm>
              <a:off x="6881790" y="2003815"/>
              <a:ext cx="0" cy="483132"/>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78879" name="Line 72">
              <a:extLst>
                <a:ext uri="{FF2B5EF4-FFF2-40B4-BE49-F238E27FC236}">
                  <a16:creationId xmlns:a16="http://schemas.microsoft.com/office/drawing/2014/main" id="{29778EAE-DD39-2463-6461-94F4C8C596CD}"/>
                </a:ext>
              </a:extLst>
            </p:cNvPr>
            <p:cNvSpPr>
              <a:spLocks noChangeShapeType="1"/>
            </p:cNvSpPr>
            <p:nvPr/>
          </p:nvSpPr>
          <p:spPr bwMode="auto">
            <a:xfrm>
              <a:off x="6886639" y="2016613"/>
              <a:ext cx="1551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80" name="Line 73">
              <a:extLst>
                <a:ext uri="{FF2B5EF4-FFF2-40B4-BE49-F238E27FC236}">
                  <a16:creationId xmlns:a16="http://schemas.microsoft.com/office/drawing/2014/main" id="{292BF471-A597-22CE-3E03-CF531921FFDC}"/>
                </a:ext>
              </a:extLst>
            </p:cNvPr>
            <p:cNvSpPr>
              <a:spLocks noChangeShapeType="1"/>
            </p:cNvSpPr>
            <p:nvPr/>
          </p:nvSpPr>
          <p:spPr bwMode="auto">
            <a:xfrm>
              <a:off x="7064446" y="2003815"/>
              <a:ext cx="0" cy="483132"/>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8881" name="Line 74">
              <a:extLst>
                <a:ext uri="{FF2B5EF4-FFF2-40B4-BE49-F238E27FC236}">
                  <a16:creationId xmlns:a16="http://schemas.microsoft.com/office/drawing/2014/main" id="{DEAB9EF2-F337-E474-C8B0-E2D37EA9FB0A}"/>
                </a:ext>
              </a:extLst>
            </p:cNvPr>
            <p:cNvSpPr>
              <a:spLocks noChangeShapeType="1"/>
            </p:cNvSpPr>
            <p:nvPr/>
          </p:nvSpPr>
          <p:spPr bwMode="auto">
            <a:xfrm>
              <a:off x="7051514" y="2491747"/>
              <a:ext cx="1761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82" name="Line 75">
              <a:extLst>
                <a:ext uri="{FF2B5EF4-FFF2-40B4-BE49-F238E27FC236}">
                  <a16:creationId xmlns:a16="http://schemas.microsoft.com/office/drawing/2014/main" id="{67A5FA46-359C-56DC-AA6D-38129EA309F9}"/>
                </a:ext>
              </a:extLst>
            </p:cNvPr>
            <p:cNvSpPr>
              <a:spLocks noChangeShapeType="1"/>
            </p:cNvSpPr>
            <p:nvPr/>
          </p:nvSpPr>
          <p:spPr bwMode="auto">
            <a:xfrm>
              <a:off x="7219622" y="2021413"/>
              <a:ext cx="0" cy="483132"/>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78883" name="Line 76">
              <a:extLst>
                <a:ext uri="{FF2B5EF4-FFF2-40B4-BE49-F238E27FC236}">
                  <a16:creationId xmlns:a16="http://schemas.microsoft.com/office/drawing/2014/main" id="{A318A4DB-C636-EF36-A4C2-5D284C98484D}"/>
                </a:ext>
              </a:extLst>
            </p:cNvPr>
            <p:cNvSpPr>
              <a:spLocks noChangeShapeType="1"/>
            </p:cNvSpPr>
            <p:nvPr/>
          </p:nvSpPr>
          <p:spPr bwMode="auto">
            <a:xfrm>
              <a:off x="7224471" y="2021413"/>
              <a:ext cx="15679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84" name="Line 77">
              <a:extLst>
                <a:ext uri="{FF2B5EF4-FFF2-40B4-BE49-F238E27FC236}">
                  <a16:creationId xmlns:a16="http://schemas.microsoft.com/office/drawing/2014/main" id="{D935BAE4-CEC3-CCD6-2633-D76A20590E5F}"/>
                </a:ext>
              </a:extLst>
            </p:cNvPr>
            <p:cNvSpPr>
              <a:spLocks noChangeShapeType="1"/>
            </p:cNvSpPr>
            <p:nvPr/>
          </p:nvSpPr>
          <p:spPr bwMode="auto">
            <a:xfrm>
              <a:off x="7389346" y="2021413"/>
              <a:ext cx="0" cy="483132"/>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sp>
        <p:nvSpPr>
          <p:cNvPr id="78852" name="Text Box 81">
            <a:extLst>
              <a:ext uri="{FF2B5EF4-FFF2-40B4-BE49-F238E27FC236}">
                <a16:creationId xmlns:a16="http://schemas.microsoft.com/office/drawing/2014/main" id="{F922060F-90BC-1C07-32A5-78164E1716CB}"/>
              </a:ext>
            </a:extLst>
          </p:cNvPr>
          <p:cNvSpPr txBox="1">
            <a:spLocks noChangeArrowheads="1"/>
          </p:cNvSpPr>
          <p:nvPr/>
        </p:nvSpPr>
        <p:spPr bwMode="auto">
          <a:xfrm>
            <a:off x="2028826" y="5235575"/>
            <a:ext cx="8353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Example: DDR3-2400, core frequency 300 MHz, Cycle time 3,33 ns, data frequency 1200 MHz, peak data transfer rate</a:t>
            </a:r>
            <a:r>
              <a:rPr lang="ru-RU" altLang="en-US"/>
              <a:t> </a:t>
            </a:r>
            <a:r>
              <a:rPr lang="en-US" altLang="en-US"/>
              <a:t>19200MB/s.</a:t>
            </a:r>
            <a:endParaRPr lang="ru-RU" altLang="en-US"/>
          </a:p>
        </p:txBody>
      </p:sp>
      <p:sp>
        <p:nvSpPr>
          <p:cNvPr id="78853" name="Text Box 63">
            <a:extLst>
              <a:ext uri="{FF2B5EF4-FFF2-40B4-BE49-F238E27FC236}">
                <a16:creationId xmlns:a16="http://schemas.microsoft.com/office/drawing/2014/main" id="{E4E98691-B2D6-780A-3E33-9394D06AED43}"/>
              </a:ext>
            </a:extLst>
          </p:cNvPr>
          <p:cNvSpPr txBox="1">
            <a:spLocks noChangeArrowheads="1"/>
          </p:cNvSpPr>
          <p:nvPr/>
        </p:nvSpPr>
        <p:spPr bwMode="auto">
          <a:xfrm>
            <a:off x="2135188" y="4786314"/>
            <a:ext cx="46085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8n – prefetch mechanism</a:t>
            </a:r>
            <a:r>
              <a:rPr lang="ru-RU" altLang="en-US" sz="2000"/>
              <a: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5D929FAE-C735-9C7E-2D0F-1547090318FA}"/>
              </a:ext>
            </a:extLst>
          </p:cNvPr>
          <p:cNvSpPr>
            <a:spLocks noGrp="1" noChangeArrowheads="1"/>
          </p:cNvSpPr>
          <p:nvPr>
            <p:ph type="title"/>
          </p:nvPr>
        </p:nvSpPr>
        <p:spPr/>
        <p:txBody>
          <a:bodyPr/>
          <a:lstStyle/>
          <a:p>
            <a:r>
              <a:rPr lang="en-GB" altLang="en-US"/>
              <a:t>Evolution of DDR SDRAM</a:t>
            </a:r>
          </a:p>
        </p:txBody>
      </p:sp>
      <p:grpSp>
        <p:nvGrpSpPr>
          <p:cNvPr id="79875" name="Group 47">
            <a:extLst>
              <a:ext uri="{FF2B5EF4-FFF2-40B4-BE49-F238E27FC236}">
                <a16:creationId xmlns:a16="http://schemas.microsoft.com/office/drawing/2014/main" id="{675FB9BE-BF22-9A9F-0B81-CA8AE2A5FAD0}"/>
              </a:ext>
            </a:extLst>
          </p:cNvPr>
          <p:cNvGrpSpPr>
            <a:grpSpLocks/>
          </p:cNvGrpSpPr>
          <p:nvPr/>
        </p:nvGrpSpPr>
        <p:grpSpPr bwMode="auto">
          <a:xfrm>
            <a:off x="2208213" y="1268413"/>
            <a:ext cx="6877050" cy="4546600"/>
            <a:chOff x="-3938148" y="1114543"/>
            <a:chExt cx="6877341" cy="4546706"/>
          </a:xfrm>
        </p:grpSpPr>
        <p:sp>
          <p:nvSpPr>
            <p:cNvPr id="2" name="Rectangle 1">
              <a:extLst>
                <a:ext uri="{FF2B5EF4-FFF2-40B4-BE49-F238E27FC236}">
                  <a16:creationId xmlns:a16="http://schemas.microsoft.com/office/drawing/2014/main" id="{361F193F-F597-4DC9-912B-2C51699601E7}"/>
                </a:ext>
              </a:extLst>
            </p:cNvPr>
            <p:cNvSpPr/>
            <p:nvPr/>
          </p:nvSpPr>
          <p:spPr bwMode="auto">
            <a:xfrm>
              <a:off x="-3060224" y="1124068"/>
              <a:ext cx="2016210" cy="28893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(100-150MHz)</a:t>
              </a:r>
            </a:p>
          </p:txBody>
        </p:sp>
        <p:sp>
          <p:nvSpPr>
            <p:cNvPr id="5" name="Rectangle 4">
              <a:extLst>
                <a:ext uri="{FF2B5EF4-FFF2-40B4-BE49-F238E27FC236}">
                  <a16:creationId xmlns:a16="http://schemas.microsoft.com/office/drawing/2014/main" id="{85A6DDC5-AA22-4066-8182-4DA020EE9455}"/>
                </a:ext>
              </a:extLst>
            </p:cNvPr>
            <p:cNvSpPr/>
            <p:nvPr/>
          </p:nvSpPr>
          <p:spPr bwMode="auto">
            <a:xfrm>
              <a:off x="-3060224" y="1700344"/>
              <a:ext cx="2016210" cy="28893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(100-1200Hz)</a:t>
              </a:r>
            </a:p>
          </p:txBody>
        </p:sp>
        <p:sp>
          <p:nvSpPr>
            <p:cNvPr id="6" name="Rectangle 5">
              <a:extLst>
                <a:ext uri="{FF2B5EF4-FFF2-40B4-BE49-F238E27FC236}">
                  <a16:creationId xmlns:a16="http://schemas.microsoft.com/office/drawing/2014/main" id="{AC954386-2F54-45F8-92A6-E3B369A14FDC}"/>
                </a:ext>
              </a:extLst>
            </p:cNvPr>
            <p:cNvSpPr/>
            <p:nvPr/>
          </p:nvSpPr>
          <p:spPr bwMode="auto">
            <a:xfrm>
              <a:off x="-3060224" y="2060715"/>
              <a:ext cx="2016210" cy="28893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(100-200MHz)</a:t>
              </a:r>
            </a:p>
          </p:txBody>
        </p:sp>
        <p:sp>
          <p:nvSpPr>
            <p:cNvPr id="8" name="Rectangle 7">
              <a:extLst>
                <a:ext uri="{FF2B5EF4-FFF2-40B4-BE49-F238E27FC236}">
                  <a16:creationId xmlns:a16="http://schemas.microsoft.com/office/drawing/2014/main" id="{8A08A645-334F-4B94-A482-C093C717C4F2}"/>
                </a:ext>
              </a:extLst>
            </p:cNvPr>
            <p:cNvSpPr/>
            <p:nvPr/>
          </p:nvSpPr>
          <p:spPr bwMode="auto">
            <a:xfrm>
              <a:off x="-3060224" y="2636990"/>
              <a:ext cx="2016210" cy="28734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9" name="Rectangle 8">
              <a:extLst>
                <a:ext uri="{FF2B5EF4-FFF2-40B4-BE49-F238E27FC236}">
                  <a16:creationId xmlns:a16="http://schemas.microsoft.com/office/drawing/2014/main" id="{D8DFE622-C80E-4A69-B23B-A34EDBE75405}"/>
                </a:ext>
              </a:extLst>
            </p:cNvPr>
            <p:cNvSpPr/>
            <p:nvPr/>
          </p:nvSpPr>
          <p:spPr bwMode="auto">
            <a:xfrm>
              <a:off x="-3060224" y="2997362"/>
              <a:ext cx="2016210" cy="287344"/>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10" name="Rectangle 9">
              <a:extLst>
                <a:ext uri="{FF2B5EF4-FFF2-40B4-BE49-F238E27FC236}">
                  <a16:creationId xmlns:a16="http://schemas.microsoft.com/office/drawing/2014/main" id="{2D6AECDA-9B1A-4722-991F-145399843DE9}"/>
                </a:ext>
              </a:extLst>
            </p:cNvPr>
            <p:cNvSpPr/>
            <p:nvPr/>
          </p:nvSpPr>
          <p:spPr bwMode="auto">
            <a:xfrm>
              <a:off x="-3060224" y="3357732"/>
              <a:ext cx="2016210" cy="28734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11" name="Rectangle 10">
              <a:extLst>
                <a:ext uri="{FF2B5EF4-FFF2-40B4-BE49-F238E27FC236}">
                  <a16:creationId xmlns:a16="http://schemas.microsoft.com/office/drawing/2014/main" id="{8AFA8C3E-ED3D-4A3F-9575-B54459384C52}"/>
                </a:ext>
              </a:extLst>
            </p:cNvPr>
            <p:cNvSpPr/>
            <p:nvPr/>
          </p:nvSpPr>
          <p:spPr bwMode="auto">
            <a:xfrm>
              <a:off x="-3060224" y="3716516"/>
              <a:ext cx="2016210" cy="28893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12" name="Rectangle 11">
              <a:extLst>
                <a:ext uri="{FF2B5EF4-FFF2-40B4-BE49-F238E27FC236}">
                  <a16:creationId xmlns:a16="http://schemas.microsoft.com/office/drawing/2014/main" id="{C670ECF7-D1FF-4056-A65D-F91848E77D62}"/>
                </a:ext>
              </a:extLst>
            </p:cNvPr>
            <p:cNvSpPr/>
            <p:nvPr/>
          </p:nvSpPr>
          <p:spPr bwMode="auto">
            <a:xfrm>
              <a:off x="-3060224" y="4292792"/>
              <a:ext cx="2016210" cy="28893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13" name="Rectangle 12">
              <a:extLst>
                <a:ext uri="{FF2B5EF4-FFF2-40B4-BE49-F238E27FC236}">
                  <a16:creationId xmlns:a16="http://schemas.microsoft.com/office/drawing/2014/main" id="{78F1CD4A-CA67-40AC-AEB5-CF0328525EFA}"/>
                </a:ext>
              </a:extLst>
            </p:cNvPr>
            <p:cNvSpPr/>
            <p:nvPr/>
          </p:nvSpPr>
          <p:spPr bwMode="auto">
            <a:xfrm>
              <a:off x="-3060224" y="4653162"/>
              <a:ext cx="2016210" cy="28734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14" name="Rectangle 13">
              <a:extLst>
                <a:ext uri="{FF2B5EF4-FFF2-40B4-BE49-F238E27FC236}">
                  <a16:creationId xmlns:a16="http://schemas.microsoft.com/office/drawing/2014/main" id="{E8D9407C-965A-49AE-942A-FB6CEC26948A}"/>
                </a:ext>
              </a:extLst>
            </p:cNvPr>
            <p:cNvSpPr/>
            <p:nvPr/>
          </p:nvSpPr>
          <p:spPr bwMode="auto">
            <a:xfrm>
              <a:off x="-3060224" y="5013534"/>
              <a:ext cx="2016210" cy="287344"/>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15" name="Rectangle 14">
              <a:extLst>
                <a:ext uri="{FF2B5EF4-FFF2-40B4-BE49-F238E27FC236}">
                  <a16:creationId xmlns:a16="http://schemas.microsoft.com/office/drawing/2014/main" id="{9CD27CDC-3FEF-4637-86BF-237E9027F4FD}"/>
                </a:ext>
              </a:extLst>
            </p:cNvPr>
            <p:cNvSpPr/>
            <p:nvPr/>
          </p:nvSpPr>
          <p:spPr bwMode="auto">
            <a:xfrm>
              <a:off x="-3060224" y="5373904"/>
              <a:ext cx="2016210" cy="28734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79887" name="TextBox 2">
              <a:extLst>
                <a:ext uri="{FF2B5EF4-FFF2-40B4-BE49-F238E27FC236}">
                  <a16:creationId xmlns:a16="http://schemas.microsoft.com/office/drawing/2014/main" id="{39E1DC6A-30DF-DB2B-3F69-E4AA94DE4B30}"/>
                </a:ext>
              </a:extLst>
            </p:cNvPr>
            <p:cNvSpPr txBox="1">
              <a:spLocks noChangeArrowheads="1"/>
            </p:cNvSpPr>
            <p:nvPr/>
          </p:nvSpPr>
          <p:spPr bwMode="auto">
            <a:xfrm>
              <a:off x="-3549570" y="1120970"/>
              <a:ext cx="413896"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t>1N</a:t>
              </a:r>
            </a:p>
            <a:p>
              <a:endParaRPr lang="en-US" altLang="en-US" sz="1400"/>
            </a:p>
            <a:p>
              <a:endParaRPr lang="en-US" altLang="en-US" sz="1400"/>
            </a:p>
            <a:p>
              <a:r>
                <a:rPr lang="en-US" altLang="en-US" sz="1400"/>
                <a:t>2N</a:t>
              </a:r>
            </a:p>
            <a:p>
              <a:endParaRPr lang="en-US" altLang="en-US" sz="1400"/>
            </a:p>
            <a:p>
              <a:endParaRPr lang="en-US" altLang="en-US" sz="1400"/>
            </a:p>
            <a:p>
              <a:endParaRPr lang="en-US" altLang="en-US" sz="1400"/>
            </a:p>
            <a:p>
              <a:endParaRPr lang="en-US" altLang="en-US" sz="1400"/>
            </a:p>
            <a:p>
              <a:endParaRPr lang="en-US" altLang="en-US" sz="1400"/>
            </a:p>
            <a:p>
              <a:endParaRPr lang="en-US" altLang="en-US" sz="1400"/>
            </a:p>
            <a:p>
              <a:r>
                <a:rPr lang="en-US" altLang="en-US" sz="1400"/>
                <a:t>4N</a:t>
              </a:r>
            </a:p>
            <a:p>
              <a:endParaRPr lang="en-US" altLang="en-US" sz="1400"/>
            </a:p>
            <a:p>
              <a:endParaRPr lang="en-US" altLang="en-US" sz="1400"/>
            </a:p>
            <a:p>
              <a:endParaRPr lang="en-US" altLang="en-US" sz="1400"/>
            </a:p>
            <a:p>
              <a:endParaRPr lang="en-US" altLang="en-US" sz="1400"/>
            </a:p>
            <a:p>
              <a:endParaRPr lang="en-US" altLang="en-US" sz="1400"/>
            </a:p>
            <a:p>
              <a:endParaRPr lang="en-US" altLang="en-US" sz="1400"/>
            </a:p>
            <a:p>
              <a:endParaRPr lang="en-US" altLang="en-US" sz="1400"/>
            </a:p>
            <a:p>
              <a:r>
                <a:rPr lang="en-US" altLang="en-US" sz="1400"/>
                <a:t>8N</a:t>
              </a:r>
            </a:p>
            <a:p>
              <a:endParaRPr lang="en-US" altLang="en-US" sz="1400"/>
            </a:p>
          </p:txBody>
        </p:sp>
        <p:sp>
          <p:nvSpPr>
            <p:cNvPr id="17" name="Rectangle 16">
              <a:extLst>
                <a:ext uri="{FF2B5EF4-FFF2-40B4-BE49-F238E27FC236}">
                  <a16:creationId xmlns:a16="http://schemas.microsoft.com/office/drawing/2014/main" id="{E4CCB412-8B88-41A8-8A1D-FCA6D58D6BA6}"/>
                </a:ext>
              </a:extLst>
            </p:cNvPr>
            <p:cNvSpPr/>
            <p:nvPr/>
          </p:nvSpPr>
          <p:spPr bwMode="auto">
            <a:xfrm>
              <a:off x="414961" y="1124068"/>
              <a:ext cx="1492313" cy="28893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sz="1100" dirty="0">
                  <a:solidFill>
                    <a:schemeClr val="tx1"/>
                  </a:solidFill>
                </a:rPr>
                <a:t>I/O (100-150MHz)</a:t>
              </a:r>
            </a:p>
          </p:txBody>
        </p:sp>
        <p:sp>
          <p:nvSpPr>
            <p:cNvPr id="18" name="Rectangle 17">
              <a:extLst>
                <a:ext uri="{FF2B5EF4-FFF2-40B4-BE49-F238E27FC236}">
                  <a16:creationId xmlns:a16="http://schemas.microsoft.com/office/drawing/2014/main" id="{F93DA908-4867-4728-92CD-808498A6CA2C}"/>
                </a:ext>
              </a:extLst>
            </p:cNvPr>
            <p:cNvSpPr/>
            <p:nvPr/>
          </p:nvSpPr>
          <p:spPr bwMode="auto">
            <a:xfrm>
              <a:off x="414961" y="1844810"/>
              <a:ext cx="1492313" cy="287344"/>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sz="1100" dirty="0">
                  <a:solidFill>
                    <a:schemeClr val="tx1"/>
                  </a:solidFill>
                </a:rPr>
                <a:t>I/O (100-200MHz)</a:t>
              </a:r>
            </a:p>
          </p:txBody>
        </p:sp>
        <p:sp>
          <p:nvSpPr>
            <p:cNvPr id="19" name="Rectangle 18">
              <a:extLst>
                <a:ext uri="{FF2B5EF4-FFF2-40B4-BE49-F238E27FC236}">
                  <a16:creationId xmlns:a16="http://schemas.microsoft.com/office/drawing/2014/main" id="{FB6F3BE5-11A0-4BA6-A176-D8797C170572}"/>
                </a:ext>
              </a:extLst>
            </p:cNvPr>
            <p:cNvSpPr/>
            <p:nvPr/>
          </p:nvSpPr>
          <p:spPr bwMode="auto">
            <a:xfrm>
              <a:off x="416548" y="3170403"/>
              <a:ext cx="1492313" cy="28893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sz="1100" dirty="0">
                  <a:solidFill>
                    <a:schemeClr val="tx1"/>
                  </a:solidFill>
                </a:rPr>
                <a:t>I/O (200-533MHz)</a:t>
              </a:r>
            </a:p>
          </p:txBody>
        </p:sp>
        <p:sp>
          <p:nvSpPr>
            <p:cNvPr id="20" name="Rectangle 19">
              <a:extLst>
                <a:ext uri="{FF2B5EF4-FFF2-40B4-BE49-F238E27FC236}">
                  <a16:creationId xmlns:a16="http://schemas.microsoft.com/office/drawing/2014/main" id="{9835621D-5265-4F0D-8D77-A80B507FE390}"/>
                </a:ext>
              </a:extLst>
            </p:cNvPr>
            <p:cNvSpPr/>
            <p:nvPr/>
          </p:nvSpPr>
          <p:spPr bwMode="auto">
            <a:xfrm>
              <a:off x="410198" y="4797629"/>
              <a:ext cx="1493901" cy="287344"/>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sz="1100" dirty="0">
                  <a:solidFill>
                    <a:schemeClr val="tx1"/>
                  </a:solidFill>
                </a:rPr>
                <a:t>I/O (400-1066MHz)</a:t>
              </a:r>
            </a:p>
          </p:txBody>
        </p:sp>
        <p:sp>
          <p:nvSpPr>
            <p:cNvPr id="4" name="Trapezoid 3">
              <a:extLst>
                <a:ext uri="{FF2B5EF4-FFF2-40B4-BE49-F238E27FC236}">
                  <a16:creationId xmlns:a16="http://schemas.microsoft.com/office/drawing/2014/main" id="{C4B332C5-D3AE-4610-80E4-13B909836C15}"/>
                </a:ext>
              </a:extLst>
            </p:cNvPr>
            <p:cNvSpPr/>
            <p:nvPr/>
          </p:nvSpPr>
          <p:spPr bwMode="auto">
            <a:xfrm rot="5400000">
              <a:off x="-643942" y="1824168"/>
              <a:ext cx="490549" cy="414356"/>
            </a:xfrm>
            <a:prstGeom prst="trapezoid">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endParaRPr lang="en-US" dirty="0">
                <a:solidFill>
                  <a:schemeClr val="tx1"/>
                </a:solidFill>
              </a:endParaRPr>
            </a:p>
          </p:txBody>
        </p:sp>
        <p:sp>
          <p:nvSpPr>
            <p:cNvPr id="22" name="Trapezoid 21">
              <a:extLst>
                <a:ext uri="{FF2B5EF4-FFF2-40B4-BE49-F238E27FC236}">
                  <a16:creationId xmlns:a16="http://schemas.microsoft.com/office/drawing/2014/main" id="{C81160D9-B6C8-4362-A08E-151E73D1A5A7}"/>
                </a:ext>
              </a:extLst>
            </p:cNvPr>
            <p:cNvSpPr/>
            <p:nvPr/>
          </p:nvSpPr>
          <p:spPr bwMode="auto">
            <a:xfrm rot="5400000">
              <a:off x="-1010663" y="3113248"/>
              <a:ext cx="1223991" cy="414356"/>
            </a:xfrm>
            <a:prstGeom prst="trapezoid">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endParaRPr lang="en-US" dirty="0">
                <a:solidFill>
                  <a:schemeClr val="tx1"/>
                </a:solidFill>
              </a:endParaRPr>
            </a:p>
          </p:txBody>
        </p:sp>
        <p:sp>
          <p:nvSpPr>
            <p:cNvPr id="23" name="Trapezoid 22">
              <a:extLst>
                <a:ext uri="{FF2B5EF4-FFF2-40B4-BE49-F238E27FC236}">
                  <a16:creationId xmlns:a16="http://schemas.microsoft.com/office/drawing/2014/main" id="{95657402-BD7C-4304-82BD-7A2821475235}"/>
                </a:ext>
              </a:extLst>
            </p:cNvPr>
            <p:cNvSpPr/>
            <p:nvPr/>
          </p:nvSpPr>
          <p:spPr bwMode="auto">
            <a:xfrm rot="5400000">
              <a:off x="-1028920" y="4785719"/>
              <a:ext cx="1260504" cy="414356"/>
            </a:xfrm>
            <a:prstGeom prst="trapezoid">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endParaRPr lang="en-US" dirty="0">
                <a:solidFill>
                  <a:schemeClr val="tx1"/>
                </a:solidFill>
              </a:endParaRPr>
            </a:p>
          </p:txBody>
        </p:sp>
        <p:sp>
          <p:nvSpPr>
            <p:cNvPr id="79895" name="TextBox 15">
              <a:extLst>
                <a:ext uri="{FF2B5EF4-FFF2-40B4-BE49-F238E27FC236}">
                  <a16:creationId xmlns:a16="http://schemas.microsoft.com/office/drawing/2014/main" id="{DC5612A4-AB6A-233F-7C63-6CAF73527E97}"/>
                </a:ext>
              </a:extLst>
            </p:cNvPr>
            <p:cNvSpPr txBox="1">
              <a:spLocks noChangeArrowheads="1"/>
            </p:cNvSpPr>
            <p:nvPr/>
          </p:nvSpPr>
          <p:spPr bwMode="auto">
            <a:xfrm>
              <a:off x="-690981" y="1847975"/>
              <a:ext cx="5838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dirty="0">
                  <a:solidFill>
                    <a:schemeClr val="bg1"/>
                  </a:solidFill>
                </a:rPr>
                <a:t>MUX</a:t>
              </a:r>
            </a:p>
          </p:txBody>
        </p:sp>
        <p:sp>
          <p:nvSpPr>
            <p:cNvPr id="79896" name="TextBox 24">
              <a:extLst>
                <a:ext uri="{FF2B5EF4-FFF2-40B4-BE49-F238E27FC236}">
                  <a16:creationId xmlns:a16="http://schemas.microsoft.com/office/drawing/2014/main" id="{DDE70677-489B-5478-B4E2-8284BED289F3}"/>
                </a:ext>
              </a:extLst>
            </p:cNvPr>
            <p:cNvSpPr txBox="1">
              <a:spLocks noChangeArrowheads="1"/>
            </p:cNvSpPr>
            <p:nvPr/>
          </p:nvSpPr>
          <p:spPr bwMode="auto">
            <a:xfrm>
              <a:off x="-690981" y="3177900"/>
              <a:ext cx="5838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dirty="0">
                  <a:solidFill>
                    <a:schemeClr val="bg1"/>
                  </a:solidFill>
                </a:rPr>
                <a:t>MUX</a:t>
              </a:r>
            </a:p>
          </p:txBody>
        </p:sp>
        <p:sp>
          <p:nvSpPr>
            <p:cNvPr id="79897" name="TextBox 25">
              <a:extLst>
                <a:ext uri="{FF2B5EF4-FFF2-40B4-BE49-F238E27FC236}">
                  <a16:creationId xmlns:a16="http://schemas.microsoft.com/office/drawing/2014/main" id="{42B192C7-3A58-2D60-D91E-6532BECD3511}"/>
                </a:ext>
              </a:extLst>
            </p:cNvPr>
            <p:cNvSpPr txBox="1">
              <a:spLocks noChangeArrowheads="1"/>
            </p:cNvSpPr>
            <p:nvPr/>
          </p:nvSpPr>
          <p:spPr bwMode="auto">
            <a:xfrm>
              <a:off x="-690981" y="4813365"/>
              <a:ext cx="5838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dirty="0">
                  <a:solidFill>
                    <a:schemeClr val="bg1"/>
                  </a:solidFill>
                </a:rPr>
                <a:t>MUX</a:t>
              </a:r>
            </a:p>
          </p:txBody>
        </p:sp>
        <p:cxnSp>
          <p:nvCxnSpPr>
            <p:cNvPr id="79898" name="Straight Arrow Connector 23">
              <a:extLst>
                <a:ext uri="{FF2B5EF4-FFF2-40B4-BE49-F238E27FC236}">
                  <a16:creationId xmlns:a16="http://schemas.microsoft.com/office/drawing/2014/main" id="{DFBA53CB-482F-2225-3C58-07E0E12FDDA2}"/>
                </a:ext>
              </a:extLst>
            </p:cNvPr>
            <p:cNvCxnSpPr>
              <a:cxnSpLocks/>
              <a:stCxn id="2" idx="3"/>
              <a:endCxn id="17" idx="1"/>
            </p:cNvCxnSpPr>
            <p:nvPr/>
          </p:nvCxnSpPr>
          <p:spPr bwMode="auto">
            <a:xfrm>
              <a:off x="-1044624" y="1268760"/>
              <a:ext cx="1459021" cy="0"/>
            </a:xfrm>
            <a:prstGeom prst="straightConnector1">
              <a:avLst/>
            </a:prstGeom>
            <a:noFill/>
            <a:ln w="9525" algn="ctr">
              <a:solidFill>
                <a:schemeClr val="tx1"/>
              </a:solidFill>
              <a:round/>
              <a:headEnd type="triangle" w="med" len="med"/>
              <a:tailEnd type="triangle" w="med" len="med"/>
            </a:ln>
          </p:spPr>
        </p:cxnSp>
        <p:cxnSp>
          <p:nvCxnSpPr>
            <p:cNvPr id="79899" name="Straight Arrow Connector 28">
              <a:extLst>
                <a:ext uri="{FF2B5EF4-FFF2-40B4-BE49-F238E27FC236}">
                  <a16:creationId xmlns:a16="http://schemas.microsoft.com/office/drawing/2014/main" id="{D8D94794-F8CC-8B9D-ED9D-E207B59F7B2A}"/>
                </a:ext>
              </a:extLst>
            </p:cNvPr>
            <p:cNvCxnSpPr>
              <a:cxnSpLocks/>
              <a:stCxn id="5" idx="3"/>
            </p:cNvCxnSpPr>
            <p:nvPr/>
          </p:nvCxnSpPr>
          <p:spPr bwMode="auto">
            <a:xfrm>
              <a:off x="-1044624" y="1844824"/>
              <a:ext cx="438603" cy="0"/>
            </a:xfrm>
            <a:prstGeom prst="straightConnector1">
              <a:avLst/>
            </a:prstGeom>
            <a:noFill/>
            <a:ln w="9525" algn="ctr">
              <a:solidFill>
                <a:schemeClr val="tx1"/>
              </a:solidFill>
              <a:round/>
              <a:headEnd type="triangle" w="med" len="med"/>
              <a:tailEnd type="triangle" w="med" len="med"/>
            </a:ln>
          </p:spPr>
        </p:cxnSp>
        <p:cxnSp>
          <p:nvCxnSpPr>
            <p:cNvPr id="79900" name="Straight Arrow Connector 32">
              <a:extLst>
                <a:ext uri="{FF2B5EF4-FFF2-40B4-BE49-F238E27FC236}">
                  <a16:creationId xmlns:a16="http://schemas.microsoft.com/office/drawing/2014/main" id="{D622202E-9708-9F88-DB09-6B77F93231D5}"/>
                </a:ext>
              </a:extLst>
            </p:cNvPr>
            <p:cNvCxnSpPr>
              <a:cxnSpLocks/>
            </p:cNvCxnSpPr>
            <p:nvPr/>
          </p:nvCxnSpPr>
          <p:spPr bwMode="auto">
            <a:xfrm>
              <a:off x="-1044625" y="2171269"/>
              <a:ext cx="438603" cy="0"/>
            </a:xfrm>
            <a:prstGeom prst="straightConnector1">
              <a:avLst/>
            </a:prstGeom>
            <a:noFill/>
            <a:ln w="9525" algn="ctr">
              <a:solidFill>
                <a:schemeClr val="tx1"/>
              </a:solidFill>
              <a:round/>
              <a:headEnd type="triangle" w="med" len="med"/>
              <a:tailEnd type="triangle" w="med" len="med"/>
            </a:ln>
          </p:spPr>
        </p:cxnSp>
        <p:cxnSp>
          <p:nvCxnSpPr>
            <p:cNvPr id="79901" name="Straight Arrow Connector 33">
              <a:extLst>
                <a:ext uri="{FF2B5EF4-FFF2-40B4-BE49-F238E27FC236}">
                  <a16:creationId xmlns:a16="http://schemas.microsoft.com/office/drawing/2014/main" id="{C75FA3C1-9D5A-4D0A-D724-14D7784E7C6E}"/>
                </a:ext>
              </a:extLst>
            </p:cNvPr>
            <p:cNvCxnSpPr>
              <a:cxnSpLocks/>
            </p:cNvCxnSpPr>
            <p:nvPr/>
          </p:nvCxnSpPr>
          <p:spPr bwMode="auto">
            <a:xfrm>
              <a:off x="-1047697" y="2780927"/>
              <a:ext cx="438603" cy="0"/>
            </a:xfrm>
            <a:prstGeom prst="straightConnector1">
              <a:avLst/>
            </a:prstGeom>
            <a:noFill/>
            <a:ln w="9525" algn="ctr">
              <a:solidFill>
                <a:schemeClr val="tx1"/>
              </a:solidFill>
              <a:round/>
              <a:headEnd type="triangle" w="med" len="med"/>
              <a:tailEnd type="triangle" w="med" len="med"/>
            </a:ln>
          </p:spPr>
        </p:cxnSp>
        <p:cxnSp>
          <p:nvCxnSpPr>
            <p:cNvPr id="79902" name="Straight Arrow Connector 34">
              <a:extLst>
                <a:ext uri="{FF2B5EF4-FFF2-40B4-BE49-F238E27FC236}">
                  <a16:creationId xmlns:a16="http://schemas.microsoft.com/office/drawing/2014/main" id="{49BE0D0A-C21E-5129-B13B-3B50A968ADCD}"/>
                </a:ext>
              </a:extLst>
            </p:cNvPr>
            <p:cNvCxnSpPr>
              <a:cxnSpLocks/>
            </p:cNvCxnSpPr>
            <p:nvPr/>
          </p:nvCxnSpPr>
          <p:spPr bwMode="auto">
            <a:xfrm>
              <a:off x="-1047698" y="3148168"/>
              <a:ext cx="438603" cy="0"/>
            </a:xfrm>
            <a:prstGeom prst="straightConnector1">
              <a:avLst/>
            </a:prstGeom>
            <a:noFill/>
            <a:ln w="9525" algn="ctr">
              <a:solidFill>
                <a:schemeClr val="tx1"/>
              </a:solidFill>
              <a:round/>
              <a:headEnd type="triangle" w="med" len="med"/>
              <a:tailEnd type="triangle" w="med" len="med"/>
            </a:ln>
          </p:spPr>
        </p:cxnSp>
        <p:cxnSp>
          <p:nvCxnSpPr>
            <p:cNvPr id="79903" name="Straight Arrow Connector 35">
              <a:extLst>
                <a:ext uri="{FF2B5EF4-FFF2-40B4-BE49-F238E27FC236}">
                  <a16:creationId xmlns:a16="http://schemas.microsoft.com/office/drawing/2014/main" id="{EA2C2A0F-884F-9CD0-8DC3-053C0EC9BC58}"/>
                </a:ext>
              </a:extLst>
            </p:cNvPr>
            <p:cNvCxnSpPr>
              <a:cxnSpLocks/>
            </p:cNvCxnSpPr>
            <p:nvPr/>
          </p:nvCxnSpPr>
          <p:spPr bwMode="auto">
            <a:xfrm>
              <a:off x="-1047698" y="3478046"/>
              <a:ext cx="438603" cy="0"/>
            </a:xfrm>
            <a:prstGeom prst="straightConnector1">
              <a:avLst/>
            </a:prstGeom>
            <a:noFill/>
            <a:ln w="9525" algn="ctr">
              <a:solidFill>
                <a:schemeClr val="tx1"/>
              </a:solidFill>
              <a:round/>
              <a:headEnd type="triangle" w="med" len="med"/>
              <a:tailEnd type="triangle" w="med" len="med"/>
            </a:ln>
          </p:spPr>
        </p:cxnSp>
        <p:cxnSp>
          <p:nvCxnSpPr>
            <p:cNvPr id="79904" name="Straight Arrow Connector 36">
              <a:extLst>
                <a:ext uri="{FF2B5EF4-FFF2-40B4-BE49-F238E27FC236}">
                  <a16:creationId xmlns:a16="http://schemas.microsoft.com/office/drawing/2014/main" id="{2FEE324D-585F-DAB1-5C29-857EDC9A6D36}"/>
                </a:ext>
              </a:extLst>
            </p:cNvPr>
            <p:cNvCxnSpPr>
              <a:cxnSpLocks/>
            </p:cNvCxnSpPr>
            <p:nvPr/>
          </p:nvCxnSpPr>
          <p:spPr bwMode="auto">
            <a:xfrm>
              <a:off x="-1047698" y="3859351"/>
              <a:ext cx="438603" cy="0"/>
            </a:xfrm>
            <a:prstGeom prst="straightConnector1">
              <a:avLst/>
            </a:prstGeom>
            <a:noFill/>
            <a:ln w="9525" algn="ctr">
              <a:solidFill>
                <a:schemeClr val="tx1"/>
              </a:solidFill>
              <a:round/>
              <a:headEnd type="triangle" w="med" len="med"/>
              <a:tailEnd type="triangle" w="med" len="med"/>
            </a:ln>
          </p:spPr>
        </p:cxnSp>
        <p:cxnSp>
          <p:nvCxnSpPr>
            <p:cNvPr id="79905" name="Straight Arrow Connector 37">
              <a:extLst>
                <a:ext uri="{FF2B5EF4-FFF2-40B4-BE49-F238E27FC236}">
                  <a16:creationId xmlns:a16="http://schemas.microsoft.com/office/drawing/2014/main" id="{AD9FBA3B-0BDB-BB5E-EC8B-21A6BC766819}"/>
                </a:ext>
              </a:extLst>
            </p:cNvPr>
            <p:cNvCxnSpPr>
              <a:cxnSpLocks/>
            </p:cNvCxnSpPr>
            <p:nvPr/>
          </p:nvCxnSpPr>
          <p:spPr bwMode="auto">
            <a:xfrm>
              <a:off x="-1047698" y="4437112"/>
              <a:ext cx="438603" cy="0"/>
            </a:xfrm>
            <a:prstGeom prst="straightConnector1">
              <a:avLst/>
            </a:prstGeom>
            <a:noFill/>
            <a:ln w="9525" algn="ctr">
              <a:solidFill>
                <a:schemeClr val="tx1"/>
              </a:solidFill>
              <a:round/>
              <a:headEnd type="triangle" w="med" len="med"/>
              <a:tailEnd type="triangle" w="med" len="med"/>
            </a:ln>
          </p:spPr>
        </p:cxnSp>
        <p:cxnSp>
          <p:nvCxnSpPr>
            <p:cNvPr id="79906" name="Straight Arrow Connector 38">
              <a:extLst>
                <a:ext uri="{FF2B5EF4-FFF2-40B4-BE49-F238E27FC236}">
                  <a16:creationId xmlns:a16="http://schemas.microsoft.com/office/drawing/2014/main" id="{4BB64E7F-2D7F-022E-9A83-41ECF53DE69D}"/>
                </a:ext>
              </a:extLst>
            </p:cNvPr>
            <p:cNvCxnSpPr>
              <a:cxnSpLocks/>
            </p:cNvCxnSpPr>
            <p:nvPr/>
          </p:nvCxnSpPr>
          <p:spPr bwMode="auto">
            <a:xfrm>
              <a:off x="-1047699" y="4804353"/>
              <a:ext cx="438603" cy="0"/>
            </a:xfrm>
            <a:prstGeom prst="straightConnector1">
              <a:avLst/>
            </a:prstGeom>
            <a:noFill/>
            <a:ln w="9525" algn="ctr">
              <a:solidFill>
                <a:schemeClr val="tx1"/>
              </a:solidFill>
              <a:round/>
              <a:headEnd type="triangle" w="med" len="med"/>
              <a:tailEnd type="triangle" w="med" len="med"/>
            </a:ln>
          </p:spPr>
        </p:cxnSp>
        <p:cxnSp>
          <p:nvCxnSpPr>
            <p:cNvPr id="79907" name="Straight Arrow Connector 39">
              <a:extLst>
                <a:ext uri="{FF2B5EF4-FFF2-40B4-BE49-F238E27FC236}">
                  <a16:creationId xmlns:a16="http://schemas.microsoft.com/office/drawing/2014/main" id="{95518D9D-5E5A-46F1-88B7-AEA888BB6819}"/>
                </a:ext>
              </a:extLst>
            </p:cNvPr>
            <p:cNvCxnSpPr>
              <a:cxnSpLocks/>
            </p:cNvCxnSpPr>
            <p:nvPr/>
          </p:nvCxnSpPr>
          <p:spPr bwMode="auto">
            <a:xfrm>
              <a:off x="-1047699" y="5134231"/>
              <a:ext cx="438603" cy="0"/>
            </a:xfrm>
            <a:prstGeom prst="straightConnector1">
              <a:avLst/>
            </a:prstGeom>
            <a:noFill/>
            <a:ln w="9525" algn="ctr">
              <a:solidFill>
                <a:schemeClr val="tx1"/>
              </a:solidFill>
              <a:round/>
              <a:headEnd type="triangle" w="med" len="med"/>
              <a:tailEnd type="triangle" w="med" len="med"/>
            </a:ln>
          </p:spPr>
        </p:cxnSp>
        <p:cxnSp>
          <p:nvCxnSpPr>
            <p:cNvPr id="79908" name="Straight Arrow Connector 40">
              <a:extLst>
                <a:ext uri="{FF2B5EF4-FFF2-40B4-BE49-F238E27FC236}">
                  <a16:creationId xmlns:a16="http://schemas.microsoft.com/office/drawing/2014/main" id="{934A04B3-F381-878A-DFEB-CC77A119C283}"/>
                </a:ext>
              </a:extLst>
            </p:cNvPr>
            <p:cNvCxnSpPr>
              <a:cxnSpLocks/>
            </p:cNvCxnSpPr>
            <p:nvPr/>
          </p:nvCxnSpPr>
          <p:spPr bwMode="auto">
            <a:xfrm>
              <a:off x="-1047699" y="5515536"/>
              <a:ext cx="438603" cy="0"/>
            </a:xfrm>
            <a:prstGeom prst="straightConnector1">
              <a:avLst/>
            </a:prstGeom>
            <a:noFill/>
            <a:ln w="9525" algn="ctr">
              <a:solidFill>
                <a:schemeClr val="tx1"/>
              </a:solidFill>
              <a:round/>
              <a:headEnd type="triangle" w="med" len="med"/>
              <a:tailEnd type="triangle" w="med" len="med"/>
            </a:ln>
          </p:spPr>
        </p:cxnSp>
        <p:cxnSp>
          <p:nvCxnSpPr>
            <p:cNvPr id="79909" name="Straight Arrow Connector 31">
              <a:extLst>
                <a:ext uri="{FF2B5EF4-FFF2-40B4-BE49-F238E27FC236}">
                  <a16:creationId xmlns:a16="http://schemas.microsoft.com/office/drawing/2014/main" id="{58CB79F9-F144-61A6-C339-A68761689E89}"/>
                </a:ext>
              </a:extLst>
            </p:cNvPr>
            <p:cNvCxnSpPr>
              <a:cxnSpLocks/>
              <a:endCxn id="19" idx="1"/>
            </p:cNvCxnSpPr>
            <p:nvPr/>
          </p:nvCxnSpPr>
          <p:spPr bwMode="auto">
            <a:xfrm>
              <a:off x="-233675" y="3315146"/>
              <a:ext cx="649699" cy="0"/>
            </a:xfrm>
            <a:prstGeom prst="straightConnector1">
              <a:avLst/>
            </a:prstGeom>
            <a:noFill/>
            <a:ln w="9525" algn="ctr">
              <a:solidFill>
                <a:schemeClr val="tx1"/>
              </a:solidFill>
              <a:round/>
              <a:headEnd type="triangle" w="med" len="med"/>
              <a:tailEnd type="triangle" w="med" len="med"/>
            </a:ln>
          </p:spPr>
        </p:cxnSp>
        <p:cxnSp>
          <p:nvCxnSpPr>
            <p:cNvPr id="79910" name="Straight Arrow Connector 45">
              <a:extLst>
                <a:ext uri="{FF2B5EF4-FFF2-40B4-BE49-F238E27FC236}">
                  <a16:creationId xmlns:a16="http://schemas.microsoft.com/office/drawing/2014/main" id="{3FB74D85-3855-87D9-F02D-6B2A07D1C5D5}"/>
                </a:ext>
              </a:extLst>
            </p:cNvPr>
            <p:cNvCxnSpPr>
              <a:cxnSpLocks/>
            </p:cNvCxnSpPr>
            <p:nvPr/>
          </p:nvCxnSpPr>
          <p:spPr bwMode="auto">
            <a:xfrm>
              <a:off x="-202752" y="4941168"/>
              <a:ext cx="649699" cy="0"/>
            </a:xfrm>
            <a:prstGeom prst="straightConnector1">
              <a:avLst/>
            </a:prstGeom>
            <a:noFill/>
            <a:ln w="9525" algn="ctr">
              <a:solidFill>
                <a:schemeClr val="tx1"/>
              </a:solidFill>
              <a:round/>
              <a:headEnd type="triangle" w="med" len="med"/>
              <a:tailEnd type="triangle" w="med" len="med"/>
            </a:ln>
          </p:spPr>
        </p:cxnSp>
        <p:cxnSp>
          <p:nvCxnSpPr>
            <p:cNvPr id="79911" name="Straight Arrow Connector 46">
              <a:extLst>
                <a:ext uri="{FF2B5EF4-FFF2-40B4-BE49-F238E27FC236}">
                  <a16:creationId xmlns:a16="http://schemas.microsoft.com/office/drawing/2014/main" id="{60FC211E-0829-22CC-AEFC-A7A72A76F952}"/>
                </a:ext>
              </a:extLst>
            </p:cNvPr>
            <p:cNvCxnSpPr>
              <a:cxnSpLocks/>
            </p:cNvCxnSpPr>
            <p:nvPr/>
          </p:nvCxnSpPr>
          <p:spPr bwMode="auto">
            <a:xfrm>
              <a:off x="-192127" y="2001863"/>
              <a:ext cx="649699" cy="0"/>
            </a:xfrm>
            <a:prstGeom prst="straightConnector1">
              <a:avLst/>
            </a:prstGeom>
            <a:noFill/>
            <a:ln w="9525" algn="ctr">
              <a:solidFill>
                <a:schemeClr val="tx1"/>
              </a:solidFill>
              <a:round/>
              <a:headEnd type="triangle" w="med" len="med"/>
              <a:tailEnd type="triangle" w="med" len="med"/>
            </a:ln>
          </p:spPr>
        </p:cxnSp>
        <p:sp>
          <p:nvSpPr>
            <p:cNvPr id="79912" name="TextBox 43">
              <a:extLst>
                <a:ext uri="{FF2B5EF4-FFF2-40B4-BE49-F238E27FC236}">
                  <a16:creationId xmlns:a16="http://schemas.microsoft.com/office/drawing/2014/main" id="{EC5AF267-D57F-C7BF-526B-2BC53A178D7F}"/>
                </a:ext>
              </a:extLst>
            </p:cNvPr>
            <p:cNvSpPr txBox="1">
              <a:spLocks noChangeArrowheads="1"/>
            </p:cNvSpPr>
            <p:nvPr/>
          </p:nvSpPr>
          <p:spPr bwMode="auto">
            <a:xfrm>
              <a:off x="570860" y="1415079"/>
              <a:ext cx="11208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t>100-150Mbps</a:t>
              </a:r>
            </a:p>
          </p:txBody>
        </p:sp>
        <p:sp>
          <p:nvSpPr>
            <p:cNvPr id="79913" name="TextBox 48">
              <a:extLst>
                <a:ext uri="{FF2B5EF4-FFF2-40B4-BE49-F238E27FC236}">
                  <a16:creationId xmlns:a16="http://schemas.microsoft.com/office/drawing/2014/main" id="{599088DE-2BAF-032B-2003-D8FE2E023479}"/>
                </a:ext>
              </a:extLst>
            </p:cNvPr>
            <p:cNvSpPr txBox="1">
              <a:spLocks noChangeArrowheads="1"/>
            </p:cNvSpPr>
            <p:nvPr/>
          </p:nvSpPr>
          <p:spPr bwMode="auto">
            <a:xfrm>
              <a:off x="567929" y="2118863"/>
              <a:ext cx="11208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t>200-400Mbps</a:t>
              </a:r>
            </a:p>
          </p:txBody>
        </p:sp>
        <p:sp>
          <p:nvSpPr>
            <p:cNvPr id="79914" name="TextBox 49">
              <a:extLst>
                <a:ext uri="{FF2B5EF4-FFF2-40B4-BE49-F238E27FC236}">
                  <a16:creationId xmlns:a16="http://schemas.microsoft.com/office/drawing/2014/main" id="{84F61800-B987-A851-893D-8766F0467360}"/>
                </a:ext>
              </a:extLst>
            </p:cNvPr>
            <p:cNvSpPr txBox="1">
              <a:spLocks noChangeArrowheads="1"/>
            </p:cNvSpPr>
            <p:nvPr/>
          </p:nvSpPr>
          <p:spPr bwMode="auto">
            <a:xfrm>
              <a:off x="562699" y="3506524"/>
              <a:ext cx="120577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t>400-1066Mbps</a:t>
              </a:r>
            </a:p>
          </p:txBody>
        </p:sp>
        <p:sp>
          <p:nvSpPr>
            <p:cNvPr id="79915" name="TextBox 50">
              <a:extLst>
                <a:ext uri="{FF2B5EF4-FFF2-40B4-BE49-F238E27FC236}">
                  <a16:creationId xmlns:a16="http://schemas.microsoft.com/office/drawing/2014/main" id="{B996B03C-3F4C-98E5-0059-E2C620735EC5}"/>
                </a:ext>
              </a:extLst>
            </p:cNvPr>
            <p:cNvSpPr txBox="1">
              <a:spLocks noChangeArrowheads="1"/>
            </p:cNvSpPr>
            <p:nvPr/>
          </p:nvSpPr>
          <p:spPr bwMode="auto">
            <a:xfrm>
              <a:off x="576089" y="5098754"/>
              <a:ext cx="120577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t>800-2133Mbps</a:t>
              </a:r>
            </a:p>
          </p:txBody>
        </p:sp>
        <p:sp>
          <p:nvSpPr>
            <p:cNvPr id="79916" name="TextBox 51">
              <a:extLst>
                <a:ext uri="{FF2B5EF4-FFF2-40B4-BE49-F238E27FC236}">
                  <a16:creationId xmlns:a16="http://schemas.microsoft.com/office/drawing/2014/main" id="{932A0C6D-8C52-52AD-00F2-8EA554B5A001}"/>
                </a:ext>
              </a:extLst>
            </p:cNvPr>
            <p:cNvSpPr txBox="1">
              <a:spLocks noChangeArrowheads="1"/>
            </p:cNvSpPr>
            <p:nvPr/>
          </p:nvSpPr>
          <p:spPr bwMode="auto">
            <a:xfrm>
              <a:off x="2046000" y="1114543"/>
              <a:ext cx="893193" cy="418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t>SDR</a:t>
              </a:r>
            </a:p>
            <a:p>
              <a:endParaRPr lang="en-US" altLang="en-US" sz="1400"/>
            </a:p>
            <a:p>
              <a:endParaRPr lang="en-US" altLang="en-US" sz="1400"/>
            </a:p>
            <a:p>
              <a:r>
                <a:rPr lang="en-US" altLang="en-US" sz="1400"/>
                <a:t>DDR/</a:t>
              </a:r>
            </a:p>
            <a:p>
              <a:r>
                <a:rPr lang="en-US" altLang="en-US" sz="1400"/>
                <a:t>LPDDR</a:t>
              </a:r>
            </a:p>
            <a:p>
              <a:endParaRPr lang="en-US" altLang="en-US" sz="1400"/>
            </a:p>
            <a:p>
              <a:endParaRPr lang="en-US" altLang="en-US" sz="1400"/>
            </a:p>
            <a:p>
              <a:endParaRPr lang="en-US" altLang="en-US" sz="1400"/>
            </a:p>
            <a:p>
              <a:endParaRPr lang="en-US" altLang="en-US" sz="1400"/>
            </a:p>
            <a:p>
              <a:endParaRPr lang="en-US" altLang="en-US" sz="1400"/>
            </a:p>
            <a:p>
              <a:r>
                <a:rPr lang="en-US" altLang="en-US" sz="1400"/>
                <a:t>DDR2/</a:t>
              </a:r>
            </a:p>
            <a:p>
              <a:r>
                <a:rPr lang="en-US" altLang="en-US" sz="1400"/>
                <a:t>LPDDR2</a:t>
              </a:r>
            </a:p>
            <a:p>
              <a:endParaRPr lang="en-US" altLang="en-US" sz="1400"/>
            </a:p>
            <a:p>
              <a:endParaRPr lang="en-US" altLang="en-US" sz="1400"/>
            </a:p>
            <a:p>
              <a:endParaRPr lang="en-US" altLang="en-US" sz="1400"/>
            </a:p>
            <a:p>
              <a:endParaRPr lang="en-US" altLang="en-US" sz="1400"/>
            </a:p>
            <a:p>
              <a:endParaRPr lang="en-US" altLang="en-US" sz="1400"/>
            </a:p>
            <a:p>
              <a:r>
                <a:rPr lang="en-US" altLang="en-US" sz="1400"/>
                <a:t>DDR3/</a:t>
              </a:r>
            </a:p>
            <a:p>
              <a:r>
                <a:rPr lang="en-US" altLang="en-US" sz="1400"/>
                <a:t>LPDDR3</a:t>
              </a:r>
            </a:p>
          </p:txBody>
        </p:sp>
        <p:sp>
          <p:nvSpPr>
            <p:cNvPr id="79917" name="TextBox 44">
              <a:extLst>
                <a:ext uri="{FF2B5EF4-FFF2-40B4-BE49-F238E27FC236}">
                  <a16:creationId xmlns:a16="http://schemas.microsoft.com/office/drawing/2014/main" id="{292C88A2-A640-358E-95CB-03C80C0D5725}"/>
                </a:ext>
              </a:extLst>
            </p:cNvPr>
            <p:cNvSpPr txBox="1">
              <a:spLocks noChangeArrowheads="1"/>
            </p:cNvSpPr>
            <p:nvPr/>
          </p:nvSpPr>
          <p:spPr bwMode="auto">
            <a:xfrm rot="16200000" flipH="1">
              <a:off x="-4243521" y="3038146"/>
              <a:ext cx="9492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Prefetch</a:t>
              </a: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9D2265B7-FB46-103C-8FCA-7C099F76F268}"/>
              </a:ext>
            </a:extLst>
          </p:cNvPr>
          <p:cNvSpPr>
            <a:spLocks noGrp="1" noChangeArrowheads="1"/>
          </p:cNvSpPr>
          <p:nvPr>
            <p:ph type="title"/>
          </p:nvPr>
        </p:nvSpPr>
        <p:spPr/>
        <p:txBody>
          <a:bodyPr/>
          <a:lstStyle/>
          <a:p>
            <a:r>
              <a:rPr lang="en-US" altLang="en-US"/>
              <a:t>DDR4 SDRAM</a:t>
            </a:r>
            <a:endParaRPr lang="en-GB" altLang="en-US"/>
          </a:p>
        </p:txBody>
      </p:sp>
      <p:sp>
        <p:nvSpPr>
          <p:cNvPr id="2" name="Text Placeholder 1">
            <a:extLst>
              <a:ext uri="{FF2B5EF4-FFF2-40B4-BE49-F238E27FC236}">
                <a16:creationId xmlns:a16="http://schemas.microsoft.com/office/drawing/2014/main" id="{F95F2759-AD78-5CA2-07D0-70FEBC225882}"/>
              </a:ext>
            </a:extLst>
          </p:cNvPr>
          <p:cNvSpPr>
            <a:spLocks noGrp="1"/>
          </p:cNvSpPr>
          <p:nvPr>
            <p:ph type="body" sz="quarter" idx="10"/>
          </p:nvPr>
        </p:nvSpPr>
        <p:spPr/>
        <p:txBody>
          <a:bodyPr/>
          <a:lstStyle/>
          <a:p>
            <a:pPr eaLnBrk="1" hangingPunct="1"/>
            <a:r>
              <a:rPr lang="en-GB" altLang="en-US" dirty="0"/>
              <a:t>If the trend shown earlier were followed with DDR4, DDR4 would have a prefetch of sixteen, but we have seen that is not desirable. </a:t>
            </a:r>
          </a:p>
          <a:p>
            <a:pPr eaLnBrk="1" hangingPunct="1"/>
            <a:r>
              <a:rPr lang="en-GB" altLang="en-US" dirty="0"/>
              <a:t>DDR4 avoids this issue by introducing the concept of bank groups.</a:t>
            </a:r>
          </a:p>
          <a:p>
            <a:pPr eaLnBrk="1" hangingPunct="1"/>
            <a:r>
              <a:rPr lang="en-GB" altLang="en-US" dirty="0"/>
              <a:t> With bank groups, a prefetch of eight is executed in one bank group, and another prefetch of eight can be executed in another independent  bank group. </a:t>
            </a:r>
          </a:p>
          <a:p>
            <a:pPr eaLnBrk="1" hangingPunct="1"/>
            <a:r>
              <a:rPr lang="en-GB" altLang="en-US" dirty="0"/>
              <a:t>The bank groups are separate entities, such that  they allow a column cycle to complete within a bank group, but that column cycle does not impact what is happening in another bank group. </a:t>
            </a:r>
          </a:p>
          <a:p>
            <a:pPr eaLnBrk="1" hangingPunct="1"/>
            <a:r>
              <a:rPr lang="en-GB" altLang="en-US" dirty="0"/>
              <a:t>Effectively, the DDR4  SDRAM can time division multiplex its internal bank groups in order to hide the fact  that the internal SDRAM core cycle time takes longer than a burst of eight requires on the interface. </a:t>
            </a:r>
          </a:p>
          <a:p>
            <a:endParaRPr lang="en-US" dirty="0"/>
          </a:p>
        </p:txBody>
      </p:sp>
      <p:sp>
        <p:nvSpPr>
          <p:cNvPr id="80899" name="TextBox 2">
            <a:extLst>
              <a:ext uri="{FF2B5EF4-FFF2-40B4-BE49-F238E27FC236}">
                <a16:creationId xmlns:a16="http://schemas.microsoft.com/office/drawing/2014/main" id="{EA725536-73CB-FE5F-FCEC-A864BB389371}"/>
              </a:ext>
            </a:extLst>
          </p:cNvPr>
          <p:cNvSpPr txBox="1">
            <a:spLocks noChangeArrowheads="1"/>
          </p:cNvSpPr>
          <p:nvPr/>
        </p:nvSpPr>
        <p:spPr bwMode="auto">
          <a:xfrm>
            <a:off x="2081214" y="1500188"/>
            <a:ext cx="76866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62467673-17F0-245D-212F-EFA44D9C7293}"/>
              </a:ext>
            </a:extLst>
          </p:cNvPr>
          <p:cNvSpPr>
            <a:spLocks noGrp="1" noChangeArrowheads="1"/>
          </p:cNvSpPr>
          <p:nvPr>
            <p:ph type="title"/>
          </p:nvPr>
        </p:nvSpPr>
        <p:spPr/>
        <p:txBody>
          <a:bodyPr/>
          <a:lstStyle/>
          <a:p>
            <a:r>
              <a:rPr lang="en-GB" altLang="en-US"/>
              <a:t>DDR4 Solution to Prefetch of Eight</a:t>
            </a:r>
          </a:p>
        </p:txBody>
      </p:sp>
      <p:grpSp>
        <p:nvGrpSpPr>
          <p:cNvPr id="81923" name="Group 68">
            <a:extLst>
              <a:ext uri="{FF2B5EF4-FFF2-40B4-BE49-F238E27FC236}">
                <a16:creationId xmlns:a16="http://schemas.microsoft.com/office/drawing/2014/main" id="{CC4FE3DC-5F1A-293E-AF54-C86C4132272C}"/>
              </a:ext>
            </a:extLst>
          </p:cNvPr>
          <p:cNvGrpSpPr>
            <a:grpSpLocks/>
          </p:cNvGrpSpPr>
          <p:nvPr/>
        </p:nvGrpSpPr>
        <p:grpSpPr bwMode="auto">
          <a:xfrm>
            <a:off x="2208213" y="692151"/>
            <a:ext cx="6686550" cy="5059363"/>
            <a:chOff x="-4040422" y="1246159"/>
            <a:chExt cx="6687353" cy="5059101"/>
          </a:xfrm>
        </p:grpSpPr>
        <p:sp>
          <p:nvSpPr>
            <p:cNvPr id="81924" name="TextBox 15">
              <a:extLst>
                <a:ext uri="{FF2B5EF4-FFF2-40B4-BE49-F238E27FC236}">
                  <a16:creationId xmlns:a16="http://schemas.microsoft.com/office/drawing/2014/main" id="{9E831340-DFDF-C3D9-A09C-60BF5386B45C}"/>
                </a:ext>
              </a:extLst>
            </p:cNvPr>
            <p:cNvSpPr txBox="1">
              <a:spLocks noChangeArrowheads="1"/>
            </p:cNvSpPr>
            <p:nvPr/>
          </p:nvSpPr>
          <p:spPr bwMode="auto">
            <a:xfrm>
              <a:off x="-4040422" y="1246159"/>
              <a:ext cx="413896"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sz="1400"/>
            </a:p>
            <a:p>
              <a:endParaRPr lang="en-US" altLang="en-US" sz="1400"/>
            </a:p>
            <a:p>
              <a:endParaRPr lang="en-US" altLang="en-US" sz="1400"/>
            </a:p>
            <a:p>
              <a:endParaRPr lang="en-US" altLang="en-US" sz="1400"/>
            </a:p>
            <a:p>
              <a:endParaRPr lang="en-US" altLang="en-US" sz="1400"/>
            </a:p>
            <a:p>
              <a:endParaRPr lang="en-US" altLang="en-US" sz="1400"/>
            </a:p>
            <a:p>
              <a:endParaRPr lang="en-US" altLang="en-US" sz="1400"/>
            </a:p>
            <a:p>
              <a:endParaRPr lang="en-US" altLang="en-US" sz="1400"/>
            </a:p>
            <a:p>
              <a:endParaRPr lang="en-US" altLang="en-US" sz="1400"/>
            </a:p>
            <a:p>
              <a:endParaRPr lang="en-US" altLang="en-US" sz="1400"/>
            </a:p>
            <a:p>
              <a:r>
                <a:rPr lang="en-US" altLang="en-US" sz="1400"/>
                <a:t>8N</a:t>
              </a:r>
            </a:p>
            <a:p>
              <a:endParaRPr lang="en-US" altLang="en-US" sz="1400"/>
            </a:p>
            <a:p>
              <a:endParaRPr lang="en-US" altLang="en-US" sz="1400"/>
            </a:p>
            <a:p>
              <a:endParaRPr lang="en-US" altLang="en-US" sz="1400"/>
            </a:p>
            <a:p>
              <a:endParaRPr lang="en-US" altLang="en-US" sz="1400"/>
            </a:p>
            <a:p>
              <a:endParaRPr lang="en-US" altLang="en-US" sz="1400"/>
            </a:p>
            <a:p>
              <a:endParaRPr lang="en-US" altLang="en-US" sz="1400"/>
            </a:p>
            <a:p>
              <a:endParaRPr lang="en-US" altLang="en-US" sz="1400"/>
            </a:p>
            <a:p>
              <a:r>
                <a:rPr lang="en-US" altLang="en-US" sz="1400"/>
                <a:t>8N</a:t>
              </a:r>
            </a:p>
            <a:p>
              <a:endParaRPr lang="en-US" altLang="en-US" sz="1400"/>
            </a:p>
          </p:txBody>
        </p:sp>
        <p:grpSp>
          <p:nvGrpSpPr>
            <p:cNvPr id="81925" name="Group 66">
              <a:extLst>
                <a:ext uri="{FF2B5EF4-FFF2-40B4-BE49-F238E27FC236}">
                  <a16:creationId xmlns:a16="http://schemas.microsoft.com/office/drawing/2014/main" id="{31E015BE-45D7-5CAF-7543-50C482477316}"/>
                </a:ext>
              </a:extLst>
            </p:cNvPr>
            <p:cNvGrpSpPr>
              <a:grpSpLocks/>
            </p:cNvGrpSpPr>
            <p:nvPr/>
          </p:nvGrpSpPr>
          <p:grpSpPr bwMode="auto">
            <a:xfrm>
              <a:off x="-3551700" y="2382314"/>
              <a:ext cx="6198631" cy="3922946"/>
              <a:chOff x="-3551700" y="2382314"/>
              <a:chExt cx="6198631" cy="3922946"/>
            </a:xfrm>
          </p:grpSpPr>
          <p:sp>
            <p:nvSpPr>
              <p:cNvPr id="57" name="Rectangle 56">
                <a:extLst>
                  <a:ext uri="{FF2B5EF4-FFF2-40B4-BE49-F238E27FC236}">
                    <a16:creationId xmlns:a16="http://schemas.microsoft.com/office/drawing/2014/main" id="{2A3B91EF-28A9-4162-9F34-423076D60E0A}"/>
                  </a:ext>
                </a:extLst>
              </p:cNvPr>
              <p:cNvSpPr/>
              <p:nvPr/>
            </p:nvSpPr>
            <p:spPr bwMode="auto">
              <a:xfrm>
                <a:off x="-3549826" y="4562275"/>
                <a:ext cx="2016367" cy="28891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58" name="Rectangle 57">
                <a:extLst>
                  <a:ext uri="{FF2B5EF4-FFF2-40B4-BE49-F238E27FC236}">
                    <a16:creationId xmlns:a16="http://schemas.microsoft.com/office/drawing/2014/main" id="{BD40EBA2-830B-4BC0-92D1-099B8C593A5C}"/>
                  </a:ext>
                </a:extLst>
              </p:cNvPr>
              <p:cNvSpPr/>
              <p:nvPr/>
            </p:nvSpPr>
            <p:spPr bwMode="auto">
              <a:xfrm>
                <a:off x="-3549826" y="4922619"/>
                <a:ext cx="2016367" cy="287323"/>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59" name="Rectangle 58">
                <a:extLst>
                  <a:ext uri="{FF2B5EF4-FFF2-40B4-BE49-F238E27FC236}">
                    <a16:creationId xmlns:a16="http://schemas.microsoft.com/office/drawing/2014/main" id="{5176C8DA-2034-4418-A01D-C9C9EE598706}"/>
                  </a:ext>
                </a:extLst>
              </p:cNvPr>
              <p:cNvSpPr/>
              <p:nvPr/>
            </p:nvSpPr>
            <p:spPr bwMode="auto">
              <a:xfrm>
                <a:off x="-3549826" y="5282963"/>
                <a:ext cx="2016367" cy="28732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60" name="Rectangle 59">
                <a:extLst>
                  <a:ext uri="{FF2B5EF4-FFF2-40B4-BE49-F238E27FC236}">
                    <a16:creationId xmlns:a16="http://schemas.microsoft.com/office/drawing/2014/main" id="{454A3B7C-20A7-48ED-B026-CE08D33AB67D}"/>
                  </a:ext>
                </a:extLst>
              </p:cNvPr>
              <p:cNvSpPr/>
              <p:nvPr/>
            </p:nvSpPr>
            <p:spPr bwMode="auto">
              <a:xfrm>
                <a:off x="-3549826" y="5641719"/>
                <a:ext cx="2016367" cy="28891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cxnSp>
            <p:nvCxnSpPr>
              <p:cNvPr id="81930" name="Straight Arrow Connector 60">
                <a:extLst>
                  <a:ext uri="{FF2B5EF4-FFF2-40B4-BE49-F238E27FC236}">
                    <a16:creationId xmlns:a16="http://schemas.microsoft.com/office/drawing/2014/main" id="{E374FE65-F1D9-0186-EF7D-8CFE961F7D8E}"/>
                  </a:ext>
                </a:extLst>
              </p:cNvPr>
              <p:cNvCxnSpPr>
                <a:cxnSpLocks/>
              </p:cNvCxnSpPr>
              <p:nvPr/>
            </p:nvCxnSpPr>
            <p:spPr bwMode="auto">
              <a:xfrm>
                <a:off x="-1536555" y="4706317"/>
                <a:ext cx="438603" cy="0"/>
              </a:xfrm>
              <a:prstGeom prst="straightConnector1">
                <a:avLst/>
              </a:prstGeom>
              <a:noFill/>
              <a:ln w="9525" algn="ctr">
                <a:solidFill>
                  <a:schemeClr val="tx1"/>
                </a:solidFill>
                <a:round/>
                <a:headEnd type="triangle" w="med" len="med"/>
                <a:tailEnd type="triangle" w="med" len="med"/>
              </a:ln>
            </p:spPr>
          </p:cxnSp>
          <p:cxnSp>
            <p:nvCxnSpPr>
              <p:cNvPr id="81931" name="Straight Arrow Connector 61">
                <a:extLst>
                  <a:ext uri="{FF2B5EF4-FFF2-40B4-BE49-F238E27FC236}">
                    <a16:creationId xmlns:a16="http://schemas.microsoft.com/office/drawing/2014/main" id="{077163C2-22EB-D13E-02D2-E2273848BC43}"/>
                  </a:ext>
                </a:extLst>
              </p:cNvPr>
              <p:cNvCxnSpPr>
                <a:cxnSpLocks/>
              </p:cNvCxnSpPr>
              <p:nvPr/>
            </p:nvCxnSpPr>
            <p:spPr bwMode="auto">
              <a:xfrm>
                <a:off x="-1536556" y="5073558"/>
                <a:ext cx="438603" cy="0"/>
              </a:xfrm>
              <a:prstGeom prst="straightConnector1">
                <a:avLst/>
              </a:prstGeom>
              <a:noFill/>
              <a:ln w="9525" algn="ctr">
                <a:solidFill>
                  <a:schemeClr val="tx1"/>
                </a:solidFill>
                <a:round/>
                <a:headEnd type="triangle" w="med" len="med"/>
                <a:tailEnd type="triangle" w="med" len="med"/>
              </a:ln>
            </p:spPr>
          </p:cxnSp>
          <p:cxnSp>
            <p:nvCxnSpPr>
              <p:cNvPr id="81932" name="Straight Arrow Connector 62">
                <a:extLst>
                  <a:ext uri="{FF2B5EF4-FFF2-40B4-BE49-F238E27FC236}">
                    <a16:creationId xmlns:a16="http://schemas.microsoft.com/office/drawing/2014/main" id="{0BEA2236-EB29-662E-3B85-6594CDBFC530}"/>
                  </a:ext>
                </a:extLst>
              </p:cNvPr>
              <p:cNvCxnSpPr>
                <a:cxnSpLocks/>
              </p:cNvCxnSpPr>
              <p:nvPr/>
            </p:nvCxnSpPr>
            <p:spPr bwMode="auto">
              <a:xfrm>
                <a:off x="-1536556" y="5403436"/>
                <a:ext cx="438603" cy="0"/>
              </a:xfrm>
              <a:prstGeom prst="straightConnector1">
                <a:avLst/>
              </a:prstGeom>
              <a:noFill/>
              <a:ln w="9525" algn="ctr">
                <a:solidFill>
                  <a:schemeClr val="tx1"/>
                </a:solidFill>
                <a:round/>
                <a:headEnd type="triangle" w="med" len="med"/>
                <a:tailEnd type="triangle" w="med" len="med"/>
              </a:ln>
            </p:spPr>
          </p:cxnSp>
          <p:cxnSp>
            <p:nvCxnSpPr>
              <p:cNvPr id="81933" name="Straight Arrow Connector 63">
                <a:extLst>
                  <a:ext uri="{FF2B5EF4-FFF2-40B4-BE49-F238E27FC236}">
                    <a16:creationId xmlns:a16="http://schemas.microsoft.com/office/drawing/2014/main" id="{2BAF73E7-1C40-C8CA-4CBE-2D283F763391}"/>
                  </a:ext>
                </a:extLst>
              </p:cNvPr>
              <p:cNvCxnSpPr>
                <a:cxnSpLocks/>
              </p:cNvCxnSpPr>
              <p:nvPr/>
            </p:nvCxnSpPr>
            <p:spPr bwMode="auto">
              <a:xfrm>
                <a:off x="-1536556" y="5784741"/>
                <a:ext cx="438603" cy="0"/>
              </a:xfrm>
              <a:prstGeom prst="straightConnector1">
                <a:avLst/>
              </a:prstGeom>
              <a:noFill/>
              <a:ln w="9525" algn="ctr">
                <a:solidFill>
                  <a:schemeClr val="tx1"/>
                </a:solidFill>
                <a:round/>
                <a:headEnd type="triangle" w="med" len="med"/>
                <a:tailEnd type="triangle" w="med" len="med"/>
              </a:ln>
            </p:spPr>
          </p:cxnSp>
          <p:sp>
            <p:nvSpPr>
              <p:cNvPr id="49" name="Rectangle 48">
                <a:extLst>
                  <a:ext uri="{FF2B5EF4-FFF2-40B4-BE49-F238E27FC236}">
                    <a16:creationId xmlns:a16="http://schemas.microsoft.com/office/drawing/2014/main" id="{9771C16C-4D5C-43F9-93A1-7699819FECA0}"/>
                  </a:ext>
                </a:extLst>
              </p:cNvPr>
              <p:cNvSpPr/>
              <p:nvPr/>
            </p:nvSpPr>
            <p:spPr bwMode="auto">
              <a:xfrm>
                <a:off x="-3521247" y="2871675"/>
                <a:ext cx="2016367" cy="28891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50" name="Rectangle 49">
                <a:extLst>
                  <a:ext uri="{FF2B5EF4-FFF2-40B4-BE49-F238E27FC236}">
                    <a16:creationId xmlns:a16="http://schemas.microsoft.com/office/drawing/2014/main" id="{2F396AB0-7EFB-46A3-9497-DC2AC2673908}"/>
                  </a:ext>
                </a:extLst>
              </p:cNvPr>
              <p:cNvSpPr/>
              <p:nvPr/>
            </p:nvSpPr>
            <p:spPr bwMode="auto">
              <a:xfrm>
                <a:off x="-3521247" y="3232019"/>
                <a:ext cx="2016367" cy="28891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51" name="Rectangle 50">
                <a:extLst>
                  <a:ext uri="{FF2B5EF4-FFF2-40B4-BE49-F238E27FC236}">
                    <a16:creationId xmlns:a16="http://schemas.microsoft.com/office/drawing/2014/main" id="{B0377BD2-0946-4D00-8822-74A1728F79CD}"/>
                  </a:ext>
                </a:extLst>
              </p:cNvPr>
              <p:cNvSpPr/>
              <p:nvPr/>
            </p:nvSpPr>
            <p:spPr bwMode="auto">
              <a:xfrm>
                <a:off x="-3521247" y="3592362"/>
                <a:ext cx="2016367" cy="287323"/>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52" name="Rectangle 51">
                <a:extLst>
                  <a:ext uri="{FF2B5EF4-FFF2-40B4-BE49-F238E27FC236}">
                    <a16:creationId xmlns:a16="http://schemas.microsoft.com/office/drawing/2014/main" id="{0FB37E74-4A20-4682-9737-D7230D8CFC28}"/>
                  </a:ext>
                </a:extLst>
              </p:cNvPr>
              <p:cNvSpPr/>
              <p:nvPr/>
            </p:nvSpPr>
            <p:spPr bwMode="auto">
              <a:xfrm>
                <a:off x="-3521247" y="3952707"/>
                <a:ext cx="2016367" cy="28732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cxnSp>
            <p:nvCxnSpPr>
              <p:cNvPr id="81938" name="Straight Arrow Connector 52">
                <a:extLst>
                  <a:ext uri="{FF2B5EF4-FFF2-40B4-BE49-F238E27FC236}">
                    <a16:creationId xmlns:a16="http://schemas.microsoft.com/office/drawing/2014/main" id="{931756E9-1308-D7AC-B395-51FC5E059C9E}"/>
                  </a:ext>
                </a:extLst>
              </p:cNvPr>
              <p:cNvCxnSpPr>
                <a:cxnSpLocks/>
              </p:cNvCxnSpPr>
              <p:nvPr/>
            </p:nvCxnSpPr>
            <p:spPr bwMode="auto">
              <a:xfrm>
                <a:off x="-1508696" y="3015779"/>
                <a:ext cx="438603" cy="0"/>
              </a:xfrm>
              <a:prstGeom prst="straightConnector1">
                <a:avLst/>
              </a:prstGeom>
              <a:noFill/>
              <a:ln w="9525" algn="ctr">
                <a:solidFill>
                  <a:schemeClr val="tx1"/>
                </a:solidFill>
                <a:round/>
                <a:headEnd type="triangle" w="med" len="med"/>
                <a:tailEnd type="triangle" w="med" len="med"/>
              </a:ln>
            </p:spPr>
          </p:cxnSp>
          <p:cxnSp>
            <p:nvCxnSpPr>
              <p:cNvPr id="81939" name="Straight Arrow Connector 53">
                <a:extLst>
                  <a:ext uri="{FF2B5EF4-FFF2-40B4-BE49-F238E27FC236}">
                    <a16:creationId xmlns:a16="http://schemas.microsoft.com/office/drawing/2014/main" id="{3C0CF9F2-18FA-375D-9C85-BB92C80F0DCD}"/>
                  </a:ext>
                </a:extLst>
              </p:cNvPr>
              <p:cNvCxnSpPr>
                <a:cxnSpLocks/>
              </p:cNvCxnSpPr>
              <p:nvPr/>
            </p:nvCxnSpPr>
            <p:spPr bwMode="auto">
              <a:xfrm>
                <a:off x="-1508697" y="3383020"/>
                <a:ext cx="438603" cy="0"/>
              </a:xfrm>
              <a:prstGeom prst="straightConnector1">
                <a:avLst/>
              </a:prstGeom>
              <a:noFill/>
              <a:ln w="9525" algn="ctr">
                <a:solidFill>
                  <a:schemeClr val="tx1"/>
                </a:solidFill>
                <a:round/>
                <a:headEnd type="triangle" w="med" len="med"/>
                <a:tailEnd type="triangle" w="med" len="med"/>
              </a:ln>
            </p:spPr>
          </p:cxnSp>
          <p:cxnSp>
            <p:nvCxnSpPr>
              <p:cNvPr id="81940" name="Straight Arrow Connector 54">
                <a:extLst>
                  <a:ext uri="{FF2B5EF4-FFF2-40B4-BE49-F238E27FC236}">
                    <a16:creationId xmlns:a16="http://schemas.microsoft.com/office/drawing/2014/main" id="{0DE7D2F1-F16A-3EDC-4796-B2BD521A7B48}"/>
                  </a:ext>
                </a:extLst>
              </p:cNvPr>
              <p:cNvCxnSpPr>
                <a:cxnSpLocks/>
              </p:cNvCxnSpPr>
              <p:nvPr/>
            </p:nvCxnSpPr>
            <p:spPr bwMode="auto">
              <a:xfrm>
                <a:off x="-1508697" y="3712898"/>
                <a:ext cx="438603" cy="0"/>
              </a:xfrm>
              <a:prstGeom prst="straightConnector1">
                <a:avLst/>
              </a:prstGeom>
              <a:noFill/>
              <a:ln w="9525" algn="ctr">
                <a:solidFill>
                  <a:schemeClr val="tx1"/>
                </a:solidFill>
                <a:round/>
                <a:headEnd type="triangle" w="med" len="med"/>
                <a:tailEnd type="triangle" w="med" len="med"/>
              </a:ln>
            </p:spPr>
          </p:cxnSp>
          <p:cxnSp>
            <p:nvCxnSpPr>
              <p:cNvPr id="81941" name="Straight Arrow Connector 55">
                <a:extLst>
                  <a:ext uri="{FF2B5EF4-FFF2-40B4-BE49-F238E27FC236}">
                    <a16:creationId xmlns:a16="http://schemas.microsoft.com/office/drawing/2014/main" id="{7BCC0BEF-FD37-24B0-293C-586458B191D4}"/>
                  </a:ext>
                </a:extLst>
              </p:cNvPr>
              <p:cNvCxnSpPr>
                <a:cxnSpLocks/>
              </p:cNvCxnSpPr>
              <p:nvPr/>
            </p:nvCxnSpPr>
            <p:spPr bwMode="auto">
              <a:xfrm>
                <a:off x="-1508697" y="4094203"/>
                <a:ext cx="438603" cy="0"/>
              </a:xfrm>
              <a:prstGeom prst="straightConnector1">
                <a:avLst/>
              </a:prstGeom>
              <a:noFill/>
              <a:ln w="9525" algn="ctr">
                <a:solidFill>
                  <a:schemeClr val="tx1"/>
                </a:solidFill>
                <a:round/>
                <a:headEnd type="triangle" w="med" len="med"/>
                <a:tailEnd type="triangle" w="med" len="med"/>
              </a:ln>
            </p:spPr>
          </p:cxnSp>
          <p:sp>
            <p:nvSpPr>
              <p:cNvPr id="8" name="Rectangle 7">
                <a:extLst>
                  <a:ext uri="{FF2B5EF4-FFF2-40B4-BE49-F238E27FC236}">
                    <a16:creationId xmlns:a16="http://schemas.microsoft.com/office/drawing/2014/main" id="{BF43173D-F13A-457A-90AF-49C4B20F0A6A}"/>
                  </a:ext>
                </a:extLst>
              </p:cNvPr>
              <p:cNvSpPr/>
              <p:nvPr/>
            </p:nvSpPr>
            <p:spPr bwMode="auto">
              <a:xfrm>
                <a:off x="-3551413" y="2762143"/>
                <a:ext cx="2016367" cy="28891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9" name="Rectangle 8">
                <a:extLst>
                  <a:ext uri="{FF2B5EF4-FFF2-40B4-BE49-F238E27FC236}">
                    <a16:creationId xmlns:a16="http://schemas.microsoft.com/office/drawing/2014/main" id="{B92FA167-B5D8-4016-8E13-5CD5BA73DF7E}"/>
                  </a:ext>
                </a:extLst>
              </p:cNvPr>
              <p:cNvSpPr/>
              <p:nvPr/>
            </p:nvSpPr>
            <p:spPr bwMode="auto">
              <a:xfrm>
                <a:off x="-3551413" y="3122487"/>
                <a:ext cx="2016367" cy="287323"/>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10" name="Rectangle 9">
                <a:extLst>
                  <a:ext uri="{FF2B5EF4-FFF2-40B4-BE49-F238E27FC236}">
                    <a16:creationId xmlns:a16="http://schemas.microsoft.com/office/drawing/2014/main" id="{D3159A4D-4F5F-467B-821D-A57B3062E01A}"/>
                  </a:ext>
                </a:extLst>
              </p:cNvPr>
              <p:cNvSpPr/>
              <p:nvPr/>
            </p:nvSpPr>
            <p:spPr bwMode="auto">
              <a:xfrm>
                <a:off x="-3551413" y="3482831"/>
                <a:ext cx="2016367" cy="28732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11" name="Rectangle 10">
                <a:extLst>
                  <a:ext uri="{FF2B5EF4-FFF2-40B4-BE49-F238E27FC236}">
                    <a16:creationId xmlns:a16="http://schemas.microsoft.com/office/drawing/2014/main" id="{06CF78B0-5679-43E1-A18F-FD0A5B977E26}"/>
                  </a:ext>
                </a:extLst>
              </p:cNvPr>
              <p:cNvSpPr/>
              <p:nvPr/>
            </p:nvSpPr>
            <p:spPr bwMode="auto">
              <a:xfrm>
                <a:off x="-3551413" y="3843174"/>
                <a:ext cx="2016367" cy="287323"/>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12" name="Rectangle 11">
                <a:extLst>
                  <a:ext uri="{FF2B5EF4-FFF2-40B4-BE49-F238E27FC236}">
                    <a16:creationId xmlns:a16="http://schemas.microsoft.com/office/drawing/2014/main" id="{03DFC70C-102A-4141-945F-7C8D7965C7B0}"/>
                  </a:ext>
                </a:extLst>
              </p:cNvPr>
              <p:cNvSpPr/>
              <p:nvPr/>
            </p:nvSpPr>
            <p:spPr bwMode="auto">
              <a:xfrm>
                <a:off x="-3551413" y="4417820"/>
                <a:ext cx="2016367" cy="28891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13" name="Rectangle 12">
                <a:extLst>
                  <a:ext uri="{FF2B5EF4-FFF2-40B4-BE49-F238E27FC236}">
                    <a16:creationId xmlns:a16="http://schemas.microsoft.com/office/drawing/2014/main" id="{28C0FA16-C487-48A4-9CC4-D5E1D034EE95}"/>
                  </a:ext>
                </a:extLst>
              </p:cNvPr>
              <p:cNvSpPr/>
              <p:nvPr/>
            </p:nvSpPr>
            <p:spPr bwMode="auto">
              <a:xfrm>
                <a:off x="-3551413" y="4778164"/>
                <a:ext cx="2016367" cy="28891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14" name="Rectangle 13">
                <a:extLst>
                  <a:ext uri="{FF2B5EF4-FFF2-40B4-BE49-F238E27FC236}">
                    <a16:creationId xmlns:a16="http://schemas.microsoft.com/office/drawing/2014/main" id="{C996AD3E-37E8-4973-9E7B-5F2933ECA0E3}"/>
                  </a:ext>
                </a:extLst>
              </p:cNvPr>
              <p:cNvSpPr/>
              <p:nvPr/>
            </p:nvSpPr>
            <p:spPr bwMode="auto">
              <a:xfrm>
                <a:off x="-3551413" y="5138507"/>
                <a:ext cx="2016367" cy="287323"/>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15" name="Rectangle 14">
                <a:extLst>
                  <a:ext uri="{FF2B5EF4-FFF2-40B4-BE49-F238E27FC236}">
                    <a16:creationId xmlns:a16="http://schemas.microsoft.com/office/drawing/2014/main" id="{D01E5B79-A140-47A0-8596-FBC5EFAE0342}"/>
                  </a:ext>
                </a:extLst>
              </p:cNvPr>
              <p:cNvSpPr/>
              <p:nvPr/>
            </p:nvSpPr>
            <p:spPr bwMode="auto">
              <a:xfrm>
                <a:off x="-3551413" y="5498852"/>
                <a:ext cx="2016367" cy="28732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100" dirty="0">
                    <a:solidFill>
                      <a:schemeClr val="tx1"/>
                    </a:solidFill>
                  </a:rPr>
                  <a:t>Memory array (100-266MHz)</a:t>
                </a:r>
              </a:p>
            </p:txBody>
          </p:sp>
          <p:sp>
            <p:nvSpPr>
              <p:cNvPr id="22" name="Trapezoid 21">
                <a:extLst>
                  <a:ext uri="{FF2B5EF4-FFF2-40B4-BE49-F238E27FC236}">
                    <a16:creationId xmlns:a16="http://schemas.microsoft.com/office/drawing/2014/main" id="{DECFFFDC-617D-4C7F-B066-2A028A17D659}"/>
                  </a:ext>
                </a:extLst>
              </p:cNvPr>
              <p:cNvSpPr/>
              <p:nvPr/>
            </p:nvSpPr>
            <p:spPr bwMode="auto">
              <a:xfrm rot="5400000">
                <a:off x="-1537316" y="3275637"/>
                <a:ext cx="1295333" cy="414387"/>
              </a:xfrm>
              <a:prstGeom prst="trapezoid">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endParaRPr lang="en-US" dirty="0">
                  <a:solidFill>
                    <a:schemeClr val="tx1"/>
                  </a:solidFill>
                </a:endParaRPr>
              </a:p>
            </p:txBody>
          </p:sp>
          <p:sp>
            <p:nvSpPr>
              <p:cNvPr id="23" name="Trapezoid 22">
                <a:extLst>
                  <a:ext uri="{FF2B5EF4-FFF2-40B4-BE49-F238E27FC236}">
                    <a16:creationId xmlns:a16="http://schemas.microsoft.com/office/drawing/2014/main" id="{194BCF03-760B-42FD-8EE1-BE932E21B0FC}"/>
                  </a:ext>
                </a:extLst>
              </p:cNvPr>
              <p:cNvSpPr/>
              <p:nvPr/>
            </p:nvSpPr>
            <p:spPr bwMode="auto">
              <a:xfrm rot="5400000">
                <a:off x="-1555572" y="4946395"/>
                <a:ext cx="1331844" cy="414387"/>
              </a:xfrm>
              <a:prstGeom prst="trapezoid">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endParaRPr lang="en-US" dirty="0">
                  <a:solidFill>
                    <a:schemeClr val="tx1"/>
                  </a:solidFill>
                </a:endParaRPr>
              </a:p>
            </p:txBody>
          </p:sp>
          <p:sp>
            <p:nvSpPr>
              <p:cNvPr id="81952" name="TextBox 24">
                <a:extLst>
                  <a:ext uri="{FF2B5EF4-FFF2-40B4-BE49-F238E27FC236}">
                    <a16:creationId xmlns:a16="http://schemas.microsoft.com/office/drawing/2014/main" id="{51F767BD-A133-F1C6-ACBB-443A7C83A93B}"/>
                  </a:ext>
                </a:extLst>
              </p:cNvPr>
              <p:cNvSpPr txBox="1">
                <a:spLocks noChangeArrowheads="1"/>
              </p:cNvSpPr>
              <p:nvPr/>
            </p:nvSpPr>
            <p:spPr bwMode="auto">
              <a:xfrm>
                <a:off x="-1181833" y="3303089"/>
                <a:ext cx="5838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dirty="0">
                    <a:solidFill>
                      <a:schemeClr val="bg1"/>
                    </a:solidFill>
                  </a:rPr>
                  <a:t>MUX</a:t>
                </a:r>
              </a:p>
            </p:txBody>
          </p:sp>
          <p:sp>
            <p:nvSpPr>
              <p:cNvPr id="81953" name="TextBox 25">
                <a:extLst>
                  <a:ext uri="{FF2B5EF4-FFF2-40B4-BE49-F238E27FC236}">
                    <a16:creationId xmlns:a16="http://schemas.microsoft.com/office/drawing/2014/main" id="{49F535BC-448C-6277-23F0-30D819E152AD}"/>
                  </a:ext>
                </a:extLst>
              </p:cNvPr>
              <p:cNvSpPr txBox="1">
                <a:spLocks noChangeArrowheads="1"/>
              </p:cNvSpPr>
              <p:nvPr/>
            </p:nvSpPr>
            <p:spPr bwMode="auto">
              <a:xfrm>
                <a:off x="-1181833" y="4938554"/>
                <a:ext cx="5838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dirty="0">
                    <a:solidFill>
                      <a:schemeClr val="bg1"/>
                    </a:solidFill>
                  </a:rPr>
                  <a:t>MUX</a:t>
                </a:r>
              </a:p>
            </p:txBody>
          </p:sp>
          <p:cxnSp>
            <p:nvCxnSpPr>
              <p:cNvPr id="81954" name="Straight Arrow Connector 29">
                <a:extLst>
                  <a:ext uri="{FF2B5EF4-FFF2-40B4-BE49-F238E27FC236}">
                    <a16:creationId xmlns:a16="http://schemas.microsoft.com/office/drawing/2014/main" id="{A2144DF9-A71E-2B9A-B8FD-D5FC9B25CB68}"/>
                  </a:ext>
                </a:extLst>
              </p:cNvPr>
              <p:cNvCxnSpPr>
                <a:cxnSpLocks/>
              </p:cNvCxnSpPr>
              <p:nvPr/>
            </p:nvCxnSpPr>
            <p:spPr bwMode="auto">
              <a:xfrm>
                <a:off x="-1538549" y="2906116"/>
                <a:ext cx="438603" cy="0"/>
              </a:xfrm>
              <a:prstGeom prst="straightConnector1">
                <a:avLst/>
              </a:prstGeom>
              <a:noFill/>
              <a:ln w="9525" algn="ctr">
                <a:solidFill>
                  <a:schemeClr val="tx1"/>
                </a:solidFill>
                <a:round/>
                <a:headEnd type="triangle" w="med" len="med"/>
                <a:tailEnd type="triangle" w="med" len="med"/>
              </a:ln>
            </p:spPr>
          </p:cxnSp>
          <p:cxnSp>
            <p:nvCxnSpPr>
              <p:cNvPr id="81955" name="Straight Arrow Connector 30">
                <a:extLst>
                  <a:ext uri="{FF2B5EF4-FFF2-40B4-BE49-F238E27FC236}">
                    <a16:creationId xmlns:a16="http://schemas.microsoft.com/office/drawing/2014/main" id="{D3F294F7-0FA8-F92E-D270-8F48CED1B482}"/>
                  </a:ext>
                </a:extLst>
              </p:cNvPr>
              <p:cNvCxnSpPr>
                <a:cxnSpLocks/>
              </p:cNvCxnSpPr>
              <p:nvPr/>
            </p:nvCxnSpPr>
            <p:spPr bwMode="auto">
              <a:xfrm>
                <a:off x="-1538550" y="3273357"/>
                <a:ext cx="438603" cy="0"/>
              </a:xfrm>
              <a:prstGeom prst="straightConnector1">
                <a:avLst/>
              </a:prstGeom>
              <a:noFill/>
              <a:ln w="9525" algn="ctr">
                <a:solidFill>
                  <a:schemeClr val="tx1"/>
                </a:solidFill>
                <a:round/>
                <a:headEnd type="triangle" w="med" len="med"/>
                <a:tailEnd type="triangle" w="med" len="med"/>
              </a:ln>
            </p:spPr>
          </p:cxnSp>
          <p:cxnSp>
            <p:nvCxnSpPr>
              <p:cNvPr id="81956" name="Straight Arrow Connector 31">
                <a:extLst>
                  <a:ext uri="{FF2B5EF4-FFF2-40B4-BE49-F238E27FC236}">
                    <a16:creationId xmlns:a16="http://schemas.microsoft.com/office/drawing/2014/main" id="{967C0186-4553-2E0F-CB28-540BD5CB2867}"/>
                  </a:ext>
                </a:extLst>
              </p:cNvPr>
              <p:cNvCxnSpPr>
                <a:cxnSpLocks/>
              </p:cNvCxnSpPr>
              <p:nvPr/>
            </p:nvCxnSpPr>
            <p:spPr bwMode="auto">
              <a:xfrm>
                <a:off x="-1538550" y="3603235"/>
                <a:ext cx="438603" cy="0"/>
              </a:xfrm>
              <a:prstGeom prst="straightConnector1">
                <a:avLst/>
              </a:prstGeom>
              <a:noFill/>
              <a:ln w="9525" algn="ctr">
                <a:solidFill>
                  <a:schemeClr val="tx1"/>
                </a:solidFill>
                <a:round/>
                <a:headEnd type="triangle" w="med" len="med"/>
                <a:tailEnd type="triangle" w="med" len="med"/>
              </a:ln>
            </p:spPr>
          </p:cxnSp>
          <p:cxnSp>
            <p:nvCxnSpPr>
              <p:cNvPr id="81957" name="Straight Arrow Connector 32">
                <a:extLst>
                  <a:ext uri="{FF2B5EF4-FFF2-40B4-BE49-F238E27FC236}">
                    <a16:creationId xmlns:a16="http://schemas.microsoft.com/office/drawing/2014/main" id="{14B6C827-D493-9DAA-9AB4-13E32CA3FF38}"/>
                  </a:ext>
                </a:extLst>
              </p:cNvPr>
              <p:cNvCxnSpPr>
                <a:cxnSpLocks/>
              </p:cNvCxnSpPr>
              <p:nvPr/>
            </p:nvCxnSpPr>
            <p:spPr bwMode="auto">
              <a:xfrm>
                <a:off x="-1538550" y="3984540"/>
                <a:ext cx="438603" cy="0"/>
              </a:xfrm>
              <a:prstGeom prst="straightConnector1">
                <a:avLst/>
              </a:prstGeom>
              <a:noFill/>
              <a:ln w="9525" algn="ctr">
                <a:solidFill>
                  <a:schemeClr val="tx1"/>
                </a:solidFill>
                <a:round/>
                <a:headEnd type="triangle" w="med" len="med"/>
                <a:tailEnd type="triangle" w="med" len="med"/>
              </a:ln>
            </p:spPr>
          </p:cxnSp>
          <p:cxnSp>
            <p:nvCxnSpPr>
              <p:cNvPr id="81958" name="Straight Arrow Connector 33">
                <a:extLst>
                  <a:ext uri="{FF2B5EF4-FFF2-40B4-BE49-F238E27FC236}">
                    <a16:creationId xmlns:a16="http://schemas.microsoft.com/office/drawing/2014/main" id="{70DA0FF4-01F8-58C9-F4B3-622D5F4946D5}"/>
                  </a:ext>
                </a:extLst>
              </p:cNvPr>
              <p:cNvCxnSpPr>
                <a:cxnSpLocks/>
              </p:cNvCxnSpPr>
              <p:nvPr/>
            </p:nvCxnSpPr>
            <p:spPr bwMode="auto">
              <a:xfrm>
                <a:off x="-1538550" y="4562301"/>
                <a:ext cx="438603" cy="0"/>
              </a:xfrm>
              <a:prstGeom prst="straightConnector1">
                <a:avLst/>
              </a:prstGeom>
              <a:noFill/>
              <a:ln w="9525" algn="ctr">
                <a:solidFill>
                  <a:schemeClr val="tx1"/>
                </a:solidFill>
                <a:round/>
                <a:headEnd type="triangle" w="med" len="med"/>
                <a:tailEnd type="triangle" w="med" len="med"/>
              </a:ln>
            </p:spPr>
          </p:cxnSp>
          <p:cxnSp>
            <p:nvCxnSpPr>
              <p:cNvPr id="81959" name="Straight Arrow Connector 34">
                <a:extLst>
                  <a:ext uri="{FF2B5EF4-FFF2-40B4-BE49-F238E27FC236}">
                    <a16:creationId xmlns:a16="http://schemas.microsoft.com/office/drawing/2014/main" id="{AE97FA53-2115-AAB6-1A6D-BC51942D7997}"/>
                  </a:ext>
                </a:extLst>
              </p:cNvPr>
              <p:cNvCxnSpPr>
                <a:cxnSpLocks/>
              </p:cNvCxnSpPr>
              <p:nvPr/>
            </p:nvCxnSpPr>
            <p:spPr bwMode="auto">
              <a:xfrm>
                <a:off x="-1538551" y="4929542"/>
                <a:ext cx="438603" cy="0"/>
              </a:xfrm>
              <a:prstGeom prst="straightConnector1">
                <a:avLst/>
              </a:prstGeom>
              <a:noFill/>
              <a:ln w="9525" algn="ctr">
                <a:solidFill>
                  <a:schemeClr val="tx1"/>
                </a:solidFill>
                <a:round/>
                <a:headEnd type="triangle" w="med" len="med"/>
                <a:tailEnd type="triangle" w="med" len="med"/>
              </a:ln>
            </p:spPr>
          </p:cxnSp>
          <p:cxnSp>
            <p:nvCxnSpPr>
              <p:cNvPr id="81960" name="Straight Arrow Connector 35">
                <a:extLst>
                  <a:ext uri="{FF2B5EF4-FFF2-40B4-BE49-F238E27FC236}">
                    <a16:creationId xmlns:a16="http://schemas.microsoft.com/office/drawing/2014/main" id="{DD018CE0-A15D-2674-5E3D-9F434CA73195}"/>
                  </a:ext>
                </a:extLst>
              </p:cNvPr>
              <p:cNvCxnSpPr>
                <a:cxnSpLocks/>
              </p:cNvCxnSpPr>
              <p:nvPr/>
            </p:nvCxnSpPr>
            <p:spPr bwMode="auto">
              <a:xfrm>
                <a:off x="-1538551" y="5259420"/>
                <a:ext cx="438603" cy="0"/>
              </a:xfrm>
              <a:prstGeom prst="straightConnector1">
                <a:avLst/>
              </a:prstGeom>
              <a:noFill/>
              <a:ln w="9525" algn="ctr">
                <a:solidFill>
                  <a:schemeClr val="tx1"/>
                </a:solidFill>
                <a:round/>
                <a:headEnd type="triangle" w="med" len="med"/>
                <a:tailEnd type="triangle" w="med" len="med"/>
              </a:ln>
            </p:spPr>
          </p:cxnSp>
          <p:cxnSp>
            <p:nvCxnSpPr>
              <p:cNvPr id="81961" name="Straight Arrow Connector 36">
                <a:extLst>
                  <a:ext uri="{FF2B5EF4-FFF2-40B4-BE49-F238E27FC236}">
                    <a16:creationId xmlns:a16="http://schemas.microsoft.com/office/drawing/2014/main" id="{7A6E1917-3182-0A63-4B11-90FEC2F3B9D0}"/>
                  </a:ext>
                </a:extLst>
              </p:cNvPr>
              <p:cNvCxnSpPr>
                <a:cxnSpLocks/>
              </p:cNvCxnSpPr>
              <p:nvPr/>
            </p:nvCxnSpPr>
            <p:spPr bwMode="auto">
              <a:xfrm>
                <a:off x="-1538551" y="5640725"/>
                <a:ext cx="438603" cy="0"/>
              </a:xfrm>
              <a:prstGeom prst="straightConnector1">
                <a:avLst/>
              </a:prstGeom>
              <a:noFill/>
              <a:ln w="9525" algn="ctr">
                <a:solidFill>
                  <a:schemeClr val="tx1"/>
                </a:solidFill>
                <a:round/>
                <a:headEnd type="triangle" w="med" len="med"/>
                <a:tailEnd type="triangle" w="med" len="med"/>
              </a:ln>
            </p:spPr>
          </p:cxnSp>
          <p:cxnSp>
            <p:nvCxnSpPr>
              <p:cNvPr id="81962" name="Straight Arrow Connector 37">
                <a:extLst>
                  <a:ext uri="{FF2B5EF4-FFF2-40B4-BE49-F238E27FC236}">
                    <a16:creationId xmlns:a16="http://schemas.microsoft.com/office/drawing/2014/main" id="{4BD064CA-CDD7-082F-4817-862E836678FC}"/>
                  </a:ext>
                </a:extLst>
              </p:cNvPr>
              <p:cNvCxnSpPr>
                <a:cxnSpLocks/>
              </p:cNvCxnSpPr>
              <p:nvPr/>
            </p:nvCxnSpPr>
            <p:spPr bwMode="auto">
              <a:xfrm>
                <a:off x="-686211" y="3440335"/>
                <a:ext cx="649699" cy="0"/>
              </a:xfrm>
              <a:prstGeom prst="straightConnector1">
                <a:avLst/>
              </a:prstGeom>
              <a:noFill/>
              <a:ln w="9525" algn="ctr">
                <a:solidFill>
                  <a:schemeClr val="tx1"/>
                </a:solidFill>
                <a:round/>
                <a:headEnd type="triangle" w="med" len="med"/>
                <a:tailEnd type="triangle" w="med" len="med"/>
              </a:ln>
            </p:spPr>
          </p:cxnSp>
          <p:cxnSp>
            <p:nvCxnSpPr>
              <p:cNvPr id="81963" name="Straight Arrow Connector 38">
                <a:extLst>
                  <a:ext uri="{FF2B5EF4-FFF2-40B4-BE49-F238E27FC236}">
                    <a16:creationId xmlns:a16="http://schemas.microsoft.com/office/drawing/2014/main" id="{C3202C62-6F3F-2FA6-C2F2-1CE875543D5B}"/>
                  </a:ext>
                </a:extLst>
              </p:cNvPr>
              <p:cNvCxnSpPr>
                <a:cxnSpLocks/>
              </p:cNvCxnSpPr>
              <p:nvPr/>
            </p:nvCxnSpPr>
            <p:spPr bwMode="auto">
              <a:xfrm>
                <a:off x="-693604" y="5066357"/>
                <a:ext cx="649699" cy="0"/>
              </a:xfrm>
              <a:prstGeom prst="straightConnector1">
                <a:avLst/>
              </a:prstGeom>
              <a:noFill/>
              <a:ln w="9525" algn="ctr">
                <a:solidFill>
                  <a:schemeClr val="tx1"/>
                </a:solidFill>
                <a:round/>
                <a:headEnd type="triangle" w="med" len="med"/>
                <a:tailEnd type="triangle" w="med" len="med"/>
              </a:ln>
            </p:spPr>
          </p:cxnSp>
          <p:sp>
            <p:nvSpPr>
              <p:cNvPr id="47" name="Trapezoid 46">
                <a:extLst>
                  <a:ext uri="{FF2B5EF4-FFF2-40B4-BE49-F238E27FC236}">
                    <a16:creationId xmlns:a16="http://schemas.microsoft.com/office/drawing/2014/main" id="{53A03C17-A99C-4984-855D-4218FB0F5C60}"/>
                  </a:ext>
                </a:extLst>
              </p:cNvPr>
              <p:cNvSpPr/>
              <p:nvPr/>
            </p:nvSpPr>
            <p:spPr bwMode="auto">
              <a:xfrm rot="5400000">
                <a:off x="-1141868" y="4039186"/>
                <a:ext cx="2627177" cy="412800"/>
              </a:xfrm>
              <a:prstGeom prst="trapezoid">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endParaRPr lang="en-US" dirty="0">
                  <a:solidFill>
                    <a:schemeClr val="tx1"/>
                  </a:solidFill>
                </a:endParaRPr>
              </a:p>
            </p:txBody>
          </p:sp>
          <p:sp>
            <p:nvSpPr>
              <p:cNvPr id="81965" name="TextBox 47">
                <a:extLst>
                  <a:ext uri="{FF2B5EF4-FFF2-40B4-BE49-F238E27FC236}">
                    <a16:creationId xmlns:a16="http://schemas.microsoft.com/office/drawing/2014/main" id="{E88A58A2-55ED-CAA1-F7D6-0A367F3A7B0E}"/>
                  </a:ext>
                </a:extLst>
              </p:cNvPr>
              <p:cNvSpPr txBox="1">
                <a:spLocks noChangeArrowheads="1"/>
              </p:cNvSpPr>
              <p:nvPr/>
            </p:nvSpPr>
            <p:spPr bwMode="auto">
              <a:xfrm>
                <a:off x="-126614" y="4094203"/>
                <a:ext cx="5838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dirty="0">
                    <a:solidFill>
                      <a:schemeClr val="bg1"/>
                    </a:solidFill>
                  </a:rPr>
                  <a:t>MUX</a:t>
                </a:r>
              </a:p>
            </p:txBody>
          </p:sp>
          <p:cxnSp>
            <p:nvCxnSpPr>
              <p:cNvPr id="81966" name="Straight Arrow Connector 64">
                <a:extLst>
                  <a:ext uri="{FF2B5EF4-FFF2-40B4-BE49-F238E27FC236}">
                    <a16:creationId xmlns:a16="http://schemas.microsoft.com/office/drawing/2014/main" id="{F659DACE-FE5D-54DE-AFDB-17F94342A9AF}"/>
                  </a:ext>
                </a:extLst>
              </p:cNvPr>
              <p:cNvCxnSpPr>
                <a:cxnSpLocks/>
              </p:cNvCxnSpPr>
              <p:nvPr/>
            </p:nvCxnSpPr>
            <p:spPr bwMode="auto">
              <a:xfrm>
                <a:off x="378496" y="4239916"/>
                <a:ext cx="649699" cy="0"/>
              </a:xfrm>
              <a:prstGeom prst="straightConnector1">
                <a:avLst/>
              </a:prstGeom>
              <a:noFill/>
              <a:ln w="9525" algn="ctr">
                <a:solidFill>
                  <a:schemeClr val="tx1"/>
                </a:solidFill>
                <a:round/>
                <a:headEnd type="triangle" w="med" len="med"/>
                <a:tailEnd type="triangle" w="med" len="med"/>
              </a:ln>
            </p:spPr>
          </p:cxnSp>
          <p:sp>
            <p:nvSpPr>
              <p:cNvPr id="66" name="Rectangle 65">
                <a:extLst>
                  <a:ext uri="{FF2B5EF4-FFF2-40B4-BE49-F238E27FC236}">
                    <a16:creationId xmlns:a16="http://schemas.microsoft.com/office/drawing/2014/main" id="{851A9A94-B664-4FED-B429-0B7F8810ECF4}"/>
                  </a:ext>
                </a:extLst>
              </p:cNvPr>
              <p:cNvSpPr/>
              <p:nvPr/>
            </p:nvSpPr>
            <p:spPr bwMode="auto">
              <a:xfrm>
                <a:off x="1048126" y="4093986"/>
                <a:ext cx="1547999" cy="28891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sz="1100" dirty="0">
                    <a:solidFill>
                      <a:schemeClr val="tx1"/>
                    </a:solidFill>
                  </a:rPr>
                  <a:t>I/O (667-1600MHz)</a:t>
                </a:r>
              </a:p>
            </p:txBody>
          </p:sp>
          <p:sp>
            <p:nvSpPr>
              <p:cNvPr id="81968" name="TextBox 1">
                <a:extLst>
                  <a:ext uri="{FF2B5EF4-FFF2-40B4-BE49-F238E27FC236}">
                    <a16:creationId xmlns:a16="http://schemas.microsoft.com/office/drawing/2014/main" id="{0359F4A8-B3E6-FE98-A650-E013B6C97F92}"/>
                  </a:ext>
                </a:extLst>
              </p:cNvPr>
              <p:cNvSpPr txBox="1">
                <a:spLocks noChangeArrowheads="1"/>
              </p:cNvSpPr>
              <p:nvPr/>
            </p:nvSpPr>
            <p:spPr bwMode="auto">
              <a:xfrm>
                <a:off x="-3188438" y="2382314"/>
                <a:ext cx="12891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t>Bank Group 0</a:t>
                </a:r>
              </a:p>
            </p:txBody>
          </p:sp>
          <p:sp>
            <p:nvSpPr>
              <p:cNvPr id="81969" name="TextBox 67">
                <a:extLst>
                  <a:ext uri="{FF2B5EF4-FFF2-40B4-BE49-F238E27FC236}">
                    <a16:creationId xmlns:a16="http://schemas.microsoft.com/office/drawing/2014/main" id="{3BB66C66-FE74-84AC-3D50-EB89335C538E}"/>
                  </a:ext>
                </a:extLst>
              </p:cNvPr>
              <p:cNvSpPr txBox="1">
                <a:spLocks noChangeArrowheads="1"/>
              </p:cNvSpPr>
              <p:nvPr/>
            </p:nvSpPr>
            <p:spPr bwMode="auto">
              <a:xfrm>
                <a:off x="-3188438" y="5997483"/>
                <a:ext cx="12891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t>Bank Group 1</a:t>
                </a:r>
              </a:p>
            </p:txBody>
          </p:sp>
          <p:sp>
            <p:nvSpPr>
              <p:cNvPr id="81970" name="TextBox 2">
                <a:extLst>
                  <a:ext uri="{FF2B5EF4-FFF2-40B4-BE49-F238E27FC236}">
                    <a16:creationId xmlns:a16="http://schemas.microsoft.com/office/drawing/2014/main" id="{0469D1D3-4C56-E6D4-13C7-B6A63DA0D7DF}"/>
                  </a:ext>
                </a:extLst>
              </p:cNvPr>
              <p:cNvSpPr txBox="1">
                <a:spLocks noChangeArrowheads="1"/>
              </p:cNvSpPr>
              <p:nvPr/>
            </p:nvSpPr>
            <p:spPr bwMode="auto">
              <a:xfrm>
                <a:off x="996149" y="3797996"/>
                <a:ext cx="7675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t>DDR4</a:t>
                </a:r>
              </a:p>
            </p:txBody>
          </p:sp>
          <p:sp>
            <p:nvSpPr>
              <p:cNvPr id="81971" name="TextBox 69">
                <a:extLst>
                  <a:ext uri="{FF2B5EF4-FFF2-40B4-BE49-F238E27FC236}">
                    <a16:creationId xmlns:a16="http://schemas.microsoft.com/office/drawing/2014/main" id="{48780546-6A0D-FF44-4490-6FE818DF9F50}"/>
                  </a:ext>
                </a:extLst>
              </p:cNvPr>
              <p:cNvSpPr txBox="1">
                <a:spLocks noChangeArrowheads="1"/>
              </p:cNvSpPr>
              <p:nvPr/>
            </p:nvSpPr>
            <p:spPr bwMode="auto">
              <a:xfrm>
                <a:off x="1068669" y="4370665"/>
                <a:ext cx="15782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t>1333-3200Mbps</a:t>
                </a:r>
              </a:p>
            </p:txBody>
          </p:sp>
        </p:gr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6775AF8C-E6EA-2EEE-E151-E8659D43EA48}"/>
              </a:ext>
            </a:extLst>
          </p:cNvPr>
          <p:cNvSpPr>
            <a:spLocks noGrp="1" noChangeArrowheads="1"/>
          </p:cNvSpPr>
          <p:nvPr>
            <p:ph type="title"/>
          </p:nvPr>
        </p:nvSpPr>
        <p:spPr/>
        <p:txBody>
          <a:bodyPr/>
          <a:lstStyle/>
          <a:p>
            <a:r>
              <a:rPr lang="en-US" altLang="en-US"/>
              <a:t>Read Only Memory (ROM)</a:t>
            </a:r>
          </a:p>
        </p:txBody>
      </p:sp>
      <p:sp>
        <p:nvSpPr>
          <p:cNvPr id="82947" name="Content Placeholder 28">
            <a:extLst>
              <a:ext uri="{FF2B5EF4-FFF2-40B4-BE49-F238E27FC236}">
                <a16:creationId xmlns:a16="http://schemas.microsoft.com/office/drawing/2014/main" id="{52681874-D1D7-5C31-EAED-F5937C8149AC}"/>
              </a:ext>
            </a:extLst>
          </p:cNvPr>
          <p:cNvSpPr>
            <a:spLocks noGrp="1" noChangeArrowheads="1"/>
          </p:cNvSpPr>
          <p:nvPr>
            <p:ph type="body" sz="quarter" idx="10"/>
          </p:nvPr>
        </p:nvSpPr>
        <p:spPr/>
        <p:txBody>
          <a:bodyPr/>
          <a:lstStyle/>
          <a:p>
            <a:pPr>
              <a:buFont typeface="Wingdings" panose="05000000000000000000" pitchFamily="2" charset="2"/>
              <a:buNone/>
            </a:pPr>
            <a:r>
              <a:rPr lang="en-US" altLang="en-US" sz="2000"/>
              <a:t> </a:t>
            </a:r>
          </a:p>
          <a:p>
            <a:endParaRPr lang="en-US" altLang="en-US" sz="2000"/>
          </a:p>
          <a:p>
            <a:endParaRPr lang="en-US" altLang="en-US" sz="2000"/>
          </a:p>
          <a:p>
            <a:endParaRPr lang="en-US" altLang="en-US" sz="2000"/>
          </a:p>
          <a:p>
            <a:endParaRPr lang="en-US" altLang="en-US" sz="2000"/>
          </a:p>
          <a:p>
            <a:endParaRPr lang="en-US" altLang="en-US" sz="2000"/>
          </a:p>
          <a:p>
            <a:endParaRPr lang="en-US" altLang="en-US" sz="2000"/>
          </a:p>
          <a:p>
            <a:r>
              <a:rPr lang="en-US" altLang="en-US" sz="2000"/>
              <a:t>ROM is non-volatile memory</a:t>
            </a:r>
          </a:p>
          <a:p>
            <a:r>
              <a:rPr lang="en-US" altLang="en-US" sz="2000"/>
              <a:t>ROM is a combinational circuit with n inputs and m outputs</a:t>
            </a:r>
          </a:p>
          <a:p>
            <a:r>
              <a:rPr lang="en-US" altLang="en-US" sz="2000"/>
              <a:t>Types of ROM: mask ROM, programmable ROM, erasable ROM</a:t>
            </a:r>
          </a:p>
          <a:p>
            <a:endParaRPr lang="ru-RU" altLang="en-US" sz="2000"/>
          </a:p>
          <a:p>
            <a:endParaRPr lang="en-US" altLang="en-US" sz="2000"/>
          </a:p>
        </p:txBody>
      </p:sp>
      <p:grpSp>
        <p:nvGrpSpPr>
          <p:cNvPr id="2" name="Group 51">
            <a:extLst>
              <a:ext uri="{FF2B5EF4-FFF2-40B4-BE49-F238E27FC236}">
                <a16:creationId xmlns:a16="http://schemas.microsoft.com/office/drawing/2014/main" id="{F6A46220-40D9-412C-9BD0-A34B3772A9AA}"/>
              </a:ext>
            </a:extLst>
          </p:cNvPr>
          <p:cNvGrpSpPr>
            <a:grpSpLocks/>
          </p:cNvGrpSpPr>
          <p:nvPr/>
        </p:nvGrpSpPr>
        <p:grpSpPr bwMode="auto">
          <a:xfrm>
            <a:off x="3309918" y="1571612"/>
            <a:ext cx="4845050" cy="2347912"/>
            <a:chOff x="22" y="1135"/>
            <a:chExt cx="3052" cy="1479"/>
          </a:xfrm>
          <a:noFill/>
        </p:grpSpPr>
        <p:sp>
          <p:nvSpPr>
            <p:cNvPr id="4" name="Rectangle 5">
              <a:extLst>
                <a:ext uri="{FF2B5EF4-FFF2-40B4-BE49-F238E27FC236}">
                  <a16:creationId xmlns:a16="http://schemas.microsoft.com/office/drawing/2014/main" id="{8056552B-FF95-40A4-9577-956CB83D13AC}"/>
                </a:ext>
              </a:extLst>
            </p:cNvPr>
            <p:cNvSpPr>
              <a:spLocks noChangeArrowheads="1"/>
            </p:cNvSpPr>
            <p:nvPr/>
          </p:nvSpPr>
          <p:spPr bwMode="auto">
            <a:xfrm>
              <a:off x="1144" y="1135"/>
              <a:ext cx="832" cy="1479"/>
            </a:xfrm>
            <a:prstGeom prst="rect">
              <a:avLst/>
            </a:prstGeom>
            <a:solidFill>
              <a:schemeClr val="accent1">
                <a:lumMod val="60000"/>
                <a:lumOff val="40000"/>
              </a:schemeClr>
            </a:solidFill>
            <a:ln w="25400">
              <a:solidFill>
                <a:schemeClr val="tx1"/>
              </a:solidFill>
              <a:miter lim="800000"/>
              <a:headEnd/>
              <a:tailEnd/>
            </a:ln>
            <a:effectLst/>
          </p:spPr>
          <p:txBody>
            <a:bodyPr wrap="none"/>
            <a:lstStyle/>
            <a:p>
              <a:pPr eaLnBrk="1" hangingPunct="1">
                <a:defRPr/>
              </a:pPr>
              <a:r>
                <a:rPr lang="en-US" dirty="0"/>
                <a:t>2</a:t>
              </a:r>
              <a:r>
                <a:rPr lang="en-US" baseline="30000" dirty="0"/>
                <a:t>n</a:t>
              </a:r>
              <a:r>
                <a:rPr lang="en-US" dirty="0"/>
                <a:t>×m ROM</a:t>
              </a:r>
            </a:p>
            <a:p>
              <a:pPr eaLnBrk="1" hangingPunct="1">
                <a:defRPr/>
              </a:pPr>
              <a:r>
                <a:rPr lang="en-US" dirty="0"/>
                <a:t>A0</a:t>
              </a:r>
            </a:p>
            <a:p>
              <a:pPr eaLnBrk="1" hangingPunct="1">
                <a:defRPr/>
              </a:pPr>
              <a:r>
                <a:rPr lang="en-US" dirty="0"/>
                <a:t>A1</a:t>
              </a:r>
            </a:p>
            <a:p>
              <a:pPr eaLnBrk="1" hangingPunct="1">
                <a:defRPr/>
              </a:pPr>
              <a:r>
                <a:rPr lang="en-US" dirty="0"/>
                <a:t>A2</a:t>
              </a:r>
            </a:p>
            <a:p>
              <a:pPr eaLnBrk="1" hangingPunct="1">
                <a:defRPr/>
              </a:pPr>
              <a:endParaRPr lang="en-US" dirty="0"/>
            </a:p>
            <a:p>
              <a:pPr eaLnBrk="1" hangingPunct="1">
                <a:defRPr/>
              </a:pPr>
              <a:endParaRPr lang="en-US" dirty="0"/>
            </a:p>
            <a:p>
              <a:pPr eaLnBrk="1" hangingPunct="1">
                <a:defRPr/>
              </a:pPr>
              <a:r>
                <a:rPr lang="en-US" dirty="0"/>
                <a:t>A</a:t>
              </a:r>
              <a:r>
                <a:rPr lang="en-US" baseline="-25000" dirty="0"/>
                <a:t>n-1</a:t>
              </a:r>
              <a:endParaRPr lang="en-US" dirty="0"/>
            </a:p>
            <a:p>
              <a:pPr eaLnBrk="1" hangingPunct="1">
                <a:defRPr/>
              </a:pPr>
              <a:endParaRPr lang="en-US" dirty="0"/>
            </a:p>
          </p:txBody>
        </p:sp>
        <p:sp>
          <p:nvSpPr>
            <p:cNvPr id="5" name="Line 6">
              <a:extLst>
                <a:ext uri="{FF2B5EF4-FFF2-40B4-BE49-F238E27FC236}">
                  <a16:creationId xmlns:a16="http://schemas.microsoft.com/office/drawing/2014/main" id="{F341F7E5-4E1D-4078-B321-473B5A80FB3B}"/>
                </a:ext>
              </a:extLst>
            </p:cNvPr>
            <p:cNvSpPr>
              <a:spLocks noChangeShapeType="1"/>
            </p:cNvSpPr>
            <p:nvPr/>
          </p:nvSpPr>
          <p:spPr bwMode="auto">
            <a:xfrm>
              <a:off x="872" y="1443"/>
              <a:ext cx="272" cy="0"/>
            </a:xfrm>
            <a:prstGeom prst="line">
              <a:avLst/>
            </a:prstGeom>
            <a:grpFill/>
            <a:ln w="25400">
              <a:solidFill>
                <a:schemeClr val="tx1"/>
              </a:solidFill>
              <a:round/>
              <a:headEnd/>
              <a:tailEnd/>
            </a:ln>
            <a:effectLst/>
          </p:spPr>
          <p:txBody>
            <a:bodyPr/>
            <a:lstStyle/>
            <a:p>
              <a:pPr eaLnBrk="1" hangingPunct="1">
                <a:defRPr/>
              </a:pPr>
              <a:endParaRPr lang="en-US" sz="1600"/>
            </a:p>
          </p:txBody>
        </p:sp>
        <p:sp>
          <p:nvSpPr>
            <p:cNvPr id="6" name="Line 7">
              <a:extLst>
                <a:ext uri="{FF2B5EF4-FFF2-40B4-BE49-F238E27FC236}">
                  <a16:creationId xmlns:a16="http://schemas.microsoft.com/office/drawing/2014/main" id="{6384126D-7401-40B9-86EC-A9F58A241432}"/>
                </a:ext>
              </a:extLst>
            </p:cNvPr>
            <p:cNvSpPr>
              <a:spLocks noChangeShapeType="1"/>
            </p:cNvSpPr>
            <p:nvPr/>
          </p:nvSpPr>
          <p:spPr bwMode="auto">
            <a:xfrm>
              <a:off x="872" y="1624"/>
              <a:ext cx="272" cy="0"/>
            </a:xfrm>
            <a:prstGeom prst="line">
              <a:avLst/>
            </a:prstGeom>
            <a:grpFill/>
            <a:ln w="25400">
              <a:solidFill>
                <a:schemeClr val="tx1"/>
              </a:solidFill>
              <a:round/>
              <a:headEnd/>
              <a:tailEnd/>
            </a:ln>
            <a:effectLst/>
          </p:spPr>
          <p:txBody>
            <a:bodyPr/>
            <a:lstStyle/>
            <a:p>
              <a:pPr eaLnBrk="1" hangingPunct="1">
                <a:defRPr/>
              </a:pPr>
              <a:endParaRPr lang="en-US" sz="1600"/>
            </a:p>
          </p:txBody>
        </p:sp>
        <p:sp>
          <p:nvSpPr>
            <p:cNvPr id="7" name="Line 8">
              <a:extLst>
                <a:ext uri="{FF2B5EF4-FFF2-40B4-BE49-F238E27FC236}">
                  <a16:creationId xmlns:a16="http://schemas.microsoft.com/office/drawing/2014/main" id="{5F1C0EB1-1FB8-4C90-BAB1-962B8529F05E}"/>
                </a:ext>
              </a:extLst>
            </p:cNvPr>
            <p:cNvSpPr>
              <a:spLocks noChangeShapeType="1"/>
            </p:cNvSpPr>
            <p:nvPr/>
          </p:nvSpPr>
          <p:spPr bwMode="auto">
            <a:xfrm>
              <a:off x="863" y="1796"/>
              <a:ext cx="272" cy="0"/>
            </a:xfrm>
            <a:prstGeom prst="line">
              <a:avLst/>
            </a:prstGeom>
            <a:grpFill/>
            <a:ln w="25400">
              <a:solidFill>
                <a:schemeClr val="tx1"/>
              </a:solidFill>
              <a:round/>
              <a:headEnd/>
              <a:tailEnd/>
            </a:ln>
            <a:effectLst/>
          </p:spPr>
          <p:txBody>
            <a:bodyPr/>
            <a:lstStyle/>
            <a:p>
              <a:pPr eaLnBrk="1" hangingPunct="1">
                <a:defRPr/>
              </a:pPr>
              <a:endParaRPr lang="en-US" sz="1600"/>
            </a:p>
          </p:txBody>
        </p:sp>
        <p:sp>
          <p:nvSpPr>
            <p:cNvPr id="8" name="Line 9">
              <a:extLst>
                <a:ext uri="{FF2B5EF4-FFF2-40B4-BE49-F238E27FC236}">
                  <a16:creationId xmlns:a16="http://schemas.microsoft.com/office/drawing/2014/main" id="{85E88E1B-8493-4C70-801B-2E5524D1BB6E}"/>
                </a:ext>
              </a:extLst>
            </p:cNvPr>
            <p:cNvSpPr>
              <a:spLocks noChangeShapeType="1"/>
            </p:cNvSpPr>
            <p:nvPr/>
          </p:nvSpPr>
          <p:spPr bwMode="auto">
            <a:xfrm>
              <a:off x="872" y="2395"/>
              <a:ext cx="272" cy="0"/>
            </a:xfrm>
            <a:prstGeom prst="line">
              <a:avLst/>
            </a:prstGeom>
            <a:grpFill/>
            <a:ln w="25400">
              <a:solidFill>
                <a:schemeClr val="tx1"/>
              </a:solidFill>
              <a:round/>
              <a:headEnd/>
              <a:tailEnd/>
            </a:ln>
            <a:effectLst/>
          </p:spPr>
          <p:txBody>
            <a:bodyPr/>
            <a:lstStyle/>
            <a:p>
              <a:pPr eaLnBrk="1" hangingPunct="1">
                <a:defRPr/>
              </a:pPr>
              <a:endParaRPr lang="en-US" sz="1600"/>
            </a:p>
          </p:txBody>
        </p:sp>
        <p:grpSp>
          <p:nvGrpSpPr>
            <p:cNvPr id="3" name="Group 14">
              <a:extLst>
                <a:ext uri="{FF2B5EF4-FFF2-40B4-BE49-F238E27FC236}">
                  <a16:creationId xmlns:a16="http://schemas.microsoft.com/office/drawing/2014/main" id="{570C2173-FEED-4200-BC55-DF3E9F3519AB}"/>
                </a:ext>
              </a:extLst>
            </p:cNvPr>
            <p:cNvGrpSpPr>
              <a:grpSpLocks/>
            </p:cNvGrpSpPr>
            <p:nvPr/>
          </p:nvGrpSpPr>
          <p:grpSpPr bwMode="auto">
            <a:xfrm>
              <a:off x="871" y="1833"/>
              <a:ext cx="181" cy="448"/>
              <a:chOff x="385" y="1797"/>
              <a:chExt cx="181" cy="448"/>
            </a:xfrm>
            <a:grpFill/>
          </p:grpSpPr>
          <p:sp>
            <p:nvSpPr>
              <p:cNvPr id="25" name="Text Box 10">
                <a:extLst>
                  <a:ext uri="{FF2B5EF4-FFF2-40B4-BE49-F238E27FC236}">
                    <a16:creationId xmlns:a16="http://schemas.microsoft.com/office/drawing/2014/main" id="{7BB2705E-9F97-4045-9875-82DE06234FBD}"/>
                  </a:ext>
                </a:extLst>
              </p:cNvPr>
              <p:cNvSpPr txBox="1">
                <a:spLocks noChangeArrowheads="1"/>
              </p:cNvSpPr>
              <p:nvPr/>
            </p:nvSpPr>
            <p:spPr bwMode="auto">
              <a:xfrm>
                <a:off x="385" y="1797"/>
                <a:ext cx="181" cy="192"/>
              </a:xfrm>
              <a:prstGeom prst="rect">
                <a:avLst/>
              </a:prstGeom>
              <a:grpFill/>
              <a:ln w="25400">
                <a:noFill/>
                <a:miter lim="800000"/>
                <a:headEnd/>
                <a:tailEnd/>
              </a:ln>
              <a:effectLst/>
            </p:spPr>
            <p:txBody>
              <a:bodyPr>
                <a:spAutoFit/>
              </a:bodyPr>
              <a:lstStyle/>
              <a:p>
                <a:pPr eaLnBrk="1" hangingPunct="1">
                  <a:spcBef>
                    <a:spcPct val="50000"/>
                  </a:spcBef>
                  <a:defRPr/>
                </a:pPr>
                <a:r>
                  <a:rPr lang="ru-RU" sz="1400">
                    <a:sym typeface="Symbol" pitchFamily="18" charset="2"/>
                  </a:rPr>
                  <a:t></a:t>
                </a:r>
              </a:p>
            </p:txBody>
          </p:sp>
          <p:grpSp>
            <p:nvGrpSpPr>
              <p:cNvPr id="9" name="Group 13">
                <a:extLst>
                  <a:ext uri="{FF2B5EF4-FFF2-40B4-BE49-F238E27FC236}">
                    <a16:creationId xmlns:a16="http://schemas.microsoft.com/office/drawing/2014/main" id="{3D2A6FF6-B930-4494-91C0-71476AAFA305}"/>
                  </a:ext>
                </a:extLst>
              </p:cNvPr>
              <p:cNvGrpSpPr>
                <a:grpSpLocks/>
              </p:cNvGrpSpPr>
              <p:nvPr/>
            </p:nvGrpSpPr>
            <p:grpSpPr bwMode="auto">
              <a:xfrm>
                <a:off x="385" y="1925"/>
                <a:ext cx="181" cy="320"/>
                <a:chOff x="385" y="1925"/>
                <a:chExt cx="181" cy="320"/>
              </a:xfrm>
              <a:grpFill/>
            </p:grpSpPr>
            <p:sp>
              <p:nvSpPr>
                <p:cNvPr id="27" name="Text Box 11">
                  <a:extLst>
                    <a:ext uri="{FF2B5EF4-FFF2-40B4-BE49-F238E27FC236}">
                      <a16:creationId xmlns:a16="http://schemas.microsoft.com/office/drawing/2014/main" id="{7E30FCA6-7314-4FE0-B8F6-DC79363E30A7}"/>
                    </a:ext>
                  </a:extLst>
                </p:cNvPr>
                <p:cNvSpPr txBox="1">
                  <a:spLocks noChangeArrowheads="1"/>
                </p:cNvSpPr>
                <p:nvPr/>
              </p:nvSpPr>
              <p:spPr bwMode="auto">
                <a:xfrm>
                  <a:off x="385" y="1925"/>
                  <a:ext cx="181" cy="192"/>
                </a:xfrm>
                <a:prstGeom prst="rect">
                  <a:avLst/>
                </a:prstGeom>
                <a:grpFill/>
                <a:ln w="25400">
                  <a:noFill/>
                  <a:miter lim="800000"/>
                  <a:headEnd/>
                  <a:tailEnd/>
                </a:ln>
                <a:effectLst/>
              </p:spPr>
              <p:txBody>
                <a:bodyPr>
                  <a:spAutoFit/>
                </a:bodyPr>
                <a:lstStyle/>
                <a:p>
                  <a:pPr eaLnBrk="1" hangingPunct="1">
                    <a:spcBef>
                      <a:spcPct val="50000"/>
                    </a:spcBef>
                    <a:defRPr/>
                  </a:pPr>
                  <a:r>
                    <a:rPr lang="ru-RU" sz="1400">
                      <a:sym typeface="Symbol" pitchFamily="18" charset="2"/>
                    </a:rPr>
                    <a:t></a:t>
                  </a:r>
                </a:p>
              </p:txBody>
            </p:sp>
            <p:sp>
              <p:nvSpPr>
                <p:cNvPr id="28" name="Text Box 12">
                  <a:extLst>
                    <a:ext uri="{FF2B5EF4-FFF2-40B4-BE49-F238E27FC236}">
                      <a16:creationId xmlns:a16="http://schemas.microsoft.com/office/drawing/2014/main" id="{C6042C03-F67D-4461-9179-3D8B6F6DFA69}"/>
                    </a:ext>
                  </a:extLst>
                </p:cNvPr>
                <p:cNvSpPr txBox="1">
                  <a:spLocks noChangeArrowheads="1"/>
                </p:cNvSpPr>
                <p:nvPr/>
              </p:nvSpPr>
              <p:spPr bwMode="auto">
                <a:xfrm>
                  <a:off x="385" y="2053"/>
                  <a:ext cx="181" cy="192"/>
                </a:xfrm>
                <a:prstGeom prst="rect">
                  <a:avLst/>
                </a:prstGeom>
                <a:grpFill/>
                <a:ln w="25400">
                  <a:noFill/>
                  <a:miter lim="800000"/>
                  <a:headEnd/>
                  <a:tailEnd/>
                </a:ln>
                <a:effectLst/>
              </p:spPr>
              <p:txBody>
                <a:bodyPr>
                  <a:spAutoFit/>
                </a:bodyPr>
                <a:lstStyle/>
                <a:p>
                  <a:pPr eaLnBrk="1" hangingPunct="1">
                    <a:spcBef>
                      <a:spcPct val="50000"/>
                    </a:spcBef>
                    <a:defRPr/>
                  </a:pPr>
                  <a:r>
                    <a:rPr lang="ru-RU" sz="1400">
                      <a:sym typeface="Symbol" pitchFamily="18" charset="2"/>
                    </a:rPr>
                    <a:t></a:t>
                  </a:r>
                </a:p>
              </p:txBody>
            </p:sp>
          </p:grpSp>
        </p:grpSp>
        <p:sp>
          <p:nvSpPr>
            <p:cNvPr id="10" name="Line 15">
              <a:extLst>
                <a:ext uri="{FF2B5EF4-FFF2-40B4-BE49-F238E27FC236}">
                  <a16:creationId xmlns:a16="http://schemas.microsoft.com/office/drawing/2014/main" id="{BDEE3EC4-EE0E-4873-BDDC-794A4D4023F2}"/>
                </a:ext>
              </a:extLst>
            </p:cNvPr>
            <p:cNvSpPr>
              <a:spLocks noChangeShapeType="1"/>
            </p:cNvSpPr>
            <p:nvPr/>
          </p:nvSpPr>
          <p:spPr bwMode="auto">
            <a:xfrm>
              <a:off x="1973" y="1525"/>
              <a:ext cx="227" cy="0"/>
            </a:xfrm>
            <a:prstGeom prst="line">
              <a:avLst/>
            </a:prstGeom>
            <a:grpFill/>
            <a:ln w="25400">
              <a:solidFill>
                <a:schemeClr val="tx1"/>
              </a:solidFill>
              <a:round/>
              <a:headEnd/>
              <a:tailEnd/>
            </a:ln>
            <a:effectLst/>
          </p:spPr>
          <p:txBody>
            <a:bodyPr/>
            <a:lstStyle/>
            <a:p>
              <a:pPr eaLnBrk="1" hangingPunct="1">
                <a:defRPr/>
              </a:pPr>
              <a:endParaRPr lang="en-US" sz="1600"/>
            </a:p>
          </p:txBody>
        </p:sp>
        <p:sp>
          <p:nvSpPr>
            <p:cNvPr id="11" name="Line 16">
              <a:extLst>
                <a:ext uri="{FF2B5EF4-FFF2-40B4-BE49-F238E27FC236}">
                  <a16:creationId xmlns:a16="http://schemas.microsoft.com/office/drawing/2014/main" id="{04DB58C5-3613-4762-AC09-D70BD9C7B48A}"/>
                </a:ext>
              </a:extLst>
            </p:cNvPr>
            <p:cNvSpPr>
              <a:spLocks noChangeShapeType="1"/>
            </p:cNvSpPr>
            <p:nvPr/>
          </p:nvSpPr>
          <p:spPr bwMode="auto">
            <a:xfrm>
              <a:off x="1982" y="1698"/>
              <a:ext cx="227" cy="0"/>
            </a:xfrm>
            <a:prstGeom prst="line">
              <a:avLst/>
            </a:prstGeom>
            <a:grpFill/>
            <a:ln w="25400">
              <a:solidFill>
                <a:schemeClr val="tx1"/>
              </a:solidFill>
              <a:round/>
              <a:headEnd/>
              <a:tailEnd/>
            </a:ln>
            <a:effectLst/>
          </p:spPr>
          <p:txBody>
            <a:bodyPr/>
            <a:lstStyle/>
            <a:p>
              <a:pPr eaLnBrk="1" hangingPunct="1">
                <a:defRPr/>
              </a:pPr>
              <a:endParaRPr lang="en-US" sz="1600"/>
            </a:p>
          </p:txBody>
        </p:sp>
        <p:sp>
          <p:nvSpPr>
            <p:cNvPr id="12" name="Line 17">
              <a:extLst>
                <a:ext uri="{FF2B5EF4-FFF2-40B4-BE49-F238E27FC236}">
                  <a16:creationId xmlns:a16="http://schemas.microsoft.com/office/drawing/2014/main" id="{E1EE4496-E0E0-421D-BFEA-743C1440A97F}"/>
                </a:ext>
              </a:extLst>
            </p:cNvPr>
            <p:cNvSpPr>
              <a:spLocks noChangeShapeType="1"/>
            </p:cNvSpPr>
            <p:nvPr/>
          </p:nvSpPr>
          <p:spPr bwMode="auto">
            <a:xfrm>
              <a:off x="1983" y="2274"/>
              <a:ext cx="227" cy="0"/>
            </a:xfrm>
            <a:prstGeom prst="line">
              <a:avLst/>
            </a:prstGeom>
            <a:grpFill/>
            <a:ln w="25400">
              <a:solidFill>
                <a:schemeClr val="tx1"/>
              </a:solidFill>
              <a:round/>
              <a:headEnd/>
              <a:tailEnd/>
            </a:ln>
            <a:effectLst/>
          </p:spPr>
          <p:txBody>
            <a:bodyPr/>
            <a:lstStyle/>
            <a:p>
              <a:pPr eaLnBrk="1" hangingPunct="1">
                <a:defRPr/>
              </a:pPr>
              <a:endParaRPr lang="en-US" sz="1600"/>
            </a:p>
          </p:txBody>
        </p:sp>
        <p:grpSp>
          <p:nvGrpSpPr>
            <p:cNvPr id="13" name="Group 18">
              <a:extLst>
                <a:ext uri="{FF2B5EF4-FFF2-40B4-BE49-F238E27FC236}">
                  <a16:creationId xmlns:a16="http://schemas.microsoft.com/office/drawing/2014/main" id="{32EDBB13-6815-42EF-8F14-75D2EBE8B3D2}"/>
                </a:ext>
              </a:extLst>
            </p:cNvPr>
            <p:cNvGrpSpPr>
              <a:grpSpLocks/>
            </p:cNvGrpSpPr>
            <p:nvPr/>
          </p:nvGrpSpPr>
          <p:grpSpPr bwMode="auto">
            <a:xfrm>
              <a:off x="2053" y="1743"/>
              <a:ext cx="181" cy="448"/>
              <a:chOff x="385" y="1797"/>
              <a:chExt cx="181" cy="448"/>
            </a:xfrm>
            <a:grpFill/>
          </p:grpSpPr>
          <p:sp>
            <p:nvSpPr>
              <p:cNvPr id="21" name="Text Box 19">
                <a:extLst>
                  <a:ext uri="{FF2B5EF4-FFF2-40B4-BE49-F238E27FC236}">
                    <a16:creationId xmlns:a16="http://schemas.microsoft.com/office/drawing/2014/main" id="{7BDD18B7-D3F4-4593-8180-A3EDBE291F57}"/>
                  </a:ext>
                </a:extLst>
              </p:cNvPr>
              <p:cNvSpPr txBox="1">
                <a:spLocks noChangeArrowheads="1"/>
              </p:cNvSpPr>
              <p:nvPr/>
            </p:nvSpPr>
            <p:spPr bwMode="auto">
              <a:xfrm>
                <a:off x="385" y="1797"/>
                <a:ext cx="181" cy="192"/>
              </a:xfrm>
              <a:prstGeom prst="rect">
                <a:avLst/>
              </a:prstGeom>
              <a:grpFill/>
              <a:ln w="25400">
                <a:noFill/>
                <a:miter lim="800000"/>
                <a:headEnd/>
                <a:tailEnd/>
              </a:ln>
              <a:effectLst/>
            </p:spPr>
            <p:txBody>
              <a:bodyPr>
                <a:spAutoFit/>
              </a:bodyPr>
              <a:lstStyle/>
              <a:p>
                <a:pPr eaLnBrk="1" hangingPunct="1">
                  <a:spcBef>
                    <a:spcPct val="50000"/>
                  </a:spcBef>
                  <a:defRPr/>
                </a:pPr>
                <a:r>
                  <a:rPr lang="ru-RU" sz="1400">
                    <a:sym typeface="Symbol" pitchFamily="18" charset="2"/>
                  </a:rPr>
                  <a:t></a:t>
                </a:r>
              </a:p>
            </p:txBody>
          </p:sp>
          <p:grpSp>
            <p:nvGrpSpPr>
              <p:cNvPr id="22" name="Group 21">
                <a:extLst>
                  <a:ext uri="{FF2B5EF4-FFF2-40B4-BE49-F238E27FC236}">
                    <a16:creationId xmlns:a16="http://schemas.microsoft.com/office/drawing/2014/main" id="{C6A80CDD-451B-43CA-881F-121B59EB39AD}"/>
                  </a:ext>
                </a:extLst>
              </p:cNvPr>
              <p:cNvGrpSpPr>
                <a:grpSpLocks/>
              </p:cNvGrpSpPr>
              <p:nvPr/>
            </p:nvGrpSpPr>
            <p:grpSpPr bwMode="auto">
              <a:xfrm>
                <a:off x="385" y="1925"/>
                <a:ext cx="181" cy="320"/>
                <a:chOff x="385" y="1925"/>
                <a:chExt cx="181" cy="320"/>
              </a:xfrm>
              <a:grpFill/>
            </p:grpSpPr>
            <p:sp>
              <p:nvSpPr>
                <p:cNvPr id="23" name="Text Box 21">
                  <a:extLst>
                    <a:ext uri="{FF2B5EF4-FFF2-40B4-BE49-F238E27FC236}">
                      <a16:creationId xmlns:a16="http://schemas.microsoft.com/office/drawing/2014/main" id="{BF5DFC81-13FD-45A8-A1B1-D88C20C78BC6}"/>
                    </a:ext>
                  </a:extLst>
                </p:cNvPr>
                <p:cNvSpPr txBox="1">
                  <a:spLocks noChangeArrowheads="1"/>
                </p:cNvSpPr>
                <p:nvPr/>
              </p:nvSpPr>
              <p:spPr bwMode="auto">
                <a:xfrm>
                  <a:off x="385" y="1925"/>
                  <a:ext cx="181" cy="192"/>
                </a:xfrm>
                <a:prstGeom prst="rect">
                  <a:avLst/>
                </a:prstGeom>
                <a:grpFill/>
                <a:ln w="25400">
                  <a:noFill/>
                  <a:miter lim="800000"/>
                  <a:headEnd/>
                  <a:tailEnd/>
                </a:ln>
                <a:effectLst/>
              </p:spPr>
              <p:txBody>
                <a:bodyPr>
                  <a:spAutoFit/>
                </a:bodyPr>
                <a:lstStyle/>
                <a:p>
                  <a:pPr eaLnBrk="1" hangingPunct="1">
                    <a:spcBef>
                      <a:spcPct val="50000"/>
                    </a:spcBef>
                    <a:defRPr/>
                  </a:pPr>
                  <a:r>
                    <a:rPr lang="ru-RU" sz="1400">
                      <a:sym typeface="Symbol" pitchFamily="18" charset="2"/>
                    </a:rPr>
                    <a:t></a:t>
                  </a:r>
                </a:p>
              </p:txBody>
            </p:sp>
            <p:sp>
              <p:nvSpPr>
                <p:cNvPr id="24" name="Text Box 22">
                  <a:extLst>
                    <a:ext uri="{FF2B5EF4-FFF2-40B4-BE49-F238E27FC236}">
                      <a16:creationId xmlns:a16="http://schemas.microsoft.com/office/drawing/2014/main" id="{05581BB9-2AFA-4492-9096-6615B267C4E9}"/>
                    </a:ext>
                  </a:extLst>
                </p:cNvPr>
                <p:cNvSpPr txBox="1">
                  <a:spLocks noChangeArrowheads="1"/>
                </p:cNvSpPr>
                <p:nvPr/>
              </p:nvSpPr>
              <p:spPr bwMode="auto">
                <a:xfrm>
                  <a:off x="385" y="2053"/>
                  <a:ext cx="181" cy="192"/>
                </a:xfrm>
                <a:prstGeom prst="rect">
                  <a:avLst/>
                </a:prstGeom>
                <a:grpFill/>
                <a:ln w="25400">
                  <a:noFill/>
                  <a:miter lim="800000"/>
                  <a:headEnd/>
                  <a:tailEnd/>
                </a:ln>
                <a:effectLst/>
              </p:spPr>
              <p:txBody>
                <a:bodyPr>
                  <a:spAutoFit/>
                </a:bodyPr>
                <a:lstStyle/>
                <a:p>
                  <a:pPr eaLnBrk="1" hangingPunct="1">
                    <a:spcBef>
                      <a:spcPct val="50000"/>
                    </a:spcBef>
                    <a:defRPr/>
                  </a:pPr>
                  <a:r>
                    <a:rPr lang="ru-RU" sz="1400">
                      <a:sym typeface="Symbol" pitchFamily="18" charset="2"/>
                    </a:rPr>
                    <a:t></a:t>
                  </a:r>
                </a:p>
              </p:txBody>
            </p:sp>
          </p:grpSp>
        </p:grpSp>
        <p:sp>
          <p:nvSpPr>
            <p:cNvPr id="14" name="Text Box 24">
              <a:extLst>
                <a:ext uri="{FF2B5EF4-FFF2-40B4-BE49-F238E27FC236}">
                  <a16:creationId xmlns:a16="http://schemas.microsoft.com/office/drawing/2014/main" id="{732C0805-BD02-4C5C-8CDB-7C2FC9520F44}"/>
                </a:ext>
              </a:extLst>
            </p:cNvPr>
            <p:cNvSpPr txBox="1">
              <a:spLocks noChangeArrowheads="1"/>
            </p:cNvSpPr>
            <p:nvPr/>
          </p:nvSpPr>
          <p:spPr bwMode="auto">
            <a:xfrm>
              <a:off x="22" y="1615"/>
              <a:ext cx="785" cy="577"/>
            </a:xfrm>
            <a:prstGeom prst="rect">
              <a:avLst/>
            </a:prstGeom>
            <a:grpFill/>
            <a:ln w="9525">
              <a:noFill/>
              <a:miter lim="800000"/>
              <a:headEnd/>
              <a:tailEnd/>
            </a:ln>
            <a:effectLst/>
          </p:spPr>
          <p:txBody>
            <a:bodyPr>
              <a:spAutoFit/>
            </a:bodyPr>
            <a:lstStyle/>
            <a:p>
              <a:pPr algn="ctr" eaLnBrk="1" hangingPunct="1">
                <a:defRPr/>
              </a:pPr>
              <a:r>
                <a:rPr lang="en-US"/>
                <a:t>Address</a:t>
              </a:r>
            </a:p>
            <a:p>
              <a:pPr algn="ctr" eaLnBrk="1" hangingPunct="1">
                <a:defRPr/>
              </a:pPr>
              <a:r>
                <a:rPr lang="en-US"/>
                <a:t>inputs</a:t>
              </a:r>
            </a:p>
            <a:p>
              <a:pPr algn="ctr" eaLnBrk="1" hangingPunct="1">
                <a:defRPr/>
              </a:pPr>
              <a:endParaRPr lang="ru-RU"/>
            </a:p>
          </p:txBody>
        </p:sp>
        <p:sp>
          <p:nvSpPr>
            <p:cNvPr id="15" name="AutoShape 44">
              <a:extLst>
                <a:ext uri="{FF2B5EF4-FFF2-40B4-BE49-F238E27FC236}">
                  <a16:creationId xmlns:a16="http://schemas.microsoft.com/office/drawing/2014/main" id="{57E9ED67-863C-45D3-A61A-7083D668F5E7}"/>
                </a:ext>
              </a:extLst>
            </p:cNvPr>
            <p:cNvSpPr>
              <a:spLocks/>
            </p:cNvSpPr>
            <p:nvPr/>
          </p:nvSpPr>
          <p:spPr bwMode="auto">
            <a:xfrm>
              <a:off x="693" y="1443"/>
              <a:ext cx="91" cy="997"/>
            </a:xfrm>
            <a:prstGeom prst="leftBrace">
              <a:avLst>
                <a:gd name="adj1" fmla="val 91300"/>
                <a:gd name="adj2" fmla="val 50000"/>
              </a:avLst>
            </a:prstGeom>
            <a:grpFill/>
            <a:ln w="25400">
              <a:solidFill>
                <a:schemeClr val="tx1"/>
              </a:solidFill>
              <a:round/>
              <a:headEnd/>
              <a:tailEnd/>
            </a:ln>
            <a:effectLst/>
          </p:spPr>
          <p:txBody>
            <a:bodyPr wrap="none" anchor="ctr"/>
            <a:lstStyle/>
            <a:p>
              <a:pPr eaLnBrk="1" hangingPunct="1">
                <a:defRPr/>
              </a:pPr>
              <a:endParaRPr lang="en-US" sz="1600"/>
            </a:p>
          </p:txBody>
        </p:sp>
        <p:sp>
          <p:nvSpPr>
            <p:cNvPr id="16" name="Text Box 45">
              <a:extLst>
                <a:ext uri="{FF2B5EF4-FFF2-40B4-BE49-F238E27FC236}">
                  <a16:creationId xmlns:a16="http://schemas.microsoft.com/office/drawing/2014/main" id="{CBD2D60C-22AA-4FB0-A1AC-C6F6DA074326}"/>
                </a:ext>
              </a:extLst>
            </p:cNvPr>
            <p:cNvSpPr txBox="1">
              <a:spLocks noChangeArrowheads="1"/>
            </p:cNvSpPr>
            <p:nvPr/>
          </p:nvSpPr>
          <p:spPr bwMode="auto">
            <a:xfrm>
              <a:off x="2289" y="1615"/>
              <a:ext cx="785" cy="577"/>
            </a:xfrm>
            <a:prstGeom prst="rect">
              <a:avLst/>
            </a:prstGeom>
            <a:grpFill/>
            <a:ln w="9525">
              <a:noFill/>
              <a:miter lim="800000"/>
              <a:headEnd/>
              <a:tailEnd/>
            </a:ln>
            <a:effectLst/>
          </p:spPr>
          <p:txBody>
            <a:bodyPr>
              <a:spAutoFit/>
            </a:bodyPr>
            <a:lstStyle/>
            <a:p>
              <a:pPr algn="ctr" eaLnBrk="1" hangingPunct="1">
                <a:defRPr/>
              </a:pPr>
              <a:r>
                <a:rPr lang="en-US"/>
                <a:t>Data</a:t>
              </a:r>
            </a:p>
            <a:p>
              <a:pPr algn="ctr" eaLnBrk="1" hangingPunct="1">
                <a:defRPr/>
              </a:pPr>
              <a:r>
                <a:rPr lang="en-US"/>
                <a:t>outputs</a:t>
              </a:r>
            </a:p>
            <a:p>
              <a:pPr algn="ctr" eaLnBrk="1" hangingPunct="1">
                <a:defRPr/>
              </a:pPr>
              <a:endParaRPr lang="ru-RU"/>
            </a:p>
          </p:txBody>
        </p:sp>
        <p:sp>
          <p:nvSpPr>
            <p:cNvPr id="17" name="AutoShape 46">
              <a:extLst>
                <a:ext uri="{FF2B5EF4-FFF2-40B4-BE49-F238E27FC236}">
                  <a16:creationId xmlns:a16="http://schemas.microsoft.com/office/drawing/2014/main" id="{5428E15C-CAB4-4DA4-A71A-254B7839E0CB}"/>
                </a:ext>
              </a:extLst>
            </p:cNvPr>
            <p:cNvSpPr>
              <a:spLocks/>
            </p:cNvSpPr>
            <p:nvPr/>
          </p:nvSpPr>
          <p:spPr bwMode="auto">
            <a:xfrm>
              <a:off x="2266" y="1507"/>
              <a:ext cx="91" cy="816"/>
            </a:xfrm>
            <a:prstGeom prst="rightBrace">
              <a:avLst>
                <a:gd name="adj1" fmla="val 74725"/>
                <a:gd name="adj2" fmla="val 50000"/>
              </a:avLst>
            </a:prstGeom>
            <a:grpFill/>
            <a:ln w="25400">
              <a:solidFill>
                <a:schemeClr val="tx1"/>
              </a:solidFill>
              <a:round/>
              <a:headEnd/>
              <a:tailEnd/>
            </a:ln>
            <a:effectLst/>
          </p:spPr>
          <p:txBody>
            <a:bodyPr wrap="none" anchor="ctr"/>
            <a:lstStyle/>
            <a:p>
              <a:pPr eaLnBrk="1" hangingPunct="1">
                <a:defRPr/>
              </a:pPr>
              <a:endParaRPr lang="en-US" sz="1600"/>
            </a:p>
          </p:txBody>
        </p:sp>
        <p:sp>
          <p:nvSpPr>
            <p:cNvPr id="18" name="Text Box 48">
              <a:extLst>
                <a:ext uri="{FF2B5EF4-FFF2-40B4-BE49-F238E27FC236}">
                  <a16:creationId xmlns:a16="http://schemas.microsoft.com/office/drawing/2014/main" id="{66704394-B305-49CE-81E3-56FDC02CDF0E}"/>
                </a:ext>
              </a:extLst>
            </p:cNvPr>
            <p:cNvSpPr txBox="1">
              <a:spLocks noChangeArrowheads="1"/>
            </p:cNvSpPr>
            <p:nvPr/>
          </p:nvSpPr>
          <p:spPr bwMode="auto">
            <a:xfrm>
              <a:off x="1664" y="1425"/>
              <a:ext cx="317" cy="231"/>
            </a:xfrm>
            <a:prstGeom prst="rect">
              <a:avLst/>
            </a:prstGeom>
            <a:grpFill/>
            <a:ln w="9525">
              <a:noFill/>
              <a:miter lim="800000"/>
              <a:headEnd/>
              <a:tailEnd/>
            </a:ln>
            <a:effectLst/>
          </p:spPr>
          <p:txBody>
            <a:bodyPr>
              <a:spAutoFit/>
            </a:bodyPr>
            <a:lstStyle/>
            <a:p>
              <a:pPr eaLnBrk="1" hangingPunct="1">
                <a:spcBef>
                  <a:spcPct val="50000"/>
                </a:spcBef>
                <a:defRPr/>
              </a:pPr>
              <a:r>
                <a:rPr lang="en-US"/>
                <a:t>D0</a:t>
              </a:r>
              <a:endParaRPr lang="ru-RU"/>
            </a:p>
          </p:txBody>
        </p:sp>
        <p:sp>
          <p:nvSpPr>
            <p:cNvPr id="19" name="Text Box 49">
              <a:extLst>
                <a:ext uri="{FF2B5EF4-FFF2-40B4-BE49-F238E27FC236}">
                  <a16:creationId xmlns:a16="http://schemas.microsoft.com/office/drawing/2014/main" id="{34861235-1BE9-4818-B47A-40EA779C913B}"/>
                </a:ext>
              </a:extLst>
            </p:cNvPr>
            <p:cNvSpPr txBox="1">
              <a:spLocks noChangeArrowheads="1"/>
            </p:cNvSpPr>
            <p:nvPr/>
          </p:nvSpPr>
          <p:spPr bwMode="auto">
            <a:xfrm>
              <a:off x="1664" y="1588"/>
              <a:ext cx="317" cy="231"/>
            </a:xfrm>
            <a:prstGeom prst="rect">
              <a:avLst/>
            </a:prstGeom>
            <a:grpFill/>
            <a:ln w="9525">
              <a:noFill/>
              <a:miter lim="800000"/>
              <a:headEnd/>
              <a:tailEnd/>
            </a:ln>
            <a:effectLst/>
          </p:spPr>
          <p:txBody>
            <a:bodyPr>
              <a:spAutoFit/>
            </a:bodyPr>
            <a:lstStyle/>
            <a:p>
              <a:pPr eaLnBrk="1" hangingPunct="1">
                <a:spcBef>
                  <a:spcPct val="50000"/>
                </a:spcBef>
                <a:defRPr/>
              </a:pPr>
              <a:r>
                <a:rPr lang="en-US"/>
                <a:t>D1</a:t>
              </a:r>
              <a:endParaRPr lang="ru-RU"/>
            </a:p>
          </p:txBody>
        </p:sp>
        <p:sp>
          <p:nvSpPr>
            <p:cNvPr id="20" name="Text Box 50">
              <a:extLst>
                <a:ext uri="{FF2B5EF4-FFF2-40B4-BE49-F238E27FC236}">
                  <a16:creationId xmlns:a16="http://schemas.microsoft.com/office/drawing/2014/main" id="{A671CBCF-4E41-4AE4-AB40-532960C716BE}"/>
                </a:ext>
              </a:extLst>
            </p:cNvPr>
            <p:cNvSpPr txBox="1">
              <a:spLocks noChangeArrowheads="1"/>
            </p:cNvSpPr>
            <p:nvPr/>
          </p:nvSpPr>
          <p:spPr bwMode="auto">
            <a:xfrm>
              <a:off x="1627" y="2136"/>
              <a:ext cx="391" cy="231"/>
            </a:xfrm>
            <a:prstGeom prst="rect">
              <a:avLst/>
            </a:prstGeom>
            <a:grpFill/>
            <a:ln w="9525">
              <a:noFill/>
              <a:miter lim="800000"/>
              <a:headEnd/>
              <a:tailEnd/>
            </a:ln>
            <a:effectLst/>
          </p:spPr>
          <p:txBody>
            <a:bodyPr>
              <a:spAutoFit/>
            </a:bodyPr>
            <a:lstStyle/>
            <a:p>
              <a:pPr eaLnBrk="1" hangingPunct="1">
                <a:spcBef>
                  <a:spcPct val="50000"/>
                </a:spcBef>
                <a:defRPr/>
              </a:pPr>
              <a:r>
                <a:rPr lang="en-US"/>
                <a:t>D</a:t>
              </a:r>
              <a:r>
                <a:rPr lang="en-US" baseline="-25000"/>
                <a:t>m-1</a:t>
              </a:r>
              <a:endParaRPr lang="ru-RU" baseline="-25000"/>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4">
            <a:extLst>
              <a:ext uri="{FF2B5EF4-FFF2-40B4-BE49-F238E27FC236}">
                <a16:creationId xmlns:a16="http://schemas.microsoft.com/office/drawing/2014/main" id="{7620DF51-AD84-0006-A432-91FB83A3510C}"/>
              </a:ext>
            </a:extLst>
          </p:cNvPr>
          <p:cNvSpPr>
            <a:spLocks noGrp="1" noChangeArrowheads="1"/>
          </p:cNvSpPr>
          <p:nvPr>
            <p:ph type="title"/>
          </p:nvPr>
        </p:nvSpPr>
        <p:spPr/>
        <p:txBody>
          <a:bodyPr/>
          <a:lstStyle/>
          <a:p>
            <a:r>
              <a:rPr lang="en-US" altLang="en-US"/>
              <a:t>Internal ROM Structure</a:t>
            </a:r>
            <a:endParaRPr lang="ru-RU" altLang="en-US"/>
          </a:p>
        </p:txBody>
      </p:sp>
      <p:sp>
        <p:nvSpPr>
          <p:cNvPr id="83971" name="Text Box 34">
            <a:extLst>
              <a:ext uri="{FF2B5EF4-FFF2-40B4-BE49-F238E27FC236}">
                <a16:creationId xmlns:a16="http://schemas.microsoft.com/office/drawing/2014/main" id="{42C6043F-DCA1-1797-C4F2-F8147B5010D8}"/>
              </a:ext>
            </a:extLst>
          </p:cNvPr>
          <p:cNvSpPr txBox="1">
            <a:spLocks noChangeArrowheads="1"/>
          </p:cNvSpPr>
          <p:nvPr/>
        </p:nvSpPr>
        <p:spPr bwMode="auto">
          <a:xfrm>
            <a:off x="3162300" y="5143501"/>
            <a:ext cx="6934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Horizontal lines – lines of word selection,</a:t>
            </a:r>
            <a:br>
              <a:rPr lang="en-US" altLang="en-US" sz="2000"/>
            </a:br>
            <a:r>
              <a:rPr lang="en-US" altLang="en-US" sz="2000"/>
              <a:t>Vertical lines – lines of bit selection. </a:t>
            </a:r>
          </a:p>
        </p:txBody>
      </p:sp>
      <p:sp>
        <p:nvSpPr>
          <p:cNvPr id="43038" name="Text Box 32">
            <a:extLst>
              <a:ext uri="{FF2B5EF4-FFF2-40B4-BE49-F238E27FC236}">
                <a16:creationId xmlns:a16="http://schemas.microsoft.com/office/drawing/2014/main" id="{FFCAB9A0-CE61-4F91-8F6B-AA73C9010ED8}"/>
              </a:ext>
            </a:extLst>
          </p:cNvPr>
          <p:cNvSpPr txBox="1">
            <a:spLocks noChangeArrowheads="1"/>
          </p:cNvSpPr>
          <p:nvPr/>
        </p:nvSpPr>
        <p:spPr bwMode="auto">
          <a:xfrm>
            <a:off x="6848475" y="4870450"/>
            <a:ext cx="2160588" cy="369888"/>
          </a:xfrm>
          <a:prstGeom prst="rect">
            <a:avLst/>
          </a:prstGeom>
          <a:noFill/>
          <a:ln w="9525">
            <a:noFill/>
            <a:miter lim="800000"/>
            <a:headEnd/>
            <a:tailEnd type="none" w="lg" len="lg"/>
          </a:ln>
        </p:spPr>
        <p:txBody>
          <a:bodyPr>
            <a:spAutoFit/>
          </a:bodyPr>
          <a:lstStyle/>
          <a:p>
            <a:pPr eaLnBrk="1" hangingPunct="1">
              <a:defRPr/>
            </a:pPr>
            <a:r>
              <a:rPr lang="en-US">
                <a:latin typeface="+mj-lt"/>
              </a:rPr>
              <a:t>m output lines</a:t>
            </a:r>
          </a:p>
        </p:txBody>
      </p:sp>
      <p:sp>
        <p:nvSpPr>
          <p:cNvPr id="43010" name="Rectangle 33">
            <a:extLst>
              <a:ext uri="{FF2B5EF4-FFF2-40B4-BE49-F238E27FC236}">
                <a16:creationId xmlns:a16="http://schemas.microsoft.com/office/drawing/2014/main" id="{EBEAF9ED-2954-4CC5-8C9F-04EC54FC876E}"/>
              </a:ext>
            </a:extLst>
          </p:cNvPr>
          <p:cNvSpPr>
            <a:spLocks noChangeArrowheads="1"/>
          </p:cNvSpPr>
          <p:nvPr/>
        </p:nvSpPr>
        <p:spPr bwMode="auto">
          <a:xfrm>
            <a:off x="6216650" y="1317626"/>
            <a:ext cx="3168650" cy="3313113"/>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eaLnBrk="1" hangingPunct="1">
              <a:defRPr/>
            </a:pPr>
            <a:endParaRPr lang="en-US" sz="1600">
              <a:latin typeface="+mj-lt"/>
            </a:endParaRPr>
          </a:p>
        </p:txBody>
      </p:sp>
      <p:sp>
        <p:nvSpPr>
          <p:cNvPr id="43012" name="Rectangle 6">
            <a:extLst>
              <a:ext uri="{FF2B5EF4-FFF2-40B4-BE49-F238E27FC236}">
                <a16:creationId xmlns:a16="http://schemas.microsoft.com/office/drawing/2014/main" id="{1C38F972-EE8B-4043-9476-84092851C3E5}"/>
              </a:ext>
            </a:extLst>
          </p:cNvPr>
          <p:cNvSpPr>
            <a:spLocks noChangeArrowheads="1"/>
          </p:cNvSpPr>
          <p:nvPr/>
        </p:nvSpPr>
        <p:spPr bwMode="auto">
          <a:xfrm>
            <a:off x="4357688" y="1679575"/>
            <a:ext cx="1289050" cy="2362200"/>
          </a:xfrm>
          <a:prstGeom prst="rect">
            <a:avLst/>
          </a:prstGeom>
          <a:solidFill>
            <a:schemeClr val="accent1">
              <a:lumMod val="60000"/>
              <a:lumOff val="40000"/>
            </a:schemeClr>
          </a:solidFill>
          <a:ln w="25400">
            <a:solidFill>
              <a:srgbClr val="000000"/>
            </a:solidFill>
            <a:miter lim="800000"/>
            <a:headEnd/>
            <a:tailEnd type="none" w="lg" len="lg"/>
          </a:ln>
        </p:spPr>
        <p:txBody>
          <a:bodyPr wrap="none" anchor="ctr"/>
          <a:lstStyle/>
          <a:p>
            <a:pPr eaLnBrk="1" hangingPunct="1">
              <a:defRPr/>
            </a:pPr>
            <a:r>
              <a:rPr lang="en-US" sz="2000">
                <a:latin typeface="+mj-lt"/>
              </a:rPr>
              <a:t>Decoder</a:t>
            </a:r>
          </a:p>
        </p:txBody>
      </p:sp>
      <p:sp>
        <p:nvSpPr>
          <p:cNvPr id="43013" name="Line 7">
            <a:extLst>
              <a:ext uri="{FF2B5EF4-FFF2-40B4-BE49-F238E27FC236}">
                <a16:creationId xmlns:a16="http://schemas.microsoft.com/office/drawing/2014/main" id="{20746309-8D58-487C-8ABA-F1DECB9F96F4}"/>
              </a:ext>
            </a:extLst>
          </p:cNvPr>
          <p:cNvSpPr>
            <a:spLocks noChangeShapeType="1"/>
          </p:cNvSpPr>
          <p:nvPr/>
        </p:nvSpPr>
        <p:spPr bwMode="auto">
          <a:xfrm>
            <a:off x="3868738" y="1908175"/>
            <a:ext cx="488950" cy="0"/>
          </a:xfrm>
          <a:prstGeom prst="line">
            <a:avLst/>
          </a:prstGeom>
          <a:noFill/>
          <a:ln w="28575">
            <a:solidFill>
              <a:srgbClr val="000000"/>
            </a:solidFill>
            <a:round/>
            <a:headEnd/>
            <a:tailEnd type="none" w="lg" len="lg"/>
          </a:ln>
        </p:spPr>
        <p:txBody>
          <a:bodyPr/>
          <a:lstStyle/>
          <a:p>
            <a:pPr eaLnBrk="1" hangingPunct="1">
              <a:defRPr/>
            </a:pPr>
            <a:endParaRPr lang="en-US" sz="1400">
              <a:latin typeface="+mj-lt"/>
            </a:endParaRPr>
          </a:p>
        </p:txBody>
      </p:sp>
      <p:sp>
        <p:nvSpPr>
          <p:cNvPr id="43014" name="Line 8">
            <a:extLst>
              <a:ext uri="{FF2B5EF4-FFF2-40B4-BE49-F238E27FC236}">
                <a16:creationId xmlns:a16="http://schemas.microsoft.com/office/drawing/2014/main" id="{87C031B3-C345-43AA-B664-D8807A9B786B}"/>
              </a:ext>
            </a:extLst>
          </p:cNvPr>
          <p:cNvSpPr>
            <a:spLocks noChangeShapeType="1"/>
          </p:cNvSpPr>
          <p:nvPr/>
        </p:nvSpPr>
        <p:spPr bwMode="auto">
          <a:xfrm>
            <a:off x="3894139" y="2149475"/>
            <a:ext cx="454025" cy="0"/>
          </a:xfrm>
          <a:prstGeom prst="line">
            <a:avLst/>
          </a:prstGeom>
          <a:noFill/>
          <a:ln w="28575">
            <a:solidFill>
              <a:srgbClr val="000000"/>
            </a:solidFill>
            <a:round/>
            <a:headEnd/>
            <a:tailEnd type="none" w="lg" len="lg"/>
          </a:ln>
        </p:spPr>
        <p:txBody>
          <a:bodyPr/>
          <a:lstStyle/>
          <a:p>
            <a:pPr eaLnBrk="1" hangingPunct="1">
              <a:defRPr/>
            </a:pPr>
            <a:endParaRPr lang="en-US" sz="1400">
              <a:latin typeface="+mj-lt"/>
            </a:endParaRPr>
          </a:p>
        </p:txBody>
      </p:sp>
      <p:sp>
        <p:nvSpPr>
          <p:cNvPr id="43015" name="Line 9">
            <a:extLst>
              <a:ext uri="{FF2B5EF4-FFF2-40B4-BE49-F238E27FC236}">
                <a16:creationId xmlns:a16="http://schemas.microsoft.com/office/drawing/2014/main" id="{6FB8B61F-960E-482F-92D6-BCDA81FBE176}"/>
              </a:ext>
            </a:extLst>
          </p:cNvPr>
          <p:cNvSpPr>
            <a:spLocks noChangeShapeType="1"/>
          </p:cNvSpPr>
          <p:nvPr/>
        </p:nvSpPr>
        <p:spPr bwMode="auto">
          <a:xfrm>
            <a:off x="3894139" y="3584575"/>
            <a:ext cx="454025" cy="0"/>
          </a:xfrm>
          <a:prstGeom prst="line">
            <a:avLst/>
          </a:prstGeom>
          <a:noFill/>
          <a:ln w="28575">
            <a:solidFill>
              <a:srgbClr val="000000"/>
            </a:solidFill>
            <a:round/>
            <a:headEnd/>
            <a:tailEnd type="none" w="lg" len="lg"/>
          </a:ln>
        </p:spPr>
        <p:txBody>
          <a:bodyPr/>
          <a:lstStyle/>
          <a:p>
            <a:pPr eaLnBrk="1" hangingPunct="1">
              <a:defRPr/>
            </a:pPr>
            <a:endParaRPr lang="en-US" sz="1400">
              <a:latin typeface="+mj-lt"/>
            </a:endParaRPr>
          </a:p>
        </p:txBody>
      </p:sp>
      <p:sp>
        <p:nvSpPr>
          <p:cNvPr id="43016" name="Line 10">
            <a:extLst>
              <a:ext uri="{FF2B5EF4-FFF2-40B4-BE49-F238E27FC236}">
                <a16:creationId xmlns:a16="http://schemas.microsoft.com/office/drawing/2014/main" id="{F42D25FF-E51A-4A18-83DA-B63A7A5D6756}"/>
              </a:ext>
            </a:extLst>
          </p:cNvPr>
          <p:cNvSpPr>
            <a:spLocks noChangeShapeType="1"/>
          </p:cNvSpPr>
          <p:nvPr/>
        </p:nvSpPr>
        <p:spPr bwMode="auto">
          <a:xfrm>
            <a:off x="5789613" y="1822450"/>
            <a:ext cx="3505200" cy="0"/>
          </a:xfrm>
          <a:prstGeom prst="line">
            <a:avLst/>
          </a:prstGeom>
          <a:noFill/>
          <a:ln w="28575">
            <a:solidFill>
              <a:srgbClr val="000000"/>
            </a:solidFill>
            <a:round/>
            <a:headEnd/>
            <a:tailEnd type="none" w="lg" len="lg"/>
          </a:ln>
        </p:spPr>
        <p:txBody>
          <a:bodyPr/>
          <a:lstStyle/>
          <a:p>
            <a:pPr eaLnBrk="1" hangingPunct="1">
              <a:defRPr/>
            </a:pPr>
            <a:endParaRPr lang="en-US" sz="1400">
              <a:latin typeface="+mj-lt"/>
            </a:endParaRPr>
          </a:p>
        </p:txBody>
      </p:sp>
      <p:sp>
        <p:nvSpPr>
          <p:cNvPr id="43017" name="Line 11">
            <a:extLst>
              <a:ext uri="{FF2B5EF4-FFF2-40B4-BE49-F238E27FC236}">
                <a16:creationId xmlns:a16="http://schemas.microsoft.com/office/drawing/2014/main" id="{CA4B9DA9-CB53-481F-AA1C-590325EA6278}"/>
              </a:ext>
            </a:extLst>
          </p:cNvPr>
          <p:cNvSpPr>
            <a:spLocks noChangeShapeType="1"/>
          </p:cNvSpPr>
          <p:nvPr/>
        </p:nvSpPr>
        <p:spPr bwMode="auto">
          <a:xfrm>
            <a:off x="5794375" y="2138363"/>
            <a:ext cx="3468688" cy="0"/>
          </a:xfrm>
          <a:prstGeom prst="line">
            <a:avLst/>
          </a:prstGeom>
          <a:noFill/>
          <a:ln w="28575">
            <a:solidFill>
              <a:srgbClr val="000000"/>
            </a:solidFill>
            <a:round/>
            <a:headEnd/>
            <a:tailEnd type="none" w="lg" len="lg"/>
          </a:ln>
        </p:spPr>
        <p:txBody>
          <a:bodyPr/>
          <a:lstStyle/>
          <a:p>
            <a:pPr eaLnBrk="1" hangingPunct="1">
              <a:defRPr/>
            </a:pPr>
            <a:endParaRPr lang="en-US" sz="1400">
              <a:latin typeface="+mj-lt"/>
            </a:endParaRPr>
          </a:p>
        </p:txBody>
      </p:sp>
      <p:sp>
        <p:nvSpPr>
          <p:cNvPr id="43018" name="Line 12">
            <a:extLst>
              <a:ext uri="{FF2B5EF4-FFF2-40B4-BE49-F238E27FC236}">
                <a16:creationId xmlns:a16="http://schemas.microsoft.com/office/drawing/2014/main" id="{A489F1B7-A08D-4B00-A316-AEFA667DC87F}"/>
              </a:ext>
            </a:extLst>
          </p:cNvPr>
          <p:cNvSpPr>
            <a:spLocks noChangeShapeType="1"/>
          </p:cNvSpPr>
          <p:nvPr/>
        </p:nvSpPr>
        <p:spPr bwMode="auto">
          <a:xfrm>
            <a:off x="5780089" y="2443163"/>
            <a:ext cx="3468687" cy="0"/>
          </a:xfrm>
          <a:prstGeom prst="line">
            <a:avLst/>
          </a:prstGeom>
          <a:noFill/>
          <a:ln w="28575">
            <a:solidFill>
              <a:srgbClr val="000000"/>
            </a:solidFill>
            <a:round/>
            <a:headEnd/>
            <a:tailEnd type="none" w="lg" len="lg"/>
          </a:ln>
        </p:spPr>
        <p:txBody>
          <a:bodyPr/>
          <a:lstStyle/>
          <a:p>
            <a:pPr eaLnBrk="1" hangingPunct="1">
              <a:defRPr/>
            </a:pPr>
            <a:endParaRPr lang="en-US" sz="1400">
              <a:latin typeface="+mj-lt"/>
            </a:endParaRPr>
          </a:p>
        </p:txBody>
      </p:sp>
      <p:sp>
        <p:nvSpPr>
          <p:cNvPr id="43019" name="Line 13">
            <a:extLst>
              <a:ext uri="{FF2B5EF4-FFF2-40B4-BE49-F238E27FC236}">
                <a16:creationId xmlns:a16="http://schemas.microsoft.com/office/drawing/2014/main" id="{D2D48D8B-136A-4174-947F-6C9CBBC34F69}"/>
              </a:ext>
            </a:extLst>
          </p:cNvPr>
          <p:cNvSpPr>
            <a:spLocks noChangeShapeType="1"/>
          </p:cNvSpPr>
          <p:nvPr/>
        </p:nvSpPr>
        <p:spPr bwMode="auto">
          <a:xfrm>
            <a:off x="5794375" y="3733800"/>
            <a:ext cx="3468688" cy="0"/>
          </a:xfrm>
          <a:prstGeom prst="line">
            <a:avLst/>
          </a:prstGeom>
          <a:noFill/>
          <a:ln w="28575">
            <a:solidFill>
              <a:srgbClr val="000000"/>
            </a:solidFill>
            <a:round/>
            <a:headEnd/>
            <a:tailEnd type="none" w="lg" len="lg"/>
          </a:ln>
        </p:spPr>
        <p:txBody>
          <a:bodyPr/>
          <a:lstStyle/>
          <a:p>
            <a:pPr eaLnBrk="1" hangingPunct="1">
              <a:defRPr/>
            </a:pPr>
            <a:endParaRPr lang="en-US" sz="1400">
              <a:latin typeface="+mj-lt"/>
            </a:endParaRPr>
          </a:p>
        </p:txBody>
      </p:sp>
      <p:sp>
        <p:nvSpPr>
          <p:cNvPr id="43020" name="Text Box 14">
            <a:extLst>
              <a:ext uri="{FF2B5EF4-FFF2-40B4-BE49-F238E27FC236}">
                <a16:creationId xmlns:a16="http://schemas.microsoft.com/office/drawing/2014/main" id="{DE4017C2-6CD5-413F-92E5-0832B5AE2760}"/>
              </a:ext>
            </a:extLst>
          </p:cNvPr>
          <p:cNvSpPr txBox="1">
            <a:spLocks noChangeArrowheads="1"/>
          </p:cNvSpPr>
          <p:nvPr/>
        </p:nvSpPr>
        <p:spPr bwMode="auto">
          <a:xfrm>
            <a:off x="5721350" y="1508125"/>
            <a:ext cx="609600" cy="2724150"/>
          </a:xfrm>
          <a:prstGeom prst="rect">
            <a:avLst/>
          </a:prstGeom>
          <a:noFill/>
          <a:ln w="9525">
            <a:noFill/>
            <a:miter lim="800000"/>
            <a:headEnd/>
            <a:tailEnd type="none" w="lg" len="lg"/>
          </a:ln>
        </p:spPr>
        <p:txBody>
          <a:bodyPr>
            <a:spAutoFit/>
          </a:bodyPr>
          <a:lstStyle/>
          <a:p>
            <a:pPr eaLnBrk="1" hangingPunct="1">
              <a:defRPr/>
            </a:pPr>
            <a:r>
              <a:rPr lang="en-US" dirty="0">
                <a:latin typeface="+mj-lt"/>
              </a:rPr>
              <a:t>0</a:t>
            </a:r>
          </a:p>
          <a:p>
            <a:pPr eaLnBrk="1" hangingPunct="1">
              <a:defRPr/>
            </a:pPr>
            <a:r>
              <a:rPr lang="en-US" dirty="0">
                <a:latin typeface="+mj-lt"/>
              </a:rPr>
              <a:t>1</a:t>
            </a:r>
          </a:p>
          <a:p>
            <a:pPr eaLnBrk="1" hangingPunct="1">
              <a:defRPr/>
            </a:pPr>
            <a:r>
              <a:rPr lang="en-US" dirty="0">
                <a:latin typeface="+mj-lt"/>
              </a:rPr>
              <a:t>2</a:t>
            </a:r>
          </a:p>
          <a:p>
            <a:pPr eaLnBrk="1" hangingPunct="1">
              <a:defRPr/>
            </a:pPr>
            <a:endParaRPr lang="en-US" dirty="0">
              <a:latin typeface="+mj-lt"/>
            </a:endParaRPr>
          </a:p>
          <a:p>
            <a:pPr eaLnBrk="1" hangingPunct="1">
              <a:defRPr/>
            </a:pPr>
            <a:endParaRPr lang="en-US" dirty="0">
              <a:latin typeface="+mj-lt"/>
            </a:endParaRPr>
          </a:p>
          <a:p>
            <a:pPr eaLnBrk="1" hangingPunct="1">
              <a:defRPr/>
            </a:pPr>
            <a:endParaRPr lang="en-US" dirty="0">
              <a:latin typeface="+mj-lt"/>
            </a:endParaRPr>
          </a:p>
          <a:p>
            <a:pPr eaLnBrk="1" hangingPunct="1">
              <a:defRPr/>
            </a:pPr>
            <a:endParaRPr lang="en-US" dirty="0">
              <a:latin typeface="+mj-lt"/>
            </a:endParaRPr>
          </a:p>
          <a:p>
            <a:pPr eaLnBrk="1" hangingPunct="1">
              <a:defRPr/>
            </a:pPr>
            <a:r>
              <a:rPr lang="en-US" dirty="0">
                <a:latin typeface="+mj-lt"/>
              </a:rPr>
              <a:t>2</a:t>
            </a:r>
            <a:r>
              <a:rPr lang="en-US" b="1" baseline="30000" dirty="0">
                <a:latin typeface="+mj-lt"/>
              </a:rPr>
              <a:t>n</a:t>
            </a:r>
            <a:r>
              <a:rPr lang="en-US" dirty="0">
                <a:latin typeface="+mj-lt"/>
              </a:rPr>
              <a:t>-1</a:t>
            </a:r>
          </a:p>
          <a:p>
            <a:pPr eaLnBrk="1" hangingPunct="1">
              <a:spcBef>
                <a:spcPct val="50000"/>
              </a:spcBef>
              <a:defRPr/>
            </a:pPr>
            <a:endParaRPr lang="en-US" dirty="0">
              <a:latin typeface="+mj-lt"/>
            </a:endParaRPr>
          </a:p>
        </p:txBody>
      </p:sp>
      <p:sp>
        <p:nvSpPr>
          <p:cNvPr id="43021" name="Line 15">
            <a:extLst>
              <a:ext uri="{FF2B5EF4-FFF2-40B4-BE49-F238E27FC236}">
                <a16:creationId xmlns:a16="http://schemas.microsoft.com/office/drawing/2014/main" id="{9F7FA902-56FD-4B33-B466-111427699EC2}"/>
              </a:ext>
            </a:extLst>
          </p:cNvPr>
          <p:cNvSpPr>
            <a:spLocks noChangeShapeType="1"/>
          </p:cNvSpPr>
          <p:nvPr/>
        </p:nvSpPr>
        <p:spPr bwMode="auto">
          <a:xfrm>
            <a:off x="6537325" y="1503363"/>
            <a:ext cx="0" cy="2895600"/>
          </a:xfrm>
          <a:prstGeom prst="line">
            <a:avLst/>
          </a:prstGeom>
          <a:noFill/>
          <a:ln w="28575">
            <a:solidFill>
              <a:srgbClr val="000000"/>
            </a:solidFill>
            <a:round/>
            <a:headEnd/>
            <a:tailEnd type="none" w="lg" len="lg"/>
          </a:ln>
        </p:spPr>
        <p:txBody>
          <a:bodyPr/>
          <a:lstStyle/>
          <a:p>
            <a:pPr eaLnBrk="1" hangingPunct="1">
              <a:defRPr/>
            </a:pPr>
            <a:endParaRPr lang="en-US" sz="1400">
              <a:latin typeface="+mj-lt"/>
            </a:endParaRPr>
          </a:p>
        </p:txBody>
      </p:sp>
      <p:sp>
        <p:nvSpPr>
          <p:cNvPr id="43022" name="Line 16">
            <a:extLst>
              <a:ext uri="{FF2B5EF4-FFF2-40B4-BE49-F238E27FC236}">
                <a16:creationId xmlns:a16="http://schemas.microsoft.com/office/drawing/2014/main" id="{E76550C3-3ADA-4721-AFAA-1C99C21A204B}"/>
              </a:ext>
            </a:extLst>
          </p:cNvPr>
          <p:cNvSpPr>
            <a:spLocks noChangeShapeType="1"/>
          </p:cNvSpPr>
          <p:nvPr/>
        </p:nvSpPr>
        <p:spPr bwMode="auto">
          <a:xfrm>
            <a:off x="7158038" y="1492250"/>
            <a:ext cx="0" cy="2895600"/>
          </a:xfrm>
          <a:prstGeom prst="line">
            <a:avLst/>
          </a:prstGeom>
          <a:noFill/>
          <a:ln w="28575">
            <a:solidFill>
              <a:srgbClr val="000000"/>
            </a:solidFill>
            <a:round/>
            <a:headEnd/>
            <a:tailEnd type="none" w="lg" len="lg"/>
          </a:ln>
        </p:spPr>
        <p:txBody>
          <a:bodyPr/>
          <a:lstStyle/>
          <a:p>
            <a:pPr eaLnBrk="1" hangingPunct="1">
              <a:defRPr/>
            </a:pPr>
            <a:endParaRPr lang="en-US" sz="1400">
              <a:latin typeface="+mj-lt"/>
            </a:endParaRPr>
          </a:p>
        </p:txBody>
      </p:sp>
      <p:sp>
        <p:nvSpPr>
          <p:cNvPr id="43023" name="Line 17">
            <a:extLst>
              <a:ext uri="{FF2B5EF4-FFF2-40B4-BE49-F238E27FC236}">
                <a16:creationId xmlns:a16="http://schemas.microsoft.com/office/drawing/2014/main" id="{442DD54F-1B26-420F-B4A2-E51FEDDEABD0}"/>
              </a:ext>
            </a:extLst>
          </p:cNvPr>
          <p:cNvSpPr>
            <a:spLocks noChangeShapeType="1"/>
          </p:cNvSpPr>
          <p:nvPr/>
        </p:nvSpPr>
        <p:spPr bwMode="auto">
          <a:xfrm>
            <a:off x="7840663" y="1492250"/>
            <a:ext cx="0" cy="2895600"/>
          </a:xfrm>
          <a:prstGeom prst="line">
            <a:avLst/>
          </a:prstGeom>
          <a:noFill/>
          <a:ln w="28575">
            <a:solidFill>
              <a:srgbClr val="000000"/>
            </a:solidFill>
            <a:round/>
            <a:headEnd/>
            <a:tailEnd type="none" w="lg" len="lg"/>
          </a:ln>
        </p:spPr>
        <p:txBody>
          <a:bodyPr/>
          <a:lstStyle/>
          <a:p>
            <a:pPr eaLnBrk="1" hangingPunct="1">
              <a:defRPr/>
            </a:pPr>
            <a:endParaRPr lang="en-US" sz="1400">
              <a:latin typeface="+mj-lt"/>
            </a:endParaRPr>
          </a:p>
        </p:txBody>
      </p:sp>
      <p:sp>
        <p:nvSpPr>
          <p:cNvPr id="43024" name="Line 18">
            <a:extLst>
              <a:ext uri="{FF2B5EF4-FFF2-40B4-BE49-F238E27FC236}">
                <a16:creationId xmlns:a16="http://schemas.microsoft.com/office/drawing/2014/main" id="{1DA6AFA8-8120-42C5-BDD8-041B8FB43084}"/>
              </a:ext>
            </a:extLst>
          </p:cNvPr>
          <p:cNvSpPr>
            <a:spLocks noChangeShapeType="1"/>
          </p:cNvSpPr>
          <p:nvPr/>
        </p:nvSpPr>
        <p:spPr bwMode="auto">
          <a:xfrm>
            <a:off x="8975725" y="1503363"/>
            <a:ext cx="0" cy="2895600"/>
          </a:xfrm>
          <a:prstGeom prst="line">
            <a:avLst/>
          </a:prstGeom>
          <a:noFill/>
          <a:ln w="28575">
            <a:solidFill>
              <a:srgbClr val="000000"/>
            </a:solidFill>
            <a:round/>
            <a:headEnd/>
            <a:tailEnd type="none" w="lg" len="lg"/>
          </a:ln>
        </p:spPr>
        <p:txBody>
          <a:bodyPr/>
          <a:lstStyle/>
          <a:p>
            <a:pPr eaLnBrk="1" hangingPunct="1">
              <a:defRPr/>
            </a:pPr>
            <a:endParaRPr lang="en-US" sz="1400">
              <a:latin typeface="+mj-lt"/>
            </a:endParaRPr>
          </a:p>
        </p:txBody>
      </p:sp>
      <p:sp>
        <p:nvSpPr>
          <p:cNvPr id="43025" name="Oval 19">
            <a:extLst>
              <a:ext uri="{FF2B5EF4-FFF2-40B4-BE49-F238E27FC236}">
                <a16:creationId xmlns:a16="http://schemas.microsoft.com/office/drawing/2014/main" id="{6436A139-E277-4FC8-8A64-6F8758BED6C4}"/>
              </a:ext>
            </a:extLst>
          </p:cNvPr>
          <p:cNvSpPr>
            <a:spLocks noChangeArrowheads="1"/>
          </p:cNvSpPr>
          <p:nvPr/>
        </p:nvSpPr>
        <p:spPr bwMode="auto">
          <a:xfrm>
            <a:off x="6499226" y="1757364"/>
            <a:ext cx="85725" cy="85725"/>
          </a:xfrm>
          <a:prstGeom prst="ellipse">
            <a:avLst/>
          </a:prstGeom>
          <a:solidFill>
            <a:srgbClr val="000000"/>
          </a:solidFill>
          <a:ln w="9525">
            <a:solidFill>
              <a:srgbClr val="000000"/>
            </a:solidFill>
            <a:round/>
            <a:headEnd/>
            <a:tailEnd type="none" w="lg" len="lg"/>
          </a:ln>
        </p:spPr>
        <p:txBody>
          <a:bodyPr wrap="none" anchor="ctr"/>
          <a:lstStyle/>
          <a:p>
            <a:pPr eaLnBrk="1" hangingPunct="1">
              <a:defRPr/>
            </a:pPr>
            <a:endParaRPr lang="en-US" sz="1600">
              <a:latin typeface="+mj-lt"/>
            </a:endParaRPr>
          </a:p>
        </p:txBody>
      </p:sp>
      <p:sp>
        <p:nvSpPr>
          <p:cNvPr id="43026" name="Oval 20">
            <a:extLst>
              <a:ext uri="{FF2B5EF4-FFF2-40B4-BE49-F238E27FC236}">
                <a16:creationId xmlns:a16="http://schemas.microsoft.com/office/drawing/2014/main" id="{AF190289-CFB7-4A53-9653-4B460B5C9B39}"/>
              </a:ext>
            </a:extLst>
          </p:cNvPr>
          <p:cNvSpPr>
            <a:spLocks noChangeArrowheads="1"/>
          </p:cNvSpPr>
          <p:nvPr/>
        </p:nvSpPr>
        <p:spPr bwMode="auto">
          <a:xfrm>
            <a:off x="6486526" y="2087564"/>
            <a:ext cx="85725" cy="85725"/>
          </a:xfrm>
          <a:prstGeom prst="ellipse">
            <a:avLst/>
          </a:prstGeom>
          <a:solidFill>
            <a:srgbClr val="000000"/>
          </a:solidFill>
          <a:ln w="9525">
            <a:solidFill>
              <a:srgbClr val="000000"/>
            </a:solidFill>
            <a:round/>
            <a:headEnd/>
            <a:tailEnd type="none" w="lg" len="lg"/>
          </a:ln>
        </p:spPr>
        <p:txBody>
          <a:bodyPr wrap="none" anchor="ctr"/>
          <a:lstStyle/>
          <a:p>
            <a:pPr eaLnBrk="1" hangingPunct="1">
              <a:defRPr/>
            </a:pPr>
            <a:endParaRPr lang="en-US" sz="1600">
              <a:latin typeface="+mj-lt"/>
            </a:endParaRPr>
          </a:p>
        </p:txBody>
      </p:sp>
      <p:sp>
        <p:nvSpPr>
          <p:cNvPr id="43027" name="Oval 21">
            <a:extLst>
              <a:ext uri="{FF2B5EF4-FFF2-40B4-BE49-F238E27FC236}">
                <a16:creationId xmlns:a16="http://schemas.microsoft.com/office/drawing/2014/main" id="{AEE0702B-4981-423B-956B-513384AF162A}"/>
              </a:ext>
            </a:extLst>
          </p:cNvPr>
          <p:cNvSpPr>
            <a:spLocks noChangeArrowheads="1"/>
          </p:cNvSpPr>
          <p:nvPr/>
        </p:nvSpPr>
        <p:spPr bwMode="auto">
          <a:xfrm>
            <a:off x="6499226" y="3684589"/>
            <a:ext cx="85725" cy="85725"/>
          </a:xfrm>
          <a:prstGeom prst="ellipse">
            <a:avLst/>
          </a:prstGeom>
          <a:solidFill>
            <a:srgbClr val="000000"/>
          </a:solidFill>
          <a:ln w="9525">
            <a:solidFill>
              <a:srgbClr val="000000"/>
            </a:solidFill>
            <a:round/>
            <a:headEnd/>
            <a:tailEnd type="none" w="lg" len="lg"/>
          </a:ln>
        </p:spPr>
        <p:txBody>
          <a:bodyPr wrap="none" anchor="ctr"/>
          <a:lstStyle/>
          <a:p>
            <a:pPr eaLnBrk="1" hangingPunct="1">
              <a:defRPr/>
            </a:pPr>
            <a:endParaRPr lang="en-US" sz="1600">
              <a:latin typeface="+mj-lt"/>
            </a:endParaRPr>
          </a:p>
        </p:txBody>
      </p:sp>
      <p:sp>
        <p:nvSpPr>
          <p:cNvPr id="43028" name="Oval 22">
            <a:extLst>
              <a:ext uri="{FF2B5EF4-FFF2-40B4-BE49-F238E27FC236}">
                <a16:creationId xmlns:a16="http://schemas.microsoft.com/office/drawing/2014/main" id="{04123AAA-EF40-4EE8-B5B6-2C004CB0824B}"/>
              </a:ext>
            </a:extLst>
          </p:cNvPr>
          <p:cNvSpPr>
            <a:spLocks noChangeArrowheads="1"/>
          </p:cNvSpPr>
          <p:nvPr/>
        </p:nvSpPr>
        <p:spPr bwMode="auto">
          <a:xfrm>
            <a:off x="7108826" y="1770064"/>
            <a:ext cx="85725" cy="85725"/>
          </a:xfrm>
          <a:prstGeom prst="ellipse">
            <a:avLst/>
          </a:prstGeom>
          <a:solidFill>
            <a:srgbClr val="000000"/>
          </a:solidFill>
          <a:ln w="9525">
            <a:solidFill>
              <a:srgbClr val="000000"/>
            </a:solidFill>
            <a:round/>
            <a:headEnd/>
            <a:tailEnd type="none" w="lg" len="lg"/>
          </a:ln>
        </p:spPr>
        <p:txBody>
          <a:bodyPr wrap="none" anchor="ctr"/>
          <a:lstStyle/>
          <a:p>
            <a:pPr algn="ctr" eaLnBrk="1" hangingPunct="1">
              <a:defRPr/>
            </a:pPr>
            <a:endParaRPr lang="en-US" sz="2000">
              <a:latin typeface="+mj-lt"/>
            </a:endParaRPr>
          </a:p>
        </p:txBody>
      </p:sp>
      <p:sp>
        <p:nvSpPr>
          <p:cNvPr id="43029" name="Oval 23">
            <a:extLst>
              <a:ext uri="{FF2B5EF4-FFF2-40B4-BE49-F238E27FC236}">
                <a16:creationId xmlns:a16="http://schemas.microsoft.com/office/drawing/2014/main" id="{F38D3F2F-31C5-4228-8042-165B553D4ED7}"/>
              </a:ext>
            </a:extLst>
          </p:cNvPr>
          <p:cNvSpPr>
            <a:spLocks noChangeArrowheads="1"/>
          </p:cNvSpPr>
          <p:nvPr/>
        </p:nvSpPr>
        <p:spPr bwMode="auto">
          <a:xfrm>
            <a:off x="7108826" y="2392364"/>
            <a:ext cx="85725" cy="85725"/>
          </a:xfrm>
          <a:prstGeom prst="ellipse">
            <a:avLst/>
          </a:prstGeom>
          <a:solidFill>
            <a:srgbClr val="000000"/>
          </a:solidFill>
          <a:ln w="9525">
            <a:solidFill>
              <a:srgbClr val="000000"/>
            </a:solidFill>
            <a:round/>
            <a:headEnd/>
            <a:tailEnd type="none" w="lg" len="lg"/>
          </a:ln>
        </p:spPr>
        <p:txBody>
          <a:bodyPr wrap="none" anchor="ctr"/>
          <a:lstStyle/>
          <a:p>
            <a:pPr eaLnBrk="1" hangingPunct="1">
              <a:defRPr/>
            </a:pPr>
            <a:endParaRPr lang="en-US" sz="1600">
              <a:latin typeface="+mj-lt"/>
            </a:endParaRPr>
          </a:p>
        </p:txBody>
      </p:sp>
      <p:sp>
        <p:nvSpPr>
          <p:cNvPr id="43030" name="Oval 24">
            <a:extLst>
              <a:ext uri="{FF2B5EF4-FFF2-40B4-BE49-F238E27FC236}">
                <a16:creationId xmlns:a16="http://schemas.microsoft.com/office/drawing/2014/main" id="{F2949B4E-9C68-4A03-9BE4-E3BE0E7E934D}"/>
              </a:ext>
            </a:extLst>
          </p:cNvPr>
          <p:cNvSpPr>
            <a:spLocks noChangeArrowheads="1"/>
          </p:cNvSpPr>
          <p:nvPr/>
        </p:nvSpPr>
        <p:spPr bwMode="auto">
          <a:xfrm>
            <a:off x="7791451" y="1770064"/>
            <a:ext cx="85725" cy="85725"/>
          </a:xfrm>
          <a:prstGeom prst="ellipse">
            <a:avLst/>
          </a:prstGeom>
          <a:solidFill>
            <a:srgbClr val="000000"/>
          </a:solidFill>
          <a:ln w="9525">
            <a:solidFill>
              <a:srgbClr val="000000"/>
            </a:solidFill>
            <a:round/>
            <a:headEnd/>
            <a:tailEnd type="none" w="lg" len="lg"/>
          </a:ln>
        </p:spPr>
        <p:txBody>
          <a:bodyPr wrap="none" anchor="ctr"/>
          <a:lstStyle/>
          <a:p>
            <a:pPr algn="ctr" eaLnBrk="1" hangingPunct="1">
              <a:defRPr/>
            </a:pPr>
            <a:endParaRPr lang="en-US" sz="2000">
              <a:latin typeface="+mj-lt"/>
            </a:endParaRPr>
          </a:p>
        </p:txBody>
      </p:sp>
      <p:sp>
        <p:nvSpPr>
          <p:cNvPr id="43031" name="Oval 25">
            <a:extLst>
              <a:ext uri="{FF2B5EF4-FFF2-40B4-BE49-F238E27FC236}">
                <a16:creationId xmlns:a16="http://schemas.microsoft.com/office/drawing/2014/main" id="{BCF014EA-1ED5-4F5E-A36F-394E8CF000AF}"/>
              </a:ext>
            </a:extLst>
          </p:cNvPr>
          <p:cNvSpPr>
            <a:spLocks noChangeArrowheads="1"/>
          </p:cNvSpPr>
          <p:nvPr/>
        </p:nvSpPr>
        <p:spPr bwMode="auto">
          <a:xfrm>
            <a:off x="7791451" y="2100264"/>
            <a:ext cx="85725" cy="85725"/>
          </a:xfrm>
          <a:prstGeom prst="ellipse">
            <a:avLst/>
          </a:prstGeom>
          <a:solidFill>
            <a:srgbClr val="000000"/>
          </a:solidFill>
          <a:ln w="9525">
            <a:solidFill>
              <a:srgbClr val="000000"/>
            </a:solidFill>
            <a:round/>
            <a:headEnd/>
            <a:tailEnd type="none" w="lg" len="lg"/>
          </a:ln>
        </p:spPr>
        <p:txBody>
          <a:bodyPr wrap="none" anchor="ctr"/>
          <a:lstStyle/>
          <a:p>
            <a:pPr algn="ctr" eaLnBrk="1" hangingPunct="1">
              <a:defRPr/>
            </a:pPr>
            <a:endParaRPr lang="en-US" sz="2000">
              <a:latin typeface="+mj-lt"/>
            </a:endParaRPr>
          </a:p>
        </p:txBody>
      </p:sp>
      <p:sp>
        <p:nvSpPr>
          <p:cNvPr id="43032" name="Oval 26">
            <a:extLst>
              <a:ext uri="{FF2B5EF4-FFF2-40B4-BE49-F238E27FC236}">
                <a16:creationId xmlns:a16="http://schemas.microsoft.com/office/drawing/2014/main" id="{80C97DB4-1E83-4E6A-B1DD-12B8154CD86D}"/>
              </a:ext>
            </a:extLst>
          </p:cNvPr>
          <p:cNvSpPr>
            <a:spLocks noChangeArrowheads="1"/>
          </p:cNvSpPr>
          <p:nvPr/>
        </p:nvSpPr>
        <p:spPr bwMode="auto">
          <a:xfrm>
            <a:off x="7791451" y="2392364"/>
            <a:ext cx="85725" cy="85725"/>
          </a:xfrm>
          <a:prstGeom prst="ellipse">
            <a:avLst/>
          </a:prstGeom>
          <a:solidFill>
            <a:srgbClr val="000000"/>
          </a:solidFill>
          <a:ln w="9525">
            <a:solidFill>
              <a:srgbClr val="000000"/>
            </a:solidFill>
            <a:round/>
            <a:headEnd/>
            <a:tailEnd type="none" w="lg" len="lg"/>
          </a:ln>
        </p:spPr>
        <p:txBody>
          <a:bodyPr wrap="none" anchor="ctr"/>
          <a:lstStyle/>
          <a:p>
            <a:pPr algn="ctr" eaLnBrk="1" hangingPunct="1">
              <a:defRPr/>
            </a:pPr>
            <a:endParaRPr lang="en-US" sz="2000">
              <a:latin typeface="+mj-lt"/>
            </a:endParaRPr>
          </a:p>
        </p:txBody>
      </p:sp>
      <p:sp>
        <p:nvSpPr>
          <p:cNvPr id="43033" name="Oval 27">
            <a:extLst>
              <a:ext uri="{FF2B5EF4-FFF2-40B4-BE49-F238E27FC236}">
                <a16:creationId xmlns:a16="http://schemas.microsoft.com/office/drawing/2014/main" id="{FCC629AE-A5C8-4600-B317-2BF9E59D1BFA}"/>
              </a:ext>
            </a:extLst>
          </p:cNvPr>
          <p:cNvSpPr>
            <a:spLocks noChangeArrowheads="1"/>
          </p:cNvSpPr>
          <p:nvPr/>
        </p:nvSpPr>
        <p:spPr bwMode="auto">
          <a:xfrm>
            <a:off x="8924926" y="3671889"/>
            <a:ext cx="85725" cy="85725"/>
          </a:xfrm>
          <a:prstGeom prst="ellipse">
            <a:avLst/>
          </a:prstGeom>
          <a:solidFill>
            <a:srgbClr val="000000"/>
          </a:solidFill>
          <a:ln w="9525">
            <a:solidFill>
              <a:srgbClr val="000000"/>
            </a:solidFill>
            <a:round/>
            <a:headEnd/>
            <a:tailEnd type="none" w="lg" len="lg"/>
          </a:ln>
        </p:spPr>
        <p:txBody>
          <a:bodyPr wrap="none" anchor="ctr"/>
          <a:lstStyle/>
          <a:p>
            <a:pPr algn="ctr" eaLnBrk="1" hangingPunct="1">
              <a:defRPr/>
            </a:pPr>
            <a:endParaRPr lang="en-US" sz="2000">
              <a:latin typeface="+mj-lt"/>
            </a:endParaRPr>
          </a:p>
        </p:txBody>
      </p:sp>
      <p:sp>
        <p:nvSpPr>
          <p:cNvPr id="43034" name="Oval 28">
            <a:extLst>
              <a:ext uri="{FF2B5EF4-FFF2-40B4-BE49-F238E27FC236}">
                <a16:creationId xmlns:a16="http://schemas.microsoft.com/office/drawing/2014/main" id="{C2D4E010-0257-4501-B329-BFEA76DDF5AB}"/>
              </a:ext>
            </a:extLst>
          </p:cNvPr>
          <p:cNvSpPr>
            <a:spLocks noChangeArrowheads="1"/>
          </p:cNvSpPr>
          <p:nvPr/>
        </p:nvSpPr>
        <p:spPr bwMode="auto">
          <a:xfrm>
            <a:off x="8937626" y="2100264"/>
            <a:ext cx="85725" cy="85725"/>
          </a:xfrm>
          <a:prstGeom prst="ellipse">
            <a:avLst/>
          </a:prstGeom>
          <a:solidFill>
            <a:srgbClr val="000000"/>
          </a:solidFill>
          <a:ln w="9525">
            <a:solidFill>
              <a:srgbClr val="000000"/>
            </a:solidFill>
            <a:round/>
            <a:headEnd/>
            <a:tailEnd type="none" w="lg" len="lg"/>
          </a:ln>
        </p:spPr>
        <p:txBody>
          <a:bodyPr wrap="none" anchor="ctr"/>
          <a:lstStyle/>
          <a:p>
            <a:pPr algn="ctr" eaLnBrk="1" hangingPunct="1">
              <a:defRPr/>
            </a:pPr>
            <a:endParaRPr lang="en-US" sz="2000">
              <a:latin typeface="+mj-lt"/>
            </a:endParaRPr>
          </a:p>
        </p:txBody>
      </p:sp>
      <p:sp>
        <p:nvSpPr>
          <p:cNvPr id="43035" name="AutoShape 29">
            <a:extLst>
              <a:ext uri="{FF2B5EF4-FFF2-40B4-BE49-F238E27FC236}">
                <a16:creationId xmlns:a16="http://schemas.microsoft.com/office/drawing/2014/main" id="{1008293B-D9D8-4A62-A0DA-9ECB634F1E6C}"/>
              </a:ext>
            </a:extLst>
          </p:cNvPr>
          <p:cNvSpPr>
            <a:spLocks/>
          </p:cNvSpPr>
          <p:nvPr/>
        </p:nvSpPr>
        <p:spPr bwMode="auto">
          <a:xfrm>
            <a:off x="3509964" y="1908175"/>
            <a:ext cx="331787" cy="1676400"/>
          </a:xfrm>
          <a:prstGeom prst="leftBrace">
            <a:avLst>
              <a:gd name="adj1" fmla="val 42105"/>
              <a:gd name="adj2" fmla="val 50000"/>
            </a:avLst>
          </a:prstGeom>
          <a:noFill/>
          <a:ln w="28575">
            <a:solidFill>
              <a:srgbClr val="000000"/>
            </a:solidFill>
            <a:round/>
            <a:headEnd/>
            <a:tailEnd type="none" w="lg" len="lg"/>
          </a:ln>
        </p:spPr>
        <p:txBody>
          <a:bodyPr wrap="none" anchor="ctr"/>
          <a:lstStyle/>
          <a:p>
            <a:pPr eaLnBrk="1" hangingPunct="1">
              <a:defRPr/>
            </a:pPr>
            <a:endParaRPr lang="en-US" sz="1600">
              <a:latin typeface="+mj-lt"/>
            </a:endParaRPr>
          </a:p>
        </p:txBody>
      </p:sp>
      <p:sp>
        <p:nvSpPr>
          <p:cNvPr id="43036" name="Text Box 30">
            <a:extLst>
              <a:ext uri="{FF2B5EF4-FFF2-40B4-BE49-F238E27FC236}">
                <a16:creationId xmlns:a16="http://schemas.microsoft.com/office/drawing/2014/main" id="{26320986-74EF-4220-8682-7C8B28F9007D}"/>
              </a:ext>
            </a:extLst>
          </p:cNvPr>
          <p:cNvSpPr txBox="1">
            <a:spLocks noChangeArrowheads="1"/>
          </p:cNvSpPr>
          <p:nvPr/>
        </p:nvSpPr>
        <p:spPr bwMode="auto">
          <a:xfrm>
            <a:off x="2251075" y="2543176"/>
            <a:ext cx="1416050" cy="646113"/>
          </a:xfrm>
          <a:prstGeom prst="rect">
            <a:avLst/>
          </a:prstGeom>
          <a:noFill/>
          <a:ln w="9525">
            <a:noFill/>
            <a:miter lim="800000"/>
            <a:headEnd/>
            <a:tailEnd type="none" w="lg" len="lg"/>
          </a:ln>
        </p:spPr>
        <p:txBody>
          <a:bodyPr>
            <a:spAutoFit/>
          </a:bodyPr>
          <a:lstStyle/>
          <a:p>
            <a:pPr eaLnBrk="1" hangingPunct="1">
              <a:defRPr/>
            </a:pPr>
            <a:r>
              <a:rPr lang="en-US">
                <a:latin typeface="+mj-lt"/>
              </a:rPr>
              <a:t>n address</a:t>
            </a:r>
          </a:p>
          <a:p>
            <a:pPr eaLnBrk="1" hangingPunct="1">
              <a:defRPr/>
            </a:pPr>
            <a:r>
              <a:rPr lang="en-US">
                <a:latin typeface="+mj-lt"/>
              </a:rPr>
              <a:t>lines</a:t>
            </a:r>
          </a:p>
        </p:txBody>
      </p:sp>
      <p:sp>
        <p:nvSpPr>
          <p:cNvPr id="43037" name="AutoShape 31">
            <a:extLst>
              <a:ext uri="{FF2B5EF4-FFF2-40B4-BE49-F238E27FC236}">
                <a16:creationId xmlns:a16="http://schemas.microsoft.com/office/drawing/2014/main" id="{1D5D7253-7618-4BD7-B90B-D8E31429DD43}"/>
              </a:ext>
            </a:extLst>
          </p:cNvPr>
          <p:cNvSpPr>
            <a:spLocks/>
          </p:cNvSpPr>
          <p:nvPr/>
        </p:nvSpPr>
        <p:spPr bwMode="auto">
          <a:xfrm rot="16200000">
            <a:off x="7593013" y="3497263"/>
            <a:ext cx="360362" cy="2449512"/>
          </a:xfrm>
          <a:prstGeom prst="leftBrace">
            <a:avLst>
              <a:gd name="adj1" fmla="val 56645"/>
              <a:gd name="adj2" fmla="val 50000"/>
            </a:avLst>
          </a:prstGeom>
          <a:noFill/>
          <a:ln w="9525">
            <a:solidFill>
              <a:schemeClr val="tx1"/>
            </a:solidFill>
            <a:round/>
            <a:headEnd/>
            <a:tailEnd/>
          </a:ln>
        </p:spPr>
        <p:txBody>
          <a:bodyPr vert="eaVert" wrap="none" anchor="ctr"/>
          <a:lstStyle/>
          <a:p>
            <a:pPr eaLnBrk="1" hangingPunct="1">
              <a:defRPr/>
            </a:pPr>
            <a:endParaRPr lang="en-US" sz="1600">
              <a:latin typeface="+mj-lt"/>
            </a:endParaRPr>
          </a:p>
        </p:txBody>
      </p:sp>
      <p:sp>
        <p:nvSpPr>
          <p:cNvPr id="43042" name="Oval 34">
            <a:extLst>
              <a:ext uri="{FF2B5EF4-FFF2-40B4-BE49-F238E27FC236}">
                <a16:creationId xmlns:a16="http://schemas.microsoft.com/office/drawing/2014/main" id="{0D5F1D42-CF35-4958-95EC-E92750369EC4}"/>
              </a:ext>
            </a:extLst>
          </p:cNvPr>
          <p:cNvSpPr>
            <a:spLocks noChangeArrowheads="1"/>
          </p:cNvSpPr>
          <p:nvPr/>
        </p:nvSpPr>
        <p:spPr bwMode="auto">
          <a:xfrm>
            <a:off x="5657850" y="1768475"/>
            <a:ext cx="128588" cy="128588"/>
          </a:xfrm>
          <a:prstGeom prst="ellipse">
            <a:avLst/>
          </a:prstGeom>
          <a:noFill/>
          <a:ln w="19050">
            <a:solidFill>
              <a:schemeClr val="tx1"/>
            </a:solidFill>
            <a:round/>
            <a:headEnd/>
            <a:tailEnd/>
          </a:ln>
          <a:effectLst/>
        </p:spPr>
        <p:txBody>
          <a:bodyPr wrap="none" anchor="ctr"/>
          <a:lstStyle/>
          <a:p>
            <a:pPr eaLnBrk="1" hangingPunct="1">
              <a:defRPr/>
            </a:pPr>
            <a:endParaRPr lang="en-US" sz="1400">
              <a:latin typeface="+mj-lt"/>
            </a:endParaRPr>
          </a:p>
        </p:txBody>
      </p:sp>
      <p:sp>
        <p:nvSpPr>
          <p:cNvPr id="43043" name="Oval 35">
            <a:extLst>
              <a:ext uri="{FF2B5EF4-FFF2-40B4-BE49-F238E27FC236}">
                <a16:creationId xmlns:a16="http://schemas.microsoft.com/office/drawing/2014/main" id="{5A793458-7E53-42D8-A61E-B69BD477EF25}"/>
              </a:ext>
            </a:extLst>
          </p:cNvPr>
          <p:cNvSpPr>
            <a:spLocks noChangeArrowheads="1"/>
          </p:cNvSpPr>
          <p:nvPr/>
        </p:nvSpPr>
        <p:spPr bwMode="auto">
          <a:xfrm>
            <a:off x="5641975" y="2073275"/>
            <a:ext cx="128588" cy="128588"/>
          </a:xfrm>
          <a:prstGeom prst="ellipse">
            <a:avLst/>
          </a:prstGeom>
          <a:noFill/>
          <a:ln w="19050">
            <a:solidFill>
              <a:schemeClr val="tx1"/>
            </a:solidFill>
            <a:round/>
            <a:headEnd/>
            <a:tailEnd/>
          </a:ln>
          <a:effectLst/>
        </p:spPr>
        <p:txBody>
          <a:bodyPr wrap="none" anchor="ctr"/>
          <a:lstStyle/>
          <a:p>
            <a:pPr eaLnBrk="1" hangingPunct="1">
              <a:defRPr/>
            </a:pPr>
            <a:endParaRPr lang="en-US" sz="1400">
              <a:latin typeface="+mj-lt"/>
            </a:endParaRPr>
          </a:p>
        </p:txBody>
      </p:sp>
      <p:sp>
        <p:nvSpPr>
          <p:cNvPr id="43044" name="Oval 36">
            <a:extLst>
              <a:ext uri="{FF2B5EF4-FFF2-40B4-BE49-F238E27FC236}">
                <a16:creationId xmlns:a16="http://schemas.microsoft.com/office/drawing/2014/main" id="{348531C7-BFE3-404A-9139-3DE95BCEAA80}"/>
              </a:ext>
            </a:extLst>
          </p:cNvPr>
          <p:cNvSpPr>
            <a:spLocks noChangeArrowheads="1"/>
          </p:cNvSpPr>
          <p:nvPr/>
        </p:nvSpPr>
        <p:spPr bwMode="auto">
          <a:xfrm>
            <a:off x="5641975" y="2378075"/>
            <a:ext cx="128588" cy="128588"/>
          </a:xfrm>
          <a:prstGeom prst="ellipse">
            <a:avLst/>
          </a:prstGeom>
          <a:noFill/>
          <a:ln w="19050">
            <a:solidFill>
              <a:schemeClr val="tx1"/>
            </a:solidFill>
            <a:round/>
            <a:headEnd/>
            <a:tailEnd/>
          </a:ln>
          <a:effectLst/>
        </p:spPr>
        <p:txBody>
          <a:bodyPr wrap="none" anchor="ctr"/>
          <a:lstStyle/>
          <a:p>
            <a:pPr eaLnBrk="1" hangingPunct="1">
              <a:defRPr/>
            </a:pPr>
            <a:endParaRPr lang="en-US" sz="1400">
              <a:latin typeface="+mj-lt"/>
            </a:endParaRPr>
          </a:p>
        </p:txBody>
      </p:sp>
      <p:sp>
        <p:nvSpPr>
          <p:cNvPr id="43045" name="Oval 37">
            <a:extLst>
              <a:ext uri="{FF2B5EF4-FFF2-40B4-BE49-F238E27FC236}">
                <a16:creationId xmlns:a16="http://schemas.microsoft.com/office/drawing/2014/main" id="{B11C1238-93D5-4378-830C-6C059E120A12}"/>
              </a:ext>
            </a:extLst>
          </p:cNvPr>
          <p:cNvSpPr>
            <a:spLocks noChangeArrowheads="1"/>
          </p:cNvSpPr>
          <p:nvPr/>
        </p:nvSpPr>
        <p:spPr bwMode="auto">
          <a:xfrm>
            <a:off x="5670550" y="3681414"/>
            <a:ext cx="128588" cy="128587"/>
          </a:xfrm>
          <a:prstGeom prst="ellipse">
            <a:avLst/>
          </a:prstGeom>
          <a:noFill/>
          <a:ln w="19050">
            <a:solidFill>
              <a:schemeClr val="tx1"/>
            </a:solidFill>
            <a:round/>
            <a:headEnd/>
            <a:tailEnd/>
          </a:ln>
          <a:effectLst/>
        </p:spPr>
        <p:txBody>
          <a:bodyPr wrap="none" anchor="ctr"/>
          <a:lstStyle/>
          <a:p>
            <a:pPr eaLnBrk="1" hangingPunct="1">
              <a:defRPr/>
            </a:pPr>
            <a:endParaRPr lang="en-US" sz="1400">
              <a:latin typeface="+mj-lt"/>
            </a:endParaRPr>
          </a:p>
        </p:txBody>
      </p:sp>
      <p:sp>
        <p:nvSpPr>
          <p:cNvPr id="84004" name="TextBox 36">
            <a:extLst>
              <a:ext uri="{FF2B5EF4-FFF2-40B4-BE49-F238E27FC236}">
                <a16:creationId xmlns:a16="http://schemas.microsoft.com/office/drawing/2014/main" id="{A72A2F57-A2B1-6D13-E05B-521DE14DA4A5}"/>
              </a:ext>
            </a:extLst>
          </p:cNvPr>
          <p:cNvSpPr txBox="1">
            <a:spLocks noChangeArrowheads="1"/>
          </p:cNvSpPr>
          <p:nvPr/>
        </p:nvSpPr>
        <p:spPr bwMode="auto">
          <a:xfrm>
            <a:off x="3881438" y="1584325"/>
            <a:ext cx="571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A0</a:t>
            </a:r>
            <a:endParaRPr lang="en-GB" altLang="en-US"/>
          </a:p>
        </p:txBody>
      </p:sp>
      <p:sp>
        <p:nvSpPr>
          <p:cNvPr id="84005" name="TextBox 37">
            <a:extLst>
              <a:ext uri="{FF2B5EF4-FFF2-40B4-BE49-F238E27FC236}">
                <a16:creationId xmlns:a16="http://schemas.microsoft.com/office/drawing/2014/main" id="{0070237D-7D1B-9A6F-A4B6-44E15DF21F84}"/>
              </a:ext>
            </a:extLst>
          </p:cNvPr>
          <p:cNvSpPr txBox="1">
            <a:spLocks noChangeArrowheads="1"/>
          </p:cNvSpPr>
          <p:nvPr/>
        </p:nvSpPr>
        <p:spPr bwMode="auto">
          <a:xfrm>
            <a:off x="3881438" y="1857375"/>
            <a:ext cx="571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A1</a:t>
            </a:r>
            <a:endParaRPr lang="en-GB" altLang="en-US"/>
          </a:p>
        </p:txBody>
      </p:sp>
      <p:sp>
        <p:nvSpPr>
          <p:cNvPr id="84006" name="TextBox 38">
            <a:extLst>
              <a:ext uri="{FF2B5EF4-FFF2-40B4-BE49-F238E27FC236}">
                <a16:creationId xmlns:a16="http://schemas.microsoft.com/office/drawing/2014/main" id="{09099EF0-C7FC-7E13-8AE1-3326DDB9A574}"/>
              </a:ext>
            </a:extLst>
          </p:cNvPr>
          <p:cNvSpPr txBox="1">
            <a:spLocks noChangeArrowheads="1"/>
          </p:cNvSpPr>
          <p:nvPr/>
        </p:nvSpPr>
        <p:spPr bwMode="auto">
          <a:xfrm>
            <a:off x="3667125" y="3214688"/>
            <a:ext cx="8572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A2</a:t>
            </a:r>
            <a:r>
              <a:rPr lang="en-US" altLang="en-US" b="1" baseline="30000"/>
              <a:t>n</a:t>
            </a:r>
            <a:r>
              <a:rPr lang="en-US" altLang="en-US"/>
              <a:t>-1</a:t>
            </a:r>
          </a:p>
          <a:p>
            <a:pPr eaLnBrk="1" hangingPunct="1"/>
            <a:endParaRPr lang="en-GB"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Title 1">
            <a:extLst>
              <a:ext uri="{FF2B5EF4-FFF2-40B4-BE49-F238E27FC236}">
                <a16:creationId xmlns:a16="http://schemas.microsoft.com/office/drawing/2014/main" id="{72E9B70B-92E9-D204-2832-D8B15CB963DD}"/>
              </a:ext>
            </a:extLst>
          </p:cNvPr>
          <p:cNvSpPr>
            <a:spLocks noGrp="1" noChangeArrowheads="1"/>
          </p:cNvSpPr>
          <p:nvPr>
            <p:ph type="title"/>
          </p:nvPr>
        </p:nvSpPr>
        <p:spPr/>
        <p:txBody>
          <a:bodyPr/>
          <a:lstStyle/>
          <a:p>
            <a:r>
              <a:rPr lang="en-US" altLang="en-US"/>
              <a:t>Mask Programmable ROM</a:t>
            </a:r>
          </a:p>
        </p:txBody>
      </p:sp>
      <p:sp>
        <p:nvSpPr>
          <p:cNvPr id="84994" name="Content Placeholder 2">
            <a:extLst>
              <a:ext uri="{FF2B5EF4-FFF2-40B4-BE49-F238E27FC236}">
                <a16:creationId xmlns:a16="http://schemas.microsoft.com/office/drawing/2014/main" id="{1605DF52-D102-FF61-E34A-210AA73838DB}"/>
              </a:ext>
            </a:extLst>
          </p:cNvPr>
          <p:cNvSpPr>
            <a:spLocks noGrp="1" noChangeArrowheads="1"/>
          </p:cNvSpPr>
          <p:nvPr>
            <p:ph type="body" sz="quarter" idx="10"/>
          </p:nvPr>
        </p:nvSpPr>
        <p:spPr/>
        <p:txBody>
          <a:bodyPr/>
          <a:lstStyle/>
          <a:p>
            <a:pPr>
              <a:buFont typeface="Wingdings" panose="05000000000000000000" pitchFamily="2" charset="2"/>
              <a:buNone/>
            </a:pPr>
            <a:r>
              <a:rPr lang="en-US" altLang="en-US" sz="1600"/>
              <a:t>Information is recorded with the help of mask in the final stage of technological process. </a:t>
            </a:r>
          </a:p>
          <a:p>
            <a:pPr>
              <a:buFont typeface="Wingdings" panose="05000000000000000000" pitchFamily="2" charset="2"/>
              <a:buNone/>
            </a:pPr>
            <a:r>
              <a:rPr lang="en-US" altLang="en-US" sz="1600"/>
              <a:t>As a connecting link diodes or MOS transistors are used.</a:t>
            </a:r>
          </a:p>
        </p:txBody>
      </p:sp>
      <p:grpSp>
        <p:nvGrpSpPr>
          <p:cNvPr id="84996" name="Group 110">
            <a:extLst>
              <a:ext uri="{FF2B5EF4-FFF2-40B4-BE49-F238E27FC236}">
                <a16:creationId xmlns:a16="http://schemas.microsoft.com/office/drawing/2014/main" id="{5346FCAC-4C26-C666-A4BE-6D409B59ACF0}"/>
              </a:ext>
            </a:extLst>
          </p:cNvPr>
          <p:cNvGrpSpPr>
            <a:grpSpLocks/>
          </p:cNvGrpSpPr>
          <p:nvPr/>
        </p:nvGrpSpPr>
        <p:grpSpPr bwMode="auto">
          <a:xfrm>
            <a:off x="2428876" y="2214563"/>
            <a:ext cx="7242175" cy="3304556"/>
            <a:chOff x="40" y="1638"/>
            <a:chExt cx="5520" cy="2401"/>
          </a:xfrm>
        </p:grpSpPr>
        <p:sp>
          <p:nvSpPr>
            <p:cNvPr id="11" name="Line 6">
              <a:extLst>
                <a:ext uri="{FF2B5EF4-FFF2-40B4-BE49-F238E27FC236}">
                  <a16:creationId xmlns:a16="http://schemas.microsoft.com/office/drawing/2014/main" id="{C6B8BBDE-8970-4733-80B8-CDCB09D84E81}"/>
                </a:ext>
              </a:extLst>
            </p:cNvPr>
            <p:cNvSpPr>
              <a:spLocks noChangeShapeType="1"/>
            </p:cNvSpPr>
            <p:nvPr/>
          </p:nvSpPr>
          <p:spPr bwMode="auto">
            <a:xfrm>
              <a:off x="568" y="2496"/>
              <a:ext cx="3636" cy="0"/>
            </a:xfrm>
            <a:prstGeom prst="line">
              <a:avLst/>
            </a:prstGeom>
            <a:noFill/>
            <a:ln w="9525">
              <a:solidFill>
                <a:srgbClr val="000000"/>
              </a:solidFill>
              <a:round/>
              <a:headEnd/>
              <a:tailEnd type="none" w="lg" len="lg"/>
            </a:ln>
          </p:spPr>
          <p:txBody>
            <a:bodyPr/>
            <a:lstStyle/>
            <a:p>
              <a:pPr eaLnBrk="1" hangingPunct="1">
                <a:defRPr/>
              </a:pPr>
              <a:endParaRPr lang="en-US" sz="1200">
                <a:latin typeface="+mj-lt"/>
              </a:endParaRPr>
            </a:p>
          </p:txBody>
        </p:sp>
        <p:sp>
          <p:nvSpPr>
            <p:cNvPr id="12" name="Line 7">
              <a:extLst>
                <a:ext uri="{FF2B5EF4-FFF2-40B4-BE49-F238E27FC236}">
                  <a16:creationId xmlns:a16="http://schemas.microsoft.com/office/drawing/2014/main" id="{21FF7307-8C61-496E-8AC9-849B70C4AD60}"/>
                </a:ext>
              </a:extLst>
            </p:cNvPr>
            <p:cNvSpPr>
              <a:spLocks noChangeShapeType="1"/>
            </p:cNvSpPr>
            <p:nvPr/>
          </p:nvSpPr>
          <p:spPr bwMode="auto">
            <a:xfrm>
              <a:off x="592" y="2958"/>
              <a:ext cx="3629" cy="0"/>
            </a:xfrm>
            <a:prstGeom prst="line">
              <a:avLst/>
            </a:prstGeom>
            <a:noFill/>
            <a:ln w="9525">
              <a:solidFill>
                <a:srgbClr val="000000"/>
              </a:solidFill>
              <a:round/>
              <a:headEnd/>
              <a:tailEnd type="none" w="lg" len="lg"/>
            </a:ln>
          </p:spPr>
          <p:txBody>
            <a:bodyPr/>
            <a:lstStyle/>
            <a:p>
              <a:pPr eaLnBrk="1" hangingPunct="1">
                <a:defRPr/>
              </a:pPr>
              <a:endParaRPr lang="en-US" sz="1200">
                <a:latin typeface="+mj-lt"/>
              </a:endParaRPr>
            </a:p>
          </p:txBody>
        </p:sp>
        <p:sp>
          <p:nvSpPr>
            <p:cNvPr id="13" name="Rectangle 8">
              <a:extLst>
                <a:ext uri="{FF2B5EF4-FFF2-40B4-BE49-F238E27FC236}">
                  <a16:creationId xmlns:a16="http://schemas.microsoft.com/office/drawing/2014/main" id="{530F2DD4-B534-44A2-AE7F-FBD2B45AC0AA}"/>
                </a:ext>
              </a:extLst>
            </p:cNvPr>
            <p:cNvSpPr>
              <a:spLocks noChangeArrowheads="1"/>
            </p:cNvSpPr>
            <p:nvPr/>
          </p:nvSpPr>
          <p:spPr bwMode="auto">
            <a:xfrm>
              <a:off x="1064" y="2016"/>
              <a:ext cx="114" cy="287"/>
            </a:xfrm>
            <a:prstGeom prst="rect">
              <a:avLst/>
            </a:prstGeom>
            <a:solidFill>
              <a:schemeClr val="bg1"/>
            </a:solidFill>
            <a:ln w="2540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14" name="Rectangle 9">
              <a:extLst>
                <a:ext uri="{FF2B5EF4-FFF2-40B4-BE49-F238E27FC236}">
                  <a16:creationId xmlns:a16="http://schemas.microsoft.com/office/drawing/2014/main" id="{11D0FBBD-3C4A-478C-9C5C-78C7DBB24D69}"/>
                </a:ext>
              </a:extLst>
            </p:cNvPr>
            <p:cNvSpPr>
              <a:spLocks noChangeArrowheads="1"/>
            </p:cNvSpPr>
            <p:nvPr/>
          </p:nvSpPr>
          <p:spPr bwMode="auto">
            <a:xfrm>
              <a:off x="1504" y="2016"/>
              <a:ext cx="111" cy="287"/>
            </a:xfrm>
            <a:prstGeom prst="rect">
              <a:avLst/>
            </a:prstGeom>
            <a:solidFill>
              <a:schemeClr val="bg1"/>
            </a:solidFill>
            <a:ln w="2540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15" name="Rectangle 10">
              <a:extLst>
                <a:ext uri="{FF2B5EF4-FFF2-40B4-BE49-F238E27FC236}">
                  <a16:creationId xmlns:a16="http://schemas.microsoft.com/office/drawing/2014/main" id="{2F5089F5-9A0E-4BF8-AC10-AF8803D09072}"/>
                </a:ext>
              </a:extLst>
            </p:cNvPr>
            <p:cNvSpPr>
              <a:spLocks noChangeArrowheads="1"/>
            </p:cNvSpPr>
            <p:nvPr/>
          </p:nvSpPr>
          <p:spPr bwMode="auto">
            <a:xfrm>
              <a:off x="1912" y="2016"/>
              <a:ext cx="114" cy="287"/>
            </a:xfrm>
            <a:prstGeom prst="rect">
              <a:avLst/>
            </a:prstGeom>
            <a:solidFill>
              <a:schemeClr val="bg1"/>
            </a:solidFill>
            <a:ln w="2540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16" name="Rectangle 11">
              <a:extLst>
                <a:ext uri="{FF2B5EF4-FFF2-40B4-BE49-F238E27FC236}">
                  <a16:creationId xmlns:a16="http://schemas.microsoft.com/office/drawing/2014/main" id="{EA2E037E-B54D-4367-8D16-F06FD1E51412}"/>
                </a:ext>
              </a:extLst>
            </p:cNvPr>
            <p:cNvSpPr>
              <a:spLocks noChangeArrowheads="1"/>
            </p:cNvSpPr>
            <p:nvPr/>
          </p:nvSpPr>
          <p:spPr bwMode="auto">
            <a:xfrm>
              <a:off x="2337" y="2016"/>
              <a:ext cx="111" cy="287"/>
            </a:xfrm>
            <a:prstGeom prst="rect">
              <a:avLst/>
            </a:prstGeom>
            <a:solidFill>
              <a:schemeClr val="bg1"/>
            </a:solidFill>
            <a:ln w="2540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17" name="Rectangle 12">
              <a:extLst>
                <a:ext uri="{FF2B5EF4-FFF2-40B4-BE49-F238E27FC236}">
                  <a16:creationId xmlns:a16="http://schemas.microsoft.com/office/drawing/2014/main" id="{78EBA961-AA4D-4E35-8147-361AF0AC0115}"/>
                </a:ext>
              </a:extLst>
            </p:cNvPr>
            <p:cNvSpPr>
              <a:spLocks noChangeArrowheads="1"/>
            </p:cNvSpPr>
            <p:nvPr/>
          </p:nvSpPr>
          <p:spPr bwMode="auto">
            <a:xfrm>
              <a:off x="2760" y="2016"/>
              <a:ext cx="113" cy="287"/>
            </a:xfrm>
            <a:prstGeom prst="rect">
              <a:avLst/>
            </a:prstGeom>
            <a:solidFill>
              <a:schemeClr val="bg1"/>
            </a:solidFill>
            <a:ln w="25400">
              <a:solidFill>
                <a:srgbClr val="000000"/>
              </a:solidFill>
              <a:miter lim="800000"/>
              <a:headEnd/>
              <a:tailEnd type="none" w="lg" len="lg"/>
            </a:ln>
          </p:spPr>
          <p:txBody>
            <a:bodyPr wrap="none" anchor="ctr"/>
            <a:lstStyle/>
            <a:p>
              <a:pPr algn="ctr" eaLnBrk="1" hangingPunct="1">
                <a:defRPr/>
              </a:pPr>
              <a:endParaRPr lang="en-US">
                <a:latin typeface="+mj-lt"/>
              </a:endParaRPr>
            </a:p>
          </p:txBody>
        </p:sp>
        <p:sp>
          <p:nvSpPr>
            <p:cNvPr id="18" name="Rectangle 13">
              <a:extLst>
                <a:ext uri="{FF2B5EF4-FFF2-40B4-BE49-F238E27FC236}">
                  <a16:creationId xmlns:a16="http://schemas.microsoft.com/office/drawing/2014/main" id="{F7CE0C34-268D-43C9-9F8C-F101E1F33E3F}"/>
                </a:ext>
              </a:extLst>
            </p:cNvPr>
            <p:cNvSpPr>
              <a:spLocks noChangeArrowheads="1"/>
            </p:cNvSpPr>
            <p:nvPr/>
          </p:nvSpPr>
          <p:spPr bwMode="auto">
            <a:xfrm>
              <a:off x="3176" y="2024"/>
              <a:ext cx="110" cy="286"/>
            </a:xfrm>
            <a:prstGeom prst="rect">
              <a:avLst/>
            </a:prstGeom>
            <a:solidFill>
              <a:schemeClr val="bg1"/>
            </a:solidFill>
            <a:ln w="2540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19" name="Rectangle 14">
              <a:extLst>
                <a:ext uri="{FF2B5EF4-FFF2-40B4-BE49-F238E27FC236}">
                  <a16:creationId xmlns:a16="http://schemas.microsoft.com/office/drawing/2014/main" id="{06BAD661-8EE0-4AD4-ADA1-EECECD6C0D51}"/>
                </a:ext>
              </a:extLst>
            </p:cNvPr>
            <p:cNvSpPr>
              <a:spLocks noChangeArrowheads="1"/>
            </p:cNvSpPr>
            <p:nvPr/>
          </p:nvSpPr>
          <p:spPr bwMode="auto">
            <a:xfrm>
              <a:off x="3576" y="2024"/>
              <a:ext cx="115" cy="286"/>
            </a:xfrm>
            <a:prstGeom prst="rect">
              <a:avLst/>
            </a:prstGeom>
            <a:solidFill>
              <a:schemeClr val="bg1"/>
            </a:solidFill>
            <a:ln w="2540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20" name="Rectangle 15">
              <a:extLst>
                <a:ext uri="{FF2B5EF4-FFF2-40B4-BE49-F238E27FC236}">
                  <a16:creationId xmlns:a16="http://schemas.microsoft.com/office/drawing/2014/main" id="{496EE925-D45A-44F4-8104-F4FF8B849D70}"/>
                </a:ext>
              </a:extLst>
            </p:cNvPr>
            <p:cNvSpPr>
              <a:spLocks noChangeArrowheads="1"/>
            </p:cNvSpPr>
            <p:nvPr/>
          </p:nvSpPr>
          <p:spPr bwMode="auto">
            <a:xfrm>
              <a:off x="3985" y="2024"/>
              <a:ext cx="111" cy="286"/>
            </a:xfrm>
            <a:prstGeom prst="rect">
              <a:avLst/>
            </a:prstGeom>
            <a:solidFill>
              <a:schemeClr val="bg1"/>
            </a:solidFill>
            <a:ln w="2540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21" name="Line 16">
              <a:extLst>
                <a:ext uri="{FF2B5EF4-FFF2-40B4-BE49-F238E27FC236}">
                  <a16:creationId xmlns:a16="http://schemas.microsoft.com/office/drawing/2014/main" id="{881BE2F0-AC13-4124-91A2-5400D1323B71}"/>
                </a:ext>
              </a:extLst>
            </p:cNvPr>
            <p:cNvSpPr>
              <a:spLocks noChangeShapeType="1"/>
            </p:cNvSpPr>
            <p:nvPr/>
          </p:nvSpPr>
          <p:spPr bwMode="auto">
            <a:xfrm>
              <a:off x="1112" y="1824"/>
              <a:ext cx="0" cy="194"/>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sp>
          <p:nvSpPr>
            <p:cNvPr id="22" name="Line 17">
              <a:extLst>
                <a:ext uri="{FF2B5EF4-FFF2-40B4-BE49-F238E27FC236}">
                  <a16:creationId xmlns:a16="http://schemas.microsoft.com/office/drawing/2014/main" id="{FE0DC06C-CA87-4550-B5F2-5821F99E68AF}"/>
                </a:ext>
              </a:extLst>
            </p:cNvPr>
            <p:cNvSpPr>
              <a:spLocks noChangeShapeType="1"/>
            </p:cNvSpPr>
            <p:nvPr/>
          </p:nvSpPr>
          <p:spPr bwMode="auto">
            <a:xfrm>
              <a:off x="1552" y="1832"/>
              <a:ext cx="0" cy="194"/>
            </a:xfrm>
            <a:prstGeom prst="line">
              <a:avLst/>
            </a:prstGeom>
            <a:noFill/>
            <a:ln w="25400">
              <a:solidFill>
                <a:srgbClr val="000000"/>
              </a:solidFill>
              <a:round/>
              <a:headEnd type="oval" w="med" len="med"/>
              <a:tailEnd type="none" w="lg" len="lg"/>
            </a:ln>
          </p:spPr>
          <p:txBody>
            <a:bodyPr/>
            <a:lstStyle/>
            <a:p>
              <a:pPr eaLnBrk="1" hangingPunct="1">
                <a:defRPr/>
              </a:pPr>
              <a:endParaRPr lang="en-US" sz="1200">
                <a:latin typeface="+mj-lt"/>
              </a:endParaRPr>
            </a:p>
          </p:txBody>
        </p:sp>
        <p:sp>
          <p:nvSpPr>
            <p:cNvPr id="23" name="Line 18">
              <a:extLst>
                <a:ext uri="{FF2B5EF4-FFF2-40B4-BE49-F238E27FC236}">
                  <a16:creationId xmlns:a16="http://schemas.microsoft.com/office/drawing/2014/main" id="{D69A8A99-C1BE-431A-806F-014A2F5E9015}"/>
                </a:ext>
              </a:extLst>
            </p:cNvPr>
            <p:cNvSpPr>
              <a:spLocks noChangeShapeType="1"/>
            </p:cNvSpPr>
            <p:nvPr/>
          </p:nvSpPr>
          <p:spPr bwMode="auto">
            <a:xfrm>
              <a:off x="1112" y="1832"/>
              <a:ext cx="3158" cy="0"/>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sp>
          <p:nvSpPr>
            <p:cNvPr id="24" name="Line 19">
              <a:extLst>
                <a:ext uri="{FF2B5EF4-FFF2-40B4-BE49-F238E27FC236}">
                  <a16:creationId xmlns:a16="http://schemas.microsoft.com/office/drawing/2014/main" id="{82DFDAA5-83AC-4751-BBEA-1F382E486EF0}"/>
                </a:ext>
              </a:extLst>
            </p:cNvPr>
            <p:cNvSpPr>
              <a:spLocks noChangeShapeType="1"/>
            </p:cNvSpPr>
            <p:nvPr/>
          </p:nvSpPr>
          <p:spPr bwMode="auto">
            <a:xfrm>
              <a:off x="1960" y="1832"/>
              <a:ext cx="0" cy="194"/>
            </a:xfrm>
            <a:prstGeom prst="line">
              <a:avLst/>
            </a:prstGeom>
            <a:noFill/>
            <a:ln w="25400">
              <a:solidFill>
                <a:srgbClr val="000000"/>
              </a:solidFill>
              <a:round/>
              <a:headEnd type="oval" w="med" len="med"/>
              <a:tailEnd type="none" w="lg" len="lg"/>
            </a:ln>
          </p:spPr>
          <p:txBody>
            <a:bodyPr/>
            <a:lstStyle/>
            <a:p>
              <a:pPr eaLnBrk="1" hangingPunct="1">
                <a:defRPr/>
              </a:pPr>
              <a:endParaRPr lang="en-US" sz="1200">
                <a:latin typeface="+mj-lt"/>
              </a:endParaRPr>
            </a:p>
          </p:txBody>
        </p:sp>
        <p:sp>
          <p:nvSpPr>
            <p:cNvPr id="25" name="Line 20">
              <a:extLst>
                <a:ext uri="{FF2B5EF4-FFF2-40B4-BE49-F238E27FC236}">
                  <a16:creationId xmlns:a16="http://schemas.microsoft.com/office/drawing/2014/main" id="{AF373D52-3509-460C-9E3B-F65EE4B363B3}"/>
                </a:ext>
              </a:extLst>
            </p:cNvPr>
            <p:cNvSpPr>
              <a:spLocks noChangeShapeType="1"/>
            </p:cNvSpPr>
            <p:nvPr/>
          </p:nvSpPr>
          <p:spPr bwMode="auto">
            <a:xfrm>
              <a:off x="2384" y="1824"/>
              <a:ext cx="0" cy="194"/>
            </a:xfrm>
            <a:prstGeom prst="line">
              <a:avLst/>
            </a:prstGeom>
            <a:noFill/>
            <a:ln w="25400">
              <a:solidFill>
                <a:srgbClr val="000000"/>
              </a:solidFill>
              <a:round/>
              <a:headEnd type="oval" w="med" len="med"/>
              <a:tailEnd type="none" w="lg" len="lg"/>
            </a:ln>
          </p:spPr>
          <p:txBody>
            <a:bodyPr/>
            <a:lstStyle/>
            <a:p>
              <a:pPr eaLnBrk="1" hangingPunct="1">
                <a:defRPr/>
              </a:pPr>
              <a:endParaRPr lang="en-US" sz="1200">
                <a:latin typeface="+mj-lt"/>
              </a:endParaRPr>
            </a:p>
          </p:txBody>
        </p:sp>
        <p:sp>
          <p:nvSpPr>
            <p:cNvPr id="26" name="Line 21">
              <a:extLst>
                <a:ext uri="{FF2B5EF4-FFF2-40B4-BE49-F238E27FC236}">
                  <a16:creationId xmlns:a16="http://schemas.microsoft.com/office/drawing/2014/main" id="{A3D31E65-68E1-4466-A221-D80A7F1E192E}"/>
                </a:ext>
              </a:extLst>
            </p:cNvPr>
            <p:cNvSpPr>
              <a:spLocks noChangeShapeType="1"/>
            </p:cNvSpPr>
            <p:nvPr/>
          </p:nvSpPr>
          <p:spPr bwMode="auto">
            <a:xfrm>
              <a:off x="2808" y="1824"/>
              <a:ext cx="0" cy="194"/>
            </a:xfrm>
            <a:prstGeom prst="line">
              <a:avLst/>
            </a:prstGeom>
            <a:noFill/>
            <a:ln w="25400">
              <a:solidFill>
                <a:srgbClr val="000000"/>
              </a:solidFill>
              <a:round/>
              <a:headEnd type="oval" w="med" len="med"/>
              <a:tailEnd type="none" w="lg" len="lg"/>
            </a:ln>
          </p:spPr>
          <p:txBody>
            <a:bodyPr/>
            <a:lstStyle/>
            <a:p>
              <a:pPr eaLnBrk="1" hangingPunct="1">
                <a:defRPr/>
              </a:pPr>
              <a:endParaRPr lang="en-US" sz="1200">
                <a:latin typeface="+mj-lt"/>
              </a:endParaRPr>
            </a:p>
          </p:txBody>
        </p:sp>
        <p:sp>
          <p:nvSpPr>
            <p:cNvPr id="27" name="Line 22">
              <a:extLst>
                <a:ext uri="{FF2B5EF4-FFF2-40B4-BE49-F238E27FC236}">
                  <a16:creationId xmlns:a16="http://schemas.microsoft.com/office/drawing/2014/main" id="{686F538F-5FB1-44F1-AE4C-03624E38D94D}"/>
                </a:ext>
              </a:extLst>
            </p:cNvPr>
            <p:cNvSpPr>
              <a:spLocks noChangeShapeType="1"/>
            </p:cNvSpPr>
            <p:nvPr/>
          </p:nvSpPr>
          <p:spPr bwMode="auto">
            <a:xfrm>
              <a:off x="3233" y="1816"/>
              <a:ext cx="0" cy="195"/>
            </a:xfrm>
            <a:prstGeom prst="line">
              <a:avLst/>
            </a:prstGeom>
            <a:noFill/>
            <a:ln w="25400">
              <a:solidFill>
                <a:srgbClr val="000000"/>
              </a:solidFill>
              <a:round/>
              <a:headEnd type="oval" w="med" len="med"/>
              <a:tailEnd type="none" w="lg" len="lg"/>
            </a:ln>
          </p:spPr>
          <p:txBody>
            <a:bodyPr/>
            <a:lstStyle/>
            <a:p>
              <a:pPr eaLnBrk="1" hangingPunct="1">
                <a:defRPr/>
              </a:pPr>
              <a:endParaRPr lang="en-US" sz="1200">
                <a:latin typeface="+mj-lt"/>
              </a:endParaRPr>
            </a:p>
          </p:txBody>
        </p:sp>
        <p:sp>
          <p:nvSpPr>
            <p:cNvPr id="28" name="Line 23">
              <a:extLst>
                <a:ext uri="{FF2B5EF4-FFF2-40B4-BE49-F238E27FC236}">
                  <a16:creationId xmlns:a16="http://schemas.microsoft.com/office/drawing/2014/main" id="{26BBEB77-09B9-49CA-8875-2A7D754E0E50}"/>
                </a:ext>
              </a:extLst>
            </p:cNvPr>
            <p:cNvSpPr>
              <a:spLocks noChangeShapeType="1"/>
            </p:cNvSpPr>
            <p:nvPr/>
          </p:nvSpPr>
          <p:spPr bwMode="auto">
            <a:xfrm>
              <a:off x="3626" y="1831"/>
              <a:ext cx="0" cy="195"/>
            </a:xfrm>
            <a:prstGeom prst="line">
              <a:avLst/>
            </a:prstGeom>
            <a:noFill/>
            <a:ln w="25400">
              <a:solidFill>
                <a:srgbClr val="000000"/>
              </a:solidFill>
              <a:round/>
              <a:headEnd type="oval" w="med" len="med"/>
              <a:tailEnd type="none" w="lg" len="lg"/>
            </a:ln>
          </p:spPr>
          <p:txBody>
            <a:bodyPr/>
            <a:lstStyle/>
            <a:p>
              <a:pPr eaLnBrk="1" hangingPunct="1">
                <a:defRPr/>
              </a:pPr>
              <a:endParaRPr lang="en-US" sz="1200">
                <a:latin typeface="+mj-lt"/>
              </a:endParaRPr>
            </a:p>
          </p:txBody>
        </p:sp>
        <p:sp>
          <p:nvSpPr>
            <p:cNvPr id="29" name="Line 24">
              <a:extLst>
                <a:ext uri="{FF2B5EF4-FFF2-40B4-BE49-F238E27FC236}">
                  <a16:creationId xmlns:a16="http://schemas.microsoft.com/office/drawing/2014/main" id="{3BCFEBB9-1882-4D2F-A39A-782637B915ED}"/>
                </a:ext>
              </a:extLst>
            </p:cNvPr>
            <p:cNvSpPr>
              <a:spLocks noChangeShapeType="1"/>
            </p:cNvSpPr>
            <p:nvPr/>
          </p:nvSpPr>
          <p:spPr bwMode="auto">
            <a:xfrm>
              <a:off x="4031" y="1831"/>
              <a:ext cx="0" cy="195"/>
            </a:xfrm>
            <a:prstGeom prst="line">
              <a:avLst/>
            </a:prstGeom>
            <a:noFill/>
            <a:ln w="25400">
              <a:solidFill>
                <a:srgbClr val="000000"/>
              </a:solidFill>
              <a:round/>
              <a:headEnd type="oval" w="med" len="med"/>
              <a:tailEnd type="none" w="lg" len="lg"/>
            </a:ln>
          </p:spPr>
          <p:txBody>
            <a:bodyPr/>
            <a:lstStyle/>
            <a:p>
              <a:pPr eaLnBrk="1" hangingPunct="1">
                <a:defRPr/>
              </a:pPr>
              <a:endParaRPr lang="en-US" sz="1200">
                <a:latin typeface="+mj-lt"/>
              </a:endParaRPr>
            </a:p>
          </p:txBody>
        </p:sp>
        <p:sp>
          <p:nvSpPr>
            <p:cNvPr id="30" name="Line 25">
              <a:extLst>
                <a:ext uri="{FF2B5EF4-FFF2-40B4-BE49-F238E27FC236}">
                  <a16:creationId xmlns:a16="http://schemas.microsoft.com/office/drawing/2014/main" id="{BD64A876-0F5A-4B6E-9736-5F9F449FC6DA}"/>
                </a:ext>
              </a:extLst>
            </p:cNvPr>
            <p:cNvSpPr>
              <a:spLocks noChangeShapeType="1"/>
            </p:cNvSpPr>
            <p:nvPr/>
          </p:nvSpPr>
          <p:spPr bwMode="auto">
            <a:xfrm>
              <a:off x="1112" y="2304"/>
              <a:ext cx="0" cy="1251"/>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sp>
          <p:nvSpPr>
            <p:cNvPr id="31" name="Line 26">
              <a:extLst>
                <a:ext uri="{FF2B5EF4-FFF2-40B4-BE49-F238E27FC236}">
                  <a16:creationId xmlns:a16="http://schemas.microsoft.com/office/drawing/2014/main" id="{4FC0BB8D-EBA1-4847-ACB3-5E51DF486501}"/>
                </a:ext>
              </a:extLst>
            </p:cNvPr>
            <p:cNvSpPr>
              <a:spLocks noChangeShapeType="1"/>
            </p:cNvSpPr>
            <p:nvPr/>
          </p:nvSpPr>
          <p:spPr bwMode="auto">
            <a:xfrm>
              <a:off x="1549" y="2304"/>
              <a:ext cx="0" cy="1251"/>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sp>
          <p:nvSpPr>
            <p:cNvPr id="32" name="Line 27">
              <a:extLst>
                <a:ext uri="{FF2B5EF4-FFF2-40B4-BE49-F238E27FC236}">
                  <a16:creationId xmlns:a16="http://schemas.microsoft.com/office/drawing/2014/main" id="{3CF7CA0F-391C-46C9-B05E-FBDB539E5977}"/>
                </a:ext>
              </a:extLst>
            </p:cNvPr>
            <p:cNvSpPr>
              <a:spLocks noChangeShapeType="1"/>
            </p:cNvSpPr>
            <p:nvPr/>
          </p:nvSpPr>
          <p:spPr bwMode="auto">
            <a:xfrm>
              <a:off x="1972" y="2304"/>
              <a:ext cx="0" cy="1251"/>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sp>
          <p:nvSpPr>
            <p:cNvPr id="33" name="Line 28">
              <a:extLst>
                <a:ext uri="{FF2B5EF4-FFF2-40B4-BE49-F238E27FC236}">
                  <a16:creationId xmlns:a16="http://schemas.microsoft.com/office/drawing/2014/main" id="{A07522C3-3608-49D8-A242-2D901C87CEF6}"/>
                </a:ext>
              </a:extLst>
            </p:cNvPr>
            <p:cNvSpPr>
              <a:spLocks noChangeShapeType="1"/>
            </p:cNvSpPr>
            <p:nvPr/>
          </p:nvSpPr>
          <p:spPr bwMode="auto">
            <a:xfrm>
              <a:off x="2397" y="2304"/>
              <a:ext cx="0" cy="1250"/>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sp>
          <p:nvSpPr>
            <p:cNvPr id="34" name="Line 29">
              <a:extLst>
                <a:ext uri="{FF2B5EF4-FFF2-40B4-BE49-F238E27FC236}">
                  <a16:creationId xmlns:a16="http://schemas.microsoft.com/office/drawing/2014/main" id="{B3EF5F63-0582-41E3-B18B-B702ED2C6187}"/>
                </a:ext>
              </a:extLst>
            </p:cNvPr>
            <p:cNvSpPr>
              <a:spLocks noChangeShapeType="1"/>
            </p:cNvSpPr>
            <p:nvPr/>
          </p:nvSpPr>
          <p:spPr bwMode="auto">
            <a:xfrm>
              <a:off x="2815" y="2304"/>
              <a:ext cx="0" cy="1250"/>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sp>
          <p:nvSpPr>
            <p:cNvPr id="35" name="Line 30">
              <a:extLst>
                <a:ext uri="{FF2B5EF4-FFF2-40B4-BE49-F238E27FC236}">
                  <a16:creationId xmlns:a16="http://schemas.microsoft.com/office/drawing/2014/main" id="{B30EBFA7-5562-4B7B-AA4A-10A7F6827AB6}"/>
                </a:ext>
              </a:extLst>
            </p:cNvPr>
            <p:cNvSpPr>
              <a:spLocks noChangeShapeType="1"/>
            </p:cNvSpPr>
            <p:nvPr/>
          </p:nvSpPr>
          <p:spPr bwMode="auto">
            <a:xfrm>
              <a:off x="3239" y="2310"/>
              <a:ext cx="0" cy="1248"/>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sp>
          <p:nvSpPr>
            <p:cNvPr id="36" name="Line 31">
              <a:extLst>
                <a:ext uri="{FF2B5EF4-FFF2-40B4-BE49-F238E27FC236}">
                  <a16:creationId xmlns:a16="http://schemas.microsoft.com/office/drawing/2014/main" id="{05CC1C05-2E00-4E88-8E9D-7FC3F222EF61}"/>
                </a:ext>
              </a:extLst>
            </p:cNvPr>
            <p:cNvSpPr>
              <a:spLocks noChangeShapeType="1"/>
            </p:cNvSpPr>
            <p:nvPr/>
          </p:nvSpPr>
          <p:spPr bwMode="auto">
            <a:xfrm>
              <a:off x="3624" y="2319"/>
              <a:ext cx="0" cy="1250"/>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sp>
          <p:nvSpPr>
            <p:cNvPr id="37" name="Line 32">
              <a:extLst>
                <a:ext uri="{FF2B5EF4-FFF2-40B4-BE49-F238E27FC236}">
                  <a16:creationId xmlns:a16="http://schemas.microsoft.com/office/drawing/2014/main" id="{E26EAD20-716A-4FE4-B16F-7F1DEA73E6C6}"/>
                </a:ext>
              </a:extLst>
            </p:cNvPr>
            <p:cNvSpPr>
              <a:spLocks noChangeShapeType="1"/>
            </p:cNvSpPr>
            <p:nvPr/>
          </p:nvSpPr>
          <p:spPr bwMode="auto">
            <a:xfrm>
              <a:off x="4035" y="2310"/>
              <a:ext cx="0" cy="1248"/>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sp>
          <p:nvSpPr>
            <p:cNvPr id="38" name="Line 34">
              <a:extLst>
                <a:ext uri="{FF2B5EF4-FFF2-40B4-BE49-F238E27FC236}">
                  <a16:creationId xmlns:a16="http://schemas.microsoft.com/office/drawing/2014/main" id="{792CECF3-555C-41B7-9F91-7AC894A626E3}"/>
                </a:ext>
              </a:extLst>
            </p:cNvPr>
            <p:cNvSpPr>
              <a:spLocks noChangeShapeType="1"/>
            </p:cNvSpPr>
            <p:nvPr/>
          </p:nvSpPr>
          <p:spPr bwMode="auto">
            <a:xfrm>
              <a:off x="1009" y="2745"/>
              <a:ext cx="88" cy="81"/>
            </a:xfrm>
            <a:prstGeom prst="line">
              <a:avLst/>
            </a:prstGeom>
            <a:noFill/>
            <a:ln w="31750">
              <a:solidFill>
                <a:srgbClr val="000000"/>
              </a:solidFill>
              <a:round/>
              <a:headEnd/>
              <a:tailEnd type="oval" w="med" len="med"/>
            </a:ln>
          </p:spPr>
          <p:txBody>
            <a:bodyPr/>
            <a:lstStyle/>
            <a:p>
              <a:pPr eaLnBrk="1" hangingPunct="1">
                <a:defRPr/>
              </a:pPr>
              <a:endParaRPr lang="en-US" sz="1200">
                <a:latin typeface="+mj-lt"/>
              </a:endParaRPr>
            </a:p>
          </p:txBody>
        </p:sp>
        <p:sp>
          <p:nvSpPr>
            <p:cNvPr id="39" name="Line 35">
              <a:extLst>
                <a:ext uri="{FF2B5EF4-FFF2-40B4-BE49-F238E27FC236}">
                  <a16:creationId xmlns:a16="http://schemas.microsoft.com/office/drawing/2014/main" id="{F09B43DC-AAFA-4FCE-9051-47FF5663CCA6}"/>
                </a:ext>
              </a:extLst>
            </p:cNvPr>
            <p:cNvSpPr>
              <a:spLocks noChangeShapeType="1"/>
            </p:cNvSpPr>
            <p:nvPr/>
          </p:nvSpPr>
          <p:spPr bwMode="auto">
            <a:xfrm flipH="1" flipV="1">
              <a:off x="760" y="2496"/>
              <a:ext cx="129" cy="129"/>
            </a:xfrm>
            <a:prstGeom prst="line">
              <a:avLst/>
            </a:prstGeom>
            <a:noFill/>
            <a:ln w="31750">
              <a:solidFill>
                <a:srgbClr val="000000"/>
              </a:solidFill>
              <a:round/>
              <a:headEnd type="none" w="med" len="lg"/>
              <a:tailEnd type="oval" w="med" len="med"/>
            </a:ln>
          </p:spPr>
          <p:txBody>
            <a:bodyPr/>
            <a:lstStyle/>
            <a:p>
              <a:pPr eaLnBrk="1" hangingPunct="1">
                <a:defRPr/>
              </a:pPr>
              <a:endParaRPr lang="en-US" sz="1200">
                <a:latin typeface="+mj-lt"/>
              </a:endParaRPr>
            </a:p>
          </p:txBody>
        </p:sp>
        <p:sp>
          <p:nvSpPr>
            <p:cNvPr id="40" name="Line 37">
              <a:extLst>
                <a:ext uri="{FF2B5EF4-FFF2-40B4-BE49-F238E27FC236}">
                  <a16:creationId xmlns:a16="http://schemas.microsoft.com/office/drawing/2014/main" id="{14C1E177-D5E8-40CA-A803-EF39D1BC3A3E}"/>
                </a:ext>
              </a:extLst>
            </p:cNvPr>
            <p:cNvSpPr>
              <a:spLocks noChangeShapeType="1"/>
            </p:cNvSpPr>
            <p:nvPr/>
          </p:nvSpPr>
          <p:spPr bwMode="auto">
            <a:xfrm>
              <a:off x="1454" y="2728"/>
              <a:ext cx="87" cy="81"/>
            </a:xfrm>
            <a:prstGeom prst="line">
              <a:avLst/>
            </a:prstGeom>
            <a:noFill/>
            <a:ln w="25400">
              <a:solidFill>
                <a:srgbClr val="000000"/>
              </a:solidFill>
              <a:round/>
              <a:headEnd/>
              <a:tailEnd type="oval" w="med" len="med"/>
            </a:ln>
          </p:spPr>
          <p:txBody>
            <a:bodyPr/>
            <a:lstStyle/>
            <a:p>
              <a:pPr eaLnBrk="1" hangingPunct="1">
                <a:defRPr/>
              </a:pPr>
              <a:endParaRPr lang="en-US" sz="1200">
                <a:latin typeface="+mj-lt"/>
              </a:endParaRPr>
            </a:p>
          </p:txBody>
        </p:sp>
        <p:sp>
          <p:nvSpPr>
            <p:cNvPr id="41" name="Line 38">
              <a:extLst>
                <a:ext uri="{FF2B5EF4-FFF2-40B4-BE49-F238E27FC236}">
                  <a16:creationId xmlns:a16="http://schemas.microsoft.com/office/drawing/2014/main" id="{7073F002-B01F-45EF-A530-D163ED858E0A}"/>
                </a:ext>
              </a:extLst>
            </p:cNvPr>
            <p:cNvSpPr>
              <a:spLocks noChangeShapeType="1"/>
            </p:cNvSpPr>
            <p:nvPr/>
          </p:nvSpPr>
          <p:spPr bwMode="auto">
            <a:xfrm flipH="1" flipV="1">
              <a:off x="1214" y="2488"/>
              <a:ext cx="129" cy="129"/>
            </a:xfrm>
            <a:prstGeom prst="line">
              <a:avLst/>
            </a:prstGeom>
            <a:noFill/>
            <a:ln w="25400">
              <a:solidFill>
                <a:srgbClr val="000000"/>
              </a:solidFill>
              <a:round/>
              <a:headEnd type="none" w="med" len="lg"/>
              <a:tailEnd type="oval" w="med" len="med"/>
            </a:ln>
          </p:spPr>
          <p:txBody>
            <a:bodyPr/>
            <a:lstStyle/>
            <a:p>
              <a:pPr eaLnBrk="1" hangingPunct="1">
                <a:defRPr/>
              </a:pPr>
              <a:endParaRPr lang="en-US" sz="1200">
                <a:latin typeface="+mj-lt"/>
              </a:endParaRPr>
            </a:p>
          </p:txBody>
        </p:sp>
        <p:sp>
          <p:nvSpPr>
            <p:cNvPr id="42" name="Line 40">
              <a:extLst>
                <a:ext uri="{FF2B5EF4-FFF2-40B4-BE49-F238E27FC236}">
                  <a16:creationId xmlns:a16="http://schemas.microsoft.com/office/drawing/2014/main" id="{0777D274-5E3F-4FB3-8613-B71FC9CB9E46}"/>
                </a:ext>
              </a:extLst>
            </p:cNvPr>
            <p:cNvSpPr>
              <a:spLocks noChangeShapeType="1"/>
            </p:cNvSpPr>
            <p:nvPr/>
          </p:nvSpPr>
          <p:spPr bwMode="auto">
            <a:xfrm>
              <a:off x="2300" y="2728"/>
              <a:ext cx="88" cy="81"/>
            </a:xfrm>
            <a:prstGeom prst="line">
              <a:avLst/>
            </a:prstGeom>
            <a:noFill/>
            <a:ln w="25400">
              <a:solidFill>
                <a:srgbClr val="000000"/>
              </a:solidFill>
              <a:round/>
              <a:headEnd/>
              <a:tailEnd type="oval" w="med" len="med"/>
            </a:ln>
          </p:spPr>
          <p:txBody>
            <a:bodyPr/>
            <a:lstStyle/>
            <a:p>
              <a:pPr eaLnBrk="1" hangingPunct="1">
                <a:defRPr/>
              </a:pPr>
              <a:endParaRPr lang="en-US" sz="1200">
                <a:latin typeface="+mj-lt"/>
              </a:endParaRPr>
            </a:p>
          </p:txBody>
        </p:sp>
        <p:sp>
          <p:nvSpPr>
            <p:cNvPr id="43" name="Line 41">
              <a:extLst>
                <a:ext uri="{FF2B5EF4-FFF2-40B4-BE49-F238E27FC236}">
                  <a16:creationId xmlns:a16="http://schemas.microsoft.com/office/drawing/2014/main" id="{5BBF62A9-3FE1-4C36-B056-9AF43A4FAE16}"/>
                </a:ext>
              </a:extLst>
            </p:cNvPr>
            <p:cNvSpPr>
              <a:spLocks noChangeShapeType="1"/>
            </p:cNvSpPr>
            <p:nvPr/>
          </p:nvSpPr>
          <p:spPr bwMode="auto">
            <a:xfrm flipH="1" flipV="1">
              <a:off x="2052" y="2488"/>
              <a:ext cx="128" cy="129"/>
            </a:xfrm>
            <a:prstGeom prst="line">
              <a:avLst/>
            </a:prstGeom>
            <a:noFill/>
            <a:ln w="25400">
              <a:solidFill>
                <a:srgbClr val="000000"/>
              </a:solidFill>
              <a:round/>
              <a:headEnd type="none" w="med" len="lg"/>
              <a:tailEnd type="oval" w="med" len="med"/>
            </a:ln>
          </p:spPr>
          <p:txBody>
            <a:bodyPr/>
            <a:lstStyle/>
            <a:p>
              <a:pPr eaLnBrk="1" hangingPunct="1">
                <a:defRPr/>
              </a:pPr>
              <a:endParaRPr lang="en-US" sz="1200">
                <a:latin typeface="+mj-lt"/>
              </a:endParaRPr>
            </a:p>
          </p:txBody>
        </p:sp>
        <p:sp>
          <p:nvSpPr>
            <p:cNvPr id="44" name="Line 42">
              <a:extLst>
                <a:ext uri="{FF2B5EF4-FFF2-40B4-BE49-F238E27FC236}">
                  <a16:creationId xmlns:a16="http://schemas.microsoft.com/office/drawing/2014/main" id="{61C2EBA6-C581-4FBA-BE2B-31092D595A14}"/>
                </a:ext>
              </a:extLst>
            </p:cNvPr>
            <p:cNvSpPr>
              <a:spLocks noChangeShapeType="1"/>
            </p:cNvSpPr>
            <p:nvPr/>
          </p:nvSpPr>
          <p:spPr bwMode="auto">
            <a:xfrm>
              <a:off x="4280" y="1752"/>
              <a:ext cx="0" cy="181"/>
            </a:xfrm>
            <a:prstGeom prst="line">
              <a:avLst/>
            </a:prstGeom>
            <a:noFill/>
            <a:ln w="50800">
              <a:solidFill>
                <a:srgbClr val="000000"/>
              </a:solidFill>
              <a:round/>
              <a:headEnd/>
              <a:tailEnd type="none" w="lg" len="lg"/>
            </a:ln>
          </p:spPr>
          <p:txBody>
            <a:bodyPr/>
            <a:lstStyle/>
            <a:p>
              <a:pPr eaLnBrk="1" hangingPunct="1">
                <a:defRPr/>
              </a:pPr>
              <a:endParaRPr lang="en-US" sz="1200">
                <a:latin typeface="+mj-lt"/>
              </a:endParaRPr>
            </a:p>
          </p:txBody>
        </p:sp>
        <p:sp>
          <p:nvSpPr>
            <p:cNvPr id="45" name="Line 44">
              <a:extLst>
                <a:ext uri="{FF2B5EF4-FFF2-40B4-BE49-F238E27FC236}">
                  <a16:creationId xmlns:a16="http://schemas.microsoft.com/office/drawing/2014/main" id="{06954281-FA93-46AC-B74D-EDCB136A3099}"/>
                </a:ext>
              </a:extLst>
            </p:cNvPr>
            <p:cNvSpPr>
              <a:spLocks noChangeShapeType="1"/>
            </p:cNvSpPr>
            <p:nvPr/>
          </p:nvSpPr>
          <p:spPr bwMode="auto">
            <a:xfrm>
              <a:off x="3943" y="2720"/>
              <a:ext cx="87" cy="81"/>
            </a:xfrm>
            <a:prstGeom prst="line">
              <a:avLst/>
            </a:prstGeom>
            <a:noFill/>
            <a:ln w="25400">
              <a:solidFill>
                <a:srgbClr val="000000"/>
              </a:solidFill>
              <a:round/>
              <a:headEnd/>
              <a:tailEnd type="oval" w="med" len="med"/>
            </a:ln>
          </p:spPr>
          <p:txBody>
            <a:bodyPr/>
            <a:lstStyle/>
            <a:p>
              <a:pPr eaLnBrk="1" hangingPunct="1">
                <a:defRPr/>
              </a:pPr>
              <a:endParaRPr lang="en-US" sz="1200">
                <a:latin typeface="+mj-lt"/>
              </a:endParaRPr>
            </a:p>
          </p:txBody>
        </p:sp>
        <p:sp>
          <p:nvSpPr>
            <p:cNvPr id="46" name="Line 45">
              <a:extLst>
                <a:ext uri="{FF2B5EF4-FFF2-40B4-BE49-F238E27FC236}">
                  <a16:creationId xmlns:a16="http://schemas.microsoft.com/office/drawing/2014/main" id="{83219B12-1B45-4EE5-A177-D809FCBDA3BA}"/>
                </a:ext>
              </a:extLst>
            </p:cNvPr>
            <p:cNvSpPr>
              <a:spLocks noChangeShapeType="1"/>
            </p:cNvSpPr>
            <p:nvPr/>
          </p:nvSpPr>
          <p:spPr bwMode="auto">
            <a:xfrm flipH="1" flipV="1">
              <a:off x="3695" y="2488"/>
              <a:ext cx="127" cy="129"/>
            </a:xfrm>
            <a:prstGeom prst="line">
              <a:avLst/>
            </a:prstGeom>
            <a:noFill/>
            <a:ln w="25400">
              <a:solidFill>
                <a:srgbClr val="000000"/>
              </a:solidFill>
              <a:round/>
              <a:headEnd type="none" w="med" len="lg"/>
              <a:tailEnd type="oval" w="med" len="med"/>
            </a:ln>
          </p:spPr>
          <p:txBody>
            <a:bodyPr/>
            <a:lstStyle/>
            <a:p>
              <a:pPr eaLnBrk="1" hangingPunct="1">
                <a:defRPr/>
              </a:pPr>
              <a:endParaRPr lang="en-US" sz="1200">
                <a:latin typeface="+mj-lt"/>
              </a:endParaRPr>
            </a:p>
          </p:txBody>
        </p:sp>
        <p:sp>
          <p:nvSpPr>
            <p:cNvPr id="47" name="Line 47">
              <a:extLst>
                <a:ext uri="{FF2B5EF4-FFF2-40B4-BE49-F238E27FC236}">
                  <a16:creationId xmlns:a16="http://schemas.microsoft.com/office/drawing/2014/main" id="{298A9CF4-787A-4075-BB93-1F8496A66BA0}"/>
                </a:ext>
              </a:extLst>
            </p:cNvPr>
            <p:cNvSpPr>
              <a:spLocks noChangeShapeType="1"/>
            </p:cNvSpPr>
            <p:nvPr/>
          </p:nvSpPr>
          <p:spPr bwMode="auto">
            <a:xfrm>
              <a:off x="1014" y="3197"/>
              <a:ext cx="88" cy="81"/>
            </a:xfrm>
            <a:prstGeom prst="line">
              <a:avLst/>
            </a:prstGeom>
            <a:noFill/>
            <a:ln w="31750">
              <a:solidFill>
                <a:srgbClr val="000000"/>
              </a:solidFill>
              <a:round/>
              <a:headEnd/>
              <a:tailEnd type="oval" w="med" len="med"/>
            </a:ln>
          </p:spPr>
          <p:txBody>
            <a:bodyPr/>
            <a:lstStyle/>
            <a:p>
              <a:pPr eaLnBrk="1" hangingPunct="1">
                <a:defRPr/>
              </a:pPr>
              <a:endParaRPr lang="en-US" sz="1200">
                <a:latin typeface="+mj-lt"/>
              </a:endParaRPr>
            </a:p>
          </p:txBody>
        </p:sp>
        <p:sp>
          <p:nvSpPr>
            <p:cNvPr id="48" name="Line 48">
              <a:extLst>
                <a:ext uri="{FF2B5EF4-FFF2-40B4-BE49-F238E27FC236}">
                  <a16:creationId xmlns:a16="http://schemas.microsoft.com/office/drawing/2014/main" id="{56A04FE4-65D2-4812-BB96-1832A4637F31}"/>
                </a:ext>
              </a:extLst>
            </p:cNvPr>
            <p:cNvSpPr>
              <a:spLocks noChangeShapeType="1"/>
            </p:cNvSpPr>
            <p:nvPr/>
          </p:nvSpPr>
          <p:spPr bwMode="auto">
            <a:xfrm flipH="1" flipV="1">
              <a:off x="774" y="2958"/>
              <a:ext cx="127" cy="128"/>
            </a:xfrm>
            <a:prstGeom prst="line">
              <a:avLst/>
            </a:prstGeom>
            <a:noFill/>
            <a:ln w="31750">
              <a:solidFill>
                <a:srgbClr val="000000"/>
              </a:solidFill>
              <a:round/>
              <a:headEnd type="none" w="med" len="lg"/>
              <a:tailEnd type="oval" w="med" len="med"/>
            </a:ln>
          </p:spPr>
          <p:txBody>
            <a:bodyPr/>
            <a:lstStyle/>
            <a:p>
              <a:pPr eaLnBrk="1" hangingPunct="1">
                <a:defRPr/>
              </a:pPr>
              <a:endParaRPr lang="en-US" sz="1200">
                <a:latin typeface="+mj-lt"/>
              </a:endParaRPr>
            </a:p>
          </p:txBody>
        </p:sp>
        <p:sp>
          <p:nvSpPr>
            <p:cNvPr id="49" name="Line 50">
              <a:extLst>
                <a:ext uri="{FF2B5EF4-FFF2-40B4-BE49-F238E27FC236}">
                  <a16:creationId xmlns:a16="http://schemas.microsoft.com/office/drawing/2014/main" id="{B59A861E-4C3E-4088-BC04-3AFF4DDECA1A}"/>
                </a:ext>
              </a:extLst>
            </p:cNvPr>
            <p:cNvSpPr>
              <a:spLocks noChangeShapeType="1"/>
            </p:cNvSpPr>
            <p:nvPr/>
          </p:nvSpPr>
          <p:spPr bwMode="auto">
            <a:xfrm>
              <a:off x="1880" y="3206"/>
              <a:ext cx="87" cy="83"/>
            </a:xfrm>
            <a:prstGeom prst="line">
              <a:avLst/>
            </a:prstGeom>
            <a:noFill/>
            <a:ln w="25400">
              <a:solidFill>
                <a:srgbClr val="000000"/>
              </a:solidFill>
              <a:round/>
              <a:headEnd/>
              <a:tailEnd type="oval" w="med" len="med"/>
            </a:ln>
          </p:spPr>
          <p:txBody>
            <a:bodyPr/>
            <a:lstStyle/>
            <a:p>
              <a:pPr eaLnBrk="1" hangingPunct="1">
                <a:defRPr/>
              </a:pPr>
              <a:endParaRPr lang="en-US" sz="1200">
                <a:latin typeface="+mj-lt"/>
              </a:endParaRPr>
            </a:p>
          </p:txBody>
        </p:sp>
        <p:sp>
          <p:nvSpPr>
            <p:cNvPr id="50" name="Line 51">
              <a:extLst>
                <a:ext uri="{FF2B5EF4-FFF2-40B4-BE49-F238E27FC236}">
                  <a16:creationId xmlns:a16="http://schemas.microsoft.com/office/drawing/2014/main" id="{D6C262CD-5AB3-4F2B-B667-D967DDA2F7FF}"/>
                </a:ext>
              </a:extLst>
            </p:cNvPr>
            <p:cNvSpPr>
              <a:spLocks noChangeShapeType="1"/>
            </p:cNvSpPr>
            <p:nvPr/>
          </p:nvSpPr>
          <p:spPr bwMode="auto">
            <a:xfrm flipH="1" flipV="1">
              <a:off x="1640" y="2964"/>
              <a:ext cx="129" cy="128"/>
            </a:xfrm>
            <a:prstGeom prst="line">
              <a:avLst/>
            </a:prstGeom>
            <a:noFill/>
            <a:ln w="25400">
              <a:solidFill>
                <a:srgbClr val="000000"/>
              </a:solidFill>
              <a:round/>
              <a:headEnd type="none" w="med" len="lg"/>
              <a:tailEnd type="oval" w="med" len="med"/>
            </a:ln>
          </p:spPr>
          <p:txBody>
            <a:bodyPr/>
            <a:lstStyle/>
            <a:p>
              <a:pPr eaLnBrk="1" hangingPunct="1">
                <a:defRPr/>
              </a:pPr>
              <a:endParaRPr lang="en-US" sz="1200">
                <a:latin typeface="+mj-lt"/>
              </a:endParaRPr>
            </a:p>
          </p:txBody>
        </p:sp>
        <p:sp>
          <p:nvSpPr>
            <p:cNvPr id="51" name="Line 53">
              <a:extLst>
                <a:ext uri="{FF2B5EF4-FFF2-40B4-BE49-F238E27FC236}">
                  <a16:creationId xmlns:a16="http://schemas.microsoft.com/office/drawing/2014/main" id="{027A0C73-C3A0-48E9-B74B-F655E125D358}"/>
                </a:ext>
              </a:extLst>
            </p:cNvPr>
            <p:cNvSpPr>
              <a:spLocks noChangeShapeType="1"/>
            </p:cNvSpPr>
            <p:nvPr/>
          </p:nvSpPr>
          <p:spPr bwMode="auto">
            <a:xfrm>
              <a:off x="2733" y="3206"/>
              <a:ext cx="87" cy="83"/>
            </a:xfrm>
            <a:prstGeom prst="line">
              <a:avLst/>
            </a:prstGeom>
            <a:noFill/>
            <a:ln w="25400">
              <a:solidFill>
                <a:srgbClr val="000000"/>
              </a:solidFill>
              <a:round/>
              <a:headEnd/>
              <a:tailEnd type="oval" w="med" len="med"/>
            </a:ln>
          </p:spPr>
          <p:txBody>
            <a:bodyPr/>
            <a:lstStyle/>
            <a:p>
              <a:pPr eaLnBrk="1" hangingPunct="1">
                <a:defRPr/>
              </a:pPr>
              <a:endParaRPr lang="en-US" sz="1200">
                <a:latin typeface="+mj-lt"/>
              </a:endParaRPr>
            </a:p>
          </p:txBody>
        </p:sp>
        <p:sp>
          <p:nvSpPr>
            <p:cNvPr id="52" name="Line 54">
              <a:extLst>
                <a:ext uri="{FF2B5EF4-FFF2-40B4-BE49-F238E27FC236}">
                  <a16:creationId xmlns:a16="http://schemas.microsoft.com/office/drawing/2014/main" id="{2B309685-EB65-4408-9B67-2F05D09540B6}"/>
                </a:ext>
              </a:extLst>
            </p:cNvPr>
            <p:cNvSpPr>
              <a:spLocks noChangeShapeType="1"/>
            </p:cNvSpPr>
            <p:nvPr/>
          </p:nvSpPr>
          <p:spPr bwMode="auto">
            <a:xfrm flipH="1" flipV="1">
              <a:off x="2493" y="2964"/>
              <a:ext cx="129" cy="128"/>
            </a:xfrm>
            <a:prstGeom prst="line">
              <a:avLst/>
            </a:prstGeom>
            <a:noFill/>
            <a:ln w="25400">
              <a:solidFill>
                <a:srgbClr val="000000"/>
              </a:solidFill>
              <a:round/>
              <a:headEnd type="none" w="med" len="lg"/>
              <a:tailEnd type="oval" w="med" len="med"/>
            </a:ln>
          </p:spPr>
          <p:txBody>
            <a:bodyPr/>
            <a:lstStyle/>
            <a:p>
              <a:pPr eaLnBrk="1" hangingPunct="1">
                <a:defRPr/>
              </a:pPr>
              <a:endParaRPr lang="en-US" sz="1200">
                <a:latin typeface="+mj-lt"/>
              </a:endParaRPr>
            </a:p>
          </p:txBody>
        </p:sp>
        <p:sp>
          <p:nvSpPr>
            <p:cNvPr id="53" name="Line 56">
              <a:extLst>
                <a:ext uri="{FF2B5EF4-FFF2-40B4-BE49-F238E27FC236}">
                  <a16:creationId xmlns:a16="http://schemas.microsoft.com/office/drawing/2014/main" id="{DC028AC5-245F-4E1B-8FB0-6082F3C16097}"/>
                </a:ext>
              </a:extLst>
            </p:cNvPr>
            <p:cNvSpPr>
              <a:spLocks noChangeShapeType="1"/>
            </p:cNvSpPr>
            <p:nvPr/>
          </p:nvSpPr>
          <p:spPr bwMode="auto">
            <a:xfrm>
              <a:off x="3538" y="3206"/>
              <a:ext cx="88" cy="83"/>
            </a:xfrm>
            <a:prstGeom prst="line">
              <a:avLst/>
            </a:prstGeom>
            <a:noFill/>
            <a:ln w="25400">
              <a:solidFill>
                <a:srgbClr val="000000"/>
              </a:solidFill>
              <a:round/>
              <a:headEnd/>
              <a:tailEnd type="oval" w="med" len="med"/>
            </a:ln>
          </p:spPr>
          <p:txBody>
            <a:bodyPr/>
            <a:lstStyle/>
            <a:p>
              <a:pPr eaLnBrk="1" hangingPunct="1">
                <a:defRPr/>
              </a:pPr>
              <a:endParaRPr lang="en-US" sz="1200">
                <a:latin typeface="+mj-lt"/>
              </a:endParaRPr>
            </a:p>
          </p:txBody>
        </p:sp>
        <p:sp>
          <p:nvSpPr>
            <p:cNvPr id="54" name="Line 57">
              <a:extLst>
                <a:ext uri="{FF2B5EF4-FFF2-40B4-BE49-F238E27FC236}">
                  <a16:creationId xmlns:a16="http://schemas.microsoft.com/office/drawing/2014/main" id="{32060C7E-3B03-4C71-8F94-CFC1569F294D}"/>
                </a:ext>
              </a:extLst>
            </p:cNvPr>
            <p:cNvSpPr>
              <a:spLocks noChangeShapeType="1"/>
            </p:cNvSpPr>
            <p:nvPr/>
          </p:nvSpPr>
          <p:spPr bwMode="auto">
            <a:xfrm flipH="1" flipV="1">
              <a:off x="3299" y="2964"/>
              <a:ext cx="128" cy="128"/>
            </a:xfrm>
            <a:prstGeom prst="line">
              <a:avLst/>
            </a:prstGeom>
            <a:noFill/>
            <a:ln w="25400">
              <a:solidFill>
                <a:srgbClr val="000000"/>
              </a:solidFill>
              <a:round/>
              <a:headEnd type="none" w="med" len="lg"/>
              <a:tailEnd type="oval" w="med" len="med"/>
            </a:ln>
          </p:spPr>
          <p:txBody>
            <a:bodyPr/>
            <a:lstStyle/>
            <a:p>
              <a:pPr eaLnBrk="1" hangingPunct="1">
                <a:defRPr/>
              </a:pPr>
              <a:endParaRPr lang="en-US" sz="1200">
                <a:latin typeface="+mj-lt"/>
              </a:endParaRPr>
            </a:p>
          </p:txBody>
        </p:sp>
        <p:sp>
          <p:nvSpPr>
            <p:cNvPr id="55" name="Line 59">
              <a:extLst>
                <a:ext uri="{FF2B5EF4-FFF2-40B4-BE49-F238E27FC236}">
                  <a16:creationId xmlns:a16="http://schemas.microsoft.com/office/drawing/2014/main" id="{FED8DEF6-2E02-488E-8484-4DF946606FB9}"/>
                </a:ext>
              </a:extLst>
            </p:cNvPr>
            <p:cNvSpPr>
              <a:spLocks noChangeShapeType="1"/>
            </p:cNvSpPr>
            <p:nvPr/>
          </p:nvSpPr>
          <p:spPr bwMode="auto">
            <a:xfrm>
              <a:off x="3945" y="3206"/>
              <a:ext cx="88" cy="83"/>
            </a:xfrm>
            <a:prstGeom prst="line">
              <a:avLst/>
            </a:prstGeom>
            <a:noFill/>
            <a:ln w="25400">
              <a:solidFill>
                <a:srgbClr val="000000"/>
              </a:solidFill>
              <a:round/>
              <a:headEnd/>
              <a:tailEnd type="oval" w="med" len="med"/>
            </a:ln>
          </p:spPr>
          <p:txBody>
            <a:bodyPr/>
            <a:lstStyle/>
            <a:p>
              <a:pPr eaLnBrk="1" hangingPunct="1">
                <a:defRPr/>
              </a:pPr>
              <a:endParaRPr lang="en-US" sz="1200">
                <a:latin typeface="+mj-lt"/>
              </a:endParaRPr>
            </a:p>
          </p:txBody>
        </p:sp>
        <p:sp>
          <p:nvSpPr>
            <p:cNvPr id="56" name="Line 60">
              <a:extLst>
                <a:ext uri="{FF2B5EF4-FFF2-40B4-BE49-F238E27FC236}">
                  <a16:creationId xmlns:a16="http://schemas.microsoft.com/office/drawing/2014/main" id="{69BB61B8-8F10-4A78-A253-A3CC0C21EAC8}"/>
                </a:ext>
              </a:extLst>
            </p:cNvPr>
            <p:cNvSpPr>
              <a:spLocks noChangeShapeType="1"/>
            </p:cNvSpPr>
            <p:nvPr/>
          </p:nvSpPr>
          <p:spPr bwMode="auto">
            <a:xfrm flipH="1" flipV="1">
              <a:off x="3705" y="2964"/>
              <a:ext cx="129" cy="128"/>
            </a:xfrm>
            <a:prstGeom prst="line">
              <a:avLst/>
            </a:prstGeom>
            <a:noFill/>
            <a:ln w="25400">
              <a:solidFill>
                <a:srgbClr val="000000"/>
              </a:solidFill>
              <a:round/>
              <a:headEnd type="none" w="med" len="lg"/>
              <a:tailEnd type="oval" w="med" len="med"/>
            </a:ln>
          </p:spPr>
          <p:txBody>
            <a:bodyPr/>
            <a:lstStyle/>
            <a:p>
              <a:pPr eaLnBrk="1" hangingPunct="1">
                <a:defRPr/>
              </a:pPr>
              <a:endParaRPr lang="en-US" sz="1200">
                <a:latin typeface="+mj-lt"/>
              </a:endParaRPr>
            </a:p>
          </p:txBody>
        </p:sp>
        <p:sp>
          <p:nvSpPr>
            <p:cNvPr id="57" name="Line 61">
              <a:extLst>
                <a:ext uri="{FF2B5EF4-FFF2-40B4-BE49-F238E27FC236}">
                  <a16:creationId xmlns:a16="http://schemas.microsoft.com/office/drawing/2014/main" id="{FA484B86-DFAC-4125-BF4C-917D923A23E0}"/>
                </a:ext>
              </a:extLst>
            </p:cNvPr>
            <p:cNvSpPr>
              <a:spLocks noChangeShapeType="1"/>
            </p:cNvSpPr>
            <p:nvPr/>
          </p:nvSpPr>
          <p:spPr bwMode="auto">
            <a:xfrm>
              <a:off x="1096" y="3648"/>
              <a:ext cx="0" cy="188"/>
            </a:xfrm>
            <a:prstGeom prst="line">
              <a:avLst/>
            </a:prstGeom>
            <a:noFill/>
            <a:ln w="25400">
              <a:solidFill>
                <a:srgbClr val="000000"/>
              </a:solidFill>
              <a:prstDash val="dash"/>
              <a:round/>
              <a:headEnd/>
              <a:tailEnd type="none" w="lg" len="lg"/>
            </a:ln>
          </p:spPr>
          <p:txBody>
            <a:bodyPr/>
            <a:lstStyle/>
            <a:p>
              <a:pPr eaLnBrk="1" hangingPunct="1">
                <a:defRPr/>
              </a:pPr>
              <a:endParaRPr lang="en-US" sz="1200">
                <a:latin typeface="+mj-lt"/>
              </a:endParaRPr>
            </a:p>
          </p:txBody>
        </p:sp>
        <p:sp>
          <p:nvSpPr>
            <p:cNvPr id="58" name="Line 62">
              <a:extLst>
                <a:ext uri="{FF2B5EF4-FFF2-40B4-BE49-F238E27FC236}">
                  <a16:creationId xmlns:a16="http://schemas.microsoft.com/office/drawing/2014/main" id="{B675A656-645B-4E0B-8AAA-6F1E1EAC09BF}"/>
                </a:ext>
              </a:extLst>
            </p:cNvPr>
            <p:cNvSpPr>
              <a:spLocks noChangeShapeType="1"/>
            </p:cNvSpPr>
            <p:nvPr/>
          </p:nvSpPr>
          <p:spPr bwMode="auto">
            <a:xfrm>
              <a:off x="1549" y="3648"/>
              <a:ext cx="0" cy="188"/>
            </a:xfrm>
            <a:prstGeom prst="line">
              <a:avLst/>
            </a:prstGeom>
            <a:noFill/>
            <a:ln w="25400">
              <a:solidFill>
                <a:srgbClr val="000000"/>
              </a:solidFill>
              <a:prstDash val="dash"/>
              <a:round/>
              <a:headEnd/>
              <a:tailEnd type="none" w="lg" len="lg"/>
            </a:ln>
          </p:spPr>
          <p:txBody>
            <a:bodyPr/>
            <a:lstStyle/>
            <a:p>
              <a:pPr eaLnBrk="1" hangingPunct="1">
                <a:defRPr/>
              </a:pPr>
              <a:endParaRPr lang="en-US" sz="1200">
                <a:latin typeface="+mj-lt"/>
              </a:endParaRPr>
            </a:p>
          </p:txBody>
        </p:sp>
        <p:sp>
          <p:nvSpPr>
            <p:cNvPr id="59" name="Line 63">
              <a:extLst>
                <a:ext uri="{FF2B5EF4-FFF2-40B4-BE49-F238E27FC236}">
                  <a16:creationId xmlns:a16="http://schemas.microsoft.com/office/drawing/2014/main" id="{C328D258-EE3F-4FD6-92DE-4A8212C22E87}"/>
                </a:ext>
              </a:extLst>
            </p:cNvPr>
            <p:cNvSpPr>
              <a:spLocks noChangeShapeType="1"/>
            </p:cNvSpPr>
            <p:nvPr/>
          </p:nvSpPr>
          <p:spPr bwMode="auto">
            <a:xfrm>
              <a:off x="1971" y="3663"/>
              <a:ext cx="0" cy="188"/>
            </a:xfrm>
            <a:prstGeom prst="line">
              <a:avLst/>
            </a:prstGeom>
            <a:noFill/>
            <a:ln w="25400">
              <a:solidFill>
                <a:srgbClr val="000000"/>
              </a:solidFill>
              <a:prstDash val="dash"/>
              <a:round/>
              <a:headEnd/>
              <a:tailEnd type="none" w="lg" len="lg"/>
            </a:ln>
          </p:spPr>
          <p:txBody>
            <a:bodyPr/>
            <a:lstStyle/>
            <a:p>
              <a:pPr eaLnBrk="1" hangingPunct="1">
                <a:defRPr/>
              </a:pPr>
              <a:endParaRPr lang="en-US" sz="1200">
                <a:latin typeface="+mj-lt"/>
              </a:endParaRPr>
            </a:p>
          </p:txBody>
        </p:sp>
        <p:sp>
          <p:nvSpPr>
            <p:cNvPr id="60" name="Line 64">
              <a:extLst>
                <a:ext uri="{FF2B5EF4-FFF2-40B4-BE49-F238E27FC236}">
                  <a16:creationId xmlns:a16="http://schemas.microsoft.com/office/drawing/2014/main" id="{8B706F43-AC30-4537-AB5E-A5BB7DD66D88}"/>
                </a:ext>
              </a:extLst>
            </p:cNvPr>
            <p:cNvSpPr>
              <a:spLocks noChangeShapeType="1"/>
            </p:cNvSpPr>
            <p:nvPr/>
          </p:nvSpPr>
          <p:spPr bwMode="auto">
            <a:xfrm>
              <a:off x="2393" y="3648"/>
              <a:ext cx="0" cy="193"/>
            </a:xfrm>
            <a:prstGeom prst="line">
              <a:avLst/>
            </a:prstGeom>
            <a:noFill/>
            <a:ln w="25400">
              <a:solidFill>
                <a:srgbClr val="000000"/>
              </a:solidFill>
              <a:prstDash val="dash"/>
              <a:round/>
              <a:headEnd/>
              <a:tailEnd type="none" w="lg" len="lg"/>
            </a:ln>
          </p:spPr>
          <p:txBody>
            <a:bodyPr/>
            <a:lstStyle/>
            <a:p>
              <a:pPr eaLnBrk="1" hangingPunct="1">
                <a:defRPr/>
              </a:pPr>
              <a:endParaRPr lang="en-US" sz="1200">
                <a:latin typeface="+mj-lt"/>
              </a:endParaRPr>
            </a:p>
          </p:txBody>
        </p:sp>
        <p:sp>
          <p:nvSpPr>
            <p:cNvPr id="61" name="Line 65">
              <a:extLst>
                <a:ext uri="{FF2B5EF4-FFF2-40B4-BE49-F238E27FC236}">
                  <a16:creationId xmlns:a16="http://schemas.microsoft.com/office/drawing/2014/main" id="{9235872D-918D-4B7E-BF6D-CEE609C50664}"/>
                </a:ext>
              </a:extLst>
            </p:cNvPr>
            <p:cNvSpPr>
              <a:spLocks noChangeShapeType="1"/>
            </p:cNvSpPr>
            <p:nvPr/>
          </p:nvSpPr>
          <p:spPr bwMode="auto">
            <a:xfrm>
              <a:off x="2808" y="3648"/>
              <a:ext cx="0" cy="193"/>
            </a:xfrm>
            <a:prstGeom prst="line">
              <a:avLst/>
            </a:prstGeom>
            <a:noFill/>
            <a:ln w="25400">
              <a:solidFill>
                <a:srgbClr val="000000"/>
              </a:solidFill>
              <a:prstDash val="dash"/>
              <a:round/>
              <a:headEnd/>
              <a:tailEnd type="none" w="lg" len="lg"/>
            </a:ln>
          </p:spPr>
          <p:txBody>
            <a:bodyPr/>
            <a:lstStyle/>
            <a:p>
              <a:pPr eaLnBrk="1" hangingPunct="1">
                <a:defRPr/>
              </a:pPr>
              <a:endParaRPr lang="en-US" sz="1200">
                <a:latin typeface="+mj-lt"/>
              </a:endParaRPr>
            </a:p>
          </p:txBody>
        </p:sp>
        <p:sp>
          <p:nvSpPr>
            <p:cNvPr id="62" name="Line 66">
              <a:extLst>
                <a:ext uri="{FF2B5EF4-FFF2-40B4-BE49-F238E27FC236}">
                  <a16:creationId xmlns:a16="http://schemas.microsoft.com/office/drawing/2014/main" id="{FA0868C1-4070-45A8-8BFC-62B12B62CD5E}"/>
                </a:ext>
              </a:extLst>
            </p:cNvPr>
            <p:cNvSpPr>
              <a:spLocks noChangeShapeType="1"/>
            </p:cNvSpPr>
            <p:nvPr/>
          </p:nvSpPr>
          <p:spPr bwMode="auto">
            <a:xfrm>
              <a:off x="3238" y="3642"/>
              <a:ext cx="0" cy="191"/>
            </a:xfrm>
            <a:prstGeom prst="line">
              <a:avLst/>
            </a:prstGeom>
            <a:noFill/>
            <a:ln w="25400">
              <a:solidFill>
                <a:srgbClr val="000000"/>
              </a:solidFill>
              <a:prstDash val="dash"/>
              <a:round/>
              <a:headEnd/>
              <a:tailEnd type="none" w="lg" len="lg"/>
            </a:ln>
          </p:spPr>
          <p:txBody>
            <a:bodyPr/>
            <a:lstStyle/>
            <a:p>
              <a:pPr eaLnBrk="1" hangingPunct="1">
                <a:defRPr/>
              </a:pPr>
              <a:endParaRPr lang="en-US" sz="1200">
                <a:latin typeface="+mj-lt"/>
              </a:endParaRPr>
            </a:p>
          </p:txBody>
        </p:sp>
        <p:sp>
          <p:nvSpPr>
            <p:cNvPr id="63" name="Line 67">
              <a:extLst>
                <a:ext uri="{FF2B5EF4-FFF2-40B4-BE49-F238E27FC236}">
                  <a16:creationId xmlns:a16="http://schemas.microsoft.com/office/drawing/2014/main" id="{86C22784-D2B7-4E92-8DFE-5F1084209A55}"/>
                </a:ext>
              </a:extLst>
            </p:cNvPr>
            <p:cNvSpPr>
              <a:spLocks noChangeShapeType="1"/>
            </p:cNvSpPr>
            <p:nvPr/>
          </p:nvSpPr>
          <p:spPr bwMode="auto">
            <a:xfrm>
              <a:off x="3622" y="3642"/>
              <a:ext cx="0" cy="191"/>
            </a:xfrm>
            <a:prstGeom prst="line">
              <a:avLst/>
            </a:prstGeom>
            <a:noFill/>
            <a:ln w="25400">
              <a:solidFill>
                <a:srgbClr val="000000"/>
              </a:solidFill>
              <a:prstDash val="dash"/>
              <a:round/>
              <a:headEnd/>
              <a:tailEnd type="none" w="lg" len="lg"/>
            </a:ln>
          </p:spPr>
          <p:txBody>
            <a:bodyPr/>
            <a:lstStyle/>
            <a:p>
              <a:pPr eaLnBrk="1" hangingPunct="1">
                <a:defRPr/>
              </a:pPr>
              <a:endParaRPr lang="en-US" sz="1200">
                <a:latin typeface="+mj-lt"/>
              </a:endParaRPr>
            </a:p>
          </p:txBody>
        </p:sp>
        <p:sp>
          <p:nvSpPr>
            <p:cNvPr id="64" name="Line 68">
              <a:extLst>
                <a:ext uri="{FF2B5EF4-FFF2-40B4-BE49-F238E27FC236}">
                  <a16:creationId xmlns:a16="http://schemas.microsoft.com/office/drawing/2014/main" id="{97E96C7E-00EF-44E4-B61E-745925DE0A57}"/>
                </a:ext>
              </a:extLst>
            </p:cNvPr>
            <p:cNvSpPr>
              <a:spLocks noChangeShapeType="1"/>
            </p:cNvSpPr>
            <p:nvPr/>
          </p:nvSpPr>
          <p:spPr bwMode="auto">
            <a:xfrm>
              <a:off x="4044" y="3633"/>
              <a:ext cx="0" cy="188"/>
            </a:xfrm>
            <a:prstGeom prst="line">
              <a:avLst/>
            </a:prstGeom>
            <a:noFill/>
            <a:ln w="25400">
              <a:solidFill>
                <a:srgbClr val="000000"/>
              </a:solidFill>
              <a:prstDash val="dash"/>
              <a:round/>
              <a:headEnd/>
              <a:tailEnd type="none" w="lg" len="lg"/>
            </a:ln>
          </p:spPr>
          <p:txBody>
            <a:bodyPr/>
            <a:lstStyle/>
            <a:p>
              <a:pPr eaLnBrk="1" hangingPunct="1">
                <a:defRPr/>
              </a:pPr>
              <a:endParaRPr lang="en-US" sz="1200">
                <a:latin typeface="+mj-lt"/>
              </a:endParaRPr>
            </a:p>
          </p:txBody>
        </p:sp>
        <p:sp>
          <p:nvSpPr>
            <p:cNvPr id="65" name="Text Box 69">
              <a:extLst>
                <a:ext uri="{FF2B5EF4-FFF2-40B4-BE49-F238E27FC236}">
                  <a16:creationId xmlns:a16="http://schemas.microsoft.com/office/drawing/2014/main" id="{8F62278E-9F4A-4050-BA62-D149A8F2D981}"/>
                </a:ext>
              </a:extLst>
            </p:cNvPr>
            <p:cNvSpPr txBox="1">
              <a:spLocks noChangeArrowheads="1"/>
            </p:cNvSpPr>
            <p:nvPr/>
          </p:nvSpPr>
          <p:spPr bwMode="auto">
            <a:xfrm>
              <a:off x="4360" y="2379"/>
              <a:ext cx="1200" cy="570"/>
            </a:xfrm>
            <a:prstGeom prst="rect">
              <a:avLst/>
            </a:prstGeom>
            <a:noFill/>
            <a:ln w="9525">
              <a:noFill/>
              <a:miter lim="800000"/>
              <a:headEnd/>
              <a:tailEnd type="none" w="lg" len="lg"/>
            </a:ln>
          </p:spPr>
          <p:txBody>
            <a:bodyPr>
              <a:spAutoFit/>
            </a:bodyPr>
            <a:lstStyle/>
            <a:p>
              <a:pPr eaLnBrk="1" hangingPunct="1">
                <a:spcBef>
                  <a:spcPct val="50000"/>
                </a:spcBef>
                <a:defRPr/>
              </a:pPr>
              <a:r>
                <a:rPr lang="en-US">
                  <a:latin typeface="+mj-lt"/>
                </a:rPr>
                <a:t>11010001</a:t>
              </a:r>
            </a:p>
            <a:p>
              <a:pPr eaLnBrk="1" hangingPunct="1">
                <a:spcBef>
                  <a:spcPct val="50000"/>
                </a:spcBef>
                <a:defRPr/>
              </a:pPr>
              <a:r>
                <a:rPr lang="en-US">
                  <a:latin typeface="+mj-lt"/>
                </a:rPr>
                <a:t>10101011</a:t>
              </a:r>
            </a:p>
          </p:txBody>
        </p:sp>
        <p:sp>
          <p:nvSpPr>
            <p:cNvPr id="66" name="Text Box 78">
              <a:extLst>
                <a:ext uri="{FF2B5EF4-FFF2-40B4-BE49-F238E27FC236}">
                  <a16:creationId xmlns:a16="http://schemas.microsoft.com/office/drawing/2014/main" id="{4E09731F-E090-47EC-97BD-CC71414BF0E9}"/>
                </a:ext>
              </a:extLst>
            </p:cNvPr>
            <p:cNvSpPr txBox="1">
              <a:spLocks noChangeArrowheads="1"/>
            </p:cNvSpPr>
            <p:nvPr/>
          </p:nvSpPr>
          <p:spPr bwMode="auto">
            <a:xfrm>
              <a:off x="228" y="2250"/>
              <a:ext cx="795" cy="246"/>
            </a:xfrm>
            <a:prstGeom prst="rect">
              <a:avLst/>
            </a:prstGeom>
            <a:noFill/>
            <a:ln w="9525">
              <a:noFill/>
              <a:miter lim="800000"/>
              <a:headEnd/>
              <a:tailEnd/>
            </a:ln>
            <a:effectLst/>
          </p:spPr>
          <p:txBody>
            <a:bodyPr>
              <a:spAutoFit/>
            </a:bodyPr>
            <a:lstStyle/>
            <a:p>
              <a:pPr eaLnBrk="1" hangingPunct="1">
                <a:spcBef>
                  <a:spcPct val="50000"/>
                </a:spcBef>
                <a:defRPr/>
              </a:pPr>
              <a:r>
                <a:rPr lang="en-US" sz="1600">
                  <a:latin typeface="+mj-lt"/>
                </a:rPr>
                <a:t>Word line</a:t>
              </a:r>
              <a:endParaRPr lang="ru-RU" sz="1600">
                <a:latin typeface="+mj-lt"/>
              </a:endParaRPr>
            </a:p>
          </p:txBody>
        </p:sp>
        <p:sp>
          <p:nvSpPr>
            <p:cNvPr id="67" name="Text Box 79">
              <a:extLst>
                <a:ext uri="{FF2B5EF4-FFF2-40B4-BE49-F238E27FC236}">
                  <a16:creationId xmlns:a16="http://schemas.microsoft.com/office/drawing/2014/main" id="{9A0350CE-6908-4F93-8B23-EBA84955B491}"/>
                </a:ext>
              </a:extLst>
            </p:cNvPr>
            <p:cNvSpPr txBox="1">
              <a:spLocks noChangeArrowheads="1"/>
            </p:cNvSpPr>
            <p:nvPr/>
          </p:nvSpPr>
          <p:spPr bwMode="auto">
            <a:xfrm>
              <a:off x="1156" y="3793"/>
              <a:ext cx="795" cy="246"/>
            </a:xfrm>
            <a:prstGeom prst="rect">
              <a:avLst/>
            </a:prstGeom>
            <a:noFill/>
            <a:ln w="9525">
              <a:noFill/>
              <a:miter lim="800000"/>
              <a:headEnd/>
              <a:tailEnd/>
            </a:ln>
            <a:effectLst/>
          </p:spPr>
          <p:txBody>
            <a:bodyPr>
              <a:spAutoFit/>
            </a:bodyPr>
            <a:lstStyle/>
            <a:p>
              <a:pPr eaLnBrk="1" hangingPunct="1">
                <a:spcBef>
                  <a:spcPct val="50000"/>
                </a:spcBef>
                <a:defRPr/>
              </a:pPr>
              <a:r>
                <a:rPr lang="en-US" sz="1600">
                  <a:latin typeface="+mj-lt"/>
                </a:rPr>
                <a:t>bit line</a:t>
              </a:r>
              <a:endParaRPr lang="ru-RU" sz="1600">
                <a:latin typeface="+mj-lt"/>
              </a:endParaRPr>
            </a:p>
          </p:txBody>
        </p:sp>
        <p:sp>
          <p:nvSpPr>
            <p:cNvPr id="68" name="Text Box 81">
              <a:extLst>
                <a:ext uri="{FF2B5EF4-FFF2-40B4-BE49-F238E27FC236}">
                  <a16:creationId xmlns:a16="http://schemas.microsoft.com/office/drawing/2014/main" id="{5A5A5F52-7A5E-435C-A064-15D14DF12D3F}"/>
                </a:ext>
              </a:extLst>
            </p:cNvPr>
            <p:cNvSpPr txBox="1">
              <a:spLocks noChangeArrowheads="1"/>
            </p:cNvSpPr>
            <p:nvPr/>
          </p:nvSpPr>
          <p:spPr bwMode="auto">
            <a:xfrm>
              <a:off x="4332" y="1638"/>
              <a:ext cx="500" cy="246"/>
            </a:xfrm>
            <a:prstGeom prst="rect">
              <a:avLst/>
            </a:prstGeom>
            <a:noFill/>
            <a:ln w="9525">
              <a:noFill/>
              <a:miter lim="800000"/>
              <a:headEnd/>
              <a:tailEnd/>
            </a:ln>
            <a:effectLst/>
          </p:spPr>
          <p:txBody>
            <a:bodyPr>
              <a:spAutoFit/>
            </a:bodyPr>
            <a:lstStyle/>
            <a:p>
              <a:pPr eaLnBrk="1" hangingPunct="1">
                <a:spcBef>
                  <a:spcPct val="50000"/>
                </a:spcBef>
                <a:defRPr/>
              </a:pPr>
              <a:r>
                <a:rPr lang="en-US" sz="1600">
                  <a:latin typeface="+mj-lt"/>
                </a:rPr>
                <a:t>+5V</a:t>
              </a:r>
              <a:endParaRPr lang="ru-RU" sz="1600">
                <a:latin typeface="+mj-lt"/>
              </a:endParaRPr>
            </a:p>
          </p:txBody>
        </p:sp>
        <p:grpSp>
          <p:nvGrpSpPr>
            <p:cNvPr id="85055" name="Group 83">
              <a:extLst>
                <a:ext uri="{FF2B5EF4-FFF2-40B4-BE49-F238E27FC236}">
                  <a16:creationId xmlns:a16="http://schemas.microsoft.com/office/drawing/2014/main" id="{AC5B31D8-1231-162E-1DED-2476F0AA528C}"/>
                </a:ext>
              </a:extLst>
            </p:cNvPr>
            <p:cNvGrpSpPr>
              <a:grpSpLocks/>
            </p:cNvGrpSpPr>
            <p:nvPr/>
          </p:nvGrpSpPr>
          <p:grpSpPr bwMode="auto">
            <a:xfrm>
              <a:off x="821" y="2568"/>
              <a:ext cx="261" cy="208"/>
              <a:chOff x="821" y="2568"/>
              <a:chExt cx="261" cy="208"/>
            </a:xfrm>
          </p:grpSpPr>
          <p:sp>
            <p:nvSpPr>
              <p:cNvPr id="95" name="AutoShape 33">
                <a:extLst>
                  <a:ext uri="{FF2B5EF4-FFF2-40B4-BE49-F238E27FC236}">
                    <a16:creationId xmlns:a16="http://schemas.microsoft.com/office/drawing/2014/main" id="{D68DE3F5-8F43-4848-A535-BAFA5FFA7B52}"/>
                  </a:ext>
                </a:extLst>
              </p:cNvPr>
              <p:cNvSpPr>
                <a:spLocks noChangeArrowheads="1"/>
              </p:cNvSpPr>
              <p:nvPr/>
            </p:nvSpPr>
            <p:spPr bwMode="auto">
              <a:xfrm rot="-2603722">
                <a:off x="823" y="2608"/>
                <a:ext cx="259" cy="168"/>
              </a:xfrm>
              <a:prstGeom prst="triangle">
                <a:avLst>
                  <a:gd name="adj" fmla="val 50000"/>
                </a:avLst>
              </a:prstGeom>
              <a:solidFill>
                <a:schemeClr val="accent1"/>
              </a:solidFill>
              <a:ln w="3175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96" name="Line 71">
                <a:extLst>
                  <a:ext uri="{FF2B5EF4-FFF2-40B4-BE49-F238E27FC236}">
                    <a16:creationId xmlns:a16="http://schemas.microsoft.com/office/drawing/2014/main" id="{A342B2DA-8D30-4F83-92E0-48ECA271512D}"/>
                  </a:ext>
                </a:extLst>
              </p:cNvPr>
              <p:cNvSpPr>
                <a:spLocks noChangeShapeType="1"/>
              </p:cNvSpPr>
              <p:nvPr/>
            </p:nvSpPr>
            <p:spPr bwMode="auto">
              <a:xfrm flipV="1">
                <a:off x="818" y="2568"/>
                <a:ext cx="139" cy="151"/>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grpSp>
        <p:grpSp>
          <p:nvGrpSpPr>
            <p:cNvPr id="85056" name="Group 84">
              <a:extLst>
                <a:ext uri="{FF2B5EF4-FFF2-40B4-BE49-F238E27FC236}">
                  <a16:creationId xmlns:a16="http://schemas.microsoft.com/office/drawing/2014/main" id="{0735BBDC-64B3-72D3-6E24-D193094EC679}"/>
                </a:ext>
              </a:extLst>
            </p:cNvPr>
            <p:cNvGrpSpPr>
              <a:grpSpLocks/>
            </p:cNvGrpSpPr>
            <p:nvPr/>
          </p:nvGrpSpPr>
          <p:grpSpPr bwMode="auto">
            <a:xfrm>
              <a:off x="821" y="3007"/>
              <a:ext cx="261" cy="208"/>
              <a:chOff x="821" y="2568"/>
              <a:chExt cx="261" cy="208"/>
            </a:xfrm>
          </p:grpSpPr>
          <p:sp>
            <p:nvSpPr>
              <p:cNvPr id="93" name="AutoShape 33">
                <a:extLst>
                  <a:ext uri="{FF2B5EF4-FFF2-40B4-BE49-F238E27FC236}">
                    <a16:creationId xmlns:a16="http://schemas.microsoft.com/office/drawing/2014/main" id="{885AA0EB-9041-41B9-AECC-E518FE7D8A74}"/>
                  </a:ext>
                </a:extLst>
              </p:cNvPr>
              <p:cNvSpPr>
                <a:spLocks noChangeArrowheads="1"/>
              </p:cNvSpPr>
              <p:nvPr/>
            </p:nvSpPr>
            <p:spPr bwMode="auto">
              <a:xfrm rot="-2603722">
                <a:off x="823" y="2608"/>
                <a:ext cx="259" cy="164"/>
              </a:xfrm>
              <a:prstGeom prst="triangle">
                <a:avLst>
                  <a:gd name="adj" fmla="val 50000"/>
                </a:avLst>
              </a:prstGeom>
              <a:solidFill>
                <a:schemeClr val="accent1"/>
              </a:solidFill>
              <a:ln w="3175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94" name="Line 71">
                <a:extLst>
                  <a:ext uri="{FF2B5EF4-FFF2-40B4-BE49-F238E27FC236}">
                    <a16:creationId xmlns:a16="http://schemas.microsoft.com/office/drawing/2014/main" id="{5AE32EB6-EC74-414E-A0F5-A7D4B05FF47D}"/>
                  </a:ext>
                </a:extLst>
              </p:cNvPr>
              <p:cNvSpPr>
                <a:spLocks noChangeShapeType="1"/>
              </p:cNvSpPr>
              <p:nvPr/>
            </p:nvSpPr>
            <p:spPr bwMode="auto">
              <a:xfrm flipV="1">
                <a:off x="818" y="2568"/>
                <a:ext cx="139" cy="148"/>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grpSp>
        <p:grpSp>
          <p:nvGrpSpPr>
            <p:cNvPr id="85057" name="Group 87">
              <a:extLst>
                <a:ext uri="{FF2B5EF4-FFF2-40B4-BE49-F238E27FC236}">
                  <a16:creationId xmlns:a16="http://schemas.microsoft.com/office/drawing/2014/main" id="{5850B0E3-F994-1382-EE49-4BE08CE50147}"/>
                </a:ext>
              </a:extLst>
            </p:cNvPr>
            <p:cNvGrpSpPr>
              <a:grpSpLocks/>
            </p:cNvGrpSpPr>
            <p:nvPr/>
          </p:nvGrpSpPr>
          <p:grpSpPr bwMode="auto">
            <a:xfrm>
              <a:off x="1269" y="2550"/>
              <a:ext cx="261" cy="208"/>
              <a:chOff x="821" y="2568"/>
              <a:chExt cx="261" cy="208"/>
            </a:xfrm>
          </p:grpSpPr>
          <p:sp>
            <p:nvSpPr>
              <p:cNvPr id="91" name="AutoShape 33">
                <a:extLst>
                  <a:ext uri="{FF2B5EF4-FFF2-40B4-BE49-F238E27FC236}">
                    <a16:creationId xmlns:a16="http://schemas.microsoft.com/office/drawing/2014/main" id="{FE2F7CFE-FE36-438C-9E73-CB0E1D8108B0}"/>
                  </a:ext>
                </a:extLst>
              </p:cNvPr>
              <p:cNvSpPr>
                <a:spLocks noChangeArrowheads="1"/>
              </p:cNvSpPr>
              <p:nvPr/>
            </p:nvSpPr>
            <p:spPr bwMode="auto">
              <a:xfrm rot="-2603722">
                <a:off x="824" y="2609"/>
                <a:ext cx="258" cy="167"/>
              </a:xfrm>
              <a:prstGeom prst="triangle">
                <a:avLst>
                  <a:gd name="adj" fmla="val 50000"/>
                </a:avLst>
              </a:prstGeom>
              <a:solidFill>
                <a:schemeClr val="accent1"/>
              </a:solidFill>
              <a:ln w="3175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92" name="Line 71">
                <a:extLst>
                  <a:ext uri="{FF2B5EF4-FFF2-40B4-BE49-F238E27FC236}">
                    <a16:creationId xmlns:a16="http://schemas.microsoft.com/office/drawing/2014/main" id="{9EB085C1-EDEB-4829-B670-D103D054C9E1}"/>
                  </a:ext>
                </a:extLst>
              </p:cNvPr>
              <p:cNvSpPr>
                <a:spLocks noChangeShapeType="1"/>
              </p:cNvSpPr>
              <p:nvPr/>
            </p:nvSpPr>
            <p:spPr bwMode="auto">
              <a:xfrm flipV="1">
                <a:off x="821" y="2568"/>
                <a:ext cx="138" cy="148"/>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grpSp>
        <p:grpSp>
          <p:nvGrpSpPr>
            <p:cNvPr id="85058" name="Group 90">
              <a:extLst>
                <a:ext uri="{FF2B5EF4-FFF2-40B4-BE49-F238E27FC236}">
                  <a16:creationId xmlns:a16="http://schemas.microsoft.com/office/drawing/2014/main" id="{E4C64E80-2AC9-F774-9A1D-8094672F2677}"/>
                </a:ext>
              </a:extLst>
            </p:cNvPr>
            <p:cNvGrpSpPr>
              <a:grpSpLocks/>
            </p:cNvGrpSpPr>
            <p:nvPr/>
          </p:nvGrpSpPr>
          <p:grpSpPr bwMode="auto">
            <a:xfrm>
              <a:off x="1690" y="3026"/>
              <a:ext cx="261" cy="208"/>
              <a:chOff x="821" y="2568"/>
              <a:chExt cx="261" cy="208"/>
            </a:xfrm>
          </p:grpSpPr>
          <p:sp>
            <p:nvSpPr>
              <p:cNvPr id="89" name="AutoShape 33">
                <a:extLst>
                  <a:ext uri="{FF2B5EF4-FFF2-40B4-BE49-F238E27FC236}">
                    <a16:creationId xmlns:a16="http://schemas.microsoft.com/office/drawing/2014/main" id="{D5A1CAC2-D35C-4C62-9FEA-85699FF34D7F}"/>
                  </a:ext>
                </a:extLst>
              </p:cNvPr>
              <p:cNvSpPr>
                <a:spLocks noChangeArrowheads="1"/>
              </p:cNvSpPr>
              <p:nvPr/>
            </p:nvSpPr>
            <p:spPr bwMode="auto">
              <a:xfrm rot="-2603722">
                <a:off x="824" y="2608"/>
                <a:ext cx="258" cy="168"/>
              </a:xfrm>
              <a:prstGeom prst="triangle">
                <a:avLst>
                  <a:gd name="adj" fmla="val 50000"/>
                </a:avLst>
              </a:prstGeom>
              <a:solidFill>
                <a:schemeClr val="accent1"/>
              </a:solidFill>
              <a:ln w="3175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90" name="Line 71">
                <a:extLst>
                  <a:ext uri="{FF2B5EF4-FFF2-40B4-BE49-F238E27FC236}">
                    <a16:creationId xmlns:a16="http://schemas.microsoft.com/office/drawing/2014/main" id="{556F4807-D2F3-429D-B251-C7A88C81FA9C}"/>
                  </a:ext>
                </a:extLst>
              </p:cNvPr>
              <p:cNvSpPr>
                <a:spLocks noChangeShapeType="1"/>
              </p:cNvSpPr>
              <p:nvPr/>
            </p:nvSpPr>
            <p:spPr bwMode="auto">
              <a:xfrm flipV="1">
                <a:off x="821" y="2568"/>
                <a:ext cx="138" cy="151"/>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grpSp>
        <p:grpSp>
          <p:nvGrpSpPr>
            <p:cNvPr id="85059" name="Group 93">
              <a:extLst>
                <a:ext uri="{FF2B5EF4-FFF2-40B4-BE49-F238E27FC236}">
                  <a16:creationId xmlns:a16="http://schemas.microsoft.com/office/drawing/2014/main" id="{267D9B18-6B22-2A50-D1B7-3747635A6070}"/>
                </a:ext>
              </a:extLst>
            </p:cNvPr>
            <p:cNvGrpSpPr>
              <a:grpSpLocks/>
            </p:cNvGrpSpPr>
            <p:nvPr/>
          </p:nvGrpSpPr>
          <p:grpSpPr bwMode="auto">
            <a:xfrm>
              <a:off x="2120" y="2568"/>
              <a:ext cx="261" cy="208"/>
              <a:chOff x="821" y="2568"/>
              <a:chExt cx="261" cy="208"/>
            </a:xfrm>
          </p:grpSpPr>
          <p:sp>
            <p:nvSpPr>
              <p:cNvPr id="87" name="AutoShape 33">
                <a:extLst>
                  <a:ext uri="{FF2B5EF4-FFF2-40B4-BE49-F238E27FC236}">
                    <a16:creationId xmlns:a16="http://schemas.microsoft.com/office/drawing/2014/main" id="{2008367C-0F7E-4B2C-8EB9-155DF6B42600}"/>
                  </a:ext>
                </a:extLst>
              </p:cNvPr>
              <p:cNvSpPr>
                <a:spLocks noChangeArrowheads="1"/>
              </p:cNvSpPr>
              <p:nvPr/>
            </p:nvSpPr>
            <p:spPr bwMode="auto">
              <a:xfrm rot="-2603722">
                <a:off x="823" y="2608"/>
                <a:ext cx="259" cy="168"/>
              </a:xfrm>
              <a:prstGeom prst="triangle">
                <a:avLst>
                  <a:gd name="adj" fmla="val 50000"/>
                </a:avLst>
              </a:prstGeom>
              <a:solidFill>
                <a:schemeClr val="accent1"/>
              </a:solidFill>
              <a:ln w="3175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88" name="Line 71">
                <a:extLst>
                  <a:ext uri="{FF2B5EF4-FFF2-40B4-BE49-F238E27FC236}">
                    <a16:creationId xmlns:a16="http://schemas.microsoft.com/office/drawing/2014/main" id="{2D47FB14-62EA-4FC6-A368-AF9101A130A0}"/>
                  </a:ext>
                </a:extLst>
              </p:cNvPr>
              <p:cNvSpPr>
                <a:spLocks noChangeShapeType="1"/>
              </p:cNvSpPr>
              <p:nvPr/>
            </p:nvSpPr>
            <p:spPr bwMode="auto">
              <a:xfrm flipV="1">
                <a:off x="821" y="2568"/>
                <a:ext cx="138" cy="151"/>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grpSp>
        <p:grpSp>
          <p:nvGrpSpPr>
            <p:cNvPr id="85060" name="Group 96">
              <a:extLst>
                <a:ext uri="{FF2B5EF4-FFF2-40B4-BE49-F238E27FC236}">
                  <a16:creationId xmlns:a16="http://schemas.microsoft.com/office/drawing/2014/main" id="{71096869-5328-CD9A-E9D7-F4C0B454D5E5}"/>
                </a:ext>
              </a:extLst>
            </p:cNvPr>
            <p:cNvGrpSpPr>
              <a:grpSpLocks/>
            </p:cNvGrpSpPr>
            <p:nvPr/>
          </p:nvGrpSpPr>
          <p:grpSpPr bwMode="auto">
            <a:xfrm>
              <a:off x="2541" y="3025"/>
              <a:ext cx="261" cy="208"/>
              <a:chOff x="821" y="2568"/>
              <a:chExt cx="261" cy="208"/>
            </a:xfrm>
          </p:grpSpPr>
          <p:sp>
            <p:nvSpPr>
              <p:cNvPr id="85" name="AutoShape 33">
                <a:extLst>
                  <a:ext uri="{FF2B5EF4-FFF2-40B4-BE49-F238E27FC236}">
                    <a16:creationId xmlns:a16="http://schemas.microsoft.com/office/drawing/2014/main" id="{66F0A9E0-BFBC-4715-8838-93BFCDF69F57}"/>
                  </a:ext>
                </a:extLst>
              </p:cNvPr>
              <p:cNvSpPr>
                <a:spLocks noChangeArrowheads="1"/>
              </p:cNvSpPr>
              <p:nvPr/>
            </p:nvSpPr>
            <p:spPr bwMode="auto">
              <a:xfrm rot="-2603722">
                <a:off x="823" y="2608"/>
                <a:ext cx="259" cy="168"/>
              </a:xfrm>
              <a:prstGeom prst="triangle">
                <a:avLst>
                  <a:gd name="adj" fmla="val 50000"/>
                </a:avLst>
              </a:prstGeom>
              <a:solidFill>
                <a:schemeClr val="accent1"/>
              </a:solidFill>
              <a:ln w="3175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86" name="Line 71">
                <a:extLst>
                  <a:ext uri="{FF2B5EF4-FFF2-40B4-BE49-F238E27FC236}">
                    <a16:creationId xmlns:a16="http://schemas.microsoft.com/office/drawing/2014/main" id="{82606EA4-4F47-4D96-84D2-5F9D9A111E9F}"/>
                  </a:ext>
                </a:extLst>
              </p:cNvPr>
              <p:cNvSpPr>
                <a:spLocks noChangeShapeType="1"/>
              </p:cNvSpPr>
              <p:nvPr/>
            </p:nvSpPr>
            <p:spPr bwMode="auto">
              <a:xfrm flipV="1">
                <a:off x="821" y="2564"/>
                <a:ext cx="138" cy="152"/>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grpSp>
        <p:grpSp>
          <p:nvGrpSpPr>
            <p:cNvPr id="85061" name="Group 99">
              <a:extLst>
                <a:ext uri="{FF2B5EF4-FFF2-40B4-BE49-F238E27FC236}">
                  <a16:creationId xmlns:a16="http://schemas.microsoft.com/office/drawing/2014/main" id="{0C3DF507-38B4-BF09-5BEB-1516C630F89C}"/>
                </a:ext>
              </a:extLst>
            </p:cNvPr>
            <p:cNvGrpSpPr>
              <a:grpSpLocks/>
            </p:cNvGrpSpPr>
            <p:nvPr/>
          </p:nvGrpSpPr>
          <p:grpSpPr bwMode="auto">
            <a:xfrm>
              <a:off x="3346" y="3024"/>
              <a:ext cx="261" cy="208"/>
              <a:chOff x="821" y="2568"/>
              <a:chExt cx="261" cy="208"/>
            </a:xfrm>
          </p:grpSpPr>
          <p:sp>
            <p:nvSpPr>
              <p:cNvPr id="83" name="AutoShape 33">
                <a:extLst>
                  <a:ext uri="{FF2B5EF4-FFF2-40B4-BE49-F238E27FC236}">
                    <a16:creationId xmlns:a16="http://schemas.microsoft.com/office/drawing/2014/main" id="{F5A39907-0F6B-4178-8C44-F8CA08DA604C}"/>
                  </a:ext>
                </a:extLst>
              </p:cNvPr>
              <p:cNvSpPr>
                <a:spLocks noChangeArrowheads="1"/>
              </p:cNvSpPr>
              <p:nvPr/>
            </p:nvSpPr>
            <p:spPr bwMode="auto">
              <a:xfrm rot="-2603722">
                <a:off x="823" y="2609"/>
                <a:ext cx="259" cy="167"/>
              </a:xfrm>
              <a:prstGeom prst="triangle">
                <a:avLst>
                  <a:gd name="adj" fmla="val 50000"/>
                </a:avLst>
              </a:prstGeom>
              <a:solidFill>
                <a:schemeClr val="accent1"/>
              </a:solidFill>
              <a:ln w="3175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84" name="Line 71">
                <a:extLst>
                  <a:ext uri="{FF2B5EF4-FFF2-40B4-BE49-F238E27FC236}">
                    <a16:creationId xmlns:a16="http://schemas.microsoft.com/office/drawing/2014/main" id="{6DD4DA0D-3865-4FBB-9599-AF06918309ED}"/>
                  </a:ext>
                </a:extLst>
              </p:cNvPr>
              <p:cNvSpPr>
                <a:spLocks noChangeShapeType="1"/>
              </p:cNvSpPr>
              <p:nvPr/>
            </p:nvSpPr>
            <p:spPr bwMode="auto">
              <a:xfrm flipV="1">
                <a:off x="821" y="2568"/>
                <a:ext cx="138" cy="148"/>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grpSp>
        <p:grpSp>
          <p:nvGrpSpPr>
            <p:cNvPr id="85062" name="Group 102">
              <a:extLst>
                <a:ext uri="{FF2B5EF4-FFF2-40B4-BE49-F238E27FC236}">
                  <a16:creationId xmlns:a16="http://schemas.microsoft.com/office/drawing/2014/main" id="{34DFFE16-7D77-07D8-ECBA-4B5A30E3F287}"/>
                </a:ext>
              </a:extLst>
            </p:cNvPr>
            <p:cNvGrpSpPr>
              <a:grpSpLocks/>
            </p:cNvGrpSpPr>
            <p:nvPr/>
          </p:nvGrpSpPr>
          <p:grpSpPr bwMode="auto">
            <a:xfrm>
              <a:off x="3749" y="2539"/>
              <a:ext cx="261" cy="208"/>
              <a:chOff x="821" y="2568"/>
              <a:chExt cx="261" cy="208"/>
            </a:xfrm>
          </p:grpSpPr>
          <p:sp>
            <p:nvSpPr>
              <p:cNvPr id="81" name="AutoShape 33">
                <a:extLst>
                  <a:ext uri="{FF2B5EF4-FFF2-40B4-BE49-F238E27FC236}">
                    <a16:creationId xmlns:a16="http://schemas.microsoft.com/office/drawing/2014/main" id="{A89DDCD6-1B99-4F86-A67B-11E89BA00D22}"/>
                  </a:ext>
                </a:extLst>
              </p:cNvPr>
              <p:cNvSpPr>
                <a:spLocks noChangeArrowheads="1"/>
              </p:cNvSpPr>
              <p:nvPr/>
            </p:nvSpPr>
            <p:spPr bwMode="auto">
              <a:xfrm rot="-2603722">
                <a:off x="823" y="2608"/>
                <a:ext cx="259" cy="164"/>
              </a:xfrm>
              <a:prstGeom prst="triangle">
                <a:avLst>
                  <a:gd name="adj" fmla="val 50000"/>
                </a:avLst>
              </a:prstGeom>
              <a:solidFill>
                <a:schemeClr val="accent1"/>
              </a:solidFill>
              <a:ln w="3175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82" name="Line 71">
                <a:extLst>
                  <a:ext uri="{FF2B5EF4-FFF2-40B4-BE49-F238E27FC236}">
                    <a16:creationId xmlns:a16="http://schemas.microsoft.com/office/drawing/2014/main" id="{33524EF7-A0A3-4690-9C17-A60E43FF5B39}"/>
                  </a:ext>
                </a:extLst>
              </p:cNvPr>
              <p:cNvSpPr>
                <a:spLocks noChangeShapeType="1"/>
              </p:cNvSpPr>
              <p:nvPr/>
            </p:nvSpPr>
            <p:spPr bwMode="auto">
              <a:xfrm flipV="1">
                <a:off x="821" y="2568"/>
                <a:ext cx="138" cy="148"/>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grpSp>
        <p:grpSp>
          <p:nvGrpSpPr>
            <p:cNvPr id="85063" name="Group 105">
              <a:extLst>
                <a:ext uri="{FF2B5EF4-FFF2-40B4-BE49-F238E27FC236}">
                  <a16:creationId xmlns:a16="http://schemas.microsoft.com/office/drawing/2014/main" id="{28FB54E8-CD19-C209-64E5-DFD50ECC2883}"/>
                </a:ext>
              </a:extLst>
            </p:cNvPr>
            <p:cNvGrpSpPr>
              <a:grpSpLocks/>
            </p:cNvGrpSpPr>
            <p:nvPr/>
          </p:nvGrpSpPr>
          <p:grpSpPr bwMode="auto">
            <a:xfrm>
              <a:off x="3740" y="3014"/>
              <a:ext cx="261" cy="208"/>
              <a:chOff x="821" y="2568"/>
              <a:chExt cx="261" cy="208"/>
            </a:xfrm>
          </p:grpSpPr>
          <p:sp>
            <p:nvSpPr>
              <p:cNvPr id="79" name="AutoShape 33">
                <a:extLst>
                  <a:ext uri="{FF2B5EF4-FFF2-40B4-BE49-F238E27FC236}">
                    <a16:creationId xmlns:a16="http://schemas.microsoft.com/office/drawing/2014/main" id="{F66755AC-F592-43CF-B445-649727AE8E02}"/>
                  </a:ext>
                </a:extLst>
              </p:cNvPr>
              <p:cNvSpPr>
                <a:spLocks noChangeArrowheads="1"/>
              </p:cNvSpPr>
              <p:nvPr/>
            </p:nvSpPr>
            <p:spPr bwMode="auto">
              <a:xfrm rot="-2603722">
                <a:off x="824" y="2608"/>
                <a:ext cx="261" cy="164"/>
              </a:xfrm>
              <a:prstGeom prst="triangle">
                <a:avLst>
                  <a:gd name="adj" fmla="val 50000"/>
                </a:avLst>
              </a:prstGeom>
              <a:solidFill>
                <a:schemeClr val="accent1"/>
              </a:solidFill>
              <a:ln w="31750">
                <a:solidFill>
                  <a:srgbClr val="000000"/>
                </a:solidFill>
                <a:miter lim="800000"/>
                <a:headEnd/>
                <a:tailEnd type="none" w="lg" len="lg"/>
              </a:ln>
            </p:spPr>
            <p:txBody>
              <a:bodyPr wrap="none" anchor="ctr"/>
              <a:lstStyle/>
              <a:p>
                <a:pPr eaLnBrk="1" hangingPunct="1">
                  <a:defRPr/>
                </a:pPr>
                <a:endParaRPr lang="en-US" sz="1400">
                  <a:latin typeface="+mj-lt"/>
                </a:endParaRPr>
              </a:p>
            </p:txBody>
          </p:sp>
          <p:sp>
            <p:nvSpPr>
              <p:cNvPr id="80" name="Line 71">
                <a:extLst>
                  <a:ext uri="{FF2B5EF4-FFF2-40B4-BE49-F238E27FC236}">
                    <a16:creationId xmlns:a16="http://schemas.microsoft.com/office/drawing/2014/main" id="{1DF3148A-B105-40AF-9E8E-F36AF3389819}"/>
                  </a:ext>
                </a:extLst>
              </p:cNvPr>
              <p:cNvSpPr>
                <a:spLocks noChangeShapeType="1"/>
              </p:cNvSpPr>
              <p:nvPr/>
            </p:nvSpPr>
            <p:spPr bwMode="auto">
              <a:xfrm flipV="1">
                <a:off x="821" y="2568"/>
                <a:ext cx="138" cy="148"/>
              </a:xfrm>
              <a:prstGeom prst="line">
                <a:avLst/>
              </a:prstGeom>
              <a:noFill/>
              <a:ln w="25400">
                <a:solidFill>
                  <a:srgbClr val="000000"/>
                </a:solidFill>
                <a:round/>
                <a:headEnd/>
                <a:tailEnd type="none" w="lg" len="lg"/>
              </a:ln>
            </p:spPr>
            <p:txBody>
              <a:bodyPr/>
              <a:lstStyle/>
              <a:p>
                <a:pPr eaLnBrk="1" hangingPunct="1">
                  <a:defRPr/>
                </a:pPr>
                <a:endParaRPr lang="en-US" sz="1200">
                  <a:latin typeface="+mj-lt"/>
                </a:endParaRPr>
              </a:p>
            </p:txBody>
          </p:sp>
        </p:grpSp>
        <p:sp>
          <p:nvSpPr>
            <p:cNvPr id="78" name="Text Box 108">
              <a:extLst>
                <a:ext uri="{FF2B5EF4-FFF2-40B4-BE49-F238E27FC236}">
                  <a16:creationId xmlns:a16="http://schemas.microsoft.com/office/drawing/2014/main" id="{7985BF36-42CB-4B18-9B80-5F3D35E30FB5}"/>
                </a:ext>
              </a:extLst>
            </p:cNvPr>
            <p:cNvSpPr txBox="1">
              <a:spLocks noChangeArrowheads="1"/>
            </p:cNvSpPr>
            <p:nvPr/>
          </p:nvSpPr>
          <p:spPr bwMode="auto">
            <a:xfrm>
              <a:off x="40" y="2417"/>
              <a:ext cx="726" cy="537"/>
            </a:xfrm>
            <a:prstGeom prst="rect">
              <a:avLst/>
            </a:prstGeom>
            <a:noFill/>
            <a:ln w="9525">
              <a:noFill/>
              <a:miter lim="800000"/>
              <a:headEnd/>
              <a:tailEnd/>
            </a:ln>
            <a:effectLst/>
          </p:spPr>
          <p:txBody>
            <a:bodyPr>
              <a:spAutoFit/>
            </a:bodyPr>
            <a:lstStyle/>
            <a:p>
              <a:pPr eaLnBrk="1" hangingPunct="1">
                <a:spcBef>
                  <a:spcPct val="50000"/>
                </a:spcBef>
                <a:defRPr/>
              </a:pPr>
              <a:r>
                <a:rPr lang="en-US" sz="1400" dirty="0">
                  <a:latin typeface="+mj-lt"/>
                </a:rPr>
                <a:t>Active low  word line (WL)</a:t>
              </a:r>
              <a:endParaRPr lang="ru-RU" sz="1400" dirty="0">
                <a:latin typeface="+mj-lt"/>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4">
            <a:extLst>
              <a:ext uri="{FF2B5EF4-FFF2-40B4-BE49-F238E27FC236}">
                <a16:creationId xmlns:a16="http://schemas.microsoft.com/office/drawing/2014/main" id="{9B2AFD1A-C930-82DB-FAE9-C41666F0A229}"/>
              </a:ext>
            </a:extLst>
          </p:cNvPr>
          <p:cNvSpPr>
            <a:spLocks noGrp="1" noChangeArrowheads="1"/>
          </p:cNvSpPr>
          <p:nvPr>
            <p:ph type="title"/>
          </p:nvPr>
        </p:nvSpPr>
        <p:spPr/>
        <p:txBody>
          <a:bodyPr/>
          <a:lstStyle/>
          <a:p>
            <a:r>
              <a:rPr lang="en-US" altLang="en-US"/>
              <a:t>Programmable ROM</a:t>
            </a:r>
            <a:endParaRPr lang="ru-RU" altLang="en-US"/>
          </a:p>
        </p:txBody>
      </p:sp>
      <p:sp>
        <p:nvSpPr>
          <p:cNvPr id="86019" name="Text Box 130">
            <a:extLst>
              <a:ext uri="{FF2B5EF4-FFF2-40B4-BE49-F238E27FC236}">
                <a16:creationId xmlns:a16="http://schemas.microsoft.com/office/drawing/2014/main" id="{6D94BF4F-EC2D-9304-77D5-908B00EC40C8}"/>
              </a:ext>
            </a:extLst>
          </p:cNvPr>
          <p:cNvSpPr txBox="1">
            <a:spLocks noChangeArrowheads="1"/>
          </p:cNvSpPr>
          <p:nvPr/>
        </p:nvSpPr>
        <p:spPr bwMode="auto">
          <a:xfrm>
            <a:off x="1882776" y="1268413"/>
            <a:ext cx="8785225" cy="69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n-US" altLang="en-US"/>
              <a:t>A</a:t>
            </a:r>
            <a:r>
              <a:rPr lang="en-US" altLang="en-US" sz="1600"/>
              <a:t> </a:t>
            </a:r>
            <a:r>
              <a:rPr lang="en-US" altLang="en-US"/>
              <a:t>PROM chip is manufactured with all its diodes or transistors “connected”. </a:t>
            </a:r>
          </a:p>
          <a:p>
            <a:pPr eaLnBrk="1" hangingPunct="1">
              <a:spcBef>
                <a:spcPct val="20000"/>
              </a:spcBef>
            </a:pPr>
            <a:r>
              <a:rPr lang="en-US" altLang="en-US"/>
              <a:t>The customer may program the ROM using PROM programmer.</a:t>
            </a:r>
            <a:endParaRPr lang="ru-RU" altLang="en-US"/>
          </a:p>
        </p:txBody>
      </p:sp>
      <p:sp>
        <p:nvSpPr>
          <p:cNvPr id="86020" name="Text Box 146">
            <a:extLst>
              <a:ext uri="{FF2B5EF4-FFF2-40B4-BE49-F238E27FC236}">
                <a16:creationId xmlns:a16="http://schemas.microsoft.com/office/drawing/2014/main" id="{3DC4C012-4377-B989-4083-90BF120264CB}"/>
              </a:ext>
            </a:extLst>
          </p:cNvPr>
          <p:cNvSpPr txBox="1">
            <a:spLocks noChangeArrowheads="1"/>
          </p:cNvSpPr>
          <p:nvPr/>
        </p:nvSpPr>
        <p:spPr bwMode="auto">
          <a:xfrm>
            <a:off x="1774825" y="5214939"/>
            <a:ext cx="87137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 link is vaporized by selecting it using PROM address and data lines and then applying a high voltage pulse (10-30V) to the device through a special input pin (for programming).</a:t>
            </a:r>
            <a:endParaRPr lang="ru-RU" altLang="en-US" sz="1600"/>
          </a:p>
        </p:txBody>
      </p:sp>
      <p:grpSp>
        <p:nvGrpSpPr>
          <p:cNvPr id="86021" name="Group 149">
            <a:extLst>
              <a:ext uri="{FF2B5EF4-FFF2-40B4-BE49-F238E27FC236}">
                <a16:creationId xmlns:a16="http://schemas.microsoft.com/office/drawing/2014/main" id="{DADEF0BD-F033-EA70-1CC7-03A27768B38B}"/>
              </a:ext>
            </a:extLst>
          </p:cNvPr>
          <p:cNvGrpSpPr>
            <a:grpSpLocks/>
          </p:cNvGrpSpPr>
          <p:nvPr/>
        </p:nvGrpSpPr>
        <p:grpSpPr bwMode="auto">
          <a:xfrm>
            <a:off x="2120900" y="1928814"/>
            <a:ext cx="8121650" cy="3240087"/>
            <a:chOff x="376" y="1389"/>
            <a:chExt cx="5116" cy="2041"/>
          </a:xfrm>
        </p:grpSpPr>
        <p:sp>
          <p:nvSpPr>
            <p:cNvPr id="86022" name="Line 29">
              <a:extLst>
                <a:ext uri="{FF2B5EF4-FFF2-40B4-BE49-F238E27FC236}">
                  <a16:creationId xmlns:a16="http://schemas.microsoft.com/office/drawing/2014/main" id="{83CE7B61-F1B2-69E8-80DA-67A2CE56D054}"/>
                </a:ext>
              </a:extLst>
            </p:cNvPr>
            <p:cNvSpPr>
              <a:spLocks noChangeShapeType="1"/>
            </p:cNvSpPr>
            <p:nvPr/>
          </p:nvSpPr>
          <p:spPr bwMode="auto">
            <a:xfrm>
              <a:off x="1973" y="1706"/>
              <a:ext cx="0" cy="17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23" name="Line 30">
              <a:extLst>
                <a:ext uri="{FF2B5EF4-FFF2-40B4-BE49-F238E27FC236}">
                  <a16:creationId xmlns:a16="http://schemas.microsoft.com/office/drawing/2014/main" id="{DBFCC2BE-62A4-4740-69E5-3350DAF44726}"/>
                </a:ext>
              </a:extLst>
            </p:cNvPr>
            <p:cNvSpPr>
              <a:spLocks noChangeShapeType="1"/>
            </p:cNvSpPr>
            <p:nvPr/>
          </p:nvSpPr>
          <p:spPr bwMode="auto">
            <a:xfrm>
              <a:off x="2363" y="1706"/>
              <a:ext cx="0" cy="17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24" name="Line 31">
              <a:extLst>
                <a:ext uri="{FF2B5EF4-FFF2-40B4-BE49-F238E27FC236}">
                  <a16:creationId xmlns:a16="http://schemas.microsoft.com/office/drawing/2014/main" id="{FF886409-1B3E-70CE-6EC8-E60EE415BC6E}"/>
                </a:ext>
              </a:extLst>
            </p:cNvPr>
            <p:cNvSpPr>
              <a:spLocks noChangeShapeType="1"/>
            </p:cNvSpPr>
            <p:nvPr/>
          </p:nvSpPr>
          <p:spPr bwMode="auto">
            <a:xfrm>
              <a:off x="2744" y="1697"/>
              <a:ext cx="0" cy="17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25" name="Line 32">
              <a:extLst>
                <a:ext uri="{FF2B5EF4-FFF2-40B4-BE49-F238E27FC236}">
                  <a16:creationId xmlns:a16="http://schemas.microsoft.com/office/drawing/2014/main" id="{678CE5AB-256B-7E71-5005-DF70E5A218C5}"/>
                </a:ext>
              </a:extLst>
            </p:cNvPr>
            <p:cNvSpPr>
              <a:spLocks noChangeShapeType="1"/>
            </p:cNvSpPr>
            <p:nvPr/>
          </p:nvSpPr>
          <p:spPr bwMode="auto">
            <a:xfrm>
              <a:off x="3107" y="1706"/>
              <a:ext cx="0" cy="17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38" name="Rectangle 5">
              <a:extLst>
                <a:ext uri="{FF2B5EF4-FFF2-40B4-BE49-F238E27FC236}">
                  <a16:creationId xmlns:a16="http://schemas.microsoft.com/office/drawing/2014/main" id="{5E5263FD-7EDB-4E4B-AF24-6305CE5ECE80}"/>
                </a:ext>
              </a:extLst>
            </p:cNvPr>
            <p:cNvSpPr>
              <a:spLocks noChangeArrowheads="1"/>
            </p:cNvSpPr>
            <p:nvPr/>
          </p:nvSpPr>
          <p:spPr bwMode="auto">
            <a:xfrm>
              <a:off x="748" y="1752"/>
              <a:ext cx="726" cy="1632"/>
            </a:xfrm>
            <a:prstGeom prst="rect">
              <a:avLst/>
            </a:prstGeom>
            <a:solidFill>
              <a:schemeClr val="accent1">
                <a:lumMod val="60000"/>
                <a:lumOff val="40000"/>
              </a:schemeClr>
            </a:solidFill>
            <a:ln w="25400">
              <a:solidFill>
                <a:schemeClr val="tx1"/>
              </a:solidFill>
              <a:miter lim="800000"/>
              <a:headEnd/>
              <a:tailEnd/>
            </a:ln>
          </p:spPr>
          <p:txBody>
            <a:bodyPr wrap="none"/>
            <a:lstStyle/>
            <a:p>
              <a:pPr eaLnBrk="1" hangingPunct="1">
                <a:defRPr/>
              </a:pPr>
              <a:r>
                <a:rPr lang="en-US" sz="2000"/>
                <a:t>  DC</a:t>
              </a:r>
              <a:endParaRPr lang="ru-RU" sz="2000"/>
            </a:p>
          </p:txBody>
        </p:sp>
        <p:sp>
          <p:nvSpPr>
            <p:cNvPr id="86027" name="Line 6">
              <a:extLst>
                <a:ext uri="{FF2B5EF4-FFF2-40B4-BE49-F238E27FC236}">
                  <a16:creationId xmlns:a16="http://schemas.microsoft.com/office/drawing/2014/main" id="{6FE8599A-26B7-F654-2A04-14F516987555}"/>
                </a:ext>
              </a:extLst>
            </p:cNvPr>
            <p:cNvSpPr>
              <a:spLocks noChangeShapeType="1"/>
            </p:cNvSpPr>
            <p:nvPr/>
          </p:nvSpPr>
          <p:spPr bwMode="auto">
            <a:xfrm>
              <a:off x="385" y="2840"/>
              <a:ext cx="3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28" name="Line 7">
              <a:extLst>
                <a:ext uri="{FF2B5EF4-FFF2-40B4-BE49-F238E27FC236}">
                  <a16:creationId xmlns:a16="http://schemas.microsoft.com/office/drawing/2014/main" id="{6E346FDE-E1B2-5C14-5993-94F3302F11D3}"/>
                </a:ext>
              </a:extLst>
            </p:cNvPr>
            <p:cNvSpPr>
              <a:spLocks noChangeShapeType="1"/>
            </p:cNvSpPr>
            <p:nvPr/>
          </p:nvSpPr>
          <p:spPr bwMode="auto">
            <a:xfrm>
              <a:off x="376" y="2341"/>
              <a:ext cx="3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29" name="Line 8">
              <a:extLst>
                <a:ext uri="{FF2B5EF4-FFF2-40B4-BE49-F238E27FC236}">
                  <a16:creationId xmlns:a16="http://schemas.microsoft.com/office/drawing/2014/main" id="{A4DD7367-E7F8-0F40-5F88-763E8A131E4D}"/>
                </a:ext>
              </a:extLst>
            </p:cNvPr>
            <p:cNvSpPr>
              <a:spLocks noChangeShapeType="1"/>
            </p:cNvSpPr>
            <p:nvPr/>
          </p:nvSpPr>
          <p:spPr bwMode="auto">
            <a:xfrm>
              <a:off x="385" y="2595"/>
              <a:ext cx="3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0" name="Line 9">
              <a:extLst>
                <a:ext uri="{FF2B5EF4-FFF2-40B4-BE49-F238E27FC236}">
                  <a16:creationId xmlns:a16="http://schemas.microsoft.com/office/drawing/2014/main" id="{0E369080-BCD7-F591-C246-22A2444A0292}"/>
                </a:ext>
              </a:extLst>
            </p:cNvPr>
            <p:cNvSpPr>
              <a:spLocks noChangeShapeType="1"/>
            </p:cNvSpPr>
            <p:nvPr/>
          </p:nvSpPr>
          <p:spPr bwMode="auto">
            <a:xfrm>
              <a:off x="1474" y="1933"/>
              <a:ext cx="17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1" name="Line 10">
              <a:extLst>
                <a:ext uri="{FF2B5EF4-FFF2-40B4-BE49-F238E27FC236}">
                  <a16:creationId xmlns:a16="http://schemas.microsoft.com/office/drawing/2014/main" id="{EC20F878-CBB9-6B9E-D6E9-8D3898E27521}"/>
                </a:ext>
              </a:extLst>
            </p:cNvPr>
            <p:cNvSpPr>
              <a:spLocks noChangeShapeType="1"/>
            </p:cNvSpPr>
            <p:nvPr/>
          </p:nvSpPr>
          <p:spPr bwMode="auto">
            <a:xfrm>
              <a:off x="1474" y="2105"/>
              <a:ext cx="17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2" name="Line 11">
              <a:extLst>
                <a:ext uri="{FF2B5EF4-FFF2-40B4-BE49-F238E27FC236}">
                  <a16:creationId xmlns:a16="http://schemas.microsoft.com/office/drawing/2014/main" id="{989CCA1F-06E6-74C1-F6FF-1B9A1473AEBC}"/>
                </a:ext>
              </a:extLst>
            </p:cNvPr>
            <p:cNvSpPr>
              <a:spLocks noChangeShapeType="1"/>
            </p:cNvSpPr>
            <p:nvPr/>
          </p:nvSpPr>
          <p:spPr bwMode="auto">
            <a:xfrm>
              <a:off x="1474" y="2287"/>
              <a:ext cx="17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3" name="Line 12">
              <a:extLst>
                <a:ext uri="{FF2B5EF4-FFF2-40B4-BE49-F238E27FC236}">
                  <a16:creationId xmlns:a16="http://schemas.microsoft.com/office/drawing/2014/main" id="{BF3AB078-3EC5-527E-B4BC-A65062B27874}"/>
                </a:ext>
              </a:extLst>
            </p:cNvPr>
            <p:cNvSpPr>
              <a:spLocks noChangeShapeType="1"/>
            </p:cNvSpPr>
            <p:nvPr/>
          </p:nvSpPr>
          <p:spPr bwMode="auto">
            <a:xfrm>
              <a:off x="1474" y="2459"/>
              <a:ext cx="17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4" name="Line 13">
              <a:extLst>
                <a:ext uri="{FF2B5EF4-FFF2-40B4-BE49-F238E27FC236}">
                  <a16:creationId xmlns:a16="http://schemas.microsoft.com/office/drawing/2014/main" id="{57C7CA5D-A071-E195-98ED-FC7921396494}"/>
                </a:ext>
              </a:extLst>
            </p:cNvPr>
            <p:cNvSpPr>
              <a:spLocks noChangeShapeType="1"/>
            </p:cNvSpPr>
            <p:nvPr/>
          </p:nvSpPr>
          <p:spPr bwMode="auto">
            <a:xfrm>
              <a:off x="1474" y="2641"/>
              <a:ext cx="17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5" name="Line 14">
              <a:extLst>
                <a:ext uri="{FF2B5EF4-FFF2-40B4-BE49-F238E27FC236}">
                  <a16:creationId xmlns:a16="http://schemas.microsoft.com/office/drawing/2014/main" id="{F5510153-A111-BAA7-CC90-C57C33F3D1AE}"/>
                </a:ext>
              </a:extLst>
            </p:cNvPr>
            <p:cNvSpPr>
              <a:spLocks noChangeShapeType="1"/>
            </p:cNvSpPr>
            <p:nvPr/>
          </p:nvSpPr>
          <p:spPr bwMode="auto">
            <a:xfrm>
              <a:off x="1483" y="2848"/>
              <a:ext cx="17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6" name="Line 15">
              <a:extLst>
                <a:ext uri="{FF2B5EF4-FFF2-40B4-BE49-F238E27FC236}">
                  <a16:creationId xmlns:a16="http://schemas.microsoft.com/office/drawing/2014/main" id="{05017554-1EBE-ECD7-87F3-3E16AB9978A8}"/>
                </a:ext>
              </a:extLst>
            </p:cNvPr>
            <p:cNvSpPr>
              <a:spLocks noChangeShapeType="1"/>
            </p:cNvSpPr>
            <p:nvPr/>
          </p:nvSpPr>
          <p:spPr bwMode="auto">
            <a:xfrm>
              <a:off x="1483" y="3030"/>
              <a:ext cx="17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7" name="Line 16">
              <a:extLst>
                <a:ext uri="{FF2B5EF4-FFF2-40B4-BE49-F238E27FC236}">
                  <a16:creationId xmlns:a16="http://schemas.microsoft.com/office/drawing/2014/main" id="{2593A9FA-0220-7AF2-5B81-BB98B15DCD12}"/>
                </a:ext>
              </a:extLst>
            </p:cNvPr>
            <p:cNvSpPr>
              <a:spLocks noChangeShapeType="1"/>
            </p:cNvSpPr>
            <p:nvPr/>
          </p:nvSpPr>
          <p:spPr bwMode="auto">
            <a:xfrm>
              <a:off x="1483" y="3212"/>
              <a:ext cx="17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8" name="Text Box 18">
              <a:extLst>
                <a:ext uri="{FF2B5EF4-FFF2-40B4-BE49-F238E27FC236}">
                  <a16:creationId xmlns:a16="http://schemas.microsoft.com/office/drawing/2014/main" id="{376A5D2C-8B45-6118-176E-3C61CA7460CE}"/>
                </a:ext>
              </a:extLst>
            </p:cNvPr>
            <p:cNvSpPr txBox="1">
              <a:spLocks noChangeArrowheads="1"/>
            </p:cNvSpPr>
            <p:nvPr/>
          </p:nvSpPr>
          <p:spPr bwMode="auto">
            <a:xfrm>
              <a:off x="748" y="2205"/>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a:t>
              </a:r>
              <a:endParaRPr lang="ru-RU" altLang="en-US" sz="2000"/>
            </a:p>
          </p:txBody>
        </p:sp>
        <p:sp>
          <p:nvSpPr>
            <p:cNvPr id="86039" name="Text Box 19">
              <a:extLst>
                <a:ext uri="{FF2B5EF4-FFF2-40B4-BE49-F238E27FC236}">
                  <a16:creationId xmlns:a16="http://schemas.microsoft.com/office/drawing/2014/main" id="{33F8ADDF-D5E5-C70E-4446-27A23359268A}"/>
                </a:ext>
              </a:extLst>
            </p:cNvPr>
            <p:cNvSpPr txBox="1">
              <a:spLocks noChangeArrowheads="1"/>
            </p:cNvSpPr>
            <p:nvPr/>
          </p:nvSpPr>
          <p:spPr bwMode="auto">
            <a:xfrm>
              <a:off x="748" y="2468"/>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86040" name="Text Box 20">
              <a:extLst>
                <a:ext uri="{FF2B5EF4-FFF2-40B4-BE49-F238E27FC236}">
                  <a16:creationId xmlns:a16="http://schemas.microsoft.com/office/drawing/2014/main" id="{2CA18620-0E59-2696-B99F-508C8E0EA668}"/>
                </a:ext>
              </a:extLst>
            </p:cNvPr>
            <p:cNvSpPr txBox="1">
              <a:spLocks noChangeArrowheads="1"/>
            </p:cNvSpPr>
            <p:nvPr/>
          </p:nvSpPr>
          <p:spPr bwMode="auto">
            <a:xfrm>
              <a:off x="748" y="2704"/>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2</a:t>
              </a:r>
              <a:endParaRPr lang="ru-RU" altLang="en-US" sz="2000"/>
            </a:p>
          </p:txBody>
        </p:sp>
        <p:sp>
          <p:nvSpPr>
            <p:cNvPr id="86041" name="Text Box 21">
              <a:extLst>
                <a:ext uri="{FF2B5EF4-FFF2-40B4-BE49-F238E27FC236}">
                  <a16:creationId xmlns:a16="http://schemas.microsoft.com/office/drawing/2014/main" id="{0CB64C6E-7D6C-00B9-11FB-1677E4AFAD2C}"/>
                </a:ext>
              </a:extLst>
            </p:cNvPr>
            <p:cNvSpPr txBox="1">
              <a:spLocks noChangeArrowheads="1"/>
            </p:cNvSpPr>
            <p:nvPr/>
          </p:nvSpPr>
          <p:spPr bwMode="auto">
            <a:xfrm>
              <a:off x="1274" y="1797"/>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a:t>
              </a:r>
              <a:endParaRPr lang="ru-RU" altLang="en-US" sz="2000"/>
            </a:p>
          </p:txBody>
        </p:sp>
        <p:sp>
          <p:nvSpPr>
            <p:cNvPr id="86042" name="Text Box 22">
              <a:extLst>
                <a:ext uri="{FF2B5EF4-FFF2-40B4-BE49-F238E27FC236}">
                  <a16:creationId xmlns:a16="http://schemas.microsoft.com/office/drawing/2014/main" id="{E25B26E0-BAA5-47A3-8795-AAD947FE33F7}"/>
                </a:ext>
              </a:extLst>
            </p:cNvPr>
            <p:cNvSpPr txBox="1">
              <a:spLocks noChangeArrowheads="1"/>
            </p:cNvSpPr>
            <p:nvPr/>
          </p:nvSpPr>
          <p:spPr bwMode="auto">
            <a:xfrm>
              <a:off x="1274" y="1978"/>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86043" name="Text Box 23">
              <a:extLst>
                <a:ext uri="{FF2B5EF4-FFF2-40B4-BE49-F238E27FC236}">
                  <a16:creationId xmlns:a16="http://schemas.microsoft.com/office/drawing/2014/main" id="{9ED99847-7FDA-183F-6524-A9847B930DB8}"/>
                </a:ext>
              </a:extLst>
            </p:cNvPr>
            <p:cNvSpPr txBox="1">
              <a:spLocks noChangeArrowheads="1"/>
            </p:cNvSpPr>
            <p:nvPr/>
          </p:nvSpPr>
          <p:spPr bwMode="auto">
            <a:xfrm>
              <a:off x="1274" y="2150"/>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2</a:t>
              </a:r>
              <a:endParaRPr lang="ru-RU" altLang="en-US" sz="2000"/>
            </a:p>
          </p:txBody>
        </p:sp>
        <p:sp>
          <p:nvSpPr>
            <p:cNvPr id="86044" name="Text Box 24">
              <a:extLst>
                <a:ext uri="{FF2B5EF4-FFF2-40B4-BE49-F238E27FC236}">
                  <a16:creationId xmlns:a16="http://schemas.microsoft.com/office/drawing/2014/main" id="{FCB3361D-369A-4070-1940-3F47CEB66805}"/>
                </a:ext>
              </a:extLst>
            </p:cNvPr>
            <p:cNvSpPr txBox="1">
              <a:spLocks noChangeArrowheads="1"/>
            </p:cNvSpPr>
            <p:nvPr/>
          </p:nvSpPr>
          <p:spPr bwMode="auto">
            <a:xfrm>
              <a:off x="1274" y="2332"/>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3</a:t>
              </a:r>
              <a:endParaRPr lang="ru-RU" altLang="en-US" sz="2000"/>
            </a:p>
          </p:txBody>
        </p:sp>
        <p:sp>
          <p:nvSpPr>
            <p:cNvPr id="86045" name="Text Box 25">
              <a:extLst>
                <a:ext uri="{FF2B5EF4-FFF2-40B4-BE49-F238E27FC236}">
                  <a16:creationId xmlns:a16="http://schemas.microsoft.com/office/drawing/2014/main" id="{1BBB02A7-227A-AA7D-81CB-CD2ED2D8F9F7}"/>
                </a:ext>
              </a:extLst>
            </p:cNvPr>
            <p:cNvSpPr txBox="1">
              <a:spLocks noChangeArrowheads="1"/>
            </p:cNvSpPr>
            <p:nvPr/>
          </p:nvSpPr>
          <p:spPr bwMode="auto">
            <a:xfrm>
              <a:off x="1274" y="2514"/>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4</a:t>
              </a:r>
              <a:endParaRPr lang="ru-RU" altLang="en-US" sz="2000"/>
            </a:p>
          </p:txBody>
        </p:sp>
        <p:sp>
          <p:nvSpPr>
            <p:cNvPr id="86046" name="Text Box 26">
              <a:extLst>
                <a:ext uri="{FF2B5EF4-FFF2-40B4-BE49-F238E27FC236}">
                  <a16:creationId xmlns:a16="http://schemas.microsoft.com/office/drawing/2014/main" id="{42EBD2E0-4F51-5275-B1B2-22A4CEAC0C92}"/>
                </a:ext>
              </a:extLst>
            </p:cNvPr>
            <p:cNvSpPr txBox="1">
              <a:spLocks noChangeArrowheads="1"/>
            </p:cNvSpPr>
            <p:nvPr/>
          </p:nvSpPr>
          <p:spPr bwMode="auto">
            <a:xfrm>
              <a:off x="1274" y="2722"/>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5</a:t>
              </a:r>
              <a:endParaRPr lang="ru-RU" altLang="en-US" sz="2000"/>
            </a:p>
          </p:txBody>
        </p:sp>
        <p:sp>
          <p:nvSpPr>
            <p:cNvPr id="86047" name="Text Box 27">
              <a:extLst>
                <a:ext uri="{FF2B5EF4-FFF2-40B4-BE49-F238E27FC236}">
                  <a16:creationId xmlns:a16="http://schemas.microsoft.com/office/drawing/2014/main" id="{94B11949-77A8-4509-ACEE-9B6EFD0CED76}"/>
                </a:ext>
              </a:extLst>
            </p:cNvPr>
            <p:cNvSpPr txBox="1">
              <a:spLocks noChangeArrowheads="1"/>
            </p:cNvSpPr>
            <p:nvPr/>
          </p:nvSpPr>
          <p:spPr bwMode="auto">
            <a:xfrm>
              <a:off x="1265" y="2886"/>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6</a:t>
              </a:r>
              <a:endParaRPr lang="ru-RU" altLang="en-US" sz="2000"/>
            </a:p>
          </p:txBody>
        </p:sp>
        <p:sp>
          <p:nvSpPr>
            <p:cNvPr id="86048" name="Text Box 28">
              <a:extLst>
                <a:ext uri="{FF2B5EF4-FFF2-40B4-BE49-F238E27FC236}">
                  <a16:creationId xmlns:a16="http://schemas.microsoft.com/office/drawing/2014/main" id="{E7FEF398-F4A4-3EF2-3111-721D94B02E10}"/>
                </a:ext>
              </a:extLst>
            </p:cNvPr>
            <p:cNvSpPr txBox="1">
              <a:spLocks noChangeArrowheads="1"/>
            </p:cNvSpPr>
            <p:nvPr/>
          </p:nvSpPr>
          <p:spPr bwMode="auto">
            <a:xfrm>
              <a:off x="1265" y="3058"/>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7</a:t>
              </a:r>
              <a:endParaRPr lang="ru-RU" altLang="en-US" sz="2000"/>
            </a:p>
          </p:txBody>
        </p:sp>
        <p:grpSp>
          <p:nvGrpSpPr>
            <p:cNvPr id="86049" name="Group 35">
              <a:extLst>
                <a:ext uri="{FF2B5EF4-FFF2-40B4-BE49-F238E27FC236}">
                  <a16:creationId xmlns:a16="http://schemas.microsoft.com/office/drawing/2014/main" id="{EA70E524-E776-CBC0-F15F-DD5C92559531}"/>
                </a:ext>
              </a:extLst>
            </p:cNvPr>
            <p:cNvGrpSpPr>
              <a:grpSpLocks/>
            </p:cNvGrpSpPr>
            <p:nvPr/>
          </p:nvGrpSpPr>
          <p:grpSpPr bwMode="auto">
            <a:xfrm>
              <a:off x="1909" y="1878"/>
              <a:ext cx="114" cy="122"/>
              <a:chOff x="1909" y="1470"/>
              <a:chExt cx="114" cy="122"/>
            </a:xfrm>
          </p:grpSpPr>
          <p:sp>
            <p:nvSpPr>
              <p:cNvPr id="86156" name="Line 33">
                <a:extLst>
                  <a:ext uri="{FF2B5EF4-FFF2-40B4-BE49-F238E27FC236}">
                    <a16:creationId xmlns:a16="http://schemas.microsoft.com/office/drawing/2014/main" id="{38953808-FFEC-C6DF-A300-AA1E70A4778D}"/>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57" name="Line 34">
                <a:extLst>
                  <a:ext uri="{FF2B5EF4-FFF2-40B4-BE49-F238E27FC236}">
                    <a16:creationId xmlns:a16="http://schemas.microsoft.com/office/drawing/2014/main" id="{1FDCB915-EC3C-8508-DDF4-E86315AE00A8}"/>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50" name="Group 36">
              <a:extLst>
                <a:ext uri="{FF2B5EF4-FFF2-40B4-BE49-F238E27FC236}">
                  <a16:creationId xmlns:a16="http://schemas.microsoft.com/office/drawing/2014/main" id="{A6AC1786-9AFD-4FF8-E913-D0B2D563B252}"/>
                </a:ext>
              </a:extLst>
            </p:cNvPr>
            <p:cNvGrpSpPr>
              <a:grpSpLocks/>
            </p:cNvGrpSpPr>
            <p:nvPr/>
          </p:nvGrpSpPr>
          <p:grpSpPr bwMode="auto">
            <a:xfrm>
              <a:off x="2302" y="1869"/>
              <a:ext cx="114" cy="122"/>
              <a:chOff x="1909" y="1470"/>
              <a:chExt cx="114" cy="122"/>
            </a:xfrm>
          </p:grpSpPr>
          <p:sp>
            <p:nvSpPr>
              <p:cNvPr id="86154" name="Line 37">
                <a:extLst>
                  <a:ext uri="{FF2B5EF4-FFF2-40B4-BE49-F238E27FC236}">
                    <a16:creationId xmlns:a16="http://schemas.microsoft.com/office/drawing/2014/main" id="{A5EF6485-B060-4E0F-0A64-1CCD45C4BFCD}"/>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55" name="Line 38">
                <a:extLst>
                  <a:ext uri="{FF2B5EF4-FFF2-40B4-BE49-F238E27FC236}">
                    <a16:creationId xmlns:a16="http://schemas.microsoft.com/office/drawing/2014/main" id="{E43B6BCB-FA8B-1226-FF5B-9F172319A53A}"/>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51" name="Group 39">
              <a:extLst>
                <a:ext uri="{FF2B5EF4-FFF2-40B4-BE49-F238E27FC236}">
                  <a16:creationId xmlns:a16="http://schemas.microsoft.com/office/drawing/2014/main" id="{40D8C7E0-7A4B-8356-302E-CA4BAB9B447F}"/>
                </a:ext>
              </a:extLst>
            </p:cNvPr>
            <p:cNvGrpSpPr>
              <a:grpSpLocks/>
            </p:cNvGrpSpPr>
            <p:nvPr/>
          </p:nvGrpSpPr>
          <p:grpSpPr bwMode="auto">
            <a:xfrm>
              <a:off x="2685" y="1860"/>
              <a:ext cx="114" cy="122"/>
              <a:chOff x="1909" y="1470"/>
              <a:chExt cx="114" cy="122"/>
            </a:xfrm>
          </p:grpSpPr>
          <p:sp>
            <p:nvSpPr>
              <p:cNvPr id="86152" name="Line 40">
                <a:extLst>
                  <a:ext uri="{FF2B5EF4-FFF2-40B4-BE49-F238E27FC236}">
                    <a16:creationId xmlns:a16="http://schemas.microsoft.com/office/drawing/2014/main" id="{E8980608-5B26-8470-479E-B9BE77B73EC3}"/>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53" name="Line 41">
                <a:extLst>
                  <a:ext uri="{FF2B5EF4-FFF2-40B4-BE49-F238E27FC236}">
                    <a16:creationId xmlns:a16="http://schemas.microsoft.com/office/drawing/2014/main" id="{1BD3A7F7-F24F-9873-707B-AFFCB658EB25}"/>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52" name="Group 42">
              <a:extLst>
                <a:ext uri="{FF2B5EF4-FFF2-40B4-BE49-F238E27FC236}">
                  <a16:creationId xmlns:a16="http://schemas.microsoft.com/office/drawing/2014/main" id="{4D0726BB-7A18-0FC7-D1A2-E44D96D064F8}"/>
                </a:ext>
              </a:extLst>
            </p:cNvPr>
            <p:cNvGrpSpPr>
              <a:grpSpLocks/>
            </p:cNvGrpSpPr>
            <p:nvPr/>
          </p:nvGrpSpPr>
          <p:grpSpPr bwMode="auto">
            <a:xfrm>
              <a:off x="3051" y="1869"/>
              <a:ext cx="114" cy="122"/>
              <a:chOff x="1909" y="1470"/>
              <a:chExt cx="114" cy="122"/>
            </a:xfrm>
          </p:grpSpPr>
          <p:sp>
            <p:nvSpPr>
              <p:cNvPr id="86150" name="Line 43">
                <a:extLst>
                  <a:ext uri="{FF2B5EF4-FFF2-40B4-BE49-F238E27FC236}">
                    <a16:creationId xmlns:a16="http://schemas.microsoft.com/office/drawing/2014/main" id="{35BFD150-F394-033D-3451-34D1A3374052}"/>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51" name="Line 44">
                <a:extLst>
                  <a:ext uri="{FF2B5EF4-FFF2-40B4-BE49-F238E27FC236}">
                    <a16:creationId xmlns:a16="http://schemas.microsoft.com/office/drawing/2014/main" id="{2E535EC6-0B22-D3CC-FADD-2B3DB968350A}"/>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53" name="Group 45">
              <a:extLst>
                <a:ext uri="{FF2B5EF4-FFF2-40B4-BE49-F238E27FC236}">
                  <a16:creationId xmlns:a16="http://schemas.microsoft.com/office/drawing/2014/main" id="{ACEE6B36-76E5-9068-AD4A-7140AE10F9E4}"/>
                </a:ext>
              </a:extLst>
            </p:cNvPr>
            <p:cNvGrpSpPr>
              <a:grpSpLocks/>
            </p:cNvGrpSpPr>
            <p:nvPr/>
          </p:nvGrpSpPr>
          <p:grpSpPr bwMode="auto">
            <a:xfrm>
              <a:off x="3051" y="2043"/>
              <a:ext cx="114" cy="122"/>
              <a:chOff x="1909" y="1470"/>
              <a:chExt cx="114" cy="122"/>
            </a:xfrm>
          </p:grpSpPr>
          <p:sp>
            <p:nvSpPr>
              <p:cNvPr id="86148" name="Line 46">
                <a:extLst>
                  <a:ext uri="{FF2B5EF4-FFF2-40B4-BE49-F238E27FC236}">
                    <a16:creationId xmlns:a16="http://schemas.microsoft.com/office/drawing/2014/main" id="{E98A8113-34BC-9CA7-E838-1CBCB876204A}"/>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49" name="Line 47">
                <a:extLst>
                  <a:ext uri="{FF2B5EF4-FFF2-40B4-BE49-F238E27FC236}">
                    <a16:creationId xmlns:a16="http://schemas.microsoft.com/office/drawing/2014/main" id="{F5116A07-8544-4256-CA15-3B51829D834E}"/>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54" name="Group 48">
              <a:extLst>
                <a:ext uri="{FF2B5EF4-FFF2-40B4-BE49-F238E27FC236}">
                  <a16:creationId xmlns:a16="http://schemas.microsoft.com/office/drawing/2014/main" id="{DFABD5AD-2669-76F8-A72C-8A9264061CB9}"/>
                </a:ext>
              </a:extLst>
            </p:cNvPr>
            <p:cNvGrpSpPr>
              <a:grpSpLocks/>
            </p:cNvGrpSpPr>
            <p:nvPr/>
          </p:nvGrpSpPr>
          <p:grpSpPr bwMode="auto">
            <a:xfrm>
              <a:off x="2676" y="2052"/>
              <a:ext cx="114" cy="122"/>
              <a:chOff x="1909" y="1470"/>
              <a:chExt cx="114" cy="122"/>
            </a:xfrm>
          </p:grpSpPr>
          <p:sp>
            <p:nvSpPr>
              <p:cNvPr id="86146" name="Line 49">
                <a:extLst>
                  <a:ext uri="{FF2B5EF4-FFF2-40B4-BE49-F238E27FC236}">
                    <a16:creationId xmlns:a16="http://schemas.microsoft.com/office/drawing/2014/main" id="{DF9FE628-8ED0-4F58-CEC2-89807825B0C3}"/>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47" name="Line 50">
                <a:extLst>
                  <a:ext uri="{FF2B5EF4-FFF2-40B4-BE49-F238E27FC236}">
                    <a16:creationId xmlns:a16="http://schemas.microsoft.com/office/drawing/2014/main" id="{D4C285EB-B111-1C78-052C-1D7837C4BF83}"/>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55" name="Group 51">
              <a:extLst>
                <a:ext uri="{FF2B5EF4-FFF2-40B4-BE49-F238E27FC236}">
                  <a16:creationId xmlns:a16="http://schemas.microsoft.com/office/drawing/2014/main" id="{F05FBF5B-CF36-234B-01F4-68ED8A8AB529}"/>
                </a:ext>
              </a:extLst>
            </p:cNvPr>
            <p:cNvGrpSpPr>
              <a:grpSpLocks/>
            </p:cNvGrpSpPr>
            <p:nvPr/>
          </p:nvGrpSpPr>
          <p:grpSpPr bwMode="auto">
            <a:xfrm>
              <a:off x="2301" y="2043"/>
              <a:ext cx="114" cy="122"/>
              <a:chOff x="1909" y="1470"/>
              <a:chExt cx="114" cy="122"/>
            </a:xfrm>
          </p:grpSpPr>
          <p:sp>
            <p:nvSpPr>
              <p:cNvPr id="86144" name="Line 52">
                <a:extLst>
                  <a:ext uri="{FF2B5EF4-FFF2-40B4-BE49-F238E27FC236}">
                    <a16:creationId xmlns:a16="http://schemas.microsoft.com/office/drawing/2014/main" id="{8E016C4D-083D-9964-42FC-3498CEA959CA}"/>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45" name="Line 53">
                <a:extLst>
                  <a:ext uri="{FF2B5EF4-FFF2-40B4-BE49-F238E27FC236}">
                    <a16:creationId xmlns:a16="http://schemas.microsoft.com/office/drawing/2014/main" id="{3E1AFAF4-0578-F30C-D959-AB7E1008485E}"/>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56" name="Group 54">
              <a:extLst>
                <a:ext uri="{FF2B5EF4-FFF2-40B4-BE49-F238E27FC236}">
                  <a16:creationId xmlns:a16="http://schemas.microsoft.com/office/drawing/2014/main" id="{948BFD19-00E8-2292-ECC6-6213F8479916}"/>
                </a:ext>
              </a:extLst>
            </p:cNvPr>
            <p:cNvGrpSpPr>
              <a:grpSpLocks/>
            </p:cNvGrpSpPr>
            <p:nvPr/>
          </p:nvGrpSpPr>
          <p:grpSpPr bwMode="auto">
            <a:xfrm>
              <a:off x="1917" y="2043"/>
              <a:ext cx="114" cy="122"/>
              <a:chOff x="1909" y="1470"/>
              <a:chExt cx="114" cy="122"/>
            </a:xfrm>
          </p:grpSpPr>
          <p:sp>
            <p:nvSpPr>
              <p:cNvPr id="86142" name="Line 55">
                <a:extLst>
                  <a:ext uri="{FF2B5EF4-FFF2-40B4-BE49-F238E27FC236}">
                    <a16:creationId xmlns:a16="http://schemas.microsoft.com/office/drawing/2014/main" id="{AD15E897-F247-7B3D-E2C8-FF6EE9E9A1C6}"/>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43" name="Line 56">
                <a:extLst>
                  <a:ext uri="{FF2B5EF4-FFF2-40B4-BE49-F238E27FC236}">
                    <a16:creationId xmlns:a16="http://schemas.microsoft.com/office/drawing/2014/main" id="{D6DC201A-CA38-C105-57FE-D5A55457FE8C}"/>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57" name="Group 57">
              <a:extLst>
                <a:ext uri="{FF2B5EF4-FFF2-40B4-BE49-F238E27FC236}">
                  <a16:creationId xmlns:a16="http://schemas.microsoft.com/office/drawing/2014/main" id="{6D90212B-6628-7FFC-14DA-4F428F649CBA}"/>
                </a:ext>
              </a:extLst>
            </p:cNvPr>
            <p:cNvGrpSpPr>
              <a:grpSpLocks/>
            </p:cNvGrpSpPr>
            <p:nvPr/>
          </p:nvGrpSpPr>
          <p:grpSpPr bwMode="auto">
            <a:xfrm>
              <a:off x="2676" y="2235"/>
              <a:ext cx="114" cy="122"/>
              <a:chOff x="1909" y="1470"/>
              <a:chExt cx="114" cy="122"/>
            </a:xfrm>
          </p:grpSpPr>
          <p:sp>
            <p:nvSpPr>
              <p:cNvPr id="86140" name="Line 58">
                <a:extLst>
                  <a:ext uri="{FF2B5EF4-FFF2-40B4-BE49-F238E27FC236}">
                    <a16:creationId xmlns:a16="http://schemas.microsoft.com/office/drawing/2014/main" id="{9D414CB1-D931-C8E6-713A-159F184ACFF5}"/>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41" name="Line 59">
                <a:extLst>
                  <a:ext uri="{FF2B5EF4-FFF2-40B4-BE49-F238E27FC236}">
                    <a16:creationId xmlns:a16="http://schemas.microsoft.com/office/drawing/2014/main" id="{BFF55906-744C-0D73-A5E5-1B6D0491866A}"/>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58" name="Group 60">
              <a:extLst>
                <a:ext uri="{FF2B5EF4-FFF2-40B4-BE49-F238E27FC236}">
                  <a16:creationId xmlns:a16="http://schemas.microsoft.com/office/drawing/2014/main" id="{0C1A0DE1-32C4-7774-A6B2-1363D287C965}"/>
                </a:ext>
              </a:extLst>
            </p:cNvPr>
            <p:cNvGrpSpPr>
              <a:grpSpLocks/>
            </p:cNvGrpSpPr>
            <p:nvPr/>
          </p:nvGrpSpPr>
          <p:grpSpPr bwMode="auto">
            <a:xfrm>
              <a:off x="1917" y="2226"/>
              <a:ext cx="114" cy="122"/>
              <a:chOff x="1909" y="1470"/>
              <a:chExt cx="114" cy="122"/>
            </a:xfrm>
          </p:grpSpPr>
          <p:sp>
            <p:nvSpPr>
              <p:cNvPr id="86138" name="Line 61">
                <a:extLst>
                  <a:ext uri="{FF2B5EF4-FFF2-40B4-BE49-F238E27FC236}">
                    <a16:creationId xmlns:a16="http://schemas.microsoft.com/office/drawing/2014/main" id="{8DC5F183-A48B-6BC6-CEA1-4E9FEEF31051}"/>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39" name="Line 62">
                <a:extLst>
                  <a:ext uri="{FF2B5EF4-FFF2-40B4-BE49-F238E27FC236}">
                    <a16:creationId xmlns:a16="http://schemas.microsoft.com/office/drawing/2014/main" id="{97D0D752-026C-49A6-AECE-D3F2549B540C}"/>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59" name="Group 63">
              <a:extLst>
                <a:ext uri="{FF2B5EF4-FFF2-40B4-BE49-F238E27FC236}">
                  <a16:creationId xmlns:a16="http://schemas.microsoft.com/office/drawing/2014/main" id="{88A2DD00-AA1E-87AE-9BBE-BD57E7A4E6FC}"/>
                </a:ext>
              </a:extLst>
            </p:cNvPr>
            <p:cNvGrpSpPr>
              <a:grpSpLocks/>
            </p:cNvGrpSpPr>
            <p:nvPr/>
          </p:nvGrpSpPr>
          <p:grpSpPr bwMode="auto">
            <a:xfrm>
              <a:off x="3051" y="2235"/>
              <a:ext cx="114" cy="122"/>
              <a:chOff x="1909" y="1470"/>
              <a:chExt cx="114" cy="122"/>
            </a:xfrm>
          </p:grpSpPr>
          <p:sp>
            <p:nvSpPr>
              <p:cNvPr id="86136" name="Line 64">
                <a:extLst>
                  <a:ext uri="{FF2B5EF4-FFF2-40B4-BE49-F238E27FC236}">
                    <a16:creationId xmlns:a16="http://schemas.microsoft.com/office/drawing/2014/main" id="{6911005F-37A4-DD4C-BE76-315BA47F5229}"/>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37" name="Line 65">
                <a:extLst>
                  <a:ext uri="{FF2B5EF4-FFF2-40B4-BE49-F238E27FC236}">
                    <a16:creationId xmlns:a16="http://schemas.microsoft.com/office/drawing/2014/main" id="{BF757F8E-5FD6-37A0-9D70-37CF64CBCC8C}"/>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60" name="Group 66">
              <a:extLst>
                <a:ext uri="{FF2B5EF4-FFF2-40B4-BE49-F238E27FC236}">
                  <a16:creationId xmlns:a16="http://schemas.microsoft.com/office/drawing/2014/main" id="{AEF69F7E-40BD-509D-22A6-751EBDA943A9}"/>
                </a:ext>
              </a:extLst>
            </p:cNvPr>
            <p:cNvGrpSpPr>
              <a:grpSpLocks/>
            </p:cNvGrpSpPr>
            <p:nvPr/>
          </p:nvGrpSpPr>
          <p:grpSpPr bwMode="auto">
            <a:xfrm>
              <a:off x="2301" y="2226"/>
              <a:ext cx="114" cy="122"/>
              <a:chOff x="1909" y="1470"/>
              <a:chExt cx="114" cy="122"/>
            </a:xfrm>
          </p:grpSpPr>
          <p:sp>
            <p:nvSpPr>
              <p:cNvPr id="86134" name="Line 67">
                <a:extLst>
                  <a:ext uri="{FF2B5EF4-FFF2-40B4-BE49-F238E27FC236}">
                    <a16:creationId xmlns:a16="http://schemas.microsoft.com/office/drawing/2014/main" id="{A99584FF-4816-18CB-578C-B9DD1072DBF2}"/>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35" name="Line 68">
                <a:extLst>
                  <a:ext uri="{FF2B5EF4-FFF2-40B4-BE49-F238E27FC236}">
                    <a16:creationId xmlns:a16="http://schemas.microsoft.com/office/drawing/2014/main" id="{7B7895BB-4BAB-CCB2-5A7B-509D406722FF}"/>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61" name="Group 69">
              <a:extLst>
                <a:ext uri="{FF2B5EF4-FFF2-40B4-BE49-F238E27FC236}">
                  <a16:creationId xmlns:a16="http://schemas.microsoft.com/office/drawing/2014/main" id="{241C6C8A-2F96-6A07-B548-FCF6B0B14856}"/>
                </a:ext>
              </a:extLst>
            </p:cNvPr>
            <p:cNvGrpSpPr>
              <a:grpSpLocks/>
            </p:cNvGrpSpPr>
            <p:nvPr/>
          </p:nvGrpSpPr>
          <p:grpSpPr bwMode="auto">
            <a:xfrm>
              <a:off x="2677" y="2399"/>
              <a:ext cx="114" cy="122"/>
              <a:chOff x="1909" y="1470"/>
              <a:chExt cx="114" cy="122"/>
            </a:xfrm>
          </p:grpSpPr>
          <p:sp>
            <p:nvSpPr>
              <p:cNvPr id="86132" name="Line 70">
                <a:extLst>
                  <a:ext uri="{FF2B5EF4-FFF2-40B4-BE49-F238E27FC236}">
                    <a16:creationId xmlns:a16="http://schemas.microsoft.com/office/drawing/2014/main" id="{EB1EFA39-8698-0644-5F38-ACDD3053116B}"/>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33" name="Line 71">
                <a:extLst>
                  <a:ext uri="{FF2B5EF4-FFF2-40B4-BE49-F238E27FC236}">
                    <a16:creationId xmlns:a16="http://schemas.microsoft.com/office/drawing/2014/main" id="{9CDB70EF-9D86-DB9C-B7E7-FE5441B7D765}"/>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62" name="Group 72">
              <a:extLst>
                <a:ext uri="{FF2B5EF4-FFF2-40B4-BE49-F238E27FC236}">
                  <a16:creationId xmlns:a16="http://schemas.microsoft.com/office/drawing/2014/main" id="{93D416BF-72D8-AB3F-BD6E-9DC8C085ACD7}"/>
                </a:ext>
              </a:extLst>
            </p:cNvPr>
            <p:cNvGrpSpPr>
              <a:grpSpLocks/>
            </p:cNvGrpSpPr>
            <p:nvPr/>
          </p:nvGrpSpPr>
          <p:grpSpPr bwMode="auto">
            <a:xfrm>
              <a:off x="1918" y="2390"/>
              <a:ext cx="114" cy="122"/>
              <a:chOff x="1909" y="1470"/>
              <a:chExt cx="114" cy="122"/>
            </a:xfrm>
          </p:grpSpPr>
          <p:sp>
            <p:nvSpPr>
              <p:cNvPr id="86130" name="Line 73">
                <a:extLst>
                  <a:ext uri="{FF2B5EF4-FFF2-40B4-BE49-F238E27FC236}">
                    <a16:creationId xmlns:a16="http://schemas.microsoft.com/office/drawing/2014/main" id="{61771C3F-DA39-AD80-A379-71367C57B062}"/>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31" name="Line 74">
                <a:extLst>
                  <a:ext uri="{FF2B5EF4-FFF2-40B4-BE49-F238E27FC236}">
                    <a16:creationId xmlns:a16="http://schemas.microsoft.com/office/drawing/2014/main" id="{3DD1EA1E-159F-4FD3-1E43-3558CAB77091}"/>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63" name="Group 75">
              <a:extLst>
                <a:ext uri="{FF2B5EF4-FFF2-40B4-BE49-F238E27FC236}">
                  <a16:creationId xmlns:a16="http://schemas.microsoft.com/office/drawing/2014/main" id="{B1B06F7A-DC4C-AB1A-7D0C-D3D6609D68D8}"/>
                </a:ext>
              </a:extLst>
            </p:cNvPr>
            <p:cNvGrpSpPr>
              <a:grpSpLocks/>
            </p:cNvGrpSpPr>
            <p:nvPr/>
          </p:nvGrpSpPr>
          <p:grpSpPr bwMode="auto">
            <a:xfrm>
              <a:off x="3052" y="2399"/>
              <a:ext cx="114" cy="122"/>
              <a:chOff x="1909" y="1470"/>
              <a:chExt cx="114" cy="122"/>
            </a:xfrm>
          </p:grpSpPr>
          <p:sp>
            <p:nvSpPr>
              <p:cNvPr id="86128" name="Line 76">
                <a:extLst>
                  <a:ext uri="{FF2B5EF4-FFF2-40B4-BE49-F238E27FC236}">
                    <a16:creationId xmlns:a16="http://schemas.microsoft.com/office/drawing/2014/main" id="{0C095463-EDA2-B922-C794-236D7B900A9C}"/>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29" name="Line 77">
                <a:extLst>
                  <a:ext uri="{FF2B5EF4-FFF2-40B4-BE49-F238E27FC236}">
                    <a16:creationId xmlns:a16="http://schemas.microsoft.com/office/drawing/2014/main" id="{6AAC35F0-B30F-5A27-0D67-5585621125F8}"/>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64" name="Group 78">
              <a:extLst>
                <a:ext uri="{FF2B5EF4-FFF2-40B4-BE49-F238E27FC236}">
                  <a16:creationId xmlns:a16="http://schemas.microsoft.com/office/drawing/2014/main" id="{0998D45D-E2C7-1334-43F0-5045AF11D310}"/>
                </a:ext>
              </a:extLst>
            </p:cNvPr>
            <p:cNvGrpSpPr>
              <a:grpSpLocks/>
            </p:cNvGrpSpPr>
            <p:nvPr/>
          </p:nvGrpSpPr>
          <p:grpSpPr bwMode="auto">
            <a:xfrm>
              <a:off x="2302" y="2390"/>
              <a:ext cx="114" cy="122"/>
              <a:chOff x="1909" y="1470"/>
              <a:chExt cx="114" cy="122"/>
            </a:xfrm>
          </p:grpSpPr>
          <p:sp>
            <p:nvSpPr>
              <p:cNvPr id="86126" name="Line 79">
                <a:extLst>
                  <a:ext uri="{FF2B5EF4-FFF2-40B4-BE49-F238E27FC236}">
                    <a16:creationId xmlns:a16="http://schemas.microsoft.com/office/drawing/2014/main" id="{EB2C4240-5227-1433-4074-E0CE21D808FA}"/>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27" name="Line 80">
                <a:extLst>
                  <a:ext uri="{FF2B5EF4-FFF2-40B4-BE49-F238E27FC236}">
                    <a16:creationId xmlns:a16="http://schemas.microsoft.com/office/drawing/2014/main" id="{71C8114D-96E3-FB65-A0BC-1B9740407458}"/>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65" name="Group 81">
              <a:extLst>
                <a:ext uri="{FF2B5EF4-FFF2-40B4-BE49-F238E27FC236}">
                  <a16:creationId xmlns:a16="http://schemas.microsoft.com/office/drawing/2014/main" id="{4E9E1A52-8EEB-E020-38A0-E8187DE54EE3}"/>
                </a:ext>
              </a:extLst>
            </p:cNvPr>
            <p:cNvGrpSpPr>
              <a:grpSpLocks/>
            </p:cNvGrpSpPr>
            <p:nvPr/>
          </p:nvGrpSpPr>
          <p:grpSpPr bwMode="auto">
            <a:xfrm>
              <a:off x="2686" y="2573"/>
              <a:ext cx="114" cy="122"/>
              <a:chOff x="1909" y="1470"/>
              <a:chExt cx="114" cy="122"/>
            </a:xfrm>
          </p:grpSpPr>
          <p:sp>
            <p:nvSpPr>
              <p:cNvPr id="86124" name="Line 82">
                <a:extLst>
                  <a:ext uri="{FF2B5EF4-FFF2-40B4-BE49-F238E27FC236}">
                    <a16:creationId xmlns:a16="http://schemas.microsoft.com/office/drawing/2014/main" id="{501C4828-F299-4B1C-7A85-6617290789EB}"/>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25" name="Line 83">
                <a:extLst>
                  <a:ext uri="{FF2B5EF4-FFF2-40B4-BE49-F238E27FC236}">
                    <a16:creationId xmlns:a16="http://schemas.microsoft.com/office/drawing/2014/main" id="{0B5A67BF-7D08-FFE2-801E-81C8EABCE2FC}"/>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66" name="Group 84">
              <a:extLst>
                <a:ext uri="{FF2B5EF4-FFF2-40B4-BE49-F238E27FC236}">
                  <a16:creationId xmlns:a16="http://schemas.microsoft.com/office/drawing/2014/main" id="{8AE9764B-F62A-64BC-02ED-39F8C03D7F72}"/>
                </a:ext>
              </a:extLst>
            </p:cNvPr>
            <p:cNvGrpSpPr>
              <a:grpSpLocks/>
            </p:cNvGrpSpPr>
            <p:nvPr/>
          </p:nvGrpSpPr>
          <p:grpSpPr bwMode="auto">
            <a:xfrm>
              <a:off x="1927" y="2564"/>
              <a:ext cx="114" cy="122"/>
              <a:chOff x="1909" y="1470"/>
              <a:chExt cx="114" cy="122"/>
            </a:xfrm>
          </p:grpSpPr>
          <p:sp>
            <p:nvSpPr>
              <p:cNvPr id="86122" name="Line 85">
                <a:extLst>
                  <a:ext uri="{FF2B5EF4-FFF2-40B4-BE49-F238E27FC236}">
                    <a16:creationId xmlns:a16="http://schemas.microsoft.com/office/drawing/2014/main" id="{E44764C2-7736-8581-AE27-FA4E67503107}"/>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23" name="Line 86">
                <a:extLst>
                  <a:ext uri="{FF2B5EF4-FFF2-40B4-BE49-F238E27FC236}">
                    <a16:creationId xmlns:a16="http://schemas.microsoft.com/office/drawing/2014/main" id="{4BCF5641-C793-CAF5-0ECF-C145205C56E5}"/>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67" name="Group 87">
              <a:extLst>
                <a:ext uri="{FF2B5EF4-FFF2-40B4-BE49-F238E27FC236}">
                  <a16:creationId xmlns:a16="http://schemas.microsoft.com/office/drawing/2014/main" id="{D4432A85-2426-9DB6-0F5C-129A23B15BC3}"/>
                </a:ext>
              </a:extLst>
            </p:cNvPr>
            <p:cNvGrpSpPr>
              <a:grpSpLocks/>
            </p:cNvGrpSpPr>
            <p:nvPr/>
          </p:nvGrpSpPr>
          <p:grpSpPr bwMode="auto">
            <a:xfrm>
              <a:off x="3061" y="2573"/>
              <a:ext cx="114" cy="122"/>
              <a:chOff x="1909" y="1470"/>
              <a:chExt cx="114" cy="122"/>
            </a:xfrm>
          </p:grpSpPr>
          <p:sp>
            <p:nvSpPr>
              <p:cNvPr id="86120" name="Line 88">
                <a:extLst>
                  <a:ext uri="{FF2B5EF4-FFF2-40B4-BE49-F238E27FC236}">
                    <a16:creationId xmlns:a16="http://schemas.microsoft.com/office/drawing/2014/main" id="{92003A77-AF45-CD57-02A2-7CF6200A4F0A}"/>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21" name="Line 89">
                <a:extLst>
                  <a:ext uri="{FF2B5EF4-FFF2-40B4-BE49-F238E27FC236}">
                    <a16:creationId xmlns:a16="http://schemas.microsoft.com/office/drawing/2014/main" id="{7B45C249-11F8-C5C9-EDD4-07DE1894441A}"/>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68" name="Group 90">
              <a:extLst>
                <a:ext uri="{FF2B5EF4-FFF2-40B4-BE49-F238E27FC236}">
                  <a16:creationId xmlns:a16="http://schemas.microsoft.com/office/drawing/2014/main" id="{2133CC73-D829-2CD2-E851-74D2C30C21D6}"/>
                </a:ext>
              </a:extLst>
            </p:cNvPr>
            <p:cNvGrpSpPr>
              <a:grpSpLocks/>
            </p:cNvGrpSpPr>
            <p:nvPr/>
          </p:nvGrpSpPr>
          <p:grpSpPr bwMode="auto">
            <a:xfrm>
              <a:off x="2311" y="2564"/>
              <a:ext cx="114" cy="122"/>
              <a:chOff x="1909" y="1470"/>
              <a:chExt cx="114" cy="122"/>
            </a:xfrm>
          </p:grpSpPr>
          <p:sp>
            <p:nvSpPr>
              <p:cNvPr id="86118" name="Line 91">
                <a:extLst>
                  <a:ext uri="{FF2B5EF4-FFF2-40B4-BE49-F238E27FC236}">
                    <a16:creationId xmlns:a16="http://schemas.microsoft.com/office/drawing/2014/main" id="{BED3DAAE-6221-4715-29C1-5C19B341B57E}"/>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19" name="Line 92">
                <a:extLst>
                  <a:ext uri="{FF2B5EF4-FFF2-40B4-BE49-F238E27FC236}">
                    <a16:creationId xmlns:a16="http://schemas.microsoft.com/office/drawing/2014/main" id="{BB6F0095-10FA-8675-3F8F-AF96535BD601}"/>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69" name="Group 93">
              <a:extLst>
                <a:ext uri="{FF2B5EF4-FFF2-40B4-BE49-F238E27FC236}">
                  <a16:creationId xmlns:a16="http://schemas.microsoft.com/office/drawing/2014/main" id="{166AF312-906F-8BBB-5644-7D86B1A0DD29}"/>
                </a:ext>
              </a:extLst>
            </p:cNvPr>
            <p:cNvGrpSpPr>
              <a:grpSpLocks/>
            </p:cNvGrpSpPr>
            <p:nvPr/>
          </p:nvGrpSpPr>
          <p:grpSpPr bwMode="auto">
            <a:xfrm>
              <a:off x="2677" y="2792"/>
              <a:ext cx="114" cy="122"/>
              <a:chOff x="1909" y="1470"/>
              <a:chExt cx="114" cy="122"/>
            </a:xfrm>
          </p:grpSpPr>
          <p:sp>
            <p:nvSpPr>
              <p:cNvPr id="86116" name="Line 94">
                <a:extLst>
                  <a:ext uri="{FF2B5EF4-FFF2-40B4-BE49-F238E27FC236}">
                    <a16:creationId xmlns:a16="http://schemas.microsoft.com/office/drawing/2014/main" id="{A3CF0B57-1F84-9D1B-11D9-C9D9A2BCED09}"/>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17" name="Line 95">
                <a:extLst>
                  <a:ext uri="{FF2B5EF4-FFF2-40B4-BE49-F238E27FC236}">
                    <a16:creationId xmlns:a16="http://schemas.microsoft.com/office/drawing/2014/main" id="{C663C7A5-3455-65E6-4093-2C83E239A44B}"/>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70" name="Group 96">
              <a:extLst>
                <a:ext uri="{FF2B5EF4-FFF2-40B4-BE49-F238E27FC236}">
                  <a16:creationId xmlns:a16="http://schemas.microsoft.com/office/drawing/2014/main" id="{01518461-9971-636F-0DEB-5A3C70B294DD}"/>
                </a:ext>
              </a:extLst>
            </p:cNvPr>
            <p:cNvGrpSpPr>
              <a:grpSpLocks/>
            </p:cNvGrpSpPr>
            <p:nvPr/>
          </p:nvGrpSpPr>
          <p:grpSpPr bwMode="auto">
            <a:xfrm>
              <a:off x="1918" y="2783"/>
              <a:ext cx="114" cy="122"/>
              <a:chOff x="1909" y="1470"/>
              <a:chExt cx="114" cy="122"/>
            </a:xfrm>
          </p:grpSpPr>
          <p:sp>
            <p:nvSpPr>
              <p:cNvPr id="86114" name="Line 97">
                <a:extLst>
                  <a:ext uri="{FF2B5EF4-FFF2-40B4-BE49-F238E27FC236}">
                    <a16:creationId xmlns:a16="http://schemas.microsoft.com/office/drawing/2014/main" id="{3EE50C3E-76F2-0E80-0CE6-89991FAD0446}"/>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15" name="Line 98">
                <a:extLst>
                  <a:ext uri="{FF2B5EF4-FFF2-40B4-BE49-F238E27FC236}">
                    <a16:creationId xmlns:a16="http://schemas.microsoft.com/office/drawing/2014/main" id="{89F6B5E7-AF95-16E4-5274-484A791C4563}"/>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71" name="Group 99">
              <a:extLst>
                <a:ext uri="{FF2B5EF4-FFF2-40B4-BE49-F238E27FC236}">
                  <a16:creationId xmlns:a16="http://schemas.microsoft.com/office/drawing/2014/main" id="{C90B7594-4CCE-87F1-3957-B369A32D8705}"/>
                </a:ext>
              </a:extLst>
            </p:cNvPr>
            <p:cNvGrpSpPr>
              <a:grpSpLocks/>
            </p:cNvGrpSpPr>
            <p:nvPr/>
          </p:nvGrpSpPr>
          <p:grpSpPr bwMode="auto">
            <a:xfrm>
              <a:off x="3052" y="2792"/>
              <a:ext cx="114" cy="122"/>
              <a:chOff x="1909" y="1470"/>
              <a:chExt cx="114" cy="122"/>
            </a:xfrm>
          </p:grpSpPr>
          <p:sp>
            <p:nvSpPr>
              <p:cNvPr id="86112" name="Line 100">
                <a:extLst>
                  <a:ext uri="{FF2B5EF4-FFF2-40B4-BE49-F238E27FC236}">
                    <a16:creationId xmlns:a16="http://schemas.microsoft.com/office/drawing/2014/main" id="{499CA5F8-96F8-A2AE-F9F4-4B20C89775B5}"/>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13" name="Line 101">
                <a:extLst>
                  <a:ext uri="{FF2B5EF4-FFF2-40B4-BE49-F238E27FC236}">
                    <a16:creationId xmlns:a16="http://schemas.microsoft.com/office/drawing/2014/main" id="{ABE01F7F-5930-2FE0-82F0-6AC304E5A627}"/>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72" name="Group 102">
              <a:extLst>
                <a:ext uri="{FF2B5EF4-FFF2-40B4-BE49-F238E27FC236}">
                  <a16:creationId xmlns:a16="http://schemas.microsoft.com/office/drawing/2014/main" id="{56DC25D2-8AB7-D14A-A816-B646788CD8B5}"/>
                </a:ext>
              </a:extLst>
            </p:cNvPr>
            <p:cNvGrpSpPr>
              <a:grpSpLocks/>
            </p:cNvGrpSpPr>
            <p:nvPr/>
          </p:nvGrpSpPr>
          <p:grpSpPr bwMode="auto">
            <a:xfrm>
              <a:off x="2302" y="2783"/>
              <a:ext cx="114" cy="122"/>
              <a:chOff x="1909" y="1470"/>
              <a:chExt cx="114" cy="122"/>
            </a:xfrm>
          </p:grpSpPr>
          <p:sp>
            <p:nvSpPr>
              <p:cNvPr id="86110" name="Line 103">
                <a:extLst>
                  <a:ext uri="{FF2B5EF4-FFF2-40B4-BE49-F238E27FC236}">
                    <a16:creationId xmlns:a16="http://schemas.microsoft.com/office/drawing/2014/main" id="{2BFA0C43-0F4B-5B39-6938-EDAB7FE823F0}"/>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11" name="Line 104">
                <a:extLst>
                  <a:ext uri="{FF2B5EF4-FFF2-40B4-BE49-F238E27FC236}">
                    <a16:creationId xmlns:a16="http://schemas.microsoft.com/office/drawing/2014/main" id="{CA1E582B-56A7-D723-66BB-BA29D4CB1544}"/>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73" name="Group 105">
              <a:extLst>
                <a:ext uri="{FF2B5EF4-FFF2-40B4-BE49-F238E27FC236}">
                  <a16:creationId xmlns:a16="http://schemas.microsoft.com/office/drawing/2014/main" id="{3037DEFD-0F56-5793-6C37-7EB9471D2078}"/>
                </a:ext>
              </a:extLst>
            </p:cNvPr>
            <p:cNvGrpSpPr>
              <a:grpSpLocks/>
            </p:cNvGrpSpPr>
            <p:nvPr/>
          </p:nvGrpSpPr>
          <p:grpSpPr bwMode="auto">
            <a:xfrm>
              <a:off x="2677" y="2975"/>
              <a:ext cx="114" cy="122"/>
              <a:chOff x="1909" y="1470"/>
              <a:chExt cx="114" cy="122"/>
            </a:xfrm>
          </p:grpSpPr>
          <p:sp>
            <p:nvSpPr>
              <p:cNvPr id="86108" name="Line 106">
                <a:extLst>
                  <a:ext uri="{FF2B5EF4-FFF2-40B4-BE49-F238E27FC236}">
                    <a16:creationId xmlns:a16="http://schemas.microsoft.com/office/drawing/2014/main" id="{9520B7B9-9940-D13A-AE33-F8D187A1AEF2}"/>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09" name="Line 107">
                <a:extLst>
                  <a:ext uri="{FF2B5EF4-FFF2-40B4-BE49-F238E27FC236}">
                    <a16:creationId xmlns:a16="http://schemas.microsoft.com/office/drawing/2014/main" id="{DDC0ABFC-60FA-6B53-9940-A2C4E55ECD67}"/>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74" name="Group 108">
              <a:extLst>
                <a:ext uri="{FF2B5EF4-FFF2-40B4-BE49-F238E27FC236}">
                  <a16:creationId xmlns:a16="http://schemas.microsoft.com/office/drawing/2014/main" id="{4AED7789-658A-C0C1-C938-E4CE6EA23EBB}"/>
                </a:ext>
              </a:extLst>
            </p:cNvPr>
            <p:cNvGrpSpPr>
              <a:grpSpLocks/>
            </p:cNvGrpSpPr>
            <p:nvPr/>
          </p:nvGrpSpPr>
          <p:grpSpPr bwMode="auto">
            <a:xfrm>
              <a:off x="1918" y="2966"/>
              <a:ext cx="114" cy="122"/>
              <a:chOff x="1909" y="1470"/>
              <a:chExt cx="114" cy="122"/>
            </a:xfrm>
          </p:grpSpPr>
          <p:sp>
            <p:nvSpPr>
              <p:cNvPr id="86106" name="Line 109">
                <a:extLst>
                  <a:ext uri="{FF2B5EF4-FFF2-40B4-BE49-F238E27FC236}">
                    <a16:creationId xmlns:a16="http://schemas.microsoft.com/office/drawing/2014/main" id="{20DE6A67-DA51-2A88-195B-A255351A2F55}"/>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07" name="Line 110">
                <a:extLst>
                  <a:ext uri="{FF2B5EF4-FFF2-40B4-BE49-F238E27FC236}">
                    <a16:creationId xmlns:a16="http://schemas.microsoft.com/office/drawing/2014/main" id="{56F12F4F-A5B3-CA81-E433-1B8F81D008DB}"/>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75" name="Group 111">
              <a:extLst>
                <a:ext uri="{FF2B5EF4-FFF2-40B4-BE49-F238E27FC236}">
                  <a16:creationId xmlns:a16="http://schemas.microsoft.com/office/drawing/2014/main" id="{2B8D7F28-3551-14F0-076C-0A978566C4AD}"/>
                </a:ext>
              </a:extLst>
            </p:cNvPr>
            <p:cNvGrpSpPr>
              <a:grpSpLocks/>
            </p:cNvGrpSpPr>
            <p:nvPr/>
          </p:nvGrpSpPr>
          <p:grpSpPr bwMode="auto">
            <a:xfrm>
              <a:off x="3052" y="2975"/>
              <a:ext cx="114" cy="122"/>
              <a:chOff x="1909" y="1470"/>
              <a:chExt cx="114" cy="122"/>
            </a:xfrm>
          </p:grpSpPr>
          <p:sp>
            <p:nvSpPr>
              <p:cNvPr id="86104" name="Line 112">
                <a:extLst>
                  <a:ext uri="{FF2B5EF4-FFF2-40B4-BE49-F238E27FC236}">
                    <a16:creationId xmlns:a16="http://schemas.microsoft.com/office/drawing/2014/main" id="{26FF28EF-2E55-E42E-9826-A14372B49531}"/>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05" name="Line 113">
                <a:extLst>
                  <a:ext uri="{FF2B5EF4-FFF2-40B4-BE49-F238E27FC236}">
                    <a16:creationId xmlns:a16="http://schemas.microsoft.com/office/drawing/2014/main" id="{C407C5E1-431A-B0DF-6FF7-38DC6301DC4C}"/>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76" name="Group 114">
              <a:extLst>
                <a:ext uri="{FF2B5EF4-FFF2-40B4-BE49-F238E27FC236}">
                  <a16:creationId xmlns:a16="http://schemas.microsoft.com/office/drawing/2014/main" id="{199572A3-63BC-A9D6-4C4C-7AC2D6AC1D7E}"/>
                </a:ext>
              </a:extLst>
            </p:cNvPr>
            <p:cNvGrpSpPr>
              <a:grpSpLocks/>
            </p:cNvGrpSpPr>
            <p:nvPr/>
          </p:nvGrpSpPr>
          <p:grpSpPr bwMode="auto">
            <a:xfrm>
              <a:off x="2302" y="2966"/>
              <a:ext cx="114" cy="122"/>
              <a:chOff x="1909" y="1470"/>
              <a:chExt cx="114" cy="122"/>
            </a:xfrm>
          </p:grpSpPr>
          <p:sp>
            <p:nvSpPr>
              <p:cNvPr id="86102" name="Line 115">
                <a:extLst>
                  <a:ext uri="{FF2B5EF4-FFF2-40B4-BE49-F238E27FC236}">
                    <a16:creationId xmlns:a16="http://schemas.microsoft.com/office/drawing/2014/main" id="{0DA220D4-4DAC-74A4-A3C0-38A26A9B305A}"/>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03" name="Line 116">
                <a:extLst>
                  <a:ext uri="{FF2B5EF4-FFF2-40B4-BE49-F238E27FC236}">
                    <a16:creationId xmlns:a16="http://schemas.microsoft.com/office/drawing/2014/main" id="{2FDB3A47-D269-8D94-9A82-10FDDA8B12C4}"/>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77" name="Group 117">
              <a:extLst>
                <a:ext uri="{FF2B5EF4-FFF2-40B4-BE49-F238E27FC236}">
                  <a16:creationId xmlns:a16="http://schemas.microsoft.com/office/drawing/2014/main" id="{9A2D7244-6649-B9CE-8357-310B940B9E71}"/>
                </a:ext>
              </a:extLst>
            </p:cNvPr>
            <p:cNvGrpSpPr>
              <a:grpSpLocks/>
            </p:cNvGrpSpPr>
            <p:nvPr/>
          </p:nvGrpSpPr>
          <p:grpSpPr bwMode="auto">
            <a:xfrm>
              <a:off x="2676" y="3158"/>
              <a:ext cx="114" cy="122"/>
              <a:chOff x="1909" y="1470"/>
              <a:chExt cx="114" cy="122"/>
            </a:xfrm>
          </p:grpSpPr>
          <p:sp>
            <p:nvSpPr>
              <p:cNvPr id="86100" name="Line 118">
                <a:extLst>
                  <a:ext uri="{FF2B5EF4-FFF2-40B4-BE49-F238E27FC236}">
                    <a16:creationId xmlns:a16="http://schemas.microsoft.com/office/drawing/2014/main" id="{64B0CE96-D86E-E47D-0626-80D803B7EC50}"/>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101" name="Line 119">
                <a:extLst>
                  <a:ext uri="{FF2B5EF4-FFF2-40B4-BE49-F238E27FC236}">
                    <a16:creationId xmlns:a16="http://schemas.microsoft.com/office/drawing/2014/main" id="{89426212-A60A-B284-C5F2-69461C5550A6}"/>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78" name="Group 120">
              <a:extLst>
                <a:ext uri="{FF2B5EF4-FFF2-40B4-BE49-F238E27FC236}">
                  <a16:creationId xmlns:a16="http://schemas.microsoft.com/office/drawing/2014/main" id="{53D86D8E-1A27-1DCD-F4EC-38FAB4A0A413}"/>
                </a:ext>
              </a:extLst>
            </p:cNvPr>
            <p:cNvGrpSpPr>
              <a:grpSpLocks/>
            </p:cNvGrpSpPr>
            <p:nvPr/>
          </p:nvGrpSpPr>
          <p:grpSpPr bwMode="auto">
            <a:xfrm>
              <a:off x="1917" y="3149"/>
              <a:ext cx="114" cy="122"/>
              <a:chOff x="1909" y="1470"/>
              <a:chExt cx="114" cy="122"/>
            </a:xfrm>
          </p:grpSpPr>
          <p:sp>
            <p:nvSpPr>
              <p:cNvPr id="86098" name="Line 121">
                <a:extLst>
                  <a:ext uri="{FF2B5EF4-FFF2-40B4-BE49-F238E27FC236}">
                    <a16:creationId xmlns:a16="http://schemas.microsoft.com/office/drawing/2014/main" id="{383E1309-3FE1-465C-A56E-8B2B5729B3DE}"/>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99" name="Line 122">
                <a:extLst>
                  <a:ext uri="{FF2B5EF4-FFF2-40B4-BE49-F238E27FC236}">
                    <a16:creationId xmlns:a16="http://schemas.microsoft.com/office/drawing/2014/main" id="{1E36A305-34A0-665F-06C1-E679527205AF}"/>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79" name="Group 123">
              <a:extLst>
                <a:ext uri="{FF2B5EF4-FFF2-40B4-BE49-F238E27FC236}">
                  <a16:creationId xmlns:a16="http://schemas.microsoft.com/office/drawing/2014/main" id="{DB9C98FD-3B49-5246-09DE-C60CE5FD4A49}"/>
                </a:ext>
              </a:extLst>
            </p:cNvPr>
            <p:cNvGrpSpPr>
              <a:grpSpLocks/>
            </p:cNvGrpSpPr>
            <p:nvPr/>
          </p:nvGrpSpPr>
          <p:grpSpPr bwMode="auto">
            <a:xfrm>
              <a:off x="3051" y="3158"/>
              <a:ext cx="114" cy="122"/>
              <a:chOff x="1909" y="1470"/>
              <a:chExt cx="114" cy="122"/>
            </a:xfrm>
          </p:grpSpPr>
          <p:sp>
            <p:nvSpPr>
              <p:cNvPr id="86096" name="Line 124">
                <a:extLst>
                  <a:ext uri="{FF2B5EF4-FFF2-40B4-BE49-F238E27FC236}">
                    <a16:creationId xmlns:a16="http://schemas.microsoft.com/office/drawing/2014/main" id="{3E800930-BFB3-2E05-3274-8357C74C59CF}"/>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97" name="Line 125">
                <a:extLst>
                  <a:ext uri="{FF2B5EF4-FFF2-40B4-BE49-F238E27FC236}">
                    <a16:creationId xmlns:a16="http://schemas.microsoft.com/office/drawing/2014/main" id="{3978DF68-D19C-8691-AF7E-117403A2E81D}"/>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80" name="Group 126">
              <a:extLst>
                <a:ext uri="{FF2B5EF4-FFF2-40B4-BE49-F238E27FC236}">
                  <a16:creationId xmlns:a16="http://schemas.microsoft.com/office/drawing/2014/main" id="{6AC33A49-9E11-8005-1FCF-2D9B4050C54F}"/>
                </a:ext>
              </a:extLst>
            </p:cNvPr>
            <p:cNvGrpSpPr>
              <a:grpSpLocks/>
            </p:cNvGrpSpPr>
            <p:nvPr/>
          </p:nvGrpSpPr>
          <p:grpSpPr bwMode="auto">
            <a:xfrm>
              <a:off x="2301" y="3149"/>
              <a:ext cx="114" cy="122"/>
              <a:chOff x="1909" y="1470"/>
              <a:chExt cx="114" cy="122"/>
            </a:xfrm>
          </p:grpSpPr>
          <p:sp>
            <p:nvSpPr>
              <p:cNvPr id="86094" name="Line 127">
                <a:extLst>
                  <a:ext uri="{FF2B5EF4-FFF2-40B4-BE49-F238E27FC236}">
                    <a16:creationId xmlns:a16="http://schemas.microsoft.com/office/drawing/2014/main" id="{B9FB4701-45F8-2AA0-D6E1-5F8C30031A0B}"/>
                  </a:ext>
                </a:extLst>
              </p:cNvPr>
              <p:cNvSpPr>
                <a:spLocks noChangeShapeType="1"/>
              </p:cNvSpPr>
              <p:nvPr/>
            </p:nvSpPr>
            <p:spPr bwMode="auto">
              <a:xfrm flipH="1">
                <a:off x="1909" y="1473"/>
                <a:ext cx="114"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95" name="Line 128">
                <a:extLst>
                  <a:ext uri="{FF2B5EF4-FFF2-40B4-BE49-F238E27FC236}">
                    <a16:creationId xmlns:a16="http://schemas.microsoft.com/office/drawing/2014/main" id="{3AA55CA3-0F93-82F3-A596-0FA0A299C4FD}"/>
                  </a:ext>
                </a:extLst>
              </p:cNvPr>
              <p:cNvSpPr>
                <a:spLocks noChangeShapeType="1"/>
              </p:cNvSpPr>
              <p:nvPr/>
            </p:nvSpPr>
            <p:spPr bwMode="auto">
              <a:xfrm>
                <a:off x="1918" y="1470"/>
                <a:ext cx="104" cy="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6081" name="Group 145">
              <a:extLst>
                <a:ext uri="{FF2B5EF4-FFF2-40B4-BE49-F238E27FC236}">
                  <a16:creationId xmlns:a16="http://schemas.microsoft.com/office/drawing/2014/main" id="{8EF65DE1-F687-E920-AB4C-86B893A28FB1}"/>
                </a:ext>
              </a:extLst>
            </p:cNvPr>
            <p:cNvGrpSpPr>
              <a:grpSpLocks/>
            </p:cNvGrpSpPr>
            <p:nvPr/>
          </p:nvGrpSpPr>
          <p:grpSpPr bwMode="auto">
            <a:xfrm>
              <a:off x="3696" y="1842"/>
              <a:ext cx="984" cy="1361"/>
              <a:chOff x="3696" y="1842"/>
              <a:chExt cx="984" cy="1361"/>
            </a:xfrm>
          </p:grpSpPr>
          <p:sp>
            <p:nvSpPr>
              <p:cNvPr id="86084" name="Line 131">
                <a:extLst>
                  <a:ext uri="{FF2B5EF4-FFF2-40B4-BE49-F238E27FC236}">
                    <a16:creationId xmlns:a16="http://schemas.microsoft.com/office/drawing/2014/main" id="{C9B8511B-A9F6-02D6-30DB-437C1EF2F5EC}"/>
                  </a:ext>
                </a:extLst>
              </p:cNvPr>
              <p:cNvSpPr>
                <a:spLocks noChangeShapeType="1"/>
              </p:cNvSpPr>
              <p:nvPr/>
            </p:nvSpPr>
            <p:spPr bwMode="auto">
              <a:xfrm>
                <a:off x="3696" y="2115"/>
                <a:ext cx="81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85" name="Line 132">
                <a:extLst>
                  <a:ext uri="{FF2B5EF4-FFF2-40B4-BE49-F238E27FC236}">
                    <a16:creationId xmlns:a16="http://schemas.microsoft.com/office/drawing/2014/main" id="{8AB30D60-78B6-3DE6-255C-A7A0263ED457}"/>
                  </a:ext>
                </a:extLst>
              </p:cNvPr>
              <p:cNvSpPr>
                <a:spLocks noChangeShapeType="1"/>
              </p:cNvSpPr>
              <p:nvPr/>
            </p:nvSpPr>
            <p:spPr bwMode="auto">
              <a:xfrm>
                <a:off x="4369" y="1842"/>
                <a:ext cx="0" cy="13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86" name="Line 133">
                <a:extLst>
                  <a:ext uri="{FF2B5EF4-FFF2-40B4-BE49-F238E27FC236}">
                    <a16:creationId xmlns:a16="http://schemas.microsoft.com/office/drawing/2014/main" id="{BCF7012C-10DF-300B-7410-1E16E94504D8}"/>
                  </a:ext>
                </a:extLst>
              </p:cNvPr>
              <p:cNvSpPr>
                <a:spLocks noChangeShapeType="1"/>
              </p:cNvSpPr>
              <p:nvPr/>
            </p:nvSpPr>
            <p:spPr bwMode="auto">
              <a:xfrm>
                <a:off x="3833" y="2115"/>
                <a:ext cx="90" cy="136"/>
              </a:xfrm>
              <a:prstGeom prst="line">
                <a:avLst/>
              </a:prstGeom>
              <a:noFill/>
              <a:ln w="95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grpSp>
            <p:nvGrpSpPr>
              <p:cNvPr id="86087" name="Group 137">
                <a:extLst>
                  <a:ext uri="{FF2B5EF4-FFF2-40B4-BE49-F238E27FC236}">
                    <a16:creationId xmlns:a16="http://schemas.microsoft.com/office/drawing/2014/main" id="{19C3E523-63B0-508B-7095-129BEEC933F2}"/>
                  </a:ext>
                </a:extLst>
              </p:cNvPr>
              <p:cNvGrpSpPr>
                <a:grpSpLocks/>
              </p:cNvGrpSpPr>
              <p:nvPr/>
            </p:nvGrpSpPr>
            <p:grpSpPr bwMode="auto">
              <a:xfrm rot="-10166892">
                <a:off x="3834" y="2246"/>
                <a:ext cx="261" cy="208"/>
                <a:chOff x="821" y="2568"/>
                <a:chExt cx="261" cy="208"/>
              </a:xfrm>
            </p:grpSpPr>
            <p:sp>
              <p:nvSpPr>
                <p:cNvPr id="86092" name="AutoShape 33">
                  <a:extLst>
                    <a:ext uri="{FF2B5EF4-FFF2-40B4-BE49-F238E27FC236}">
                      <a16:creationId xmlns:a16="http://schemas.microsoft.com/office/drawing/2014/main" id="{203AE57D-E88C-5A65-F313-A8A50C61ED0F}"/>
                    </a:ext>
                  </a:extLst>
                </p:cNvPr>
                <p:cNvSpPr>
                  <a:spLocks noChangeArrowheads="1"/>
                </p:cNvSpPr>
                <p:nvPr/>
              </p:nvSpPr>
              <p:spPr bwMode="auto">
                <a:xfrm rot="-2603722">
                  <a:off x="824" y="2608"/>
                  <a:ext cx="258" cy="168"/>
                </a:xfrm>
                <a:prstGeom prst="triangle">
                  <a:avLst>
                    <a:gd name="adj" fmla="val 50000"/>
                  </a:avLst>
                </a:prstGeom>
                <a:solidFill>
                  <a:schemeClr val="accent1"/>
                </a:solidFill>
                <a:ln w="31750">
                  <a:solidFill>
                    <a:srgbClr val="000000"/>
                  </a:solidFill>
                  <a:miter lim="800000"/>
                  <a:headEnd/>
                  <a:tailEnd type="none" w="lg" len="lg"/>
                </a:ln>
              </p:spPr>
              <p:txBody>
                <a:bodyPr rot="10800000"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6093" name="Line 71">
                  <a:extLst>
                    <a:ext uri="{FF2B5EF4-FFF2-40B4-BE49-F238E27FC236}">
                      <a16:creationId xmlns:a16="http://schemas.microsoft.com/office/drawing/2014/main" id="{13A31C45-4A1F-6A73-1593-023D5D5F9C97}"/>
                    </a:ext>
                  </a:extLst>
                </p:cNvPr>
                <p:cNvSpPr>
                  <a:spLocks noChangeShapeType="1"/>
                </p:cNvSpPr>
                <p:nvPr/>
              </p:nvSpPr>
              <p:spPr bwMode="auto">
                <a:xfrm flipV="1">
                  <a:off x="821" y="2568"/>
                  <a:ext cx="138" cy="148"/>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sp>
            <p:nvSpPr>
              <p:cNvPr id="86088" name="Line 140">
                <a:extLst>
                  <a:ext uri="{FF2B5EF4-FFF2-40B4-BE49-F238E27FC236}">
                    <a16:creationId xmlns:a16="http://schemas.microsoft.com/office/drawing/2014/main" id="{A03A5DCD-BA47-FA83-23BA-CF36B4466EAB}"/>
                  </a:ext>
                </a:extLst>
              </p:cNvPr>
              <p:cNvSpPr>
                <a:spLocks noChangeShapeType="1"/>
              </p:cNvSpPr>
              <p:nvPr/>
            </p:nvSpPr>
            <p:spPr bwMode="auto">
              <a:xfrm>
                <a:off x="4267" y="2731"/>
                <a:ext cx="90" cy="136"/>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6089" name="Line 141">
                <a:extLst>
                  <a:ext uri="{FF2B5EF4-FFF2-40B4-BE49-F238E27FC236}">
                    <a16:creationId xmlns:a16="http://schemas.microsoft.com/office/drawing/2014/main" id="{84B1D4C1-C1A6-ABAD-DC62-FCC762F0A777}"/>
                  </a:ext>
                </a:extLst>
              </p:cNvPr>
              <p:cNvSpPr>
                <a:spLocks noChangeShapeType="1"/>
              </p:cNvSpPr>
              <p:nvPr/>
            </p:nvSpPr>
            <p:spPr bwMode="auto">
              <a:xfrm>
                <a:off x="4030" y="2402"/>
                <a:ext cx="90" cy="136"/>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6090" name="Freeform 142">
                <a:extLst>
                  <a:ext uri="{FF2B5EF4-FFF2-40B4-BE49-F238E27FC236}">
                    <a16:creationId xmlns:a16="http://schemas.microsoft.com/office/drawing/2014/main" id="{24A9AB73-51F7-0578-DF45-7D3B795D560D}"/>
                  </a:ext>
                </a:extLst>
              </p:cNvPr>
              <p:cNvSpPr>
                <a:spLocks/>
              </p:cNvSpPr>
              <p:nvPr/>
            </p:nvSpPr>
            <p:spPr bwMode="auto">
              <a:xfrm rot="-636839">
                <a:off x="4129" y="2517"/>
                <a:ext cx="142" cy="245"/>
              </a:xfrm>
              <a:custGeom>
                <a:avLst/>
                <a:gdLst>
                  <a:gd name="T0" fmla="*/ 1 w 213"/>
                  <a:gd name="T1" fmla="*/ 846 h 188"/>
                  <a:gd name="T2" fmla="*/ 1 w 213"/>
                  <a:gd name="T3" fmla="*/ 846 h 188"/>
                  <a:gd name="T4" fmla="*/ 1 w 213"/>
                  <a:gd name="T5" fmla="*/ 6173 h 188"/>
                  <a:gd name="T6" fmla="*/ 1 w 213"/>
                  <a:gd name="T7" fmla="*/ 16769 h 188"/>
                  <a:gd name="T8" fmla="*/ 1 w 213"/>
                  <a:gd name="T9" fmla="*/ 22088 h 188"/>
                  <a:gd name="T10" fmla="*/ 0 60000 65536"/>
                  <a:gd name="T11" fmla="*/ 0 60000 65536"/>
                  <a:gd name="T12" fmla="*/ 0 60000 65536"/>
                  <a:gd name="T13" fmla="*/ 0 60000 65536"/>
                  <a:gd name="T14" fmla="*/ 0 60000 65536"/>
                  <a:gd name="T15" fmla="*/ 0 w 213"/>
                  <a:gd name="T16" fmla="*/ 0 h 188"/>
                  <a:gd name="T17" fmla="*/ 213 w 213"/>
                  <a:gd name="T18" fmla="*/ 188 h 188"/>
                </a:gdLst>
                <a:ahLst/>
                <a:cxnLst>
                  <a:cxn ang="T10">
                    <a:pos x="T0" y="T1"/>
                  </a:cxn>
                  <a:cxn ang="T11">
                    <a:pos x="T2" y="T3"/>
                  </a:cxn>
                  <a:cxn ang="T12">
                    <a:pos x="T4" y="T5"/>
                  </a:cxn>
                  <a:cxn ang="T13">
                    <a:pos x="T6" y="T7"/>
                  </a:cxn>
                  <a:cxn ang="T14">
                    <a:pos x="T8" y="T9"/>
                  </a:cxn>
                </a:cxnLst>
                <a:rect l="T15" t="T16" r="T17" b="T18"/>
                <a:pathLst>
                  <a:path w="213" h="188">
                    <a:moveTo>
                      <a:pt x="54" y="7"/>
                    </a:moveTo>
                    <a:cubicBezTo>
                      <a:pt x="87" y="3"/>
                      <a:pt x="121" y="0"/>
                      <a:pt x="144" y="7"/>
                    </a:cubicBezTo>
                    <a:cubicBezTo>
                      <a:pt x="167" y="14"/>
                      <a:pt x="213" y="29"/>
                      <a:pt x="190" y="52"/>
                    </a:cubicBezTo>
                    <a:cubicBezTo>
                      <a:pt x="167" y="75"/>
                      <a:pt x="16" y="120"/>
                      <a:pt x="8" y="143"/>
                    </a:cubicBezTo>
                    <a:cubicBezTo>
                      <a:pt x="0" y="166"/>
                      <a:pt x="121" y="181"/>
                      <a:pt x="144" y="188"/>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091" name="Line 143">
                <a:extLst>
                  <a:ext uri="{FF2B5EF4-FFF2-40B4-BE49-F238E27FC236}">
                    <a16:creationId xmlns:a16="http://schemas.microsoft.com/office/drawing/2014/main" id="{580D15B1-7744-8DB9-81CF-81502E07013B}"/>
                  </a:ext>
                </a:extLst>
              </p:cNvPr>
              <p:cNvSpPr>
                <a:spLocks noChangeShapeType="1"/>
              </p:cNvSpPr>
              <p:nvPr/>
            </p:nvSpPr>
            <p:spPr bwMode="auto">
              <a:xfrm flipV="1">
                <a:off x="4272" y="2287"/>
                <a:ext cx="408"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6082" name="Text Box 144">
              <a:extLst>
                <a:ext uri="{FF2B5EF4-FFF2-40B4-BE49-F238E27FC236}">
                  <a16:creationId xmlns:a16="http://schemas.microsoft.com/office/drawing/2014/main" id="{CC5105B5-BDA4-E016-7168-FEBA812BACD7}"/>
                </a:ext>
              </a:extLst>
            </p:cNvPr>
            <p:cNvSpPr txBox="1">
              <a:spLocks noChangeArrowheads="1"/>
            </p:cNvSpPr>
            <p:nvPr/>
          </p:nvSpPr>
          <p:spPr bwMode="auto">
            <a:xfrm>
              <a:off x="4675" y="2115"/>
              <a:ext cx="8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Fuse</a:t>
              </a:r>
              <a:endParaRPr lang="ru-RU" altLang="en-US" sz="2000"/>
            </a:p>
          </p:txBody>
        </p:sp>
        <p:sp>
          <p:nvSpPr>
            <p:cNvPr id="86083" name="Text Box 147">
              <a:extLst>
                <a:ext uri="{FF2B5EF4-FFF2-40B4-BE49-F238E27FC236}">
                  <a16:creationId xmlns:a16="http://schemas.microsoft.com/office/drawing/2014/main" id="{3C7C5DE2-FAAE-9965-3EBB-63A77CCED63E}"/>
                </a:ext>
              </a:extLst>
            </p:cNvPr>
            <p:cNvSpPr txBox="1">
              <a:spLocks noChangeArrowheads="1"/>
            </p:cNvSpPr>
            <p:nvPr/>
          </p:nvSpPr>
          <p:spPr bwMode="auto">
            <a:xfrm>
              <a:off x="2018" y="1389"/>
              <a:ext cx="10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OR Matrix</a:t>
              </a:r>
              <a:endParaRPr lang="ru-RU" altLang="en-US" sz="2000"/>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a:extLst>
              <a:ext uri="{FF2B5EF4-FFF2-40B4-BE49-F238E27FC236}">
                <a16:creationId xmlns:a16="http://schemas.microsoft.com/office/drawing/2014/main" id="{27CA262A-25E8-533D-87E4-31C441D7E8B2}"/>
              </a:ext>
            </a:extLst>
          </p:cNvPr>
          <p:cNvSpPr>
            <a:spLocks noGrp="1" noChangeArrowheads="1"/>
          </p:cNvSpPr>
          <p:nvPr>
            <p:ph type="title"/>
          </p:nvPr>
        </p:nvSpPr>
        <p:spPr/>
        <p:txBody>
          <a:bodyPr/>
          <a:lstStyle/>
          <a:p>
            <a:r>
              <a:rPr lang="en-US" altLang="en-US"/>
              <a:t>Application of MOS Transistors as Memory Cells</a:t>
            </a:r>
            <a:endParaRPr lang="ru-RU" altLang="en-US"/>
          </a:p>
        </p:txBody>
      </p:sp>
      <p:grpSp>
        <p:nvGrpSpPr>
          <p:cNvPr id="87043" name="Group 100">
            <a:extLst>
              <a:ext uri="{FF2B5EF4-FFF2-40B4-BE49-F238E27FC236}">
                <a16:creationId xmlns:a16="http://schemas.microsoft.com/office/drawing/2014/main" id="{E67EDE1F-C869-9C73-42F4-EAFE45AC5BF9}"/>
              </a:ext>
            </a:extLst>
          </p:cNvPr>
          <p:cNvGrpSpPr>
            <a:grpSpLocks/>
          </p:cNvGrpSpPr>
          <p:nvPr/>
        </p:nvGrpSpPr>
        <p:grpSpPr bwMode="auto">
          <a:xfrm>
            <a:off x="2238375" y="1071564"/>
            <a:ext cx="8135938" cy="4670425"/>
            <a:chOff x="295" y="845"/>
            <a:chExt cx="5125" cy="2942"/>
          </a:xfrm>
        </p:grpSpPr>
        <p:sp>
          <p:nvSpPr>
            <p:cNvPr id="87044" name="Line 5">
              <a:extLst>
                <a:ext uri="{FF2B5EF4-FFF2-40B4-BE49-F238E27FC236}">
                  <a16:creationId xmlns:a16="http://schemas.microsoft.com/office/drawing/2014/main" id="{DE128501-BFE8-6E04-7A35-B2856869A201}"/>
                </a:ext>
              </a:extLst>
            </p:cNvPr>
            <p:cNvSpPr>
              <a:spLocks noChangeShapeType="1"/>
            </p:cNvSpPr>
            <p:nvPr/>
          </p:nvSpPr>
          <p:spPr bwMode="auto">
            <a:xfrm>
              <a:off x="2636" y="1204"/>
              <a:ext cx="153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45" name="Line 6">
              <a:extLst>
                <a:ext uri="{FF2B5EF4-FFF2-40B4-BE49-F238E27FC236}">
                  <a16:creationId xmlns:a16="http://schemas.microsoft.com/office/drawing/2014/main" id="{109C9098-56FA-DAD7-D43E-CFBBFC063FAE}"/>
                </a:ext>
              </a:extLst>
            </p:cNvPr>
            <p:cNvSpPr>
              <a:spLocks noChangeShapeType="1"/>
            </p:cNvSpPr>
            <p:nvPr/>
          </p:nvSpPr>
          <p:spPr bwMode="auto">
            <a:xfrm flipV="1">
              <a:off x="3348" y="1044"/>
              <a:ext cx="0" cy="16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7046" name="Line 8">
              <a:extLst>
                <a:ext uri="{FF2B5EF4-FFF2-40B4-BE49-F238E27FC236}">
                  <a16:creationId xmlns:a16="http://schemas.microsoft.com/office/drawing/2014/main" id="{36EBDD6A-3EC2-CE2D-D7C1-F8018FB49487}"/>
                </a:ext>
              </a:extLst>
            </p:cNvPr>
            <p:cNvSpPr>
              <a:spLocks noChangeShapeType="1"/>
            </p:cNvSpPr>
            <p:nvPr/>
          </p:nvSpPr>
          <p:spPr bwMode="auto">
            <a:xfrm>
              <a:off x="2644" y="1204"/>
              <a:ext cx="0" cy="17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47" name="Line 9">
              <a:extLst>
                <a:ext uri="{FF2B5EF4-FFF2-40B4-BE49-F238E27FC236}">
                  <a16:creationId xmlns:a16="http://schemas.microsoft.com/office/drawing/2014/main" id="{5C9C45EF-1B0D-E3AE-BBB5-820A7723DE87}"/>
                </a:ext>
              </a:extLst>
            </p:cNvPr>
            <p:cNvSpPr>
              <a:spLocks noChangeShapeType="1"/>
            </p:cNvSpPr>
            <p:nvPr/>
          </p:nvSpPr>
          <p:spPr bwMode="auto">
            <a:xfrm>
              <a:off x="3021" y="1204"/>
              <a:ext cx="0" cy="179"/>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7048" name="Line 10">
              <a:extLst>
                <a:ext uri="{FF2B5EF4-FFF2-40B4-BE49-F238E27FC236}">
                  <a16:creationId xmlns:a16="http://schemas.microsoft.com/office/drawing/2014/main" id="{A07A960E-3D96-5540-2A28-BD301AA0AEC1}"/>
                </a:ext>
              </a:extLst>
            </p:cNvPr>
            <p:cNvSpPr>
              <a:spLocks noChangeShapeType="1"/>
            </p:cNvSpPr>
            <p:nvPr/>
          </p:nvSpPr>
          <p:spPr bwMode="auto">
            <a:xfrm>
              <a:off x="3692" y="1204"/>
              <a:ext cx="0" cy="179"/>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7049" name="Line 11">
              <a:extLst>
                <a:ext uri="{FF2B5EF4-FFF2-40B4-BE49-F238E27FC236}">
                  <a16:creationId xmlns:a16="http://schemas.microsoft.com/office/drawing/2014/main" id="{3EA4B258-24F7-02FF-7322-205F6687DEE7}"/>
                </a:ext>
              </a:extLst>
            </p:cNvPr>
            <p:cNvSpPr>
              <a:spLocks noChangeShapeType="1"/>
            </p:cNvSpPr>
            <p:nvPr/>
          </p:nvSpPr>
          <p:spPr bwMode="auto">
            <a:xfrm>
              <a:off x="4162" y="1204"/>
              <a:ext cx="0" cy="17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50" name="Rectangle 13">
              <a:extLst>
                <a:ext uri="{FF2B5EF4-FFF2-40B4-BE49-F238E27FC236}">
                  <a16:creationId xmlns:a16="http://schemas.microsoft.com/office/drawing/2014/main" id="{89869FDE-C0B9-A5AB-A65B-778602E4AC31}"/>
                </a:ext>
              </a:extLst>
            </p:cNvPr>
            <p:cNvSpPr>
              <a:spLocks noChangeArrowheads="1"/>
            </p:cNvSpPr>
            <p:nvPr/>
          </p:nvSpPr>
          <p:spPr bwMode="auto">
            <a:xfrm>
              <a:off x="2587" y="1387"/>
              <a:ext cx="103" cy="253"/>
            </a:xfrm>
            <a:prstGeom prst="rect">
              <a:avLst/>
            </a:prstGeom>
            <a:solidFill>
              <a:schemeClr val="bg1"/>
            </a:solidFill>
            <a:ln w="25400">
              <a:solidFill>
                <a:srgbClr val="000000"/>
              </a:solidFill>
              <a:miter lim="800000"/>
              <a:headEnd/>
              <a:tailEnd type="none" w="lg" len="lg"/>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7051" name="Rectangle 14">
              <a:extLst>
                <a:ext uri="{FF2B5EF4-FFF2-40B4-BE49-F238E27FC236}">
                  <a16:creationId xmlns:a16="http://schemas.microsoft.com/office/drawing/2014/main" id="{D46EEF56-B8FD-2914-9D15-37CF454AE44F}"/>
                </a:ext>
              </a:extLst>
            </p:cNvPr>
            <p:cNvSpPr>
              <a:spLocks noChangeArrowheads="1"/>
            </p:cNvSpPr>
            <p:nvPr/>
          </p:nvSpPr>
          <p:spPr bwMode="auto">
            <a:xfrm>
              <a:off x="2963" y="1387"/>
              <a:ext cx="104" cy="253"/>
            </a:xfrm>
            <a:prstGeom prst="rect">
              <a:avLst/>
            </a:prstGeom>
            <a:solidFill>
              <a:schemeClr val="bg1"/>
            </a:solidFill>
            <a:ln w="25400">
              <a:solidFill>
                <a:srgbClr val="000000"/>
              </a:solidFill>
              <a:miter lim="800000"/>
              <a:headEnd/>
              <a:tailEnd type="none" w="lg" len="lg"/>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7052" name="Rectangle 15">
              <a:extLst>
                <a:ext uri="{FF2B5EF4-FFF2-40B4-BE49-F238E27FC236}">
                  <a16:creationId xmlns:a16="http://schemas.microsoft.com/office/drawing/2014/main" id="{7AFB5946-9B83-321C-0B7B-69657D7B5B05}"/>
                </a:ext>
              </a:extLst>
            </p:cNvPr>
            <p:cNvSpPr>
              <a:spLocks noChangeArrowheads="1"/>
            </p:cNvSpPr>
            <p:nvPr/>
          </p:nvSpPr>
          <p:spPr bwMode="auto">
            <a:xfrm>
              <a:off x="3645" y="1379"/>
              <a:ext cx="104" cy="253"/>
            </a:xfrm>
            <a:prstGeom prst="rect">
              <a:avLst/>
            </a:prstGeom>
            <a:solidFill>
              <a:schemeClr val="bg1"/>
            </a:solidFill>
            <a:ln w="25400">
              <a:solidFill>
                <a:srgbClr val="000000"/>
              </a:solidFill>
              <a:miter lim="800000"/>
              <a:headEnd/>
              <a:tailEnd type="none" w="lg" len="lg"/>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7053" name="Rectangle 16">
              <a:extLst>
                <a:ext uri="{FF2B5EF4-FFF2-40B4-BE49-F238E27FC236}">
                  <a16:creationId xmlns:a16="http://schemas.microsoft.com/office/drawing/2014/main" id="{5F9558BC-94D0-948C-BCA4-7CDD2158D152}"/>
                </a:ext>
              </a:extLst>
            </p:cNvPr>
            <p:cNvSpPr>
              <a:spLocks noChangeArrowheads="1"/>
            </p:cNvSpPr>
            <p:nvPr/>
          </p:nvSpPr>
          <p:spPr bwMode="auto">
            <a:xfrm>
              <a:off x="4104" y="1387"/>
              <a:ext cx="103" cy="253"/>
            </a:xfrm>
            <a:prstGeom prst="rect">
              <a:avLst/>
            </a:prstGeom>
            <a:solidFill>
              <a:schemeClr val="bg1"/>
            </a:solidFill>
            <a:ln w="25400">
              <a:solidFill>
                <a:srgbClr val="000000"/>
              </a:solidFill>
              <a:miter lim="800000"/>
              <a:headEnd/>
              <a:tailEnd type="none" w="lg" len="lg"/>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7054" name="Line 17">
              <a:extLst>
                <a:ext uri="{FF2B5EF4-FFF2-40B4-BE49-F238E27FC236}">
                  <a16:creationId xmlns:a16="http://schemas.microsoft.com/office/drawing/2014/main" id="{46FB0E25-033F-B6DA-87AA-AA71064ED994}"/>
                </a:ext>
              </a:extLst>
            </p:cNvPr>
            <p:cNvSpPr>
              <a:spLocks noChangeShapeType="1"/>
            </p:cNvSpPr>
            <p:nvPr/>
          </p:nvSpPr>
          <p:spPr bwMode="auto">
            <a:xfrm flipH="1">
              <a:off x="2641" y="1642"/>
              <a:ext cx="0" cy="196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55" name="Line 18">
              <a:extLst>
                <a:ext uri="{FF2B5EF4-FFF2-40B4-BE49-F238E27FC236}">
                  <a16:creationId xmlns:a16="http://schemas.microsoft.com/office/drawing/2014/main" id="{6E57A8E2-0E42-7BEE-526A-5A6D737DABEB}"/>
                </a:ext>
              </a:extLst>
            </p:cNvPr>
            <p:cNvSpPr>
              <a:spLocks noChangeShapeType="1"/>
            </p:cNvSpPr>
            <p:nvPr/>
          </p:nvSpPr>
          <p:spPr bwMode="auto">
            <a:xfrm>
              <a:off x="3012" y="1642"/>
              <a:ext cx="0" cy="18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56" name="Line 19">
              <a:extLst>
                <a:ext uri="{FF2B5EF4-FFF2-40B4-BE49-F238E27FC236}">
                  <a16:creationId xmlns:a16="http://schemas.microsoft.com/office/drawing/2014/main" id="{662CE5E2-4C00-042D-927B-00CD8099EF9D}"/>
                </a:ext>
              </a:extLst>
            </p:cNvPr>
            <p:cNvSpPr>
              <a:spLocks noChangeShapeType="1"/>
            </p:cNvSpPr>
            <p:nvPr/>
          </p:nvSpPr>
          <p:spPr bwMode="auto">
            <a:xfrm>
              <a:off x="3695" y="1634"/>
              <a:ext cx="0" cy="167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57" name="Line 20">
              <a:extLst>
                <a:ext uri="{FF2B5EF4-FFF2-40B4-BE49-F238E27FC236}">
                  <a16:creationId xmlns:a16="http://schemas.microsoft.com/office/drawing/2014/main" id="{8DB80376-28E0-6428-22D4-05035D793CE8}"/>
                </a:ext>
              </a:extLst>
            </p:cNvPr>
            <p:cNvSpPr>
              <a:spLocks noChangeShapeType="1"/>
            </p:cNvSpPr>
            <p:nvPr/>
          </p:nvSpPr>
          <p:spPr bwMode="auto">
            <a:xfrm>
              <a:off x="4153" y="1642"/>
              <a:ext cx="0" cy="155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94" name="Rectangle 21">
              <a:extLst>
                <a:ext uri="{FF2B5EF4-FFF2-40B4-BE49-F238E27FC236}">
                  <a16:creationId xmlns:a16="http://schemas.microsoft.com/office/drawing/2014/main" id="{DD2869EF-909E-4DE6-B221-FB6BDCBF4613}"/>
                </a:ext>
              </a:extLst>
            </p:cNvPr>
            <p:cNvSpPr>
              <a:spLocks noChangeArrowheads="1"/>
            </p:cNvSpPr>
            <p:nvPr/>
          </p:nvSpPr>
          <p:spPr bwMode="auto">
            <a:xfrm>
              <a:off x="967" y="1721"/>
              <a:ext cx="588" cy="1313"/>
            </a:xfrm>
            <a:prstGeom prst="rect">
              <a:avLst/>
            </a:prstGeom>
            <a:solidFill>
              <a:schemeClr val="accent1">
                <a:lumMod val="60000"/>
                <a:lumOff val="40000"/>
              </a:schemeClr>
            </a:solidFill>
            <a:ln w="25400">
              <a:solidFill>
                <a:schemeClr val="tx1"/>
              </a:solidFill>
              <a:miter lim="800000"/>
              <a:headEnd/>
              <a:tailEnd/>
            </a:ln>
          </p:spPr>
          <p:txBody>
            <a:bodyPr wrap="none"/>
            <a:lstStyle/>
            <a:p>
              <a:pPr algn="ctr" eaLnBrk="1" hangingPunct="1">
                <a:defRPr/>
              </a:pPr>
              <a:r>
                <a:rPr lang="en-US" sz="2000"/>
                <a:t>DC</a:t>
              </a:r>
              <a:endParaRPr lang="ru-RU" sz="2000"/>
            </a:p>
          </p:txBody>
        </p:sp>
        <p:sp>
          <p:nvSpPr>
            <p:cNvPr id="87059" name="Line 22">
              <a:extLst>
                <a:ext uri="{FF2B5EF4-FFF2-40B4-BE49-F238E27FC236}">
                  <a16:creationId xmlns:a16="http://schemas.microsoft.com/office/drawing/2014/main" id="{C6777294-A31B-CD4F-401D-F61CE63B0347}"/>
                </a:ext>
              </a:extLst>
            </p:cNvPr>
            <p:cNvSpPr>
              <a:spLocks noChangeShapeType="1"/>
            </p:cNvSpPr>
            <p:nvPr/>
          </p:nvSpPr>
          <p:spPr bwMode="auto">
            <a:xfrm>
              <a:off x="1547" y="1880"/>
              <a:ext cx="273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60" name="Line 23">
              <a:extLst>
                <a:ext uri="{FF2B5EF4-FFF2-40B4-BE49-F238E27FC236}">
                  <a16:creationId xmlns:a16="http://schemas.microsoft.com/office/drawing/2014/main" id="{9C711D5F-8B6C-924B-8BE6-714FF83FFF85}"/>
                </a:ext>
              </a:extLst>
            </p:cNvPr>
            <p:cNvSpPr>
              <a:spLocks noChangeShapeType="1"/>
            </p:cNvSpPr>
            <p:nvPr/>
          </p:nvSpPr>
          <p:spPr bwMode="auto">
            <a:xfrm>
              <a:off x="1555" y="2198"/>
              <a:ext cx="27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61" name="Text Box 24">
              <a:extLst>
                <a:ext uri="{FF2B5EF4-FFF2-40B4-BE49-F238E27FC236}">
                  <a16:creationId xmlns:a16="http://schemas.microsoft.com/office/drawing/2014/main" id="{455282B9-40BB-2B60-52E2-AE68C0F3C97C}"/>
                </a:ext>
              </a:extLst>
            </p:cNvPr>
            <p:cNvSpPr txBox="1">
              <a:spLocks noChangeArrowheads="1"/>
            </p:cNvSpPr>
            <p:nvPr/>
          </p:nvSpPr>
          <p:spPr bwMode="auto">
            <a:xfrm>
              <a:off x="2060" y="2262"/>
              <a:ext cx="210"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sym typeface="Symbol" panose="05050102010706020507" pitchFamily="18" charset="2"/>
                </a:rPr>
                <a:t></a:t>
              </a:r>
              <a:endParaRPr lang="en-US" altLang="en-US">
                <a:sym typeface="Symbol" panose="05050102010706020507" pitchFamily="18" charset="2"/>
              </a:endParaRPr>
            </a:p>
            <a:p>
              <a:pPr eaLnBrk="1" hangingPunct="1"/>
              <a:r>
                <a:rPr lang="ru-RU" altLang="en-US">
                  <a:sym typeface="Symbol" panose="05050102010706020507" pitchFamily="18" charset="2"/>
                </a:rPr>
                <a:t></a:t>
              </a:r>
              <a:endParaRPr lang="en-US" altLang="en-US">
                <a:sym typeface="Symbol" panose="05050102010706020507" pitchFamily="18" charset="2"/>
              </a:endParaRPr>
            </a:p>
            <a:p>
              <a:pPr eaLnBrk="1" hangingPunct="1"/>
              <a:r>
                <a:rPr lang="ru-RU" altLang="en-US">
                  <a:sym typeface="Symbol" panose="05050102010706020507" pitchFamily="18" charset="2"/>
                </a:rPr>
                <a:t></a:t>
              </a:r>
            </a:p>
          </p:txBody>
        </p:sp>
        <p:sp>
          <p:nvSpPr>
            <p:cNvPr id="87062" name="Line 25">
              <a:extLst>
                <a:ext uri="{FF2B5EF4-FFF2-40B4-BE49-F238E27FC236}">
                  <a16:creationId xmlns:a16="http://schemas.microsoft.com/office/drawing/2014/main" id="{F78F12B4-7174-86A8-E567-E2D69120DEB2}"/>
                </a:ext>
              </a:extLst>
            </p:cNvPr>
            <p:cNvSpPr>
              <a:spLocks noChangeShapeType="1"/>
            </p:cNvSpPr>
            <p:nvPr/>
          </p:nvSpPr>
          <p:spPr bwMode="auto">
            <a:xfrm>
              <a:off x="2374" y="1880"/>
              <a:ext cx="0" cy="119"/>
            </a:xfrm>
            <a:prstGeom prst="line">
              <a:avLst/>
            </a:prstGeom>
            <a:noFill/>
            <a:ln w="95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7063" name="Line 26">
              <a:extLst>
                <a:ext uri="{FF2B5EF4-FFF2-40B4-BE49-F238E27FC236}">
                  <a16:creationId xmlns:a16="http://schemas.microsoft.com/office/drawing/2014/main" id="{1CB628FE-5CEB-BEF1-857E-6B15EA5B6B7D}"/>
                </a:ext>
              </a:extLst>
            </p:cNvPr>
            <p:cNvSpPr>
              <a:spLocks noChangeShapeType="1"/>
            </p:cNvSpPr>
            <p:nvPr/>
          </p:nvSpPr>
          <p:spPr bwMode="auto">
            <a:xfrm>
              <a:off x="2374" y="1999"/>
              <a:ext cx="8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64" name="Line 27">
              <a:extLst>
                <a:ext uri="{FF2B5EF4-FFF2-40B4-BE49-F238E27FC236}">
                  <a16:creationId xmlns:a16="http://schemas.microsoft.com/office/drawing/2014/main" id="{501D5FD9-9DB0-557E-A69C-E962CB2ADECF}"/>
                </a:ext>
              </a:extLst>
            </p:cNvPr>
            <p:cNvSpPr>
              <a:spLocks noChangeShapeType="1"/>
            </p:cNvSpPr>
            <p:nvPr/>
          </p:nvSpPr>
          <p:spPr bwMode="auto">
            <a:xfrm>
              <a:off x="2466" y="1959"/>
              <a:ext cx="0" cy="7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65" name="Line 28">
              <a:extLst>
                <a:ext uri="{FF2B5EF4-FFF2-40B4-BE49-F238E27FC236}">
                  <a16:creationId xmlns:a16="http://schemas.microsoft.com/office/drawing/2014/main" id="{2C934AF8-856F-5BB5-9340-2D318A1F524F}"/>
                </a:ext>
              </a:extLst>
            </p:cNvPr>
            <p:cNvSpPr>
              <a:spLocks noChangeShapeType="1"/>
            </p:cNvSpPr>
            <p:nvPr/>
          </p:nvSpPr>
          <p:spPr bwMode="auto">
            <a:xfrm>
              <a:off x="2515" y="1921"/>
              <a:ext cx="0" cy="1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66" name="Line 29">
              <a:extLst>
                <a:ext uri="{FF2B5EF4-FFF2-40B4-BE49-F238E27FC236}">
                  <a16:creationId xmlns:a16="http://schemas.microsoft.com/office/drawing/2014/main" id="{9A4D2CA8-051C-FE17-E94E-8BD2F2023CF7}"/>
                </a:ext>
              </a:extLst>
            </p:cNvPr>
            <p:cNvSpPr>
              <a:spLocks noChangeShapeType="1"/>
            </p:cNvSpPr>
            <p:nvPr/>
          </p:nvSpPr>
          <p:spPr bwMode="auto">
            <a:xfrm>
              <a:off x="2517" y="1959"/>
              <a:ext cx="126" cy="0"/>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7067" name="Line 30">
              <a:extLst>
                <a:ext uri="{FF2B5EF4-FFF2-40B4-BE49-F238E27FC236}">
                  <a16:creationId xmlns:a16="http://schemas.microsoft.com/office/drawing/2014/main" id="{46D06D79-44BF-3DC9-089A-98A47C742EAB}"/>
                </a:ext>
              </a:extLst>
            </p:cNvPr>
            <p:cNvSpPr>
              <a:spLocks noChangeShapeType="1"/>
            </p:cNvSpPr>
            <p:nvPr/>
          </p:nvSpPr>
          <p:spPr bwMode="auto">
            <a:xfrm>
              <a:off x="2746" y="1880"/>
              <a:ext cx="0" cy="119"/>
            </a:xfrm>
            <a:prstGeom prst="line">
              <a:avLst/>
            </a:prstGeom>
            <a:noFill/>
            <a:ln w="95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7068" name="Line 31">
              <a:extLst>
                <a:ext uri="{FF2B5EF4-FFF2-40B4-BE49-F238E27FC236}">
                  <a16:creationId xmlns:a16="http://schemas.microsoft.com/office/drawing/2014/main" id="{79A8B626-6B29-3CC0-1576-F49A8BDCCF87}"/>
                </a:ext>
              </a:extLst>
            </p:cNvPr>
            <p:cNvSpPr>
              <a:spLocks noChangeShapeType="1"/>
            </p:cNvSpPr>
            <p:nvPr/>
          </p:nvSpPr>
          <p:spPr bwMode="auto">
            <a:xfrm>
              <a:off x="2746" y="1999"/>
              <a:ext cx="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69" name="Line 32">
              <a:extLst>
                <a:ext uri="{FF2B5EF4-FFF2-40B4-BE49-F238E27FC236}">
                  <a16:creationId xmlns:a16="http://schemas.microsoft.com/office/drawing/2014/main" id="{4A010520-DAFB-6C04-0BD1-55A772E63E2C}"/>
                </a:ext>
              </a:extLst>
            </p:cNvPr>
            <p:cNvSpPr>
              <a:spLocks noChangeShapeType="1"/>
            </p:cNvSpPr>
            <p:nvPr/>
          </p:nvSpPr>
          <p:spPr bwMode="auto">
            <a:xfrm>
              <a:off x="2838" y="1959"/>
              <a:ext cx="0" cy="7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70" name="Line 33">
              <a:extLst>
                <a:ext uri="{FF2B5EF4-FFF2-40B4-BE49-F238E27FC236}">
                  <a16:creationId xmlns:a16="http://schemas.microsoft.com/office/drawing/2014/main" id="{2BFDE3EF-D409-9694-A537-B895F0B2DC79}"/>
                </a:ext>
              </a:extLst>
            </p:cNvPr>
            <p:cNvSpPr>
              <a:spLocks noChangeShapeType="1"/>
            </p:cNvSpPr>
            <p:nvPr/>
          </p:nvSpPr>
          <p:spPr bwMode="auto">
            <a:xfrm>
              <a:off x="2887" y="1921"/>
              <a:ext cx="0" cy="1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71" name="Line 34">
              <a:extLst>
                <a:ext uri="{FF2B5EF4-FFF2-40B4-BE49-F238E27FC236}">
                  <a16:creationId xmlns:a16="http://schemas.microsoft.com/office/drawing/2014/main" id="{83A8F4C7-6DFD-895A-46D3-6B4D797B8BC2}"/>
                </a:ext>
              </a:extLst>
            </p:cNvPr>
            <p:cNvSpPr>
              <a:spLocks noChangeShapeType="1"/>
            </p:cNvSpPr>
            <p:nvPr/>
          </p:nvSpPr>
          <p:spPr bwMode="auto">
            <a:xfrm>
              <a:off x="2889" y="1959"/>
              <a:ext cx="126" cy="0"/>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7072" name="Line 35">
              <a:extLst>
                <a:ext uri="{FF2B5EF4-FFF2-40B4-BE49-F238E27FC236}">
                  <a16:creationId xmlns:a16="http://schemas.microsoft.com/office/drawing/2014/main" id="{4E99D26C-FB9C-565A-B1AE-1BC5806D4158}"/>
                </a:ext>
              </a:extLst>
            </p:cNvPr>
            <p:cNvSpPr>
              <a:spLocks noChangeShapeType="1"/>
            </p:cNvSpPr>
            <p:nvPr/>
          </p:nvSpPr>
          <p:spPr bwMode="auto">
            <a:xfrm>
              <a:off x="3886" y="1880"/>
              <a:ext cx="0" cy="119"/>
            </a:xfrm>
            <a:prstGeom prst="line">
              <a:avLst/>
            </a:prstGeom>
            <a:noFill/>
            <a:ln w="95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7073" name="Line 36">
              <a:extLst>
                <a:ext uri="{FF2B5EF4-FFF2-40B4-BE49-F238E27FC236}">
                  <a16:creationId xmlns:a16="http://schemas.microsoft.com/office/drawing/2014/main" id="{4BC7B0A4-38A6-5557-0D22-B08132CF6EF6}"/>
                </a:ext>
              </a:extLst>
            </p:cNvPr>
            <p:cNvSpPr>
              <a:spLocks noChangeShapeType="1"/>
            </p:cNvSpPr>
            <p:nvPr/>
          </p:nvSpPr>
          <p:spPr bwMode="auto">
            <a:xfrm>
              <a:off x="3886" y="1999"/>
              <a:ext cx="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74" name="Line 37">
              <a:extLst>
                <a:ext uri="{FF2B5EF4-FFF2-40B4-BE49-F238E27FC236}">
                  <a16:creationId xmlns:a16="http://schemas.microsoft.com/office/drawing/2014/main" id="{5A160ECB-DAE9-BD3C-9ED8-BC4F7E7959AF}"/>
                </a:ext>
              </a:extLst>
            </p:cNvPr>
            <p:cNvSpPr>
              <a:spLocks noChangeShapeType="1"/>
            </p:cNvSpPr>
            <p:nvPr/>
          </p:nvSpPr>
          <p:spPr bwMode="auto">
            <a:xfrm>
              <a:off x="3978" y="1959"/>
              <a:ext cx="0" cy="7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75" name="Line 38">
              <a:extLst>
                <a:ext uri="{FF2B5EF4-FFF2-40B4-BE49-F238E27FC236}">
                  <a16:creationId xmlns:a16="http://schemas.microsoft.com/office/drawing/2014/main" id="{7E541794-A677-B1DB-6066-E25E24A9B450}"/>
                </a:ext>
              </a:extLst>
            </p:cNvPr>
            <p:cNvSpPr>
              <a:spLocks noChangeShapeType="1"/>
            </p:cNvSpPr>
            <p:nvPr/>
          </p:nvSpPr>
          <p:spPr bwMode="auto">
            <a:xfrm>
              <a:off x="4027" y="1921"/>
              <a:ext cx="0" cy="1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76" name="Line 39">
              <a:extLst>
                <a:ext uri="{FF2B5EF4-FFF2-40B4-BE49-F238E27FC236}">
                  <a16:creationId xmlns:a16="http://schemas.microsoft.com/office/drawing/2014/main" id="{E9D854C1-54A3-6D83-34E0-2D8075580878}"/>
                </a:ext>
              </a:extLst>
            </p:cNvPr>
            <p:cNvSpPr>
              <a:spLocks noChangeShapeType="1"/>
            </p:cNvSpPr>
            <p:nvPr/>
          </p:nvSpPr>
          <p:spPr bwMode="auto">
            <a:xfrm>
              <a:off x="4029" y="1959"/>
              <a:ext cx="126" cy="0"/>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7077" name="Line 40">
              <a:extLst>
                <a:ext uri="{FF2B5EF4-FFF2-40B4-BE49-F238E27FC236}">
                  <a16:creationId xmlns:a16="http://schemas.microsoft.com/office/drawing/2014/main" id="{9EC63D5E-1BC3-BE2F-FDE2-72F1F35B757D}"/>
                </a:ext>
              </a:extLst>
            </p:cNvPr>
            <p:cNvSpPr>
              <a:spLocks noChangeShapeType="1"/>
            </p:cNvSpPr>
            <p:nvPr/>
          </p:nvSpPr>
          <p:spPr bwMode="auto">
            <a:xfrm>
              <a:off x="2374" y="2201"/>
              <a:ext cx="0" cy="119"/>
            </a:xfrm>
            <a:prstGeom prst="line">
              <a:avLst/>
            </a:prstGeom>
            <a:noFill/>
            <a:ln w="95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7078" name="Line 41">
              <a:extLst>
                <a:ext uri="{FF2B5EF4-FFF2-40B4-BE49-F238E27FC236}">
                  <a16:creationId xmlns:a16="http://schemas.microsoft.com/office/drawing/2014/main" id="{FC254C47-B5B2-FACA-93E9-C95FF4FF05DC}"/>
                </a:ext>
              </a:extLst>
            </p:cNvPr>
            <p:cNvSpPr>
              <a:spLocks noChangeShapeType="1"/>
            </p:cNvSpPr>
            <p:nvPr/>
          </p:nvSpPr>
          <p:spPr bwMode="auto">
            <a:xfrm>
              <a:off x="2374" y="2320"/>
              <a:ext cx="8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79" name="Line 42">
              <a:extLst>
                <a:ext uri="{FF2B5EF4-FFF2-40B4-BE49-F238E27FC236}">
                  <a16:creationId xmlns:a16="http://schemas.microsoft.com/office/drawing/2014/main" id="{B09E5CF1-16A0-0657-7DDD-1EB5F4FC6ACB}"/>
                </a:ext>
              </a:extLst>
            </p:cNvPr>
            <p:cNvSpPr>
              <a:spLocks noChangeShapeType="1"/>
            </p:cNvSpPr>
            <p:nvPr/>
          </p:nvSpPr>
          <p:spPr bwMode="auto">
            <a:xfrm>
              <a:off x="2466" y="2281"/>
              <a:ext cx="0" cy="7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80" name="Line 43">
              <a:extLst>
                <a:ext uri="{FF2B5EF4-FFF2-40B4-BE49-F238E27FC236}">
                  <a16:creationId xmlns:a16="http://schemas.microsoft.com/office/drawing/2014/main" id="{A9C35F3C-C59C-4CAB-7361-EBD952AD964A}"/>
                </a:ext>
              </a:extLst>
            </p:cNvPr>
            <p:cNvSpPr>
              <a:spLocks noChangeShapeType="1"/>
            </p:cNvSpPr>
            <p:nvPr/>
          </p:nvSpPr>
          <p:spPr bwMode="auto">
            <a:xfrm>
              <a:off x="2515" y="2242"/>
              <a:ext cx="0" cy="1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81" name="Line 44">
              <a:extLst>
                <a:ext uri="{FF2B5EF4-FFF2-40B4-BE49-F238E27FC236}">
                  <a16:creationId xmlns:a16="http://schemas.microsoft.com/office/drawing/2014/main" id="{BC88D111-C724-AC35-937E-B92DDDC27388}"/>
                </a:ext>
              </a:extLst>
            </p:cNvPr>
            <p:cNvSpPr>
              <a:spLocks noChangeShapeType="1"/>
            </p:cNvSpPr>
            <p:nvPr/>
          </p:nvSpPr>
          <p:spPr bwMode="auto">
            <a:xfrm>
              <a:off x="2517" y="2281"/>
              <a:ext cx="126" cy="0"/>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7082" name="Line 45">
              <a:extLst>
                <a:ext uri="{FF2B5EF4-FFF2-40B4-BE49-F238E27FC236}">
                  <a16:creationId xmlns:a16="http://schemas.microsoft.com/office/drawing/2014/main" id="{CC8D398E-7635-09B0-3915-651DB9B7E813}"/>
                </a:ext>
              </a:extLst>
            </p:cNvPr>
            <p:cNvSpPr>
              <a:spLocks noChangeShapeType="1"/>
            </p:cNvSpPr>
            <p:nvPr/>
          </p:nvSpPr>
          <p:spPr bwMode="auto">
            <a:xfrm>
              <a:off x="3425" y="2209"/>
              <a:ext cx="0" cy="119"/>
            </a:xfrm>
            <a:prstGeom prst="line">
              <a:avLst/>
            </a:prstGeom>
            <a:noFill/>
            <a:ln w="95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7083" name="Line 46">
              <a:extLst>
                <a:ext uri="{FF2B5EF4-FFF2-40B4-BE49-F238E27FC236}">
                  <a16:creationId xmlns:a16="http://schemas.microsoft.com/office/drawing/2014/main" id="{D58BC792-82B5-6ABB-402E-52BA99AAD5C8}"/>
                </a:ext>
              </a:extLst>
            </p:cNvPr>
            <p:cNvSpPr>
              <a:spLocks noChangeShapeType="1"/>
            </p:cNvSpPr>
            <p:nvPr/>
          </p:nvSpPr>
          <p:spPr bwMode="auto">
            <a:xfrm>
              <a:off x="3425" y="2328"/>
              <a:ext cx="8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84" name="Line 47">
              <a:extLst>
                <a:ext uri="{FF2B5EF4-FFF2-40B4-BE49-F238E27FC236}">
                  <a16:creationId xmlns:a16="http://schemas.microsoft.com/office/drawing/2014/main" id="{DE1B377D-F5A7-D12E-0F5E-8BA2A02CE173}"/>
                </a:ext>
              </a:extLst>
            </p:cNvPr>
            <p:cNvSpPr>
              <a:spLocks noChangeShapeType="1"/>
            </p:cNvSpPr>
            <p:nvPr/>
          </p:nvSpPr>
          <p:spPr bwMode="auto">
            <a:xfrm>
              <a:off x="3517" y="2288"/>
              <a:ext cx="0" cy="7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85" name="Line 48">
              <a:extLst>
                <a:ext uri="{FF2B5EF4-FFF2-40B4-BE49-F238E27FC236}">
                  <a16:creationId xmlns:a16="http://schemas.microsoft.com/office/drawing/2014/main" id="{9694CAB3-E309-8DCE-7EBA-4A50C19F0577}"/>
                </a:ext>
              </a:extLst>
            </p:cNvPr>
            <p:cNvSpPr>
              <a:spLocks noChangeShapeType="1"/>
            </p:cNvSpPr>
            <p:nvPr/>
          </p:nvSpPr>
          <p:spPr bwMode="auto">
            <a:xfrm>
              <a:off x="3566" y="2250"/>
              <a:ext cx="0" cy="1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86" name="Line 49">
              <a:extLst>
                <a:ext uri="{FF2B5EF4-FFF2-40B4-BE49-F238E27FC236}">
                  <a16:creationId xmlns:a16="http://schemas.microsoft.com/office/drawing/2014/main" id="{34C3C805-B4AB-3A9E-CE42-6D9059EBBC65}"/>
                </a:ext>
              </a:extLst>
            </p:cNvPr>
            <p:cNvSpPr>
              <a:spLocks noChangeShapeType="1"/>
            </p:cNvSpPr>
            <p:nvPr/>
          </p:nvSpPr>
          <p:spPr bwMode="auto">
            <a:xfrm>
              <a:off x="3568" y="2288"/>
              <a:ext cx="126" cy="0"/>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7087" name="Oval 50">
              <a:extLst>
                <a:ext uri="{FF2B5EF4-FFF2-40B4-BE49-F238E27FC236}">
                  <a16:creationId xmlns:a16="http://schemas.microsoft.com/office/drawing/2014/main" id="{920C0A35-041F-672A-11C3-D2FEB4ED57A6}"/>
                </a:ext>
              </a:extLst>
            </p:cNvPr>
            <p:cNvSpPr>
              <a:spLocks noChangeArrowheads="1"/>
            </p:cNvSpPr>
            <p:nvPr/>
          </p:nvSpPr>
          <p:spPr bwMode="auto">
            <a:xfrm>
              <a:off x="3298" y="956"/>
              <a:ext cx="93" cy="8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7088" name="Text Box 51">
              <a:extLst>
                <a:ext uri="{FF2B5EF4-FFF2-40B4-BE49-F238E27FC236}">
                  <a16:creationId xmlns:a16="http://schemas.microsoft.com/office/drawing/2014/main" id="{095CC8A3-7884-F2B6-DC63-2C137AEBA721}"/>
                </a:ext>
              </a:extLst>
            </p:cNvPr>
            <p:cNvSpPr txBox="1">
              <a:spLocks noChangeArrowheads="1"/>
            </p:cNvSpPr>
            <p:nvPr/>
          </p:nvSpPr>
          <p:spPr bwMode="auto">
            <a:xfrm>
              <a:off x="3424" y="845"/>
              <a:ext cx="5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V</a:t>
              </a:r>
              <a:r>
                <a:rPr lang="en-US" altLang="en-US" sz="2000" baseline="-25000"/>
                <a:t>DD</a:t>
              </a:r>
              <a:endParaRPr lang="ru-RU" altLang="en-US" sz="2000"/>
            </a:p>
          </p:txBody>
        </p:sp>
        <p:sp>
          <p:nvSpPr>
            <p:cNvPr id="87089" name="Line 53">
              <a:extLst>
                <a:ext uri="{FF2B5EF4-FFF2-40B4-BE49-F238E27FC236}">
                  <a16:creationId xmlns:a16="http://schemas.microsoft.com/office/drawing/2014/main" id="{2A6E082C-598B-F960-6586-B8568E424316}"/>
                </a:ext>
              </a:extLst>
            </p:cNvPr>
            <p:cNvSpPr>
              <a:spLocks noChangeShapeType="1"/>
            </p:cNvSpPr>
            <p:nvPr/>
          </p:nvSpPr>
          <p:spPr bwMode="auto">
            <a:xfrm>
              <a:off x="1540" y="2875"/>
              <a:ext cx="27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90" name="Line 54">
              <a:extLst>
                <a:ext uri="{FF2B5EF4-FFF2-40B4-BE49-F238E27FC236}">
                  <a16:creationId xmlns:a16="http://schemas.microsoft.com/office/drawing/2014/main" id="{3D3F0BC5-3532-2C2E-AFC6-61284CFCF1F3}"/>
                </a:ext>
              </a:extLst>
            </p:cNvPr>
            <p:cNvSpPr>
              <a:spLocks noChangeShapeType="1"/>
            </p:cNvSpPr>
            <p:nvPr/>
          </p:nvSpPr>
          <p:spPr bwMode="auto">
            <a:xfrm>
              <a:off x="3886" y="2875"/>
              <a:ext cx="0" cy="120"/>
            </a:xfrm>
            <a:prstGeom prst="line">
              <a:avLst/>
            </a:prstGeom>
            <a:noFill/>
            <a:ln w="95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7091" name="Line 55">
              <a:extLst>
                <a:ext uri="{FF2B5EF4-FFF2-40B4-BE49-F238E27FC236}">
                  <a16:creationId xmlns:a16="http://schemas.microsoft.com/office/drawing/2014/main" id="{F0B4EE97-889C-95FE-9847-A90564112B0A}"/>
                </a:ext>
              </a:extLst>
            </p:cNvPr>
            <p:cNvSpPr>
              <a:spLocks noChangeShapeType="1"/>
            </p:cNvSpPr>
            <p:nvPr/>
          </p:nvSpPr>
          <p:spPr bwMode="auto">
            <a:xfrm>
              <a:off x="3886" y="2995"/>
              <a:ext cx="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92" name="Line 56">
              <a:extLst>
                <a:ext uri="{FF2B5EF4-FFF2-40B4-BE49-F238E27FC236}">
                  <a16:creationId xmlns:a16="http://schemas.microsoft.com/office/drawing/2014/main" id="{B6DF950F-879A-14AB-0FDB-D53EAE464BC2}"/>
                </a:ext>
              </a:extLst>
            </p:cNvPr>
            <p:cNvSpPr>
              <a:spLocks noChangeShapeType="1"/>
            </p:cNvSpPr>
            <p:nvPr/>
          </p:nvSpPr>
          <p:spPr bwMode="auto">
            <a:xfrm>
              <a:off x="3978" y="2955"/>
              <a:ext cx="0" cy="7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93" name="Line 57">
              <a:extLst>
                <a:ext uri="{FF2B5EF4-FFF2-40B4-BE49-F238E27FC236}">
                  <a16:creationId xmlns:a16="http://schemas.microsoft.com/office/drawing/2014/main" id="{F96E4F7E-5204-4FF2-7B74-3A976695E04B}"/>
                </a:ext>
              </a:extLst>
            </p:cNvPr>
            <p:cNvSpPr>
              <a:spLocks noChangeShapeType="1"/>
            </p:cNvSpPr>
            <p:nvPr/>
          </p:nvSpPr>
          <p:spPr bwMode="auto">
            <a:xfrm>
              <a:off x="4027" y="2917"/>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94" name="Line 58">
              <a:extLst>
                <a:ext uri="{FF2B5EF4-FFF2-40B4-BE49-F238E27FC236}">
                  <a16:creationId xmlns:a16="http://schemas.microsoft.com/office/drawing/2014/main" id="{B95E1206-4DE4-C619-2BC9-CAFE0E084C24}"/>
                </a:ext>
              </a:extLst>
            </p:cNvPr>
            <p:cNvSpPr>
              <a:spLocks noChangeShapeType="1"/>
            </p:cNvSpPr>
            <p:nvPr/>
          </p:nvSpPr>
          <p:spPr bwMode="auto">
            <a:xfrm>
              <a:off x="4029" y="2955"/>
              <a:ext cx="126" cy="0"/>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7095" name="Line 59">
              <a:extLst>
                <a:ext uri="{FF2B5EF4-FFF2-40B4-BE49-F238E27FC236}">
                  <a16:creationId xmlns:a16="http://schemas.microsoft.com/office/drawing/2014/main" id="{D14DC3A2-B5C2-B4A2-9D22-7BE8C23F5212}"/>
                </a:ext>
              </a:extLst>
            </p:cNvPr>
            <p:cNvSpPr>
              <a:spLocks noChangeShapeType="1"/>
            </p:cNvSpPr>
            <p:nvPr/>
          </p:nvSpPr>
          <p:spPr bwMode="auto">
            <a:xfrm>
              <a:off x="2515" y="2039"/>
              <a:ext cx="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96" name="Line 60">
              <a:extLst>
                <a:ext uri="{FF2B5EF4-FFF2-40B4-BE49-F238E27FC236}">
                  <a16:creationId xmlns:a16="http://schemas.microsoft.com/office/drawing/2014/main" id="{6EE6E8C7-24E8-C58B-4697-96EE6E26B61E}"/>
                </a:ext>
              </a:extLst>
            </p:cNvPr>
            <p:cNvSpPr>
              <a:spLocks noChangeShapeType="1"/>
            </p:cNvSpPr>
            <p:nvPr/>
          </p:nvSpPr>
          <p:spPr bwMode="auto">
            <a:xfrm>
              <a:off x="2583" y="2039"/>
              <a:ext cx="0" cy="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97" name="Line 61">
              <a:extLst>
                <a:ext uri="{FF2B5EF4-FFF2-40B4-BE49-F238E27FC236}">
                  <a16:creationId xmlns:a16="http://schemas.microsoft.com/office/drawing/2014/main" id="{86009056-C138-951C-552F-052260150BE2}"/>
                </a:ext>
              </a:extLst>
            </p:cNvPr>
            <p:cNvSpPr>
              <a:spLocks noChangeShapeType="1"/>
            </p:cNvSpPr>
            <p:nvPr/>
          </p:nvSpPr>
          <p:spPr bwMode="auto">
            <a:xfrm>
              <a:off x="2541" y="2118"/>
              <a:ext cx="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98" name="Line 62">
              <a:extLst>
                <a:ext uri="{FF2B5EF4-FFF2-40B4-BE49-F238E27FC236}">
                  <a16:creationId xmlns:a16="http://schemas.microsoft.com/office/drawing/2014/main" id="{3BFFE264-F4B4-1388-4EF3-ECCD9E7FB0A8}"/>
                </a:ext>
              </a:extLst>
            </p:cNvPr>
            <p:cNvSpPr>
              <a:spLocks noChangeShapeType="1"/>
            </p:cNvSpPr>
            <p:nvPr/>
          </p:nvSpPr>
          <p:spPr bwMode="auto">
            <a:xfrm>
              <a:off x="2893" y="2039"/>
              <a:ext cx="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99" name="Line 63">
              <a:extLst>
                <a:ext uri="{FF2B5EF4-FFF2-40B4-BE49-F238E27FC236}">
                  <a16:creationId xmlns:a16="http://schemas.microsoft.com/office/drawing/2014/main" id="{37598D4A-8031-56B4-BB58-1F4B799F4C82}"/>
                </a:ext>
              </a:extLst>
            </p:cNvPr>
            <p:cNvSpPr>
              <a:spLocks noChangeShapeType="1"/>
            </p:cNvSpPr>
            <p:nvPr/>
          </p:nvSpPr>
          <p:spPr bwMode="auto">
            <a:xfrm>
              <a:off x="2961" y="2039"/>
              <a:ext cx="0" cy="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00" name="Line 64">
              <a:extLst>
                <a:ext uri="{FF2B5EF4-FFF2-40B4-BE49-F238E27FC236}">
                  <a16:creationId xmlns:a16="http://schemas.microsoft.com/office/drawing/2014/main" id="{A1723ABF-79AC-C618-2847-A028EDCD292A}"/>
                </a:ext>
              </a:extLst>
            </p:cNvPr>
            <p:cNvSpPr>
              <a:spLocks noChangeShapeType="1"/>
            </p:cNvSpPr>
            <p:nvPr/>
          </p:nvSpPr>
          <p:spPr bwMode="auto">
            <a:xfrm>
              <a:off x="2928" y="2118"/>
              <a:ext cx="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01" name="Line 65">
              <a:extLst>
                <a:ext uri="{FF2B5EF4-FFF2-40B4-BE49-F238E27FC236}">
                  <a16:creationId xmlns:a16="http://schemas.microsoft.com/office/drawing/2014/main" id="{6962E214-9EB4-9F0B-4DE1-424FB310B5B5}"/>
                </a:ext>
              </a:extLst>
            </p:cNvPr>
            <p:cNvSpPr>
              <a:spLocks noChangeShapeType="1"/>
            </p:cNvSpPr>
            <p:nvPr/>
          </p:nvSpPr>
          <p:spPr bwMode="auto">
            <a:xfrm>
              <a:off x="4033" y="2039"/>
              <a:ext cx="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02" name="Line 66">
              <a:extLst>
                <a:ext uri="{FF2B5EF4-FFF2-40B4-BE49-F238E27FC236}">
                  <a16:creationId xmlns:a16="http://schemas.microsoft.com/office/drawing/2014/main" id="{B56B6567-0F38-4B38-F16D-E399478A2D9B}"/>
                </a:ext>
              </a:extLst>
            </p:cNvPr>
            <p:cNvSpPr>
              <a:spLocks noChangeShapeType="1"/>
            </p:cNvSpPr>
            <p:nvPr/>
          </p:nvSpPr>
          <p:spPr bwMode="auto">
            <a:xfrm>
              <a:off x="4101" y="2039"/>
              <a:ext cx="0" cy="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03" name="Line 67">
              <a:extLst>
                <a:ext uri="{FF2B5EF4-FFF2-40B4-BE49-F238E27FC236}">
                  <a16:creationId xmlns:a16="http://schemas.microsoft.com/office/drawing/2014/main" id="{726B3FF7-49B6-09C5-6DC7-50114769900E}"/>
                </a:ext>
              </a:extLst>
            </p:cNvPr>
            <p:cNvSpPr>
              <a:spLocks noChangeShapeType="1"/>
            </p:cNvSpPr>
            <p:nvPr/>
          </p:nvSpPr>
          <p:spPr bwMode="auto">
            <a:xfrm>
              <a:off x="4068" y="2118"/>
              <a:ext cx="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04" name="Line 68">
              <a:extLst>
                <a:ext uri="{FF2B5EF4-FFF2-40B4-BE49-F238E27FC236}">
                  <a16:creationId xmlns:a16="http://schemas.microsoft.com/office/drawing/2014/main" id="{C7C55E61-F083-301E-3537-E8C629A345B5}"/>
                </a:ext>
              </a:extLst>
            </p:cNvPr>
            <p:cNvSpPr>
              <a:spLocks noChangeShapeType="1"/>
            </p:cNvSpPr>
            <p:nvPr/>
          </p:nvSpPr>
          <p:spPr bwMode="auto">
            <a:xfrm>
              <a:off x="2524" y="2368"/>
              <a:ext cx="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05" name="Line 69">
              <a:extLst>
                <a:ext uri="{FF2B5EF4-FFF2-40B4-BE49-F238E27FC236}">
                  <a16:creationId xmlns:a16="http://schemas.microsoft.com/office/drawing/2014/main" id="{92C742B4-4997-DEEA-5563-899A9B8C34A9}"/>
                </a:ext>
              </a:extLst>
            </p:cNvPr>
            <p:cNvSpPr>
              <a:spLocks noChangeShapeType="1"/>
            </p:cNvSpPr>
            <p:nvPr/>
          </p:nvSpPr>
          <p:spPr bwMode="auto">
            <a:xfrm>
              <a:off x="2591" y="2368"/>
              <a:ext cx="0" cy="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06" name="Line 70">
              <a:extLst>
                <a:ext uri="{FF2B5EF4-FFF2-40B4-BE49-F238E27FC236}">
                  <a16:creationId xmlns:a16="http://schemas.microsoft.com/office/drawing/2014/main" id="{557EE09F-8474-E272-89C3-5291CC09A34E}"/>
                </a:ext>
              </a:extLst>
            </p:cNvPr>
            <p:cNvSpPr>
              <a:spLocks noChangeShapeType="1"/>
            </p:cNvSpPr>
            <p:nvPr/>
          </p:nvSpPr>
          <p:spPr bwMode="auto">
            <a:xfrm>
              <a:off x="2550" y="2447"/>
              <a:ext cx="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07" name="Line 71">
              <a:extLst>
                <a:ext uri="{FF2B5EF4-FFF2-40B4-BE49-F238E27FC236}">
                  <a16:creationId xmlns:a16="http://schemas.microsoft.com/office/drawing/2014/main" id="{7BAFA4AD-BFE6-DF77-DA48-517EBDB99960}"/>
                </a:ext>
              </a:extLst>
            </p:cNvPr>
            <p:cNvSpPr>
              <a:spLocks noChangeShapeType="1"/>
            </p:cNvSpPr>
            <p:nvPr/>
          </p:nvSpPr>
          <p:spPr bwMode="auto">
            <a:xfrm>
              <a:off x="3566" y="2360"/>
              <a:ext cx="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08" name="Line 72">
              <a:extLst>
                <a:ext uri="{FF2B5EF4-FFF2-40B4-BE49-F238E27FC236}">
                  <a16:creationId xmlns:a16="http://schemas.microsoft.com/office/drawing/2014/main" id="{88E034DC-747B-F599-E30F-133AC0294222}"/>
                </a:ext>
              </a:extLst>
            </p:cNvPr>
            <p:cNvSpPr>
              <a:spLocks noChangeShapeType="1"/>
            </p:cNvSpPr>
            <p:nvPr/>
          </p:nvSpPr>
          <p:spPr bwMode="auto">
            <a:xfrm>
              <a:off x="3634" y="2360"/>
              <a:ext cx="0" cy="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09" name="Line 73">
              <a:extLst>
                <a:ext uri="{FF2B5EF4-FFF2-40B4-BE49-F238E27FC236}">
                  <a16:creationId xmlns:a16="http://schemas.microsoft.com/office/drawing/2014/main" id="{C75B83E9-96A2-FC59-1C88-80E31EDAAA1D}"/>
                </a:ext>
              </a:extLst>
            </p:cNvPr>
            <p:cNvSpPr>
              <a:spLocks noChangeShapeType="1"/>
            </p:cNvSpPr>
            <p:nvPr/>
          </p:nvSpPr>
          <p:spPr bwMode="auto">
            <a:xfrm>
              <a:off x="3592" y="2439"/>
              <a:ext cx="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10" name="Line 74">
              <a:extLst>
                <a:ext uri="{FF2B5EF4-FFF2-40B4-BE49-F238E27FC236}">
                  <a16:creationId xmlns:a16="http://schemas.microsoft.com/office/drawing/2014/main" id="{4BDAA342-C518-205C-B15F-170CFEB97EB6}"/>
                </a:ext>
              </a:extLst>
            </p:cNvPr>
            <p:cNvSpPr>
              <a:spLocks noChangeShapeType="1"/>
            </p:cNvSpPr>
            <p:nvPr/>
          </p:nvSpPr>
          <p:spPr bwMode="auto">
            <a:xfrm>
              <a:off x="4028" y="3026"/>
              <a:ext cx="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11" name="Line 75">
              <a:extLst>
                <a:ext uri="{FF2B5EF4-FFF2-40B4-BE49-F238E27FC236}">
                  <a16:creationId xmlns:a16="http://schemas.microsoft.com/office/drawing/2014/main" id="{443C55CD-3186-53E7-6221-2A4FEE16C990}"/>
                </a:ext>
              </a:extLst>
            </p:cNvPr>
            <p:cNvSpPr>
              <a:spLocks noChangeShapeType="1"/>
            </p:cNvSpPr>
            <p:nvPr/>
          </p:nvSpPr>
          <p:spPr bwMode="auto">
            <a:xfrm>
              <a:off x="4095" y="3026"/>
              <a:ext cx="0" cy="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12" name="Line 76">
              <a:extLst>
                <a:ext uri="{FF2B5EF4-FFF2-40B4-BE49-F238E27FC236}">
                  <a16:creationId xmlns:a16="http://schemas.microsoft.com/office/drawing/2014/main" id="{81605DC8-D4C9-DDB6-45CD-E1C6C8FCABF7}"/>
                </a:ext>
              </a:extLst>
            </p:cNvPr>
            <p:cNvSpPr>
              <a:spLocks noChangeShapeType="1"/>
            </p:cNvSpPr>
            <p:nvPr/>
          </p:nvSpPr>
          <p:spPr bwMode="auto">
            <a:xfrm>
              <a:off x="4054" y="3105"/>
              <a:ext cx="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13" name="Line 77">
              <a:extLst>
                <a:ext uri="{FF2B5EF4-FFF2-40B4-BE49-F238E27FC236}">
                  <a16:creationId xmlns:a16="http://schemas.microsoft.com/office/drawing/2014/main" id="{E81F5B1F-93F2-D77F-CE90-765D364B0DAC}"/>
                </a:ext>
              </a:extLst>
            </p:cNvPr>
            <p:cNvSpPr>
              <a:spLocks noChangeShapeType="1"/>
            </p:cNvSpPr>
            <p:nvPr/>
          </p:nvSpPr>
          <p:spPr bwMode="auto">
            <a:xfrm>
              <a:off x="2735" y="2875"/>
              <a:ext cx="0" cy="119"/>
            </a:xfrm>
            <a:prstGeom prst="line">
              <a:avLst/>
            </a:prstGeom>
            <a:noFill/>
            <a:ln w="95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7114" name="Line 78">
              <a:extLst>
                <a:ext uri="{FF2B5EF4-FFF2-40B4-BE49-F238E27FC236}">
                  <a16:creationId xmlns:a16="http://schemas.microsoft.com/office/drawing/2014/main" id="{08E21181-2D5E-D201-BBA6-291A5C82CF2A}"/>
                </a:ext>
              </a:extLst>
            </p:cNvPr>
            <p:cNvSpPr>
              <a:spLocks noChangeShapeType="1"/>
            </p:cNvSpPr>
            <p:nvPr/>
          </p:nvSpPr>
          <p:spPr bwMode="auto">
            <a:xfrm>
              <a:off x="2735" y="2994"/>
              <a:ext cx="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15" name="Line 79">
              <a:extLst>
                <a:ext uri="{FF2B5EF4-FFF2-40B4-BE49-F238E27FC236}">
                  <a16:creationId xmlns:a16="http://schemas.microsoft.com/office/drawing/2014/main" id="{B334A5BC-829C-C1A7-487D-FD86C71837ED}"/>
                </a:ext>
              </a:extLst>
            </p:cNvPr>
            <p:cNvSpPr>
              <a:spLocks noChangeShapeType="1"/>
            </p:cNvSpPr>
            <p:nvPr/>
          </p:nvSpPr>
          <p:spPr bwMode="auto">
            <a:xfrm>
              <a:off x="2827" y="2954"/>
              <a:ext cx="0" cy="7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16" name="Line 80">
              <a:extLst>
                <a:ext uri="{FF2B5EF4-FFF2-40B4-BE49-F238E27FC236}">
                  <a16:creationId xmlns:a16="http://schemas.microsoft.com/office/drawing/2014/main" id="{84E588A1-513B-1C36-ECC5-75A57EFDA554}"/>
                </a:ext>
              </a:extLst>
            </p:cNvPr>
            <p:cNvSpPr>
              <a:spLocks noChangeShapeType="1"/>
            </p:cNvSpPr>
            <p:nvPr/>
          </p:nvSpPr>
          <p:spPr bwMode="auto">
            <a:xfrm>
              <a:off x="2876" y="2916"/>
              <a:ext cx="0" cy="1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17" name="Line 81">
              <a:extLst>
                <a:ext uri="{FF2B5EF4-FFF2-40B4-BE49-F238E27FC236}">
                  <a16:creationId xmlns:a16="http://schemas.microsoft.com/office/drawing/2014/main" id="{09A5634D-4291-B8A5-94F0-542A6333C7C6}"/>
                </a:ext>
              </a:extLst>
            </p:cNvPr>
            <p:cNvSpPr>
              <a:spLocks noChangeShapeType="1"/>
            </p:cNvSpPr>
            <p:nvPr/>
          </p:nvSpPr>
          <p:spPr bwMode="auto">
            <a:xfrm>
              <a:off x="2878" y="2954"/>
              <a:ext cx="126" cy="0"/>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7118" name="Line 82">
              <a:extLst>
                <a:ext uri="{FF2B5EF4-FFF2-40B4-BE49-F238E27FC236}">
                  <a16:creationId xmlns:a16="http://schemas.microsoft.com/office/drawing/2014/main" id="{A587C5A2-A6FC-9AA8-5D06-F121E4754843}"/>
                </a:ext>
              </a:extLst>
            </p:cNvPr>
            <p:cNvSpPr>
              <a:spLocks noChangeShapeType="1"/>
            </p:cNvSpPr>
            <p:nvPr/>
          </p:nvSpPr>
          <p:spPr bwMode="auto">
            <a:xfrm>
              <a:off x="2877" y="3025"/>
              <a:ext cx="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19" name="Line 83">
              <a:extLst>
                <a:ext uri="{FF2B5EF4-FFF2-40B4-BE49-F238E27FC236}">
                  <a16:creationId xmlns:a16="http://schemas.microsoft.com/office/drawing/2014/main" id="{37FF4D46-EB99-CE40-F474-C9F7D38383CD}"/>
                </a:ext>
              </a:extLst>
            </p:cNvPr>
            <p:cNvSpPr>
              <a:spLocks noChangeShapeType="1"/>
            </p:cNvSpPr>
            <p:nvPr/>
          </p:nvSpPr>
          <p:spPr bwMode="auto">
            <a:xfrm>
              <a:off x="2944" y="3025"/>
              <a:ext cx="0" cy="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20" name="Line 84">
              <a:extLst>
                <a:ext uri="{FF2B5EF4-FFF2-40B4-BE49-F238E27FC236}">
                  <a16:creationId xmlns:a16="http://schemas.microsoft.com/office/drawing/2014/main" id="{00B07F4C-D017-EBE1-47A6-362568634CF6}"/>
                </a:ext>
              </a:extLst>
            </p:cNvPr>
            <p:cNvSpPr>
              <a:spLocks noChangeShapeType="1"/>
            </p:cNvSpPr>
            <p:nvPr/>
          </p:nvSpPr>
          <p:spPr bwMode="auto">
            <a:xfrm>
              <a:off x="2903" y="3104"/>
              <a:ext cx="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21" name="Line 85">
              <a:extLst>
                <a:ext uri="{FF2B5EF4-FFF2-40B4-BE49-F238E27FC236}">
                  <a16:creationId xmlns:a16="http://schemas.microsoft.com/office/drawing/2014/main" id="{ECBE32AF-0434-D21D-165D-CE03C4CD2E3D}"/>
                </a:ext>
              </a:extLst>
            </p:cNvPr>
            <p:cNvSpPr>
              <a:spLocks noChangeShapeType="1"/>
            </p:cNvSpPr>
            <p:nvPr/>
          </p:nvSpPr>
          <p:spPr bwMode="auto">
            <a:xfrm>
              <a:off x="4155" y="3193"/>
              <a:ext cx="16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22" name="Line 86">
              <a:extLst>
                <a:ext uri="{FF2B5EF4-FFF2-40B4-BE49-F238E27FC236}">
                  <a16:creationId xmlns:a16="http://schemas.microsoft.com/office/drawing/2014/main" id="{C03F45A4-39B5-A0F4-86A4-20FC45F4917B}"/>
                </a:ext>
              </a:extLst>
            </p:cNvPr>
            <p:cNvSpPr>
              <a:spLocks noChangeShapeType="1"/>
            </p:cNvSpPr>
            <p:nvPr/>
          </p:nvSpPr>
          <p:spPr bwMode="auto">
            <a:xfrm>
              <a:off x="3693" y="3301"/>
              <a:ext cx="6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23" name="Line 87">
              <a:extLst>
                <a:ext uri="{FF2B5EF4-FFF2-40B4-BE49-F238E27FC236}">
                  <a16:creationId xmlns:a16="http://schemas.microsoft.com/office/drawing/2014/main" id="{403A00A5-D7F6-4EB7-F032-CCECAB31759E}"/>
                </a:ext>
              </a:extLst>
            </p:cNvPr>
            <p:cNvSpPr>
              <a:spLocks noChangeShapeType="1"/>
            </p:cNvSpPr>
            <p:nvPr/>
          </p:nvSpPr>
          <p:spPr bwMode="auto">
            <a:xfrm>
              <a:off x="3013" y="3469"/>
              <a:ext cx="13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24" name="Line 88">
              <a:extLst>
                <a:ext uri="{FF2B5EF4-FFF2-40B4-BE49-F238E27FC236}">
                  <a16:creationId xmlns:a16="http://schemas.microsoft.com/office/drawing/2014/main" id="{75A27C61-D4B1-35CB-A84B-903AE574F346}"/>
                </a:ext>
              </a:extLst>
            </p:cNvPr>
            <p:cNvSpPr>
              <a:spLocks noChangeShapeType="1"/>
            </p:cNvSpPr>
            <p:nvPr/>
          </p:nvSpPr>
          <p:spPr bwMode="auto">
            <a:xfrm>
              <a:off x="2640" y="3615"/>
              <a:ext cx="17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25" name="Line 89">
              <a:extLst>
                <a:ext uri="{FF2B5EF4-FFF2-40B4-BE49-F238E27FC236}">
                  <a16:creationId xmlns:a16="http://schemas.microsoft.com/office/drawing/2014/main" id="{CED40A3A-5345-F821-5C57-BC7A7CA84269}"/>
                </a:ext>
              </a:extLst>
            </p:cNvPr>
            <p:cNvSpPr>
              <a:spLocks noChangeShapeType="1"/>
            </p:cNvSpPr>
            <p:nvPr/>
          </p:nvSpPr>
          <p:spPr bwMode="auto">
            <a:xfrm>
              <a:off x="589" y="1920"/>
              <a:ext cx="3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26" name="Line 90">
              <a:extLst>
                <a:ext uri="{FF2B5EF4-FFF2-40B4-BE49-F238E27FC236}">
                  <a16:creationId xmlns:a16="http://schemas.microsoft.com/office/drawing/2014/main" id="{2B65BB93-0B09-A7F1-C2B3-8C8A5CB99C67}"/>
                </a:ext>
              </a:extLst>
            </p:cNvPr>
            <p:cNvSpPr>
              <a:spLocks noChangeShapeType="1"/>
            </p:cNvSpPr>
            <p:nvPr/>
          </p:nvSpPr>
          <p:spPr bwMode="auto">
            <a:xfrm>
              <a:off x="589" y="2066"/>
              <a:ext cx="3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27" name="Line 91">
              <a:extLst>
                <a:ext uri="{FF2B5EF4-FFF2-40B4-BE49-F238E27FC236}">
                  <a16:creationId xmlns:a16="http://schemas.microsoft.com/office/drawing/2014/main" id="{EDD79E37-E286-C596-45C5-01628B03DF7B}"/>
                </a:ext>
              </a:extLst>
            </p:cNvPr>
            <p:cNvSpPr>
              <a:spLocks noChangeShapeType="1"/>
            </p:cNvSpPr>
            <p:nvPr/>
          </p:nvSpPr>
          <p:spPr bwMode="auto">
            <a:xfrm>
              <a:off x="581" y="2675"/>
              <a:ext cx="3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128" name="Text Box 92">
              <a:extLst>
                <a:ext uri="{FF2B5EF4-FFF2-40B4-BE49-F238E27FC236}">
                  <a16:creationId xmlns:a16="http://schemas.microsoft.com/office/drawing/2014/main" id="{A7FCBBBD-7EF1-12F7-82BF-069FFF62C578}"/>
                </a:ext>
              </a:extLst>
            </p:cNvPr>
            <p:cNvSpPr txBox="1">
              <a:spLocks noChangeArrowheads="1"/>
            </p:cNvSpPr>
            <p:nvPr/>
          </p:nvSpPr>
          <p:spPr bwMode="auto">
            <a:xfrm>
              <a:off x="3171" y="1442"/>
              <a:ext cx="4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a:sym typeface="Symbol" panose="05050102010706020507" pitchFamily="18" charset="2"/>
                </a:rPr>
                <a:t></a:t>
              </a:r>
              <a:r>
                <a:rPr lang="en-US" altLang="en-US">
                  <a:sym typeface="Symbol" panose="05050102010706020507" pitchFamily="18" charset="2"/>
                </a:rPr>
                <a:t>   </a:t>
              </a:r>
            </a:p>
          </p:txBody>
        </p:sp>
        <p:sp>
          <p:nvSpPr>
            <p:cNvPr id="87129" name="Text Box 93">
              <a:extLst>
                <a:ext uri="{FF2B5EF4-FFF2-40B4-BE49-F238E27FC236}">
                  <a16:creationId xmlns:a16="http://schemas.microsoft.com/office/drawing/2014/main" id="{E9D61A7E-1654-F669-1AEB-B2B31D5A74D8}"/>
                </a:ext>
              </a:extLst>
            </p:cNvPr>
            <p:cNvSpPr txBox="1">
              <a:spLocks noChangeArrowheads="1"/>
            </p:cNvSpPr>
            <p:nvPr/>
          </p:nvSpPr>
          <p:spPr bwMode="auto">
            <a:xfrm>
              <a:off x="3139" y="3187"/>
              <a:ext cx="46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a:sym typeface="Symbol" panose="05050102010706020507" pitchFamily="18" charset="2"/>
                </a:rPr>
                <a:t></a:t>
              </a:r>
              <a:r>
                <a:rPr lang="en-US" altLang="en-US">
                  <a:sym typeface="Symbol" panose="05050102010706020507" pitchFamily="18" charset="2"/>
                </a:rPr>
                <a:t>   </a:t>
              </a:r>
            </a:p>
          </p:txBody>
        </p:sp>
        <p:sp>
          <p:nvSpPr>
            <p:cNvPr id="87130" name="Text Box 94">
              <a:extLst>
                <a:ext uri="{FF2B5EF4-FFF2-40B4-BE49-F238E27FC236}">
                  <a16:creationId xmlns:a16="http://schemas.microsoft.com/office/drawing/2014/main" id="{46EE9715-B877-5B38-E4D3-7F1DD1528D3A}"/>
                </a:ext>
              </a:extLst>
            </p:cNvPr>
            <p:cNvSpPr txBox="1">
              <a:spLocks noChangeArrowheads="1"/>
            </p:cNvSpPr>
            <p:nvPr/>
          </p:nvSpPr>
          <p:spPr bwMode="auto">
            <a:xfrm>
              <a:off x="295" y="1801"/>
              <a:ext cx="505" cy="1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A</a:t>
              </a:r>
              <a:r>
                <a:rPr lang="en-US" altLang="en-US" baseline="-25000"/>
                <a:t>0</a:t>
              </a:r>
              <a:endParaRPr lang="en-US" altLang="en-US"/>
            </a:p>
            <a:p>
              <a:pPr eaLnBrk="1" hangingPunct="1">
                <a:spcBef>
                  <a:spcPct val="50000"/>
                </a:spcBef>
              </a:pPr>
              <a:r>
                <a:rPr lang="en-US" altLang="en-US"/>
                <a:t>A</a:t>
              </a:r>
              <a:r>
                <a:rPr lang="en-US" altLang="en-US" baseline="-25000"/>
                <a:t>1</a:t>
              </a:r>
            </a:p>
            <a:p>
              <a:pPr eaLnBrk="1" hangingPunct="1"/>
              <a:r>
                <a:rPr lang="en-US" altLang="en-US" sz="1400">
                  <a:sym typeface="Symbol" panose="05050102010706020507" pitchFamily="18" charset="2"/>
                </a:rPr>
                <a:t></a:t>
              </a:r>
            </a:p>
            <a:p>
              <a:pPr eaLnBrk="1" hangingPunct="1"/>
              <a:r>
                <a:rPr lang="en-US" altLang="en-US" sz="1400">
                  <a:sym typeface="Symbol" panose="05050102010706020507" pitchFamily="18" charset="2"/>
                </a:rPr>
                <a:t></a:t>
              </a:r>
            </a:p>
            <a:p>
              <a:pPr eaLnBrk="1" hangingPunct="1"/>
              <a:r>
                <a:rPr lang="en-US" altLang="en-US" sz="1400">
                  <a:sym typeface="Symbol" panose="05050102010706020507" pitchFamily="18" charset="2"/>
                </a:rPr>
                <a:t></a:t>
              </a:r>
            </a:p>
            <a:p>
              <a:pPr eaLnBrk="1" hangingPunct="1"/>
              <a:r>
                <a:rPr lang="en-US" altLang="en-US">
                  <a:sym typeface="Symbol" panose="05050102010706020507" pitchFamily="18" charset="2"/>
                </a:rPr>
                <a:t>A</a:t>
              </a:r>
              <a:r>
                <a:rPr lang="en-US" altLang="en-US" baseline="-25000">
                  <a:sym typeface="Symbol" panose="05050102010706020507" pitchFamily="18" charset="2"/>
                </a:rPr>
                <a:t>n-1</a:t>
              </a:r>
              <a:endParaRPr lang="en-US" altLang="en-US">
                <a:sym typeface="Symbol" panose="05050102010706020507" pitchFamily="18" charset="2"/>
              </a:endParaRPr>
            </a:p>
            <a:p>
              <a:pPr eaLnBrk="1" hangingPunct="1">
                <a:spcBef>
                  <a:spcPct val="50000"/>
                </a:spcBef>
              </a:pPr>
              <a:endParaRPr lang="en-US" altLang="en-US">
                <a:sym typeface="Symbol" panose="05050102010706020507" pitchFamily="18" charset="2"/>
              </a:endParaRPr>
            </a:p>
            <a:p>
              <a:pPr eaLnBrk="1" hangingPunct="1">
                <a:spcBef>
                  <a:spcPct val="50000"/>
                </a:spcBef>
              </a:pPr>
              <a:endParaRPr lang="ru-RU" altLang="en-US"/>
            </a:p>
          </p:txBody>
        </p:sp>
        <p:sp>
          <p:nvSpPr>
            <p:cNvPr id="87131" name="Text Box 95">
              <a:extLst>
                <a:ext uri="{FF2B5EF4-FFF2-40B4-BE49-F238E27FC236}">
                  <a16:creationId xmlns:a16="http://schemas.microsoft.com/office/drawing/2014/main" id="{6477E725-6F42-2A42-9E52-C39779465CE8}"/>
                </a:ext>
              </a:extLst>
            </p:cNvPr>
            <p:cNvSpPr txBox="1">
              <a:spLocks noChangeArrowheads="1"/>
            </p:cNvSpPr>
            <p:nvPr/>
          </p:nvSpPr>
          <p:spPr bwMode="auto">
            <a:xfrm>
              <a:off x="4288" y="3041"/>
              <a:ext cx="406" cy="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a:t>
              </a:r>
              <a:r>
                <a:rPr lang="en-US" altLang="en-US" sz="1600"/>
                <a:t>D</a:t>
              </a:r>
              <a:r>
                <a:rPr lang="en-US" altLang="en-US" baseline="-25000"/>
                <a:t>0</a:t>
              </a:r>
              <a:endParaRPr lang="en-US" altLang="en-US" sz="1600" baseline="-25000"/>
            </a:p>
            <a:p>
              <a:pPr eaLnBrk="1" hangingPunct="1">
                <a:spcBef>
                  <a:spcPct val="50000"/>
                </a:spcBef>
              </a:pPr>
              <a:r>
                <a:rPr lang="en-US" altLang="en-US" sz="1600"/>
                <a:t>~D</a:t>
              </a:r>
              <a:r>
                <a:rPr lang="en-US" altLang="en-US" sz="1600" baseline="-25000"/>
                <a:t>1</a:t>
              </a:r>
            </a:p>
            <a:p>
              <a:pPr eaLnBrk="1" hangingPunct="1">
                <a:spcBef>
                  <a:spcPct val="50000"/>
                </a:spcBef>
              </a:pPr>
              <a:r>
                <a:rPr lang="en-US" altLang="en-US" sz="1600"/>
                <a:t>~D’</a:t>
              </a:r>
              <a:r>
                <a:rPr lang="en-US" altLang="en-US" sz="1600" baseline="-25000"/>
                <a:t>7</a:t>
              </a:r>
              <a:endParaRPr lang="ru-RU" altLang="en-US" baseline="-25000"/>
            </a:p>
          </p:txBody>
        </p:sp>
        <p:sp>
          <p:nvSpPr>
            <p:cNvPr id="87132" name="Text Box 95">
              <a:extLst>
                <a:ext uri="{FF2B5EF4-FFF2-40B4-BE49-F238E27FC236}">
                  <a16:creationId xmlns:a16="http://schemas.microsoft.com/office/drawing/2014/main" id="{D97CC770-1E7C-838E-9F3B-EDBB91C0BDF5}"/>
                </a:ext>
              </a:extLst>
            </p:cNvPr>
            <p:cNvSpPr txBox="1">
              <a:spLocks noChangeArrowheads="1"/>
            </p:cNvSpPr>
            <p:nvPr/>
          </p:nvSpPr>
          <p:spPr bwMode="auto">
            <a:xfrm>
              <a:off x="1219" y="1288"/>
              <a:ext cx="113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Active high </a:t>
              </a:r>
              <a:br>
                <a:rPr lang="en-US" altLang="en-US"/>
              </a:br>
              <a:r>
                <a:rPr lang="en-US" altLang="en-US"/>
                <a:t>word line</a:t>
              </a:r>
              <a:endParaRPr lang="ru-RU" altLang="en-US"/>
            </a:p>
          </p:txBody>
        </p:sp>
        <p:sp>
          <p:nvSpPr>
            <p:cNvPr id="87133" name="Line 96">
              <a:extLst>
                <a:ext uri="{FF2B5EF4-FFF2-40B4-BE49-F238E27FC236}">
                  <a16:creationId xmlns:a16="http://schemas.microsoft.com/office/drawing/2014/main" id="{1981FF39-0B23-BA83-7998-6A042C9EC688}"/>
                </a:ext>
              </a:extLst>
            </p:cNvPr>
            <p:cNvSpPr>
              <a:spLocks noChangeShapeType="1"/>
            </p:cNvSpPr>
            <p:nvPr/>
          </p:nvSpPr>
          <p:spPr bwMode="auto">
            <a:xfrm>
              <a:off x="1934" y="1601"/>
              <a:ext cx="126" cy="279"/>
            </a:xfrm>
            <a:prstGeom prst="line">
              <a:avLst/>
            </a:prstGeom>
            <a:noFill/>
            <a:ln w="9525">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134" name="AutoShape 97">
              <a:extLst>
                <a:ext uri="{FF2B5EF4-FFF2-40B4-BE49-F238E27FC236}">
                  <a16:creationId xmlns:a16="http://schemas.microsoft.com/office/drawing/2014/main" id="{2D9F2A12-6D97-CDC2-4BDF-1011ED3A2ECF}"/>
                </a:ext>
              </a:extLst>
            </p:cNvPr>
            <p:cNvSpPr>
              <a:spLocks/>
            </p:cNvSpPr>
            <p:nvPr/>
          </p:nvSpPr>
          <p:spPr bwMode="auto">
            <a:xfrm>
              <a:off x="4540" y="3145"/>
              <a:ext cx="168" cy="477"/>
            </a:xfrm>
            <a:prstGeom prst="rightBrace">
              <a:avLst>
                <a:gd name="adj1" fmla="val 23661"/>
                <a:gd name="adj2" fmla="val 50000"/>
              </a:avLst>
            </a:prstGeom>
            <a:noFill/>
            <a:ln w="9525">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87135" name="Text Box 98">
              <a:extLst>
                <a:ext uri="{FF2B5EF4-FFF2-40B4-BE49-F238E27FC236}">
                  <a16:creationId xmlns:a16="http://schemas.microsoft.com/office/drawing/2014/main" id="{A1487ADC-F411-20DE-AD83-7A9BDA854C39}"/>
                </a:ext>
              </a:extLst>
            </p:cNvPr>
            <p:cNvSpPr txBox="1">
              <a:spLocks noChangeArrowheads="1"/>
            </p:cNvSpPr>
            <p:nvPr/>
          </p:nvSpPr>
          <p:spPr bwMode="auto">
            <a:xfrm>
              <a:off x="4669" y="3210"/>
              <a:ext cx="751"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Active</a:t>
              </a:r>
              <a:br>
                <a:rPr lang="en-US" altLang="en-US"/>
              </a:br>
              <a:r>
                <a:rPr lang="en-US" altLang="en-US"/>
                <a:t>  low</a:t>
              </a:r>
              <a:br>
                <a:rPr lang="en-US" altLang="en-US"/>
              </a:br>
              <a:r>
                <a:rPr lang="en-US" altLang="en-US"/>
                <a:t>bit lines</a:t>
              </a:r>
              <a:endParaRPr lang="ru-RU" altLang="en-US"/>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2">
            <a:extLst>
              <a:ext uri="{FF2B5EF4-FFF2-40B4-BE49-F238E27FC236}">
                <a16:creationId xmlns:a16="http://schemas.microsoft.com/office/drawing/2014/main" id="{23364BE9-2BB7-E9DA-0610-AD0180195234}"/>
              </a:ext>
            </a:extLst>
          </p:cNvPr>
          <p:cNvSpPr>
            <a:spLocks noGrp="1" noChangeArrowheads="1"/>
          </p:cNvSpPr>
          <p:nvPr>
            <p:ph type="title"/>
          </p:nvPr>
        </p:nvSpPr>
        <p:spPr/>
        <p:txBody>
          <a:bodyPr/>
          <a:lstStyle/>
          <a:p>
            <a:r>
              <a:rPr lang="en-US" altLang="en-US"/>
              <a:t>Erasable PROM</a:t>
            </a:r>
          </a:p>
        </p:txBody>
      </p:sp>
      <p:sp>
        <p:nvSpPr>
          <p:cNvPr id="88067" name="Content Placeholder 3">
            <a:extLst>
              <a:ext uri="{FF2B5EF4-FFF2-40B4-BE49-F238E27FC236}">
                <a16:creationId xmlns:a16="http://schemas.microsoft.com/office/drawing/2014/main" id="{B4B48774-78AD-115B-5BD2-A16FF748B4D6}"/>
              </a:ext>
            </a:extLst>
          </p:cNvPr>
          <p:cNvSpPr>
            <a:spLocks noGrp="1" noChangeArrowheads="1"/>
          </p:cNvSpPr>
          <p:nvPr>
            <p:ph type="body" sz="quarter" idx="10"/>
          </p:nvPr>
        </p:nvSpPr>
        <p:spPr/>
        <p:txBody>
          <a:bodyPr/>
          <a:lstStyle/>
          <a:p>
            <a:r>
              <a:rPr lang="en-US" altLang="en-US" sz="1800"/>
              <a:t>Erasing old information and its replacement with the new one is possible. </a:t>
            </a:r>
          </a:p>
          <a:p>
            <a:r>
              <a:rPr lang="en-US" altLang="en-US" sz="1800"/>
              <a:t>Erasing is carried out by ultraviolet rays in EPROM (erasable PROM).</a:t>
            </a:r>
          </a:p>
          <a:p>
            <a:r>
              <a:rPr lang="en-US" altLang="en-US" sz="1800"/>
              <a:t>In EEPROM (electrically PROM) – by electrical signals.</a:t>
            </a:r>
          </a:p>
          <a:p>
            <a:r>
              <a:rPr lang="en-US" altLang="en-US" sz="1800"/>
              <a:t>Floating gate of MOS transistors  is used as connection links. </a:t>
            </a:r>
          </a:p>
          <a:p>
            <a:pPr>
              <a:buFont typeface="Wingdings" panose="05000000000000000000" pitchFamily="2" charset="2"/>
              <a:buNone/>
            </a:pPr>
            <a:endParaRPr lang="en-US" altLang="en-US" sz="1800"/>
          </a:p>
        </p:txBody>
      </p:sp>
      <p:grpSp>
        <p:nvGrpSpPr>
          <p:cNvPr id="88068" name="Group 52">
            <a:extLst>
              <a:ext uri="{FF2B5EF4-FFF2-40B4-BE49-F238E27FC236}">
                <a16:creationId xmlns:a16="http://schemas.microsoft.com/office/drawing/2014/main" id="{E64BFBB9-661A-387D-AFEA-C13A01899244}"/>
              </a:ext>
            </a:extLst>
          </p:cNvPr>
          <p:cNvGrpSpPr>
            <a:grpSpLocks/>
          </p:cNvGrpSpPr>
          <p:nvPr/>
        </p:nvGrpSpPr>
        <p:grpSpPr bwMode="auto">
          <a:xfrm>
            <a:off x="2922589" y="3084514"/>
            <a:ext cx="5774325" cy="2264483"/>
            <a:chOff x="1398782" y="3085114"/>
            <a:chExt cx="5773662" cy="2263360"/>
          </a:xfrm>
        </p:grpSpPr>
        <p:grpSp>
          <p:nvGrpSpPr>
            <p:cNvPr id="88069" name="Group 153">
              <a:extLst>
                <a:ext uri="{FF2B5EF4-FFF2-40B4-BE49-F238E27FC236}">
                  <a16:creationId xmlns:a16="http://schemas.microsoft.com/office/drawing/2014/main" id="{F956856C-E466-78ED-D993-A31F75656016}"/>
                </a:ext>
              </a:extLst>
            </p:cNvPr>
            <p:cNvGrpSpPr>
              <a:grpSpLocks/>
            </p:cNvGrpSpPr>
            <p:nvPr/>
          </p:nvGrpSpPr>
          <p:grpSpPr bwMode="auto">
            <a:xfrm>
              <a:off x="1398782" y="3085114"/>
              <a:ext cx="4259398" cy="2263360"/>
              <a:chOff x="158" y="1570"/>
              <a:chExt cx="3374" cy="1972"/>
            </a:xfrm>
          </p:grpSpPr>
          <p:sp>
            <p:nvSpPr>
              <p:cNvPr id="7" name="Freeform 119">
                <a:extLst>
                  <a:ext uri="{FF2B5EF4-FFF2-40B4-BE49-F238E27FC236}">
                    <a16:creationId xmlns:a16="http://schemas.microsoft.com/office/drawing/2014/main" id="{784122B1-3D9A-4A52-AD45-F3049206434F}"/>
                  </a:ext>
                </a:extLst>
              </p:cNvPr>
              <p:cNvSpPr>
                <a:spLocks/>
              </p:cNvSpPr>
              <p:nvPr/>
            </p:nvSpPr>
            <p:spPr bwMode="auto">
              <a:xfrm>
                <a:off x="348" y="2080"/>
                <a:ext cx="2966" cy="690"/>
              </a:xfrm>
              <a:custGeom>
                <a:avLst/>
                <a:gdLst>
                  <a:gd name="T0" fmla="*/ 368 w 736"/>
                  <a:gd name="T1" fmla="*/ 4 h 171"/>
                  <a:gd name="T2" fmla="*/ 570 w 736"/>
                  <a:gd name="T3" fmla="*/ 42 h 171"/>
                  <a:gd name="T4" fmla="*/ 736 w 736"/>
                  <a:gd name="T5" fmla="*/ 42 h 171"/>
                  <a:gd name="T6" fmla="*/ 736 w 736"/>
                  <a:gd name="T7" fmla="*/ 171 h 171"/>
                  <a:gd name="T8" fmla="*/ 0 w 736"/>
                  <a:gd name="T9" fmla="*/ 171 h 171"/>
                  <a:gd name="T10" fmla="*/ 0 w 736"/>
                  <a:gd name="T11" fmla="*/ 42 h 171"/>
                  <a:gd name="T12" fmla="*/ 26 w 736"/>
                  <a:gd name="T13" fmla="*/ 42 h 171"/>
                  <a:gd name="T14" fmla="*/ 141 w 736"/>
                  <a:gd name="T15" fmla="*/ 30 h 171"/>
                  <a:gd name="T16" fmla="*/ 368 w 736"/>
                  <a:gd name="T17" fmla="*/ 4 h 1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6"/>
                  <a:gd name="T28" fmla="*/ 0 h 171"/>
                  <a:gd name="T29" fmla="*/ 736 w 736"/>
                  <a:gd name="T30" fmla="*/ 171 h 1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6" h="171">
                    <a:moveTo>
                      <a:pt x="368" y="4"/>
                    </a:moveTo>
                    <a:cubicBezTo>
                      <a:pt x="488" y="4"/>
                      <a:pt x="570" y="42"/>
                      <a:pt x="570" y="42"/>
                    </a:cubicBezTo>
                    <a:cubicBezTo>
                      <a:pt x="736" y="42"/>
                      <a:pt x="736" y="42"/>
                      <a:pt x="736" y="42"/>
                    </a:cubicBezTo>
                    <a:cubicBezTo>
                      <a:pt x="736" y="171"/>
                      <a:pt x="736" y="171"/>
                      <a:pt x="736" y="171"/>
                    </a:cubicBezTo>
                    <a:cubicBezTo>
                      <a:pt x="0" y="171"/>
                      <a:pt x="0" y="171"/>
                      <a:pt x="0" y="171"/>
                    </a:cubicBezTo>
                    <a:cubicBezTo>
                      <a:pt x="0" y="42"/>
                      <a:pt x="0" y="42"/>
                      <a:pt x="0" y="42"/>
                    </a:cubicBezTo>
                    <a:cubicBezTo>
                      <a:pt x="26" y="42"/>
                      <a:pt x="26" y="42"/>
                      <a:pt x="26" y="42"/>
                    </a:cubicBezTo>
                    <a:cubicBezTo>
                      <a:pt x="26" y="42"/>
                      <a:pt x="99" y="42"/>
                      <a:pt x="141" y="30"/>
                    </a:cubicBezTo>
                    <a:cubicBezTo>
                      <a:pt x="141" y="30"/>
                      <a:pt x="248" y="0"/>
                      <a:pt x="368" y="4"/>
                    </a:cubicBezTo>
                    <a:close/>
                  </a:path>
                </a:pathLst>
              </a:custGeom>
              <a:solidFill>
                <a:schemeClr val="accent1">
                  <a:lumMod val="20000"/>
                  <a:lumOff val="80000"/>
                  <a:alpha val="61960"/>
                </a:schemeClr>
              </a:solidFill>
              <a:ln w="28575">
                <a:solidFill>
                  <a:schemeClr val="bg2"/>
                </a:solidFill>
                <a:round/>
                <a:headEnd/>
                <a:tailEnd/>
              </a:ln>
            </p:spPr>
            <p:txBody>
              <a:bodyPr/>
              <a:lstStyle/>
              <a:p>
                <a:pPr eaLnBrk="1" hangingPunct="1">
                  <a:defRPr/>
                </a:pPr>
                <a:endParaRPr lang="en-US" sz="1200"/>
              </a:p>
            </p:txBody>
          </p:sp>
          <p:sp>
            <p:nvSpPr>
              <p:cNvPr id="88081" name="Freeform 66">
                <a:extLst>
                  <a:ext uri="{FF2B5EF4-FFF2-40B4-BE49-F238E27FC236}">
                    <a16:creationId xmlns:a16="http://schemas.microsoft.com/office/drawing/2014/main" id="{DB450AEF-A7A6-25AE-62FD-BDF1898B4F14}"/>
                  </a:ext>
                </a:extLst>
              </p:cNvPr>
              <p:cNvSpPr>
                <a:spLocks/>
              </p:cNvSpPr>
              <p:nvPr/>
            </p:nvSpPr>
            <p:spPr bwMode="auto">
              <a:xfrm>
                <a:off x="2356" y="2797"/>
                <a:ext cx="988" cy="246"/>
              </a:xfrm>
              <a:custGeom>
                <a:avLst/>
                <a:gdLst>
                  <a:gd name="T0" fmla="*/ 2147483646 w 245"/>
                  <a:gd name="T1" fmla="*/ 0 h 61"/>
                  <a:gd name="T2" fmla="*/ 2147483646 w 245"/>
                  <a:gd name="T3" fmla="*/ 2147483646 h 61"/>
                  <a:gd name="T4" fmla="*/ 2147483646 w 245"/>
                  <a:gd name="T5" fmla="*/ 2147483646 h 61"/>
                  <a:gd name="T6" fmla="*/ 2147483646 w 245"/>
                  <a:gd name="T7" fmla="*/ 2147483646 h 61"/>
                  <a:gd name="T8" fmla="*/ 0 60000 65536"/>
                  <a:gd name="T9" fmla="*/ 0 60000 65536"/>
                  <a:gd name="T10" fmla="*/ 0 60000 65536"/>
                  <a:gd name="T11" fmla="*/ 0 60000 65536"/>
                  <a:gd name="T12" fmla="*/ 0 w 245"/>
                  <a:gd name="T13" fmla="*/ 0 h 61"/>
                  <a:gd name="T14" fmla="*/ 245 w 245"/>
                  <a:gd name="T15" fmla="*/ 61 h 61"/>
                </a:gdLst>
                <a:ahLst/>
                <a:cxnLst>
                  <a:cxn ang="T8">
                    <a:pos x="T0" y="T1"/>
                  </a:cxn>
                  <a:cxn ang="T9">
                    <a:pos x="T2" y="T3"/>
                  </a:cxn>
                  <a:cxn ang="T10">
                    <a:pos x="T4" y="T5"/>
                  </a:cxn>
                  <a:cxn ang="T11">
                    <a:pos x="T6" y="T7"/>
                  </a:cxn>
                </a:cxnLst>
                <a:rect l="T12" t="T13" r="T14" b="T15"/>
                <a:pathLst>
                  <a:path w="245" h="61">
                    <a:moveTo>
                      <a:pt x="3" y="0"/>
                    </a:moveTo>
                    <a:cubicBezTo>
                      <a:pt x="3" y="16"/>
                      <a:pt x="3" y="16"/>
                      <a:pt x="3" y="16"/>
                    </a:cubicBezTo>
                    <a:cubicBezTo>
                      <a:pt x="3" y="16"/>
                      <a:pt x="0" y="58"/>
                      <a:pt x="66" y="58"/>
                    </a:cubicBezTo>
                    <a:cubicBezTo>
                      <a:pt x="66" y="58"/>
                      <a:pt x="229" y="61"/>
                      <a:pt x="245" y="61"/>
                    </a:cubicBezTo>
                  </a:path>
                </a:pathLst>
              </a:cu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082" name="Rectangle 68">
                <a:extLst>
                  <a:ext uri="{FF2B5EF4-FFF2-40B4-BE49-F238E27FC236}">
                    <a16:creationId xmlns:a16="http://schemas.microsoft.com/office/drawing/2014/main" id="{94E2C6B5-EB2E-2CC7-3BC6-7597B417A899}"/>
                  </a:ext>
                </a:extLst>
              </p:cNvPr>
              <p:cNvSpPr>
                <a:spLocks noChangeArrowheads="1"/>
              </p:cNvSpPr>
              <p:nvPr/>
            </p:nvSpPr>
            <p:spPr bwMode="auto">
              <a:xfrm>
                <a:off x="1319" y="2264"/>
                <a:ext cx="1084" cy="12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88083" name="Rectangle 69">
                <a:extLst>
                  <a:ext uri="{FF2B5EF4-FFF2-40B4-BE49-F238E27FC236}">
                    <a16:creationId xmlns:a16="http://schemas.microsoft.com/office/drawing/2014/main" id="{891CC0E4-EF49-FBDA-FB18-C73B5C860600}"/>
                  </a:ext>
                </a:extLst>
              </p:cNvPr>
              <p:cNvSpPr>
                <a:spLocks noChangeArrowheads="1"/>
              </p:cNvSpPr>
              <p:nvPr/>
            </p:nvSpPr>
            <p:spPr bwMode="auto">
              <a:xfrm>
                <a:off x="1334" y="2535"/>
                <a:ext cx="1084" cy="12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88084" name="Freeform 70">
                <a:extLst>
                  <a:ext uri="{FF2B5EF4-FFF2-40B4-BE49-F238E27FC236}">
                    <a16:creationId xmlns:a16="http://schemas.microsoft.com/office/drawing/2014/main" id="{51A151A5-3915-3848-B090-8F897838C5A4}"/>
                  </a:ext>
                </a:extLst>
              </p:cNvPr>
              <p:cNvSpPr>
                <a:spLocks/>
              </p:cNvSpPr>
              <p:nvPr/>
            </p:nvSpPr>
            <p:spPr bwMode="auto">
              <a:xfrm>
                <a:off x="507" y="2233"/>
                <a:ext cx="250" cy="532"/>
              </a:xfrm>
              <a:custGeom>
                <a:avLst/>
                <a:gdLst>
                  <a:gd name="T0" fmla="*/ 2147483646 w 62"/>
                  <a:gd name="T1" fmla="*/ 2147483646 h 132"/>
                  <a:gd name="T2" fmla="*/ 0 w 62"/>
                  <a:gd name="T3" fmla="*/ 2147483646 h 132"/>
                  <a:gd name="T4" fmla="*/ 2147483646 w 62"/>
                  <a:gd name="T5" fmla="*/ 2147483646 h 132"/>
                  <a:gd name="T6" fmla="*/ 2147483646 w 62"/>
                  <a:gd name="T7" fmla="*/ 0 h 132"/>
                  <a:gd name="T8" fmla="*/ 2147483646 w 62"/>
                  <a:gd name="T9" fmla="*/ 2147483646 h 132"/>
                  <a:gd name="T10" fmla="*/ 2147483646 w 62"/>
                  <a:gd name="T11" fmla="*/ 2147483646 h 132"/>
                  <a:gd name="T12" fmla="*/ 0 60000 65536"/>
                  <a:gd name="T13" fmla="*/ 0 60000 65536"/>
                  <a:gd name="T14" fmla="*/ 0 60000 65536"/>
                  <a:gd name="T15" fmla="*/ 0 60000 65536"/>
                  <a:gd name="T16" fmla="*/ 0 60000 65536"/>
                  <a:gd name="T17" fmla="*/ 0 60000 65536"/>
                  <a:gd name="T18" fmla="*/ 0 w 62"/>
                  <a:gd name="T19" fmla="*/ 0 h 132"/>
                  <a:gd name="T20" fmla="*/ 62 w 62"/>
                  <a:gd name="T21" fmla="*/ 132 h 132"/>
                </a:gdLst>
                <a:ahLst/>
                <a:cxnLst>
                  <a:cxn ang="T12">
                    <a:pos x="T0" y="T1"/>
                  </a:cxn>
                  <a:cxn ang="T13">
                    <a:pos x="T2" y="T3"/>
                  </a:cxn>
                  <a:cxn ang="T14">
                    <a:pos x="T4" y="T5"/>
                  </a:cxn>
                  <a:cxn ang="T15">
                    <a:pos x="T6" y="T7"/>
                  </a:cxn>
                  <a:cxn ang="T16">
                    <a:pos x="T8" y="T9"/>
                  </a:cxn>
                  <a:cxn ang="T17">
                    <a:pos x="T10" y="T11"/>
                  </a:cxn>
                </a:cxnLst>
                <a:rect l="T18" t="T19" r="T20" b="T21"/>
                <a:pathLst>
                  <a:path w="62" h="132">
                    <a:moveTo>
                      <a:pt x="12" y="132"/>
                    </a:moveTo>
                    <a:cubicBezTo>
                      <a:pt x="0" y="3"/>
                      <a:pt x="0" y="3"/>
                      <a:pt x="0" y="3"/>
                    </a:cubicBezTo>
                    <a:cubicBezTo>
                      <a:pt x="0" y="3"/>
                      <a:pt x="14" y="3"/>
                      <a:pt x="31" y="2"/>
                    </a:cubicBezTo>
                    <a:cubicBezTo>
                      <a:pt x="62" y="0"/>
                      <a:pt x="62" y="0"/>
                      <a:pt x="62" y="0"/>
                    </a:cubicBezTo>
                    <a:cubicBezTo>
                      <a:pt x="50" y="132"/>
                      <a:pt x="50" y="132"/>
                      <a:pt x="50" y="132"/>
                    </a:cubicBezTo>
                    <a:lnTo>
                      <a:pt x="12" y="132"/>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8085" name="Freeform 71">
                <a:extLst>
                  <a:ext uri="{FF2B5EF4-FFF2-40B4-BE49-F238E27FC236}">
                    <a16:creationId xmlns:a16="http://schemas.microsoft.com/office/drawing/2014/main" id="{50F37F21-53D9-0779-0B82-AAFFA0E2C022}"/>
                  </a:ext>
                </a:extLst>
              </p:cNvPr>
              <p:cNvSpPr>
                <a:spLocks/>
              </p:cNvSpPr>
              <p:nvPr/>
            </p:nvSpPr>
            <p:spPr bwMode="auto">
              <a:xfrm>
                <a:off x="2997" y="2241"/>
                <a:ext cx="250" cy="532"/>
              </a:xfrm>
              <a:custGeom>
                <a:avLst/>
                <a:gdLst>
                  <a:gd name="T0" fmla="*/ 202 w 250"/>
                  <a:gd name="T1" fmla="*/ 532 h 532"/>
                  <a:gd name="T2" fmla="*/ 250 w 250"/>
                  <a:gd name="T3" fmla="*/ 0 h 532"/>
                  <a:gd name="T4" fmla="*/ 0 w 250"/>
                  <a:gd name="T5" fmla="*/ 12 h 532"/>
                  <a:gd name="T6" fmla="*/ 44 w 250"/>
                  <a:gd name="T7" fmla="*/ 532 h 532"/>
                  <a:gd name="T8" fmla="*/ 202 w 250"/>
                  <a:gd name="T9" fmla="*/ 532 h 532"/>
                  <a:gd name="T10" fmla="*/ 0 60000 65536"/>
                  <a:gd name="T11" fmla="*/ 0 60000 65536"/>
                  <a:gd name="T12" fmla="*/ 0 60000 65536"/>
                  <a:gd name="T13" fmla="*/ 0 60000 65536"/>
                  <a:gd name="T14" fmla="*/ 0 60000 65536"/>
                  <a:gd name="T15" fmla="*/ 0 w 250"/>
                  <a:gd name="T16" fmla="*/ 0 h 532"/>
                  <a:gd name="T17" fmla="*/ 250 w 250"/>
                  <a:gd name="T18" fmla="*/ 532 h 532"/>
                </a:gdLst>
                <a:ahLst/>
                <a:cxnLst>
                  <a:cxn ang="T10">
                    <a:pos x="T0" y="T1"/>
                  </a:cxn>
                  <a:cxn ang="T11">
                    <a:pos x="T2" y="T3"/>
                  </a:cxn>
                  <a:cxn ang="T12">
                    <a:pos x="T4" y="T5"/>
                  </a:cxn>
                  <a:cxn ang="T13">
                    <a:pos x="T6" y="T7"/>
                  </a:cxn>
                  <a:cxn ang="T14">
                    <a:pos x="T8" y="T9"/>
                  </a:cxn>
                </a:cxnLst>
                <a:rect l="T15" t="T16" r="T17" b="T18"/>
                <a:pathLst>
                  <a:path w="250" h="532">
                    <a:moveTo>
                      <a:pt x="202" y="532"/>
                    </a:moveTo>
                    <a:lnTo>
                      <a:pt x="250" y="0"/>
                    </a:lnTo>
                    <a:lnTo>
                      <a:pt x="0" y="12"/>
                    </a:lnTo>
                    <a:lnTo>
                      <a:pt x="44" y="532"/>
                    </a:lnTo>
                    <a:lnTo>
                      <a:pt x="202" y="532"/>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8086" name="Rectangle 72">
                <a:extLst>
                  <a:ext uri="{FF2B5EF4-FFF2-40B4-BE49-F238E27FC236}">
                    <a16:creationId xmlns:a16="http://schemas.microsoft.com/office/drawing/2014/main" id="{E371D461-4A6C-D9B9-284B-BC208EA4B176}"/>
                  </a:ext>
                </a:extLst>
              </p:cNvPr>
              <p:cNvSpPr>
                <a:spLocks noChangeArrowheads="1"/>
              </p:cNvSpPr>
              <p:nvPr/>
            </p:nvSpPr>
            <p:spPr bwMode="auto">
              <a:xfrm>
                <a:off x="935" y="1801"/>
                <a:ext cx="819"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solidFill>
                      <a:srgbClr val="000000"/>
                    </a:solidFill>
                  </a:rPr>
                  <a:t>Floating gate</a:t>
                </a:r>
                <a:endParaRPr lang="en-US" altLang="en-US" sz="1400" i="1"/>
              </a:p>
            </p:txBody>
          </p:sp>
          <p:sp>
            <p:nvSpPr>
              <p:cNvPr id="88087" name="Rectangle 73">
                <a:extLst>
                  <a:ext uri="{FF2B5EF4-FFF2-40B4-BE49-F238E27FC236}">
                    <a16:creationId xmlns:a16="http://schemas.microsoft.com/office/drawing/2014/main" id="{6AC736ED-9F9D-F1B6-D000-77EBA81FE8CB}"/>
                  </a:ext>
                </a:extLst>
              </p:cNvPr>
              <p:cNvSpPr>
                <a:spLocks noChangeArrowheads="1"/>
              </p:cNvSpPr>
              <p:nvPr/>
            </p:nvSpPr>
            <p:spPr bwMode="auto">
              <a:xfrm>
                <a:off x="158" y="1999"/>
                <a:ext cx="4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solidFill>
                      <a:srgbClr val="000000"/>
                    </a:solidFill>
                  </a:rPr>
                  <a:t>Source</a:t>
                </a:r>
                <a:endParaRPr lang="en-US" altLang="en-US" sz="1400" i="1"/>
              </a:p>
            </p:txBody>
          </p:sp>
          <p:sp>
            <p:nvSpPr>
              <p:cNvPr id="88088" name="Rectangle 74">
                <a:extLst>
                  <a:ext uri="{FF2B5EF4-FFF2-40B4-BE49-F238E27FC236}">
                    <a16:creationId xmlns:a16="http://schemas.microsoft.com/office/drawing/2014/main" id="{C51B15A6-CDCC-6681-092E-6EE43DA93A36}"/>
                  </a:ext>
                </a:extLst>
              </p:cNvPr>
              <p:cNvSpPr>
                <a:spLocks noChangeArrowheads="1"/>
              </p:cNvSpPr>
              <p:nvPr/>
            </p:nvSpPr>
            <p:spPr bwMode="auto">
              <a:xfrm>
                <a:off x="1506" y="2939"/>
                <a:ext cx="607"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solidFill>
                      <a:srgbClr val="000000"/>
                    </a:solidFill>
                  </a:rPr>
                  <a:t>Substrate</a:t>
                </a:r>
                <a:endParaRPr lang="en-US" altLang="en-US" sz="1400" i="1"/>
              </a:p>
            </p:txBody>
          </p:sp>
          <p:sp>
            <p:nvSpPr>
              <p:cNvPr id="88089" name="Rectangle 75">
                <a:extLst>
                  <a:ext uri="{FF2B5EF4-FFF2-40B4-BE49-F238E27FC236}">
                    <a16:creationId xmlns:a16="http://schemas.microsoft.com/office/drawing/2014/main" id="{58EDD388-B323-664D-B0FB-A22A2A1AB28E}"/>
                  </a:ext>
                </a:extLst>
              </p:cNvPr>
              <p:cNvSpPr>
                <a:spLocks noChangeArrowheads="1"/>
              </p:cNvSpPr>
              <p:nvPr/>
            </p:nvSpPr>
            <p:spPr bwMode="auto">
              <a:xfrm>
                <a:off x="2465" y="1826"/>
                <a:ext cx="307"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solidFill>
                      <a:srgbClr val="000000"/>
                    </a:solidFill>
                  </a:rPr>
                  <a:t>Gate</a:t>
                </a:r>
                <a:endParaRPr lang="en-US" altLang="en-US" sz="1400" i="1"/>
              </a:p>
            </p:txBody>
          </p:sp>
          <p:sp>
            <p:nvSpPr>
              <p:cNvPr id="88090" name="Line 76">
                <a:extLst>
                  <a:ext uri="{FF2B5EF4-FFF2-40B4-BE49-F238E27FC236}">
                    <a16:creationId xmlns:a16="http://schemas.microsoft.com/office/drawing/2014/main" id="{2156120B-C424-4210-57FC-42EE13BEB77C}"/>
                  </a:ext>
                </a:extLst>
              </p:cNvPr>
              <p:cNvSpPr>
                <a:spLocks noChangeShapeType="1"/>
              </p:cNvSpPr>
              <p:nvPr/>
            </p:nvSpPr>
            <p:spPr bwMode="auto">
              <a:xfrm flipH="1" flipV="1">
                <a:off x="1019" y="1987"/>
                <a:ext cx="278" cy="536"/>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88091" name="Freeform 77">
                <a:extLst>
                  <a:ext uri="{FF2B5EF4-FFF2-40B4-BE49-F238E27FC236}">
                    <a16:creationId xmlns:a16="http://schemas.microsoft.com/office/drawing/2014/main" id="{690ECB07-8B85-8AF8-7160-90CE511A2635}"/>
                  </a:ext>
                </a:extLst>
              </p:cNvPr>
              <p:cNvSpPr>
                <a:spLocks/>
              </p:cNvSpPr>
              <p:nvPr/>
            </p:nvSpPr>
            <p:spPr bwMode="auto">
              <a:xfrm>
                <a:off x="1265" y="2495"/>
                <a:ext cx="56" cy="81"/>
              </a:xfrm>
              <a:custGeom>
                <a:avLst/>
                <a:gdLst>
                  <a:gd name="T0" fmla="*/ 2147483646 w 14"/>
                  <a:gd name="T1" fmla="*/ 2147483646 h 20"/>
                  <a:gd name="T2" fmla="*/ 2147483646 w 14"/>
                  <a:gd name="T3" fmla="*/ 0 h 20"/>
                  <a:gd name="T4" fmla="*/ 2147483646 w 14"/>
                  <a:gd name="T5" fmla="*/ 0 h 20"/>
                  <a:gd name="T6" fmla="*/ 2147483646 w 14"/>
                  <a:gd name="T7" fmla="*/ 2147483646 h 20"/>
                  <a:gd name="T8" fmla="*/ 2147483646 w 14"/>
                  <a:gd name="T9" fmla="*/ 2147483646 h 20"/>
                  <a:gd name="T10" fmla="*/ 2147483646 w 14"/>
                  <a:gd name="T11" fmla="*/ 2147483646 h 20"/>
                  <a:gd name="T12" fmla="*/ 0 w 14"/>
                  <a:gd name="T13" fmla="*/ 2147483646 h 20"/>
                  <a:gd name="T14" fmla="*/ 0 w 14"/>
                  <a:gd name="T15" fmla="*/ 2147483646 h 20"/>
                  <a:gd name="T16" fmla="*/ 2147483646 w 14"/>
                  <a:gd name="T17" fmla="*/ 2147483646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20"/>
                  <a:gd name="T29" fmla="*/ 14 w 14"/>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20">
                    <a:moveTo>
                      <a:pt x="7" y="6"/>
                    </a:moveTo>
                    <a:cubicBezTo>
                      <a:pt x="10" y="0"/>
                      <a:pt x="10" y="0"/>
                      <a:pt x="10" y="0"/>
                    </a:cubicBezTo>
                    <a:cubicBezTo>
                      <a:pt x="11" y="0"/>
                      <a:pt x="11" y="0"/>
                      <a:pt x="11" y="0"/>
                    </a:cubicBezTo>
                    <a:cubicBezTo>
                      <a:pt x="12" y="10"/>
                      <a:pt x="12" y="10"/>
                      <a:pt x="12" y="10"/>
                    </a:cubicBezTo>
                    <a:cubicBezTo>
                      <a:pt x="13" y="13"/>
                      <a:pt x="13" y="16"/>
                      <a:pt x="14" y="20"/>
                    </a:cubicBezTo>
                    <a:cubicBezTo>
                      <a:pt x="12" y="17"/>
                      <a:pt x="10" y="15"/>
                      <a:pt x="8" y="12"/>
                    </a:cubicBezTo>
                    <a:cubicBezTo>
                      <a:pt x="0" y="5"/>
                      <a:pt x="0" y="5"/>
                      <a:pt x="0" y="5"/>
                    </a:cubicBezTo>
                    <a:cubicBezTo>
                      <a:pt x="0" y="5"/>
                      <a:pt x="0" y="5"/>
                      <a:pt x="0" y="5"/>
                    </a:cubicBezTo>
                    <a:lnTo>
                      <a:pt x="7"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8092" name="Line 78">
                <a:extLst>
                  <a:ext uri="{FF2B5EF4-FFF2-40B4-BE49-F238E27FC236}">
                    <a16:creationId xmlns:a16="http://schemas.microsoft.com/office/drawing/2014/main" id="{7771CD23-CBFE-1EAB-E413-BF7877A7FC1E}"/>
                  </a:ext>
                </a:extLst>
              </p:cNvPr>
              <p:cNvSpPr>
                <a:spLocks noChangeShapeType="1"/>
              </p:cNvSpPr>
              <p:nvPr/>
            </p:nvSpPr>
            <p:spPr bwMode="auto">
              <a:xfrm flipV="1">
                <a:off x="2409" y="2003"/>
                <a:ext cx="217" cy="222"/>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88093" name="Freeform 79">
                <a:extLst>
                  <a:ext uri="{FF2B5EF4-FFF2-40B4-BE49-F238E27FC236}">
                    <a16:creationId xmlns:a16="http://schemas.microsoft.com/office/drawing/2014/main" id="{D1137409-37B9-9BD6-EA77-7E71CAC09FC0}"/>
                  </a:ext>
                </a:extLst>
              </p:cNvPr>
              <p:cNvSpPr>
                <a:spLocks/>
              </p:cNvSpPr>
              <p:nvPr/>
            </p:nvSpPr>
            <p:spPr bwMode="auto">
              <a:xfrm>
                <a:off x="2365" y="2193"/>
                <a:ext cx="72" cy="72"/>
              </a:xfrm>
              <a:custGeom>
                <a:avLst/>
                <a:gdLst>
                  <a:gd name="T0" fmla="*/ 2147483646 w 18"/>
                  <a:gd name="T1" fmla="*/ 2147483646 h 18"/>
                  <a:gd name="T2" fmla="*/ 2147483646 w 18"/>
                  <a:gd name="T3" fmla="*/ 2147483646 h 18"/>
                  <a:gd name="T4" fmla="*/ 2147483646 w 18"/>
                  <a:gd name="T5" fmla="*/ 2147483646 h 18"/>
                  <a:gd name="T6" fmla="*/ 2147483646 w 18"/>
                  <a:gd name="T7" fmla="*/ 2147483646 h 18"/>
                  <a:gd name="T8" fmla="*/ 0 w 18"/>
                  <a:gd name="T9" fmla="*/ 2147483646 h 18"/>
                  <a:gd name="T10" fmla="*/ 2147483646 w 18"/>
                  <a:gd name="T11" fmla="*/ 2147483646 h 18"/>
                  <a:gd name="T12" fmla="*/ 2147483646 w 18"/>
                  <a:gd name="T13" fmla="*/ 0 h 18"/>
                  <a:gd name="T14" fmla="*/ 2147483646 w 18"/>
                  <a:gd name="T15" fmla="*/ 0 h 18"/>
                  <a:gd name="T16" fmla="*/ 2147483646 w 18"/>
                  <a:gd name="T17" fmla="*/ 2147483646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18"/>
                  <a:gd name="T29" fmla="*/ 18 w 18"/>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18">
                    <a:moveTo>
                      <a:pt x="12" y="6"/>
                    </a:moveTo>
                    <a:cubicBezTo>
                      <a:pt x="18" y="8"/>
                      <a:pt x="18" y="8"/>
                      <a:pt x="18" y="8"/>
                    </a:cubicBezTo>
                    <a:cubicBezTo>
                      <a:pt x="18" y="8"/>
                      <a:pt x="18" y="8"/>
                      <a:pt x="18" y="8"/>
                    </a:cubicBezTo>
                    <a:cubicBezTo>
                      <a:pt x="9" y="12"/>
                      <a:pt x="9" y="12"/>
                      <a:pt x="9" y="12"/>
                    </a:cubicBezTo>
                    <a:cubicBezTo>
                      <a:pt x="6" y="14"/>
                      <a:pt x="3" y="16"/>
                      <a:pt x="0" y="18"/>
                    </a:cubicBezTo>
                    <a:cubicBezTo>
                      <a:pt x="2" y="15"/>
                      <a:pt x="4" y="12"/>
                      <a:pt x="6" y="9"/>
                    </a:cubicBezTo>
                    <a:cubicBezTo>
                      <a:pt x="10" y="0"/>
                      <a:pt x="10" y="0"/>
                      <a:pt x="10" y="0"/>
                    </a:cubicBezTo>
                    <a:cubicBezTo>
                      <a:pt x="10" y="0"/>
                      <a:pt x="10" y="0"/>
                      <a:pt x="10" y="0"/>
                    </a:cubicBez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8094" name="Rectangle 80">
                <a:extLst>
                  <a:ext uri="{FF2B5EF4-FFF2-40B4-BE49-F238E27FC236}">
                    <a16:creationId xmlns:a16="http://schemas.microsoft.com/office/drawing/2014/main" id="{ADBEB612-6A3B-F5B1-F504-818735CD3BFB}"/>
                  </a:ext>
                </a:extLst>
              </p:cNvPr>
              <p:cNvSpPr>
                <a:spLocks noChangeArrowheads="1"/>
              </p:cNvSpPr>
              <p:nvPr/>
            </p:nvSpPr>
            <p:spPr bwMode="auto">
              <a:xfrm>
                <a:off x="3193" y="1954"/>
                <a:ext cx="339"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solidFill>
                      <a:srgbClr val="000000"/>
                    </a:solidFill>
                  </a:rPr>
                  <a:t>Drain</a:t>
                </a:r>
                <a:endParaRPr lang="en-US" altLang="en-US" sz="1400" i="1"/>
              </a:p>
            </p:txBody>
          </p:sp>
          <p:grpSp>
            <p:nvGrpSpPr>
              <p:cNvPr id="88095" name="Group 121">
                <a:extLst>
                  <a:ext uri="{FF2B5EF4-FFF2-40B4-BE49-F238E27FC236}">
                    <a16:creationId xmlns:a16="http://schemas.microsoft.com/office/drawing/2014/main" id="{7272DD47-1004-423F-38BE-CABEDA15C8EB}"/>
                  </a:ext>
                </a:extLst>
              </p:cNvPr>
              <p:cNvGrpSpPr>
                <a:grpSpLocks/>
              </p:cNvGrpSpPr>
              <p:nvPr/>
            </p:nvGrpSpPr>
            <p:grpSpPr bwMode="auto">
              <a:xfrm>
                <a:off x="812" y="2781"/>
                <a:ext cx="206" cy="219"/>
                <a:chOff x="859" y="3073"/>
                <a:chExt cx="224" cy="219"/>
              </a:xfrm>
            </p:grpSpPr>
            <p:sp>
              <p:nvSpPr>
                <p:cNvPr id="88114" name="Rectangle 81">
                  <a:extLst>
                    <a:ext uri="{FF2B5EF4-FFF2-40B4-BE49-F238E27FC236}">
                      <a16:creationId xmlns:a16="http://schemas.microsoft.com/office/drawing/2014/main" id="{83E4E382-D684-72D9-37B4-5B9D5FD7408D}"/>
                    </a:ext>
                  </a:extLst>
                </p:cNvPr>
                <p:cNvSpPr>
                  <a:spLocks noChangeArrowheads="1"/>
                </p:cNvSpPr>
                <p:nvPr/>
              </p:nvSpPr>
              <p:spPr bwMode="auto">
                <a:xfrm>
                  <a:off x="859" y="3131"/>
                  <a:ext cx="73"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i="1">
                      <a:solidFill>
                        <a:srgbClr val="000000"/>
                      </a:solidFill>
                    </a:rPr>
                    <a:t>n</a:t>
                  </a:r>
                  <a:endParaRPr lang="en-US" altLang="en-US" i="1"/>
                </a:p>
              </p:txBody>
            </p:sp>
            <p:sp>
              <p:nvSpPr>
                <p:cNvPr id="42" name="Rectangle 82">
                  <a:extLst>
                    <a:ext uri="{FF2B5EF4-FFF2-40B4-BE49-F238E27FC236}">
                      <a16:creationId xmlns:a16="http://schemas.microsoft.com/office/drawing/2014/main" id="{E44F948F-DFAF-4236-A666-5679253A63A5}"/>
                    </a:ext>
                  </a:extLst>
                </p:cNvPr>
                <p:cNvSpPr>
                  <a:spLocks noChangeArrowheads="1"/>
                </p:cNvSpPr>
                <p:nvPr/>
              </p:nvSpPr>
              <p:spPr bwMode="auto">
                <a:xfrm>
                  <a:off x="957" y="3073"/>
                  <a:ext cx="126" cy="141"/>
                </a:xfrm>
                <a:prstGeom prst="rect">
                  <a:avLst/>
                </a:prstGeom>
                <a:noFill/>
                <a:ln w="9525">
                  <a:noFill/>
                  <a:miter lim="800000"/>
                  <a:headEnd/>
                  <a:tailEnd/>
                </a:ln>
              </p:spPr>
              <p:txBody>
                <a:bodyPr lIns="0" tIns="0" rIns="0" bIns="0">
                  <a:spAutoFit/>
                </a:bodyPr>
                <a:lstStyle/>
                <a:p>
                  <a:pPr>
                    <a:defRPr/>
                  </a:pPr>
                  <a:r>
                    <a:rPr lang="en-US" sz="1050">
                      <a:solidFill>
                        <a:srgbClr val="000000"/>
                      </a:solidFill>
                    </a:rPr>
                    <a:t>+</a:t>
                  </a:r>
                  <a:endParaRPr lang="en-US" i="1"/>
                </a:p>
              </p:txBody>
            </p:sp>
          </p:grpSp>
          <p:sp>
            <p:nvSpPr>
              <p:cNvPr id="88096" name="Freeform 85">
                <a:extLst>
                  <a:ext uri="{FF2B5EF4-FFF2-40B4-BE49-F238E27FC236}">
                    <a16:creationId xmlns:a16="http://schemas.microsoft.com/office/drawing/2014/main" id="{6292AF8E-1681-4806-5964-2D3C7D5BC34B}"/>
                  </a:ext>
                </a:extLst>
              </p:cNvPr>
              <p:cNvSpPr>
                <a:spLocks/>
              </p:cNvSpPr>
              <p:nvPr/>
            </p:nvSpPr>
            <p:spPr bwMode="auto">
              <a:xfrm>
                <a:off x="373" y="2781"/>
                <a:ext cx="991" cy="246"/>
              </a:xfrm>
              <a:custGeom>
                <a:avLst/>
                <a:gdLst>
                  <a:gd name="T0" fmla="*/ 2147483646 w 246"/>
                  <a:gd name="T1" fmla="*/ 0 h 61"/>
                  <a:gd name="T2" fmla="*/ 2147483646 w 246"/>
                  <a:gd name="T3" fmla="*/ 2147483646 h 61"/>
                  <a:gd name="T4" fmla="*/ 2147483646 w 246"/>
                  <a:gd name="T5" fmla="*/ 2147483646 h 61"/>
                  <a:gd name="T6" fmla="*/ 2147483646 w 246"/>
                  <a:gd name="T7" fmla="*/ 2147483646 h 61"/>
                  <a:gd name="T8" fmla="*/ 0 w 246"/>
                  <a:gd name="T9" fmla="*/ 2147483646 h 61"/>
                  <a:gd name="T10" fmla="*/ 0 60000 65536"/>
                  <a:gd name="T11" fmla="*/ 0 60000 65536"/>
                  <a:gd name="T12" fmla="*/ 0 60000 65536"/>
                  <a:gd name="T13" fmla="*/ 0 60000 65536"/>
                  <a:gd name="T14" fmla="*/ 0 60000 65536"/>
                  <a:gd name="T15" fmla="*/ 0 w 246"/>
                  <a:gd name="T16" fmla="*/ 0 h 61"/>
                  <a:gd name="T17" fmla="*/ 246 w 246"/>
                  <a:gd name="T18" fmla="*/ 61 h 61"/>
                </a:gdLst>
                <a:ahLst/>
                <a:cxnLst>
                  <a:cxn ang="T10">
                    <a:pos x="T0" y="T1"/>
                  </a:cxn>
                  <a:cxn ang="T11">
                    <a:pos x="T2" y="T3"/>
                  </a:cxn>
                  <a:cxn ang="T12">
                    <a:pos x="T4" y="T5"/>
                  </a:cxn>
                  <a:cxn ang="T13">
                    <a:pos x="T6" y="T7"/>
                  </a:cxn>
                  <a:cxn ang="T14">
                    <a:pos x="T8" y="T9"/>
                  </a:cxn>
                </a:cxnLst>
                <a:rect l="T15" t="T16" r="T17" b="T18"/>
                <a:pathLst>
                  <a:path w="246" h="61">
                    <a:moveTo>
                      <a:pt x="245" y="0"/>
                    </a:moveTo>
                    <a:cubicBezTo>
                      <a:pt x="245" y="22"/>
                      <a:pt x="245" y="22"/>
                      <a:pt x="245" y="22"/>
                    </a:cubicBezTo>
                    <a:cubicBezTo>
                      <a:pt x="245" y="22"/>
                      <a:pt x="246" y="55"/>
                      <a:pt x="195" y="58"/>
                    </a:cubicBezTo>
                    <a:cubicBezTo>
                      <a:pt x="195" y="58"/>
                      <a:pt x="79" y="61"/>
                      <a:pt x="61" y="61"/>
                    </a:cubicBezTo>
                    <a:cubicBezTo>
                      <a:pt x="0" y="61"/>
                      <a:pt x="0" y="61"/>
                      <a:pt x="0" y="61"/>
                    </a:cubicBezTo>
                  </a:path>
                </a:pathLst>
              </a:cu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097" name="Rectangle 86">
                <a:extLst>
                  <a:ext uri="{FF2B5EF4-FFF2-40B4-BE49-F238E27FC236}">
                    <a16:creationId xmlns:a16="http://schemas.microsoft.com/office/drawing/2014/main" id="{2C29BED4-C83F-BE30-25AF-01D14C46B20C}"/>
                  </a:ext>
                </a:extLst>
              </p:cNvPr>
              <p:cNvSpPr>
                <a:spLocks noChangeArrowheads="1"/>
              </p:cNvSpPr>
              <p:nvPr/>
            </p:nvSpPr>
            <p:spPr bwMode="auto">
              <a:xfrm>
                <a:off x="2159" y="2800"/>
                <a:ext cx="67"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i="1">
                    <a:solidFill>
                      <a:srgbClr val="000000"/>
                    </a:solidFill>
                  </a:rPr>
                  <a:t>p</a:t>
                </a:r>
                <a:endParaRPr lang="en-US" altLang="en-US" i="1"/>
              </a:p>
            </p:txBody>
          </p:sp>
          <p:sp>
            <p:nvSpPr>
              <p:cNvPr id="88098" name="Line 97">
                <a:extLst>
                  <a:ext uri="{FF2B5EF4-FFF2-40B4-BE49-F238E27FC236}">
                    <a16:creationId xmlns:a16="http://schemas.microsoft.com/office/drawing/2014/main" id="{AA1BD38A-14F0-62B2-0025-6C71FA62EDC5}"/>
                  </a:ext>
                </a:extLst>
              </p:cNvPr>
              <p:cNvSpPr>
                <a:spLocks noChangeShapeType="1"/>
              </p:cNvSpPr>
              <p:nvPr/>
            </p:nvSpPr>
            <p:spPr bwMode="auto">
              <a:xfrm>
                <a:off x="375" y="3246"/>
                <a:ext cx="2966"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88099" name="Rectangle 98">
                <a:extLst>
                  <a:ext uri="{FF2B5EF4-FFF2-40B4-BE49-F238E27FC236}">
                    <a16:creationId xmlns:a16="http://schemas.microsoft.com/office/drawing/2014/main" id="{5F545D9F-D612-4580-BC6C-BE86257F02C4}"/>
                  </a:ext>
                </a:extLst>
              </p:cNvPr>
              <p:cNvSpPr>
                <a:spLocks noChangeArrowheads="1"/>
              </p:cNvSpPr>
              <p:nvPr/>
            </p:nvSpPr>
            <p:spPr bwMode="auto">
              <a:xfrm>
                <a:off x="1102" y="3381"/>
                <a:ext cx="1121"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000000"/>
                    </a:solidFill>
                  </a:rPr>
                  <a:t>Device cross-section</a:t>
                </a:r>
                <a:endParaRPr lang="en-US" altLang="en-US" i="1"/>
              </a:p>
            </p:txBody>
          </p:sp>
          <p:sp>
            <p:nvSpPr>
              <p:cNvPr id="88100" name="Line 102">
                <a:extLst>
                  <a:ext uri="{FF2B5EF4-FFF2-40B4-BE49-F238E27FC236}">
                    <a16:creationId xmlns:a16="http://schemas.microsoft.com/office/drawing/2014/main" id="{1CE30984-8BA8-9E3C-6F1E-D2D497A5C5B0}"/>
                  </a:ext>
                </a:extLst>
              </p:cNvPr>
              <p:cNvSpPr>
                <a:spLocks noChangeShapeType="1"/>
              </p:cNvSpPr>
              <p:nvPr/>
            </p:nvSpPr>
            <p:spPr bwMode="auto">
              <a:xfrm>
                <a:off x="383" y="2780"/>
                <a:ext cx="29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8101" name="Group 126">
                <a:extLst>
                  <a:ext uri="{FF2B5EF4-FFF2-40B4-BE49-F238E27FC236}">
                    <a16:creationId xmlns:a16="http://schemas.microsoft.com/office/drawing/2014/main" id="{A0DD588A-8450-3513-8131-CAFEE8FDC8DF}"/>
                  </a:ext>
                </a:extLst>
              </p:cNvPr>
              <p:cNvGrpSpPr>
                <a:grpSpLocks/>
              </p:cNvGrpSpPr>
              <p:nvPr/>
            </p:nvGrpSpPr>
            <p:grpSpPr bwMode="auto">
              <a:xfrm>
                <a:off x="2713" y="2755"/>
                <a:ext cx="206" cy="219"/>
                <a:chOff x="859" y="3073"/>
                <a:chExt cx="224" cy="219"/>
              </a:xfrm>
            </p:grpSpPr>
            <p:sp>
              <p:nvSpPr>
                <p:cNvPr id="88112" name="Rectangle 127">
                  <a:extLst>
                    <a:ext uri="{FF2B5EF4-FFF2-40B4-BE49-F238E27FC236}">
                      <a16:creationId xmlns:a16="http://schemas.microsoft.com/office/drawing/2014/main" id="{749D9053-A7CA-BD09-50F4-A323A6D31E40}"/>
                    </a:ext>
                  </a:extLst>
                </p:cNvPr>
                <p:cNvSpPr>
                  <a:spLocks noChangeArrowheads="1"/>
                </p:cNvSpPr>
                <p:nvPr/>
              </p:nvSpPr>
              <p:spPr bwMode="auto">
                <a:xfrm>
                  <a:off x="859" y="3131"/>
                  <a:ext cx="73"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i="1">
                      <a:solidFill>
                        <a:srgbClr val="000000"/>
                      </a:solidFill>
                    </a:rPr>
                    <a:t>n</a:t>
                  </a:r>
                  <a:endParaRPr lang="en-US" altLang="en-US" i="1"/>
                </a:p>
              </p:txBody>
            </p:sp>
            <p:sp>
              <p:nvSpPr>
                <p:cNvPr id="40" name="Rectangle 128">
                  <a:extLst>
                    <a:ext uri="{FF2B5EF4-FFF2-40B4-BE49-F238E27FC236}">
                      <a16:creationId xmlns:a16="http://schemas.microsoft.com/office/drawing/2014/main" id="{AEC1B41F-4701-4D17-8C76-F86BBC57196B}"/>
                    </a:ext>
                  </a:extLst>
                </p:cNvPr>
                <p:cNvSpPr>
                  <a:spLocks noChangeArrowheads="1"/>
                </p:cNvSpPr>
                <p:nvPr/>
              </p:nvSpPr>
              <p:spPr bwMode="auto">
                <a:xfrm>
                  <a:off x="959" y="3073"/>
                  <a:ext cx="124" cy="141"/>
                </a:xfrm>
                <a:prstGeom prst="rect">
                  <a:avLst/>
                </a:prstGeom>
                <a:noFill/>
                <a:ln w="9525">
                  <a:noFill/>
                  <a:miter lim="800000"/>
                  <a:headEnd/>
                  <a:tailEnd/>
                </a:ln>
              </p:spPr>
              <p:txBody>
                <a:bodyPr lIns="0" tIns="0" rIns="0" bIns="0">
                  <a:spAutoFit/>
                </a:bodyPr>
                <a:lstStyle/>
                <a:p>
                  <a:pPr>
                    <a:defRPr/>
                  </a:pPr>
                  <a:r>
                    <a:rPr lang="en-US" sz="1050">
                      <a:solidFill>
                        <a:srgbClr val="000000"/>
                      </a:solidFill>
                    </a:rPr>
                    <a:t>+</a:t>
                  </a:r>
                  <a:endParaRPr lang="en-US" i="1"/>
                </a:p>
              </p:txBody>
            </p:sp>
          </p:grpSp>
          <p:sp>
            <p:nvSpPr>
              <p:cNvPr id="88102" name="Freeform 129">
                <a:extLst>
                  <a:ext uri="{FF2B5EF4-FFF2-40B4-BE49-F238E27FC236}">
                    <a16:creationId xmlns:a16="http://schemas.microsoft.com/office/drawing/2014/main" id="{8FC29283-00FE-E51C-5F78-FE65200B0767}"/>
                  </a:ext>
                </a:extLst>
              </p:cNvPr>
              <p:cNvSpPr>
                <a:spLocks/>
              </p:cNvSpPr>
              <p:nvPr/>
            </p:nvSpPr>
            <p:spPr bwMode="auto">
              <a:xfrm>
                <a:off x="355" y="2756"/>
                <a:ext cx="36" cy="485"/>
              </a:xfrm>
              <a:custGeom>
                <a:avLst/>
                <a:gdLst>
                  <a:gd name="T0" fmla="*/ 0 w 36"/>
                  <a:gd name="T1" fmla="*/ 0 h 485"/>
                  <a:gd name="T2" fmla="*/ 36 w 36"/>
                  <a:gd name="T3" fmla="*/ 320 h 485"/>
                  <a:gd name="T4" fmla="*/ 27 w 36"/>
                  <a:gd name="T5" fmla="*/ 448 h 485"/>
                  <a:gd name="T6" fmla="*/ 27 w 36"/>
                  <a:gd name="T7" fmla="*/ 484 h 485"/>
                  <a:gd name="T8" fmla="*/ 0 60000 65536"/>
                  <a:gd name="T9" fmla="*/ 0 60000 65536"/>
                  <a:gd name="T10" fmla="*/ 0 60000 65536"/>
                  <a:gd name="T11" fmla="*/ 0 60000 65536"/>
                  <a:gd name="T12" fmla="*/ 0 w 36"/>
                  <a:gd name="T13" fmla="*/ 0 h 485"/>
                  <a:gd name="T14" fmla="*/ 36 w 36"/>
                  <a:gd name="T15" fmla="*/ 485 h 485"/>
                </a:gdLst>
                <a:ahLst/>
                <a:cxnLst>
                  <a:cxn ang="T8">
                    <a:pos x="T0" y="T1"/>
                  </a:cxn>
                  <a:cxn ang="T9">
                    <a:pos x="T2" y="T3"/>
                  </a:cxn>
                  <a:cxn ang="T10">
                    <a:pos x="T4" y="T5"/>
                  </a:cxn>
                  <a:cxn ang="T11">
                    <a:pos x="T6" y="T7"/>
                  </a:cxn>
                </a:cxnLst>
                <a:rect l="T12" t="T13" r="T14" b="T15"/>
                <a:pathLst>
                  <a:path w="36" h="485">
                    <a:moveTo>
                      <a:pt x="0" y="0"/>
                    </a:moveTo>
                    <a:cubicBezTo>
                      <a:pt x="34" y="105"/>
                      <a:pt x="3" y="216"/>
                      <a:pt x="36" y="320"/>
                    </a:cubicBezTo>
                    <a:cubicBezTo>
                      <a:pt x="33" y="363"/>
                      <a:pt x="32" y="406"/>
                      <a:pt x="27" y="448"/>
                    </a:cubicBezTo>
                    <a:cubicBezTo>
                      <a:pt x="23" y="485"/>
                      <a:pt x="9" y="466"/>
                      <a:pt x="27" y="48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103" name="Freeform 130">
                <a:extLst>
                  <a:ext uri="{FF2B5EF4-FFF2-40B4-BE49-F238E27FC236}">
                    <a16:creationId xmlns:a16="http://schemas.microsoft.com/office/drawing/2014/main" id="{295227D9-15B9-7F87-1D79-21ADEC3442BF}"/>
                  </a:ext>
                </a:extLst>
              </p:cNvPr>
              <p:cNvSpPr>
                <a:spLocks/>
              </p:cNvSpPr>
              <p:nvPr/>
            </p:nvSpPr>
            <p:spPr bwMode="auto">
              <a:xfrm>
                <a:off x="3309" y="2756"/>
                <a:ext cx="36" cy="485"/>
              </a:xfrm>
              <a:custGeom>
                <a:avLst/>
                <a:gdLst>
                  <a:gd name="T0" fmla="*/ 0 w 36"/>
                  <a:gd name="T1" fmla="*/ 0 h 485"/>
                  <a:gd name="T2" fmla="*/ 36 w 36"/>
                  <a:gd name="T3" fmla="*/ 320 h 485"/>
                  <a:gd name="T4" fmla="*/ 27 w 36"/>
                  <a:gd name="T5" fmla="*/ 448 h 485"/>
                  <a:gd name="T6" fmla="*/ 27 w 36"/>
                  <a:gd name="T7" fmla="*/ 484 h 485"/>
                  <a:gd name="T8" fmla="*/ 0 60000 65536"/>
                  <a:gd name="T9" fmla="*/ 0 60000 65536"/>
                  <a:gd name="T10" fmla="*/ 0 60000 65536"/>
                  <a:gd name="T11" fmla="*/ 0 60000 65536"/>
                  <a:gd name="T12" fmla="*/ 0 w 36"/>
                  <a:gd name="T13" fmla="*/ 0 h 485"/>
                  <a:gd name="T14" fmla="*/ 36 w 36"/>
                  <a:gd name="T15" fmla="*/ 485 h 485"/>
                </a:gdLst>
                <a:ahLst/>
                <a:cxnLst>
                  <a:cxn ang="T8">
                    <a:pos x="T0" y="T1"/>
                  </a:cxn>
                  <a:cxn ang="T9">
                    <a:pos x="T2" y="T3"/>
                  </a:cxn>
                  <a:cxn ang="T10">
                    <a:pos x="T4" y="T5"/>
                  </a:cxn>
                  <a:cxn ang="T11">
                    <a:pos x="T6" y="T7"/>
                  </a:cxn>
                </a:cxnLst>
                <a:rect l="T12" t="T13" r="T14" b="T15"/>
                <a:pathLst>
                  <a:path w="36" h="485">
                    <a:moveTo>
                      <a:pt x="0" y="0"/>
                    </a:moveTo>
                    <a:cubicBezTo>
                      <a:pt x="34" y="105"/>
                      <a:pt x="3" y="216"/>
                      <a:pt x="36" y="320"/>
                    </a:cubicBezTo>
                    <a:cubicBezTo>
                      <a:pt x="33" y="363"/>
                      <a:pt x="32" y="406"/>
                      <a:pt x="27" y="448"/>
                    </a:cubicBezTo>
                    <a:cubicBezTo>
                      <a:pt x="23" y="485"/>
                      <a:pt x="9" y="466"/>
                      <a:pt x="27" y="48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104" name="Line 142">
                <a:extLst>
                  <a:ext uri="{FF2B5EF4-FFF2-40B4-BE49-F238E27FC236}">
                    <a16:creationId xmlns:a16="http://schemas.microsoft.com/office/drawing/2014/main" id="{91FCFE13-D6EB-AB7E-234B-152F36488FBD}"/>
                  </a:ext>
                </a:extLst>
              </p:cNvPr>
              <p:cNvSpPr>
                <a:spLocks noChangeShapeType="1"/>
              </p:cNvSpPr>
              <p:nvPr/>
            </p:nvSpPr>
            <p:spPr bwMode="auto">
              <a:xfrm flipV="1">
                <a:off x="1880" y="1892"/>
                <a:ext cx="0" cy="39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105" name="Line 143">
                <a:extLst>
                  <a:ext uri="{FF2B5EF4-FFF2-40B4-BE49-F238E27FC236}">
                    <a16:creationId xmlns:a16="http://schemas.microsoft.com/office/drawing/2014/main" id="{B2A13BE8-3AB0-7870-38E6-D6B577E85C27}"/>
                  </a:ext>
                </a:extLst>
              </p:cNvPr>
              <p:cNvSpPr>
                <a:spLocks noChangeShapeType="1"/>
              </p:cNvSpPr>
              <p:nvPr/>
            </p:nvSpPr>
            <p:spPr bwMode="auto">
              <a:xfrm flipV="1">
                <a:off x="637" y="2027"/>
                <a:ext cx="0"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106" name="Line 144">
                <a:extLst>
                  <a:ext uri="{FF2B5EF4-FFF2-40B4-BE49-F238E27FC236}">
                    <a16:creationId xmlns:a16="http://schemas.microsoft.com/office/drawing/2014/main" id="{2E04C135-1BA2-3B45-D063-706C7B8CF61A}"/>
                  </a:ext>
                </a:extLst>
              </p:cNvPr>
              <p:cNvSpPr>
                <a:spLocks noChangeShapeType="1"/>
              </p:cNvSpPr>
              <p:nvPr/>
            </p:nvSpPr>
            <p:spPr bwMode="auto">
              <a:xfrm flipV="1">
                <a:off x="3123" y="2036"/>
                <a:ext cx="0"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107" name="Line 145">
                <a:extLst>
                  <a:ext uri="{FF2B5EF4-FFF2-40B4-BE49-F238E27FC236}">
                    <a16:creationId xmlns:a16="http://schemas.microsoft.com/office/drawing/2014/main" id="{879A5755-20F5-9AA0-32A4-25930BC4AECD}"/>
                  </a:ext>
                </a:extLst>
              </p:cNvPr>
              <p:cNvSpPr>
                <a:spLocks noChangeShapeType="1"/>
              </p:cNvSpPr>
              <p:nvPr/>
            </p:nvSpPr>
            <p:spPr bwMode="auto">
              <a:xfrm flipV="1">
                <a:off x="2035" y="1810"/>
                <a:ext cx="208" cy="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108" name="Line 146">
                <a:extLst>
                  <a:ext uri="{FF2B5EF4-FFF2-40B4-BE49-F238E27FC236}">
                    <a16:creationId xmlns:a16="http://schemas.microsoft.com/office/drawing/2014/main" id="{6BC09CA8-F7B8-C33C-B6FB-B10E28B51585}"/>
                  </a:ext>
                </a:extLst>
              </p:cNvPr>
              <p:cNvSpPr>
                <a:spLocks noChangeShapeType="1"/>
              </p:cNvSpPr>
              <p:nvPr/>
            </p:nvSpPr>
            <p:spPr bwMode="auto">
              <a:xfrm flipV="1">
                <a:off x="2198" y="1765"/>
                <a:ext cx="90"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109" name="Rectangle 148">
                <a:extLst>
                  <a:ext uri="{FF2B5EF4-FFF2-40B4-BE49-F238E27FC236}">
                    <a16:creationId xmlns:a16="http://schemas.microsoft.com/office/drawing/2014/main" id="{171A357D-ACBE-9807-0107-FE01AF94167B}"/>
                  </a:ext>
                </a:extLst>
              </p:cNvPr>
              <p:cNvSpPr>
                <a:spLocks noChangeArrowheads="1"/>
              </p:cNvSpPr>
              <p:nvPr/>
            </p:nvSpPr>
            <p:spPr bwMode="auto">
              <a:xfrm>
                <a:off x="2234" y="1570"/>
                <a:ext cx="87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solidFill>
                      <a:srgbClr val="000000"/>
                    </a:solidFill>
                  </a:rPr>
                  <a:t>Polysilicon</a:t>
                </a:r>
                <a:endParaRPr lang="en-US" altLang="en-US" sz="1400" i="1"/>
              </a:p>
            </p:txBody>
          </p:sp>
          <p:sp>
            <p:nvSpPr>
              <p:cNvPr id="88110" name="Rectangle 149">
                <a:extLst>
                  <a:ext uri="{FF2B5EF4-FFF2-40B4-BE49-F238E27FC236}">
                    <a16:creationId xmlns:a16="http://schemas.microsoft.com/office/drawing/2014/main" id="{B7936924-C90B-8D20-3A9C-2FD3FB55EA67}"/>
                  </a:ext>
                </a:extLst>
              </p:cNvPr>
              <p:cNvSpPr>
                <a:spLocks noChangeArrowheads="1"/>
              </p:cNvSpPr>
              <p:nvPr/>
            </p:nvSpPr>
            <p:spPr bwMode="auto">
              <a:xfrm>
                <a:off x="858" y="2511"/>
                <a:ext cx="330"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solidFill>
                      <a:srgbClr val="000000"/>
                    </a:solidFill>
                  </a:rPr>
                  <a:t>SiO</a:t>
                </a:r>
                <a:r>
                  <a:rPr lang="en-US" altLang="en-US" sz="1600" baseline="-25000">
                    <a:solidFill>
                      <a:srgbClr val="000000"/>
                    </a:solidFill>
                  </a:rPr>
                  <a:t>2</a:t>
                </a:r>
                <a:endParaRPr lang="en-US" altLang="en-US" sz="1600" i="1"/>
              </a:p>
            </p:txBody>
          </p:sp>
          <p:sp>
            <p:nvSpPr>
              <p:cNvPr id="88111" name="Rectangle 151">
                <a:extLst>
                  <a:ext uri="{FF2B5EF4-FFF2-40B4-BE49-F238E27FC236}">
                    <a16:creationId xmlns:a16="http://schemas.microsoft.com/office/drawing/2014/main" id="{E58CA1AE-FB54-04A4-087D-9D95DD277A3F}"/>
                  </a:ext>
                </a:extLst>
              </p:cNvPr>
              <p:cNvSpPr>
                <a:spLocks noChangeArrowheads="1"/>
              </p:cNvSpPr>
              <p:nvPr/>
            </p:nvSpPr>
            <p:spPr bwMode="auto">
              <a:xfrm>
                <a:off x="566" y="3095"/>
                <a:ext cx="10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000000"/>
                    </a:solidFill>
                  </a:rPr>
                  <a:t>Si</a:t>
                </a:r>
                <a:endParaRPr lang="en-US" altLang="en-US" i="1"/>
              </a:p>
            </p:txBody>
          </p:sp>
        </p:grpSp>
        <p:grpSp>
          <p:nvGrpSpPr>
            <p:cNvPr id="88070" name="Group 132">
              <a:extLst>
                <a:ext uri="{FF2B5EF4-FFF2-40B4-BE49-F238E27FC236}">
                  <a16:creationId xmlns:a16="http://schemas.microsoft.com/office/drawing/2014/main" id="{3C78048D-606C-44E0-423F-93C044A45574}"/>
                </a:ext>
              </a:extLst>
            </p:cNvPr>
            <p:cNvGrpSpPr>
              <a:grpSpLocks/>
            </p:cNvGrpSpPr>
            <p:nvPr/>
          </p:nvGrpSpPr>
          <p:grpSpPr bwMode="auto">
            <a:xfrm>
              <a:off x="6107936" y="3445304"/>
              <a:ext cx="1064508" cy="1551638"/>
              <a:chOff x="4465" y="1662"/>
              <a:chExt cx="728" cy="977"/>
            </a:xfrm>
          </p:grpSpPr>
          <p:sp>
            <p:nvSpPr>
              <p:cNvPr id="88071" name="Freeform 133">
                <a:extLst>
                  <a:ext uri="{FF2B5EF4-FFF2-40B4-BE49-F238E27FC236}">
                    <a16:creationId xmlns:a16="http://schemas.microsoft.com/office/drawing/2014/main" id="{78685DF0-46C1-10A2-3691-A0011A60092A}"/>
                  </a:ext>
                </a:extLst>
              </p:cNvPr>
              <p:cNvSpPr>
                <a:spLocks/>
              </p:cNvSpPr>
              <p:nvPr/>
            </p:nvSpPr>
            <p:spPr bwMode="auto">
              <a:xfrm>
                <a:off x="4964" y="2326"/>
                <a:ext cx="177" cy="137"/>
              </a:xfrm>
              <a:custGeom>
                <a:avLst/>
                <a:gdLst>
                  <a:gd name="T0" fmla="*/ 0 w 177"/>
                  <a:gd name="T1" fmla="*/ 0 h 137"/>
                  <a:gd name="T2" fmla="*/ 177 w 177"/>
                  <a:gd name="T3" fmla="*/ 0 h 137"/>
                  <a:gd name="T4" fmla="*/ 177 w 177"/>
                  <a:gd name="T5" fmla="*/ 137 h 137"/>
                  <a:gd name="T6" fmla="*/ 0 60000 65536"/>
                  <a:gd name="T7" fmla="*/ 0 60000 65536"/>
                  <a:gd name="T8" fmla="*/ 0 60000 65536"/>
                  <a:gd name="T9" fmla="*/ 0 w 177"/>
                  <a:gd name="T10" fmla="*/ 0 h 137"/>
                  <a:gd name="T11" fmla="*/ 177 w 177"/>
                  <a:gd name="T12" fmla="*/ 137 h 137"/>
                </a:gdLst>
                <a:ahLst/>
                <a:cxnLst>
                  <a:cxn ang="T6">
                    <a:pos x="T0" y="T1"/>
                  </a:cxn>
                  <a:cxn ang="T7">
                    <a:pos x="T2" y="T3"/>
                  </a:cxn>
                  <a:cxn ang="T8">
                    <a:pos x="T4" y="T5"/>
                  </a:cxn>
                </a:cxnLst>
                <a:rect l="T9" t="T10" r="T11" b="T12"/>
                <a:pathLst>
                  <a:path w="177" h="137">
                    <a:moveTo>
                      <a:pt x="0" y="0"/>
                    </a:moveTo>
                    <a:lnTo>
                      <a:pt x="177" y="0"/>
                    </a:lnTo>
                    <a:lnTo>
                      <a:pt x="177" y="137"/>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072" name="Freeform 134">
                <a:extLst>
                  <a:ext uri="{FF2B5EF4-FFF2-40B4-BE49-F238E27FC236}">
                    <a16:creationId xmlns:a16="http://schemas.microsoft.com/office/drawing/2014/main" id="{42175229-5EC6-A4BF-5EDF-3079724D6B30}"/>
                  </a:ext>
                </a:extLst>
              </p:cNvPr>
              <p:cNvSpPr>
                <a:spLocks/>
              </p:cNvSpPr>
              <p:nvPr/>
            </p:nvSpPr>
            <p:spPr bwMode="auto">
              <a:xfrm>
                <a:off x="4964" y="1854"/>
                <a:ext cx="177" cy="141"/>
              </a:xfrm>
              <a:custGeom>
                <a:avLst/>
                <a:gdLst>
                  <a:gd name="T0" fmla="*/ 177 w 177"/>
                  <a:gd name="T1" fmla="*/ 0 h 141"/>
                  <a:gd name="T2" fmla="*/ 177 w 177"/>
                  <a:gd name="T3" fmla="*/ 141 h 141"/>
                  <a:gd name="T4" fmla="*/ 0 w 177"/>
                  <a:gd name="T5" fmla="*/ 141 h 141"/>
                  <a:gd name="T6" fmla="*/ 0 60000 65536"/>
                  <a:gd name="T7" fmla="*/ 0 60000 65536"/>
                  <a:gd name="T8" fmla="*/ 0 60000 65536"/>
                  <a:gd name="T9" fmla="*/ 0 w 177"/>
                  <a:gd name="T10" fmla="*/ 0 h 141"/>
                  <a:gd name="T11" fmla="*/ 177 w 177"/>
                  <a:gd name="T12" fmla="*/ 141 h 141"/>
                </a:gdLst>
                <a:ahLst/>
                <a:cxnLst>
                  <a:cxn ang="T6">
                    <a:pos x="T0" y="T1"/>
                  </a:cxn>
                  <a:cxn ang="T7">
                    <a:pos x="T2" y="T3"/>
                  </a:cxn>
                  <a:cxn ang="T8">
                    <a:pos x="T4" y="T5"/>
                  </a:cxn>
                </a:cxnLst>
                <a:rect l="T9" t="T10" r="T11" b="T12"/>
                <a:pathLst>
                  <a:path w="177" h="141">
                    <a:moveTo>
                      <a:pt x="177" y="0"/>
                    </a:moveTo>
                    <a:lnTo>
                      <a:pt x="177" y="141"/>
                    </a:lnTo>
                    <a:lnTo>
                      <a:pt x="0" y="141"/>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073" name="Line 135">
                <a:extLst>
                  <a:ext uri="{FF2B5EF4-FFF2-40B4-BE49-F238E27FC236}">
                    <a16:creationId xmlns:a16="http://schemas.microsoft.com/office/drawing/2014/main" id="{DCDC47C0-993D-E643-5CD7-750C8AB8A40A}"/>
                  </a:ext>
                </a:extLst>
              </p:cNvPr>
              <p:cNvSpPr>
                <a:spLocks noChangeShapeType="1"/>
              </p:cNvSpPr>
              <p:nvPr/>
            </p:nvSpPr>
            <p:spPr bwMode="auto">
              <a:xfrm>
                <a:off x="4964" y="1943"/>
                <a:ext cx="1" cy="43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88074" name="Line 136">
                <a:extLst>
                  <a:ext uri="{FF2B5EF4-FFF2-40B4-BE49-F238E27FC236}">
                    <a16:creationId xmlns:a16="http://schemas.microsoft.com/office/drawing/2014/main" id="{D3F7B67D-E36C-78C8-0199-6980BF7C9FE8}"/>
                  </a:ext>
                </a:extLst>
              </p:cNvPr>
              <p:cNvSpPr>
                <a:spLocks noChangeShapeType="1"/>
              </p:cNvSpPr>
              <p:nvPr/>
            </p:nvSpPr>
            <p:spPr bwMode="auto">
              <a:xfrm>
                <a:off x="4892" y="2052"/>
                <a:ext cx="1" cy="217"/>
              </a:xfrm>
              <a:prstGeom prst="line">
                <a:avLst/>
              </a:prstGeom>
              <a:noFill/>
              <a:ln w="381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88075" name="Line 137">
                <a:extLst>
                  <a:ext uri="{FF2B5EF4-FFF2-40B4-BE49-F238E27FC236}">
                    <a16:creationId xmlns:a16="http://schemas.microsoft.com/office/drawing/2014/main" id="{52E16625-BFCE-BEE1-D6AE-8415A38780AF}"/>
                  </a:ext>
                </a:extLst>
              </p:cNvPr>
              <p:cNvSpPr>
                <a:spLocks noChangeShapeType="1"/>
              </p:cNvSpPr>
              <p:nvPr/>
            </p:nvSpPr>
            <p:spPr bwMode="auto">
              <a:xfrm>
                <a:off x="4630" y="2164"/>
                <a:ext cx="181"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88076" name="Line 138">
                <a:extLst>
                  <a:ext uri="{FF2B5EF4-FFF2-40B4-BE49-F238E27FC236}">
                    <a16:creationId xmlns:a16="http://schemas.microsoft.com/office/drawing/2014/main" id="{57A25B10-1D4D-60FD-0F1E-873C18B6CE8A}"/>
                  </a:ext>
                </a:extLst>
              </p:cNvPr>
              <p:cNvSpPr>
                <a:spLocks noChangeShapeType="1"/>
              </p:cNvSpPr>
              <p:nvPr/>
            </p:nvSpPr>
            <p:spPr bwMode="auto">
              <a:xfrm>
                <a:off x="4815" y="2055"/>
                <a:ext cx="1" cy="21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88077" name="Rectangle 139">
                <a:extLst>
                  <a:ext uri="{FF2B5EF4-FFF2-40B4-BE49-F238E27FC236}">
                    <a16:creationId xmlns:a16="http://schemas.microsoft.com/office/drawing/2014/main" id="{576A1B7E-71F3-9E64-55C4-97D0D9E12A38}"/>
                  </a:ext>
                </a:extLst>
              </p:cNvPr>
              <p:cNvSpPr>
                <a:spLocks noChangeArrowheads="1"/>
              </p:cNvSpPr>
              <p:nvPr/>
            </p:nvSpPr>
            <p:spPr bwMode="auto">
              <a:xfrm>
                <a:off x="4465" y="2068"/>
                <a:ext cx="11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i="1">
                    <a:solidFill>
                      <a:srgbClr val="000000"/>
                    </a:solidFill>
                  </a:rPr>
                  <a:t>G</a:t>
                </a:r>
                <a:endParaRPr lang="en-US" altLang="en-US" sz="2400" i="1"/>
              </a:p>
            </p:txBody>
          </p:sp>
          <p:sp>
            <p:nvSpPr>
              <p:cNvPr id="88078" name="Rectangle 140">
                <a:extLst>
                  <a:ext uri="{FF2B5EF4-FFF2-40B4-BE49-F238E27FC236}">
                    <a16:creationId xmlns:a16="http://schemas.microsoft.com/office/drawing/2014/main" id="{DC9E6559-0F66-15B5-D6AD-F291D8AB26F4}"/>
                  </a:ext>
                </a:extLst>
              </p:cNvPr>
              <p:cNvSpPr>
                <a:spLocks noChangeArrowheads="1"/>
              </p:cNvSpPr>
              <p:nvPr/>
            </p:nvSpPr>
            <p:spPr bwMode="auto">
              <a:xfrm>
                <a:off x="5100" y="2484"/>
                <a:ext cx="9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i="1">
                    <a:solidFill>
                      <a:srgbClr val="000000"/>
                    </a:solidFill>
                  </a:rPr>
                  <a:t>S</a:t>
                </a:r>
                <a:endParaRPr lang="en-US" altLang="en-US" sz="2400" i="1"/>
              </a:p>
            </p:txBody>
          </p:sp>
          <p:sp>
            <p:nvSpPr>
              <p:cNvPr id="88079" name="Rectangle 141">
                <a:extLst>
                  <a:ext uri="{FF2B5EF4-FFF2-40B4-BE49-F238E27FC236}">
                    <a16:creationId xmlns:a16="http://schemas.microsoft.com/office/drawing/2014/main" id="{D9AAD9DA-E7EC-85C2-E83D-EF5450EC485D}"/>
                  </a:ext>
                </a:extLst>
              </p:cNvPr>
              <p:cNvSpPr>
                <a:spLocks noChangeArrowheads="1"/>
              </p:cNvSpPr>
              <p:nvPr/>
            </p:nvSpPr>
            <p:spPr bwMode="auto">
              <a:xfrm>
                <a:off x="5082" y="1662"/>
                <a:ext cx="101"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i="1">
                    <a:solidFill>
                      <a:srgbClr val="000000"/>
                    </a:solidFill>
                  </a:rPr>
                  <a:t>D</a:t>
                </a:r>
                <a:endParaRPr lang="en-US" altLang="en-US" sz="2400" i="1"/>
              </a:p>
            </p:txBody>
          </p:sp>
        </p:grp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2">
            <a:extLst>
              <a:ext uri="{FF2B5EF4-FFF2-40B4-BE49-F238E27FC236}">
                <a16:creationId xmlns:a16="http://schemas.microsoft.com/office/drawing/2014/main" id="{6951A584-053B-52AE-07E1-171F47B8A37B}"/>
              </a:ext>
            </a:extLst>
          </p:cNvPr>
          <p:cNvSpPr>
            <a:spLocks noGrp="1" noChangeArrowheads="1"/>
          </p:cNvSpPr>
          <p:nvPr>
            <p:ph type="title"/>
          </p:nvPr>
        </p:nvSpPr>
        <p:spPr/>
        <p:txBody>
          <a:bodyPr/>
          <a:lstStyle/>
          <a:p>
            <a:r>
              <a:rPr lang="en-US" altLang="en-US"/>
              <a:t>Floating</a:t>
            </a:r>
            <a:r>
              <a:rPr lang="ru-RU" altLang="en-US"/>
              <a:t>-</a:t>
            </a:r>
            <a:r>
              <a:rPr lang="en-US" altLang="en-US"/>
              <a:t>gate Avalanche</a:t>
            </a:r>
            <a:r>
              <a:rPr lang="ru-RU" altLang="en-US"/>
              <a:t>-</a:t>
            </a:r>
            <a:r>
              <a:rPr lang="en-US" altLang="en-US"/>
              <a:t>Injection MOS (FAMOS)</a:t>
            </a:r>
          </a:p>
        </p:txBody>
      </p:sp>
      <p:sp>
        <p:nvSpPr>
          <p:cNvPr id="89091" name="Content Placeholder 3">
            <a:extLst>
              <a:ext uri="{FF2B5EF4-FFF2-40B4-BE49-F238E27FC236}">
                <a16:creationId xmlns:a16="http://schemas.microsoft.com/office/drawing/2014/main" id="{330124E3-DE72-5940-D6B1-6BDDA8BBB2D2}"/>
              </a:ext>
            </a:extLst>
          </p:cNvPr>
          <p:cNvSpPr>
            <a:spLocks noGrp="1" noChangeArrowheads="1"/>
          </p:cNvSpPr>
          <p:nvPr>
            <p:ph type="body" sz="quarter" idx="10"/>
          </p:nvPr>
        </p:nvSpPr>
        <p:spPr/>
        <p:txBody>
          <a:bodyPr/>
          <a:lstStyle/>
          <a:p>
            <a:endParaRPr lang="en-US" altLang="en-US" sz="1800"/>
          </a:p>
          <a:p>
            <a:endParaRPr lang="en-US" altLang="en-US" sz="1800"/>
          </a:p>
          <a:p>
            <a:endParaRPr lang="en-US" altLang="en-US" sz="1800"/>
          </a:p>
          <a:p>
            <a:endParaRPr lang="en-US" altLang="en-US" sz="1800"/>
          </a:p>
          <a:p>
            <a:endParaRPr lang="en-US" altLang="en-US" sz="1800"/>
          </a:p>
          <a:p>
            <a:endParaRPr lang="en-US" altLang="en-US" sz="1800"/>
          </a:p>
          <a:p>
            <a:r>
              <a:rPr lang="ru-RU" altLang="en-US" sz="1800"/>
              <a:t>Reprogramming:</a:t>
            </a:r>
            <a:endParaRPr lang="en-US" altLang="en-US" sz="1800"/>
          </a:p>
          <a:p>
            <a:pPr>
              <a:spcBef>
                <a:spcPct val="0"/>
              </a:spcBef>
            </a:pPr>
            <a:r>
              <a:rPr lang="ru-RU" altLang="en-US" sz="1800"/>
              <a:t> Eras</a:t>
            </a:r>
            <a:r>
              <a:rPr lang="en-US" altLang="en-US" sz="1800"/>
              <a:t>e </a:t>
            </a:r>
            <a:r>
              <a:rPr lang="ru-RU" altLang="en-US" sz="1800"/>
              <a:t>the programmed values </a:t>
            </a:r>
            <a:endParaRPr lang="en-US" altLang="en-US" sz="1800"/>
          </a:p>
          <a:p>
            <a:pPr>
              <a:spcBef>
                <a:spcPct val="0"/>
              </a:spcBef>
            </a:pPr>
            <a:r>
              <a:rPr lang="en-US" altLang="en-US" sz="1800"/>
              <a:t> </a:t>
            </a:r>
            <a:r>
              <a:rPr lang="ru-RU" altLang="en-US" sz="1800"/>
              <a:t>Record the new values</a:t>
            </a:r>
            <a:endParaRPr lang="en-US" altLang="en-US" sz="1800"/>
          </a:p>
          <a:p>
            <a:pPr>
              <a:spcBef>
                <a:spcPct val="0"/>
              </a:spcBef>
            </a:pPr>
            <a:r>
              <a:rPr lang="ru-RU" altLang="en-US" sz="1800"/>
              <a:t> Record</a:t>
            </a:r>
            <a:r>
              <a:rPr lang="en-US" altLang="en-US" sz="1800"/>
              <a:t>ing</a:t>
            </a:r>
            <a:r>
              <a:rPr lang="ru-RU" altLang="en-US" sz="1800"/>
              <a:t> information (the programming) is much slower (on the order of magnitude) than reading. </a:t>
            </a:r>
            <a:endParaRPr lang="en-US" altLang="en-US" sz="1800"/>
          </a:p>
          <a:p>
            <a:pPr>
              <a:spcBef>
                <a:spcPct val="0"/>
              </a:spcBef>
            </a:pPr>
            <a:r>
              <a:rPr lang="ru-RU" altLang="en-US" sz="1800"/>
              <a:t>The property of this device - a programmable threshold voltage.  </a:t>
            </a:r>
            <a:br>
              <a:rPr lang="ru-RU" altLang="en-US" sz="1800"/>
            </a:br>
            <a:endParaRPr lang="ru-RU" altLang="en-US" sz="1800"/>
          </a:p>
          <a:p>
            <a:endParaRPr lang="en-US" altLang="en-US" sz="1800"/>
          </a:p>
        </p:txBody>
      </p:sp>
      <p:grpSp>
        <p:nvGrpSpPr>
          <p:cNvPr id="89092" name="Group 3">
            <a:extLst>
              <a:ext uri="{FF2B5EF4-FFF2-40B4-BE49-F238E27FC236}">
                <a16:creationId xmlns:a16="http://schemas.microsoft.com/office/drawing/2014/main" id="{3AA2695F-DA24-E759-A072-73B5B9BF09B4}"/>
              </a:ext>
            </a:extLst>
          </p:cNvPr>
          <p:cNvGrpSpPr>
            <a:grpSpLocks/>
          </p:cNvGrpSpPr>
          <p:nvPr/>
        </p:nvGrpSpPr>
        <p:grpSpPr bwMode="auto">
          <a:xfrm>
            <a:off x="2341563" y="1804988"/>
            <a:ext cx="3484562" cy="1700212"/>
            <a:chOff x="288" y="1106"/>
            <a:chExt cx="2544" cy="1294"/>
          </a:xfrm>
        </p:grpSpPr>
        <p:sp>
          <p:nvSpPr>
            <p:cNvPr id="6" name="Text Box 4">
              <a:extLst>
                <a:ext uri="{FF2B5EF4-FFF2-40B4-BE49-F238E27FC236}">
                  <a16:creationId xmlns:a16="http://schemas.microsoft.com/office/drawing/2014/main" id="{38E740A0-3DEA-4558-AA26-AC90085F6129}"/>
                </a:ext>
              </a:extLst>
            </p:cNvPr>
            <p:cNvSpPr txBox="1">
              <a:spLocks noChangeArrowheads="1"/>
            </p:cNvSpPr>
            <p:nvPr/>
          </p:nvSpPr>
          <p:spPr bwMode="auto">
            <a:xfrm>
              <a:off x="2520" y="1404"/>
              <a:ext cx="312" cy="151"/>
            </a:xfrm>
            <a:prstGeom prst="rect">
              <a:avLst/>
            </a:prstGeom>
            <a:noFill/>
            <a:ln w="22225">
              <a:noFill/>
              <a:miter lim="800000"/>
              <a:headEnd/>
              <a:tailEnd/>
            </a:ln>
          </p:spPr>
          <p:txBody>
            <a:bodyPr/>
            <a:lstStyle/>
            <a:p>
              <a:pPr eaLnBrk="1" hangingPunct="1">
                <a:defRPr/>
              </a:pPr>
              <a:r>
                <a:rPr lang="en-US" sz="1400">
                  <a:latin typeface="+mj-lt"/>
                </a:rPr>
                <a:t>D</a:t>
              </a:r>
              <a:endParaRPr lang="ru-RU" sz="1400">
                <a:latin typeface="+mj-lt"/>
              </a:endParaRPr>
            </a:p>
          </p:txBody>
        </p:sp>
        <p:sp>
          <p:nvSpPr>
            <p:cNvPr id="7" name="AutoShape 5">
              <a:extLst>
                <a:ext uri="{FF2B5EF4-FFF2-40B4-BE49-F238E27FC236}">
                  <a16:creationId xmlns:a16="http://schemas.microsoft.com/office/drawing/2014/main" id="{B5CAB7BC-27F8-4874-8E97-BCF1119E73DA}"/>
                </a:ext>
              </a:extLst>
            </p:cNvPr>
            <p:cNvSpPr>
              <a:spLocks noChangeArrowheads="1"/>
            </p:cNvSpPr>
            <p:nvPr/>
          </p:nvSpPr>
          <p:spPr bwMode="auto">
            <a:xfrm rot="10800000">
              <a:off x="288" y="1610"/>
              <a:ext cx="94" cy="89"/>
            </a:xfrm>
            <a:prstGeom prst="triangle">
              <a:avLst>
                <a:gd name="adj" fmla="val 50000"/>
              </a:avLst>
            </a:prstGeom>
            <a:noFill/>
            <a:ln w="22225">
              <a:solidFill>
                <a:srgbClr val="000000"/>
              </a:solidFill>
              <a:miter lim="800000"/>
              <a:headEnd/>
              <a:tailEnd/>
            </a:ln>
          </p:spPr>
          <p:txBody>
            <a:bodyPr/>
            <a:lstStyle/>
            <a:p>
              <a:pPr eaLnBrk="1" hangingPunct="1">
                <a:defRPr/>
              </a:pPr>
              <a:endParaRPr lang="en-US" sz="1200">
                <a:latin typeface="+mj-lt"/>
              </a:endParaRPr>
            </a:p>
          </p:txBody>
        </p:sp>
        <p:sp>
          <p:nvSpPr>
            <p:cNvPr id="8" name="Freeform 6">
              <a:extLst>
                <a:ext uri="{FF2B5EF4-FFF2-40B4-BE49-F238E27FC236}">
                  <a16:creationId xmlns:a16="http://schemas.microsoft.com/office/drawing/2014/main" id="{268088E1-FFAC-4AA8-8E15-27B98C75FC20}"/>
                </a:ext>
              </a:extLst>
            </p:cNvPr>
            <p:cNvSpPr>
              <a:spLocks/>
            </p:cNvSpPr>
            <p:nvPr/>
          </p:nvSpPr>
          <p:spPr bwMode="auto">
            <a:xfrm>
              <a:off x="460" y="1526"/>
              <a:ext cx="2092" cy="174"/>
            </a:xfrm>
            <a:custGeom>
              <a:avLst/>
              <a:gdLst>
                <a:gd name="T0" fmla="*/ 0 w 3480"/>
                <a:gd name="T1" fmla="*/ 277 h 307"/>
                <a:gd name="T2" fmla="*/ 540 w 3480"/>
                <a:gd name="T3" fmla="*/ 277 h 307"/>
                <a:gd name="T4" fmla="*/ 1080 w 3480"/>
                <a:gd name="T5" fmla="*/ 97 h 307"/>
                <a:gd name="T6" fmla="*/ 1644 w 3480"/>
                <a:gd name="T7" fmla="*/ 0 h 307"/>
                <a:gd name="T8" fmla="*/ 2340 w 3480"/>
                <a:gd name="T9" fmla="*/ 97 h 307"/>
                <a:gd name="T10" fmla="*/ 2880 w 3480"/>
                <a:gd name="T11" fmla="*/ 277 h 307"/>
                <a:gd name="T12" fmla="*/ 3420 w 3480"/>
                <a:gd name="T13" fmla="*/ 277 h 307"/>
                <a:gd name="T14" fmla="*/ 3240 w 3480"/>
                <a:gd name="T15" fmla="*/ 277 h 307"/>
                <a:gd name="T16" fmla="*/ 0 60000 65536"/>
                <a:gd name="T17" fmla="*/ 0 60000 65536"/>
                <a:gd name="T18" fmla="*/ 0 60000 65536"/>
                <a:gd name="T19" fmla="*/ 0 60000 65536"/>
                <a:gd name="T20" fmla="*/ 0 60000 65536"/>
                <a:gd name="T21" fmla="*/ 0 60000 65536"/>
                <a:gd name="T22" fmla="*/ 0 60000 65536"/>
                <a:gd name="T23" fmla="*/ 0 60000 65536"/>
                <a:gd name="T24" fmla="*/ 0 w 3480"/>
                <a:gd name="T25" fmla="*/ 0 h 307"/>
                <a:gd name="T26" fmla="*/ 3480 w 3480"/>
                <a:gd name="T27" fmla="*/ 307 h 30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80" h="307">
                  <a:moveTo>
                    <a:pt x="0" y="277"/>
                  </a:moveTo>
                  <a:cubicBezTo>
                    <a:pt x="180" y="292"/>
                    <a:pt x="360" y="307"/>
                    <a:pt x="540" y="277"/>
                  </a:cubicBezTo>
                  <a:cubicBezTo>
                    <a:pt x="720" y="247"/>
                    <a:pt x="896" y="143"/>
                    <a:pt x="1080" y="97"/>
                  </a:cubicBezTo>
                  <a:cubicBezTo>
                    <a:pt x="1264" y="51"/>
                    <a:pt x="1434" y="0"/>
                    <a:pt x="1644" y="0"/>
                  </a:cubicBezTo>
                  <a:cubicBezTo>
                    <a:pt x="1854" y="0"/>
                    <a:pt x="2134" y="51"/>
                    <a:pt x="2340" y="97"/>
                  </a:cubicBezTo>
                  <a:cubicBezTo>
                    <a:pt x="2546" y="143"/>
                    <a:pt x="2700" y="247"/>
                    <a:pt x="2880" y="277"/>
                  </a:cubicBezTo>
                  <a:cubicBezTo>
                    <a:pt x="3060" y="307"/>
                    <a:pt x="3360" y="277"/>
                    <a:pt x="3420" y="277"/>
                  </a:cubicBezTo>
                  <a:cubicBezTo>
                    <a:pt x="3480" y="277"/>
                    <a:pt x="3270" y="277"/>
                    <a:pt x="3240" y="277"/>
                  </a:cubicBezTo>
                </a:path>
              </a:pathLst>
            </a:custGeom>
            <a:noFill/>
            <a:ln w="22225">
              <a:solidFill>
                <a:srgbClr val="000000"/>
              </a:solidFill>
              <a:round/>
              <a:headEnd/>
              <a:tailEnd/>
            </a:ln>
          </p:spPr>
          <p:txBody>
            <a:bodyPr/>
            <a:lstStyle/>
            <a:p>
              <a:pPr eaLnBrk="1" hangingPunct="1">
                <a:defRPr/>
              </a:pPr>
              <a:endParaRPr lang="en-US" sz="1200">
                <a:latin typeface="+mj-lt"/>
              </a:endParaRPr>
            </a:p>
          </p:txBody>
        </p:sp>
        <p:sp>
          <p:nvSpPr>
            <p:cNvPr id="9" name="Line 7">
              <a:extLst>
                <a:ext uri="{FF2B5EF4-FFF2-40B4-BE49-F238E27FC236}">
                  <a16:creationId xmlns:a16="http://schemas.microsoft.com/office/drawing/2014/main" id="{EA5CE5B6-110E-43B7-8233-80EC42D6B2F6}"/>
                </a:ext>
              </a:extLst>
            </p:cNvPr>
            <p:cNvSpPr>
              <a:spLocks noChangeShapeType="1"/>
            </p:cNvSpPr>
            <p:nvPr/>
          </p:nvSpPr>
          <p:spPr bwMode="auto">
            <a:xfrm>
              <a:off x="460" y="1698"/>
              <a:ext cx="0" cy="360"/>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10" name="Line 8">
              <a:extLst>
                <a:ext uri="{FF2B5EF4-FFF2-40B4-BE49-F238E27FC236}">
                  <a16:creationId xmlns:a16="http://schemas.microsoft.com/office/drawing/2014/main" id="{D56C431B-1DE9-4A68-B2E3-335A09061FD1}"/>
                </a:ext>
              </a:extLst>
            </p:cNvPr>
            <p:cNvSpPr>
              <a:spLocks noChangeShapeType="1"/>
            </p:cNvSpPr>
            <p:nvPr/>
          </p:nvSpPr>
          <p:spPr bwMode="auto">
            <a:xfrm>
              <a:off x="2520" y="1684"/>
              <a:ext cx="0" cy="373"/>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11" name="Line 9">
              <a:extLst>
                <a:ext uri="{FF2B5EF4-FFF2-40B4-BE49-F238E27FC236}">
                  <a16:creationId xmlns:a16="http://schemas.microsoft.com/office/drawing/2014/main" id="{C860370F-AA01-40D3-9953-09E455D2E09B}"/>
                </a:ext>
              </a:extLst>
            </p:cNvPr>
            <p:cNvSpPr>
              <a:spLocks noChangeShapeType="1"/>
            </p:cNvSpPr>
            <p:nvPr/>
          </p:nvSpPr>
          <p:spPr bwMode="auto">
            <a:xfrm>
              <a:off x="460" y="2056"/>
              <a:ext cx="2055" cy="0"/>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12" name="Rectangle 10">
              <a:extLst>
                <a:ext uri="{FF2B5EF4-FFF2-40B4-BE49-F238E27FC236}">
                  <a16:creationId xmlns:a16="http://schemas.microsoft.com/office/drawing/2014/main" id="{2EE033C8-8B29-4CAB-953B-F7D3FAFF9BAF}"/>
                </a:ext>
              </a:extLst>
            </p:cNvPr>
            <p:cNvSpPr>
              <a:spLocks noChangeArrowheads="1"/>
            </p:cNvSpPr>
            <p:nvPr/>
          </p:nvSpPr>
          <p:spPr bwMode="auto">
            <a:xfrm>
              <a:off x="1116" y="1655"/>
              <a:ext cx="788" cy="88"/>
            </a:xfrm>
            <a:prstGeom prst="rect">
              <a:avLst/>
            </a:prstGeom>
            <a:solidFill>
              <a:srgbClr val="969696"/>
            </a:solidFill>
            <a:ln w="22225">
              <a:solidFill>
                <a:srgbClr val="000000"/>
              </a:solidFill>
              <a:miter lim="800000"/>
              <a:headEnd/>
              <a:tailEnd/>
            </a:ln>
          </p:spPr>
          <p:txBody>
            <a:bodyPr/>
            <a:lstStyle/>
            <a:p>
              <a:pPr eaLnBrk="1" hangingPunct="1">
                <a:defRPr/>
              </a:pPr>
              <a:endParaRPr lang="en-US" sz="1200">
                <a:latin typeface="+mj-lt"/>
              </a:endParaRPr>
            </a:p>
          </p:txBody>
        </p:sp>
        <p:sp>
          <p:nvSpPr>
            <p:cNvPr id="13" name="Rectangle 11">
              <a:extLst>
                <a:ext uri="{FF2B5EF4-FFF2-40B4-BE49-F238E27FC236}">
                  <a16:creationId xmlns:a16="http://schemas.microsoft.com/office/drawing/2014/main" id="{1BE6F130-26C2-4AC3-8390-FEC365B842B0}"/>
                </a:ext>
              </a:extLst>
            </p:cNvPr>
            <p:cNvSpPr>
              <a:spLocks noChangeArrowheads="1"/>
            </p:cNvSpPr>
            <p:nvPr/>
          </p:nvSpPr>
          <p:spPr bwMode="auto">
            <a:xfrm>
              <a:off x="1118" y="1835"/>
              <a:ext cx="788" cy="88"/>
            </a:xfrm>
            <a:prstGeom prst="rect">
              <a:avLst/>
            </a:prstGeom>
            <a:solidFill>
              <a:srgbClr val="969696"/>
            </a:solidFill>
            <a:ln w="22225">
              <a:solidFill>
                <a:srgbClr val="000000"/>
              </a:solidFill>
              <a:miter lim="800000"/>
              <a:headEnd/>
              <a:tailEnd/>
            </a:ln>
          </p:spPr>
          <p:txBody>
            <a:bodyPr/>
            <a:lstStyle/>
            <a:p>
              <a:pPr eaLnBrk="1" hangingPunct="1">
                <a:defRPr/>
              </a:pPr>
              <a:endParaRPr lang="en-US" sz="1200">
                <a:latin typeface="+mj-lt"/>
              </a:endParaRPr>
            </a:p>
          </p:txBody>
        </p:sp>
        <p:sp>
          <p:nvSpPr>
            <p:cNvPr id="14" name="Freeform 12">
              <a:extLst>
                <a:ext uri="{FF2B5EF4-FFF2-40B4-BE49-F238E27FC236}">
                  <a16:creationId xmlns:a16="http://schemas.microsoft.com/office/drawing/2014/main" id="{D56902DE-3FEB-4230-B19B-EDE9125C07CC}"/>
                </a:ext>
              </a:extLst>
            </p:cNvPr>
            <p:cNvSpPr>
              <a:spLocks/>
            </p:cNvSpPr>
            <p:nvPr/>
          </p:nvSpPr>
          <p:spPr bwMode="auto">
            <a:xfrm>
              <a:off x="453" y="2053"/>
              <a:ext cx="707" cy="178"/>
            </a:xfrm>
            <a:custGeom>
              <a:avLst/>
              <a:gdLst>
                <a:gd name="T0" fmla="*/ 1290 w 1296"/>
                <a:gd name="T1" fmla="*/ 0 h 285"/>
                <a:gd name="T2" fmla="*/ 1260 w 1296"/>
                <a:gd name="T3" fmla="*/ 165 h 285"/>
                <a:gd name="T4" fmla="*/ 1080 w 1296"/>
                <a:gd name="T5" fmla="*/ 225 h 285"/>
                <a:gd name="T6" fmla="*/ 660 w 1296"/>
                <a:gd name="T7" fmla="*/ 285 h 285"/>
                <a:gd name="T8" fmla="*/ 0 w 1296"/>
                <a:gd name="T9" fmla="*/ 270 h 285"/>
                <a:gd name="T10" fmla="*/ 0 60000 65536"/>
                <a:gd name="T11" fmla="*/ 0 60000 65536"/>
                <a:gd name="T12" fmla="*/ 0 60000 65536"/>
                <a:gd name="T13" fmla="*/ 0 60000 65536"/>
                <a:gd name="T14" fmla="*/ 0 60000 65536"/>
                <a:gd name="T15" fmla="*/ 0 w 1296"/>
                <a:gd name="T16" fmla="*/ 0 h 285"/>
                <a:gd name="T17" fmla="*/ 1296 w 1296"/>
                <a:gd name="T18" fmla="*/ 285 h 285"/>
              </a:gdLst>
              <a:ahLst/>
              <a:cxnLst>
                <a:cxn ang="T10">
                  <a:pos x="T0" y="T1"/>
                </a:cxn>
                <a:cxn ang="T11">
                  <a:pos x="T2" y="T3"/>
                </a:cxn>
                <a:cxn ang="T12">
                  <a:pos x="T4" y="T5"/>
                </a:cxn>
                <a:cxn ang="T13">
                  <a:pos x="T6" y="T7"/>
                </a:cxn>
                <a:cxn ang="T14">
                  <a:pos x="T8" y="T9"/>
                </a:cxn>
              </a:cxnLst>
              <a:rect l="T15" t="T16" r="T17" b="T18"/>
              <a:pathLst>
                <a:path w="1296" h="285">
                  <a:moveTo>
                    <a:pt x="1290" y="0"/>
                  </a:moveTo>
                  <a:cubicBezTo>
                    <a:pt x="1282" y="55"/>
                    <a:pt x="1296" y="122"/>
                    <a:pt x="1260" y="165"/>
                  </a:cubicBezTo>
                  <a:cubicBezTo>
                    <a:pt x="1234" y="196"/>
                    <a:pt x="1090" y="222"/>
                    <a:pt x="1080" y="225"/>
                  </a:cubicBezTo>
                  <a:cubicBezTo>
                    <a:pt x="940" y="265"/>
                    <a:pt x="807" y="273"/>
                    <a:pt x="660" y="285"/>
                  </a:cubicBezTo>
                  <a:cubicBezTo>
                    <a:pt x="440" y="280"/>
                    <a:pt x="0" y="270"/>
                    <a:pt x="0" y="270"/>
                  </a:cubicBezTo>
                </a:path>
              </a:pathLst>
            </a:custGeom>
            <a:noFill/>
            <a:ln w="22225">
              <a:solidFill>
                <a:srgbClr val="000000"/>
              </a:solidFill>
              <a:round/>
              <a:headEnd/>
              <a:tailEnd/>
            </a:ln>
          </p:spPr>
          <p:txBody>
            <a:bodyPr/>
            <a:lstStyle/>
            <a:p>
              <a:pPr eaLnBrk="1" hangingPunct="1">
                <a:defRPr/>
              </a:pPr>
              <a:endParaRPr lang="en-US" sz="1200">
                <a:latin typeface="+mj-lt"/>
              </a:endParaRPr>
            </a:p>
          </p:txBody>
        </p:sp>
        <p:sp>
          <p:nvSpPr>
            <p:cNvPr id="15" name="Freeform 13">
              <a:extLst>
                <a:ext uri="{FF2B5EF4-FFF2-40B4-BE49-F238E27FC236}">
                  <a16:creationId xmlns:a16="http://schemas.microsoft.com/office/drawing/2014/main" id="{CBB0AF7E-2580-4ED2-9F39-0D7CEC6D51AA}"/>
                </a:ext>
              </a:extLst>
            </p:cNvPr>
            <p:cNvSpPr>
              <a:spLocks/>
            </p:cNvSpPr>
            <p:nvPr/>
          </p:nvSpPr>
          <p:spPr bwMode="auto">
            <a:xfrm flipH="1">
              <a:off x="1823" y="2053"/>
              <a:ext cx="722" cy="186"/>
            </a:xfrm>
            <a:custGeom>
              <a:avLst/>
              <a:gdLst>
                <a:gd name="T0" fmla="*/ 1290 w 1296"/>
                <a:gd name="T1" fmla="*/ 0 h 285"/>
                <a:gd name="T2" fmla="*/ 1260 w 1296"/>
                <a:gd name="T3" fmla="*/ 165 h 285"/>
                <a:gd name="T4" fmla="*/ 1080 w 1296"/>
                <a:gd name="T5" fmla="*/ 225 h 285"/>
                <a:gd name="T6" fmla="*/ 660 w 1296"/>
                <a:gd name="T7" fmla="*/ 285 h 285"/>
                <a:gd name="T8" fmla="*/ 0 w 1296"/>
                <a:gd name="T9" fmla="*/ 270 h 285"/>
                <a:gd name="T10" fmla="*/ 0 60000 65536"/>
                <a:gd name="T11" fmla="*/ 0 60000 65536"/>
                <a:gd name="T12" fmla="*/ 0 60000 65536"/>
                <a:gd name="T13" fmla="*/ 0 60000 65536"/>
                <a:gd name="T14" fmla="*/ 0 60000 65536"/>
                <a:gd name="T15" fmla="*/ 0 w 1296"/>
                <a:gd name="T16" fmla="*/ 0 h 285"/>
                <a:gd name="T17" fmla="*/ 1296 w 1296"/>
                <a:gd name="T18" fmla="*/ 285 h 285"/>
              </a:gdLst>
              <a:ahLst/>
              <a:cxnLst>
                <a:cxn ang="T10">
                  <a:pos x="T0" y="T1"/>
                </a:cxn>
                <a:cxn ang="T11">
                  <a:pos x="T2" y="T3"/>
                </a:cxn>
                <a:cxn ang="T12">
                  <a:pos x="T4" y="T5"/>
                </a:cxn>
                <a:cxn ang="T13">
                  <a:pos x="T6" y="T7"/>
                </a:cxn>
                <a:cxn ang="T14">
                  <a:pos x="T8" y="T9"/>
                </a:cxn>
              </a:cxnLst>
              <a:rect l="T15" t="T16" r="T17" b="T18"/>
              <a:pathLst>
                <a:path w="1296" h="285">
                  <a:moveTo>
                    <a:pt x="1290" y="0"/>
                  </a:moveTo>
                  <a:cubicBezTo>
                    <a:pt x="1282" y="55"/>
                    <a:pt x="1296" y="122"/>
                    <a:pt x="1260" y="165"/>
                  </a:cubicBezTo>
                  <a:cubicBezTo>
                    <a:pt x="1234" y="196"/>
                    <a:pt x="1090" y="222"/>
                    <a:pt x="1080" y="225"/>
                  </a:cubicBezTo>
                  <a:cubicBezTo>
                    <a:pt x="940" y="265"/>
                    <a:pt x="807" y="273"/>
                    <a:pt x="660" y="285"/>
                  </a:cubicBezTo>
                  <a:cubicBezTo>
                    <a:pt x="440" y="280"/>
                    <a:pt x="0" y="270"/>
                    <a:pt x="0" y="270"/>
                  </a:cubicBezTo>
                </a:path>
              </a:pathLst>
            </a:custGeom>
            <a:noFill/>
            <a:ln w="22225">
              <a:solidFill>
                <a:srgbClr val="000000"/>
              </a:solidFill>
              <a:round/>
              <a:headEnd/>
              <a:tailEnd/>
            </a:ln>
          </p:spPr>
          <p:txBody>
            <a:bodyPr/>
            <a:lstStyle/>
            <a:p>
              <a:pPr eaLnBrk="1" hangingPunct="1">
                <a:defRPr/>
              </a:pPr>
              <a:endParaRPr lang="en-US" sz="1200">
                <a:latin typeface="+mj-lt"/>
              </a:endParaRPr>
            </a:p>
          </p:txBody>
        </p:sp>
        <p:sp>
          <p:nvSpPr>
            <p:cNvPr id="16" name="Text Box 14">
              <a:extLst>
                <a:ext uri="{FF2B5EF4-FFF2-40B4-BE49-F238E27FC236}">
                  <a16:creationId xmlns:a16="http://schemas.microsoft.com/office/drawing/2014/main" id="{90DAA994-9236-45A7-BB90-89CDBCDDD630}"/>
                </a:ext>
              </a:extLst>
            </p:cNvPr>
            <p:cNvSpPr txBox="1">
              <a:spLocks noChangeArrowheads="1"/>
            </p:cNvSpPr>
            <p:nvPr/>
          </p:nvSpPr>
          <p:spPr bwMode="auto">
            <a:xfrm>
              <a:off x="819" y="2028"/>
              <a:ext cx="472" cy="180"/>
            </a:xfrm>
            <a:prstGeom prst="rect">
              <a:avLst/>
            </a:prstGeom>
            <a:noFill/>
            <a:ln w="22225">
              <a:noFill/>
              <a:miter lim="800000"/>
              <a:headEnd/>
              <a:tailEnd/>
            </a:ln>
          </p:spPr>
          <p:txBody>
            <a:bodyPr/>
            <a:lstStyle/>
            <a:p>
              <a:pPr eaLnBrk="1" hangingPunct="1">
                <a:defRPr/>
              </a:pPr>
              <a:r>
                <a:rPr lang="en-US" sz="1400" dirty="0">
                  <a:latin typeface="+mj-lt"/>
                </a:rPr>
                <a:t>n</a:t>
              </a:r>
              <a:r>
                <a:rPr lang="en-US" sz="1400" baseline="30000" dirty="0">
                  <a:latin typeface="+mj-lt"/>
                </a:rPr>
                <a:t>+</a:t>
              </a:r>
              <a:endParaRPr lang="ru-RU" sz="1400" dirty="0">
                <a:latin typeface="+mj-lt"/>
              </a:endParaRPr>
            </a:p>
          </p:txBody>
        </p:sp>
        <p:sp>
          <p:nvSpPr>
            <p:cNvPr id="17" name="Text Box 15">
              <a:extLst>
                <a:ext uri="{FF2B5EF4-FFF2-40B4-BE49-F238E27FC236}">
                  <a16:creationId xmlns:a16="http://schemas.microsoft.com/office/drawing/2014/main" id="{D92C8E05-27AD-425F-AA10-C618518D8331}"/>
                </a:ext>
              </a:extLst>
            </p:cNvPr>
            <p:cNvSpPr txBox="1">
              <a:spLocks noChangeArrowheads="1"/>
            </p:cNvSpPr>
            <p:nvPr/>
          </p:nvSpPr>
          <p:spPr bwMode="auto">
            <a:xfrm>
              <a:off x="1918" y="2021"/>
              <a:ext cx="469" cy="180"/>
            </a:xfrm>
            <a:prstGeom prst="rect">
              <a:avLst/>
            </a:prstGeom>
            <a:noFill/>
            <a:ln w="22225">
              <a:noFill/>
              <a:miter lim="800000"/>
              <a:headEnd/>
              <a:tailEnd/>
            </a:ln>
          </p:spPr>
          <p:txBody>
            <a:bodyPr/>
            <a:lstStyle/>
            <a:p>
              <a:pPr eaLnBrk="1" hangingPunct="1">
                <a:defRPr/>
              </a:pPr>
              <a:r>
                <a:rPr lang="en-US" sz="1400">
                  <a:latin typeface="+mj-lt"/>
                </a:rPr>
                <a:t>n</a:t>
              </a:r>
              <a:r>
                <a:rPr lang="en-US" sz="1400" baseline="30000">
                  <a:latin typeface="+mj-lt"/>
                </a:rPr>
                <a:t>+</a:t>
              </a:r>
              <a:endParaRPr lang="ru-RU" sz="1400">
                <a:latin typeface="+mj-lt"/>
              </a:endParaRPr>
            </a:p>
          </p:txBody>
        </p:sp>
        <p:sp>
          <p:nvSpPr>
            <p:cNvPr id="18" name="Line 16">
              <a:extLst>
                <a:ext uri="{FF2B5EF4-FFF2-40B4-BE49-F238E27FC236}">
                  <a16:creationId xmlns:a16="http://schemas.microsoft.com/office/drawing/2014/main" id="{01851AC2-5D8A-4EB4-AF5F-4317B4F9E1DA}"/>
                </a:ext>
              </a:extLst>
            </p:cNvPr>
            <p:cNvSpPr>
              <a:spLocks noChangeShapeType="1"/>
            </p:cNvSpPr>
            <p:nvPr/>
          </p:nvSpPr>
          <p:spPr bwMode="auto">
            <a:xfrm flipV="1">
              <a:off x="1511" y="1377"/>
              <a:ext cx="0" cy="272"/>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19" name="Line 17">
              <a:extLst>
                <a:ext uri="{FF2B5EF4-FFF2-40B4-BE49-F238E27FC236}">
                  <a16:creationId xmlns:a16="http://schemas.microsoft.com/office/drawing/2014/main" id="{BAE592CB-0227-4623-9C41-F8B01240B9FE}"/>
                </a:ext>
              </a:extLst>
            </p:cNvPr>
            <p:cNvSpPr>
              <a:spLocks noChangeShapeType="1"/>
            </p:cNvSpPr>
            <p:nvPr/>
          </p:nvSpPr>
          <p:spPr bwMode="auto">
            <a:xfrm flipH="1" flipV="1">
              <a:off x="609" y="1519"/>
              <a:ext cx="8" cy="533"/>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20" name="Line 18">
              <a:extLst>
                <a:ext uri="{FF2B5EF4-FFF2-40B4-BE49-F238E27FC236}">
                  <a16:creationId xmlns:a16="http://schemas.microsoft.com/office/drawing/2014/main" id="{ED31A81F-1D9F-4765-B12E-8583C1DBE14C}"/>
                </a:ext>
              </a:extLst>
            </p:cNvPr>
            <p:cNvSpPr>
              <a:spLocks noChangeShapeType="1"/>
            </p:cNvSpPr>
            <p:nvPr/>
          </p:nvSpPr>
          <p:spPr bwMode="auto">
            <a:xfrm flipV="1">
              <a:off x="2319" y="1587"/>
              <a:ext cx="0" cy="468"/>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21" name="Line 19">
              <a:extLst>
                <a:ext uri="{FF2B5EF4-FFF2-40B4-BE49-F238E27FC236}">
                  <a16:creationId xmlns:a16="http://schemas.microsoft.com/office/drawing/2014/main" id="{6821C24C-A3D3-4AB1-8AB7-13B48886B162}"/>
                </a:ext>
              </a:extLst>
            </p:cNvPr>
            <p:cNvSpPr>
              <a:spLocks noChangeShapeType="1"/>
            </p:cNvSpPr>
            <p:nvPr/>
          </p:nvSpPr>
          <p:spPr bwMode="auto">
            <a:xfrm>
              <a:off x="476" y="2398"/>
              <a:ext cx="2105" cy="0"/>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22" name="Freeform 20">
              <a:extLst>
                <a:ext uri="{FF2B5EF4-FFF2-40B4-BE49-F238E27FC236}">
                  <a16:creationId xmlns:a16="http://schemas.microsoft.com/office/drawing/2014/main" id="{343CF288-B6B2-4413-B565-7FA9D4A66B6E}"/>
                </a:ext>
              </a:extLst>
            </p:cNvPr>
            <p:cNvSpPr>
              <a:spLocks/>
            </p:cNvSpPr>
            <p:nvPr/>
          </p:nvSpPr>
          <p:spPr bwMode="auto">
            <a:xfrm>
              <a:off x="2499" y="2059"/>
              <a:ext cx="94" cy="341"/>
            </a:xfrm>
            <a:custGeom>
              <a:avLst/>
              <a:gdLst>
                <a:gd name="T0" fmla="*/ 0 w 180"/>
                <a:gd name="T1" fmla="*/ 0 h 720"/>
                <a:gd name="T2" fmla="*/ 180 w 180"/>
                <a:gd name="T3" fmla="*/ 180 h 720"/>
                <a:gd name="T4" fmla="*/ 0 w 180"/>
                <a:gd name="T5" fmla="*/ 540 h 720"/>
                <a:gd name="T6" fmla="*/ 180 w 180"/>
                <a:gd name="T7" fmla="*/ 720 h 720"/>
                <a:gd name="T8" fmla="*/ 0 60000 65536"/>
                <a:gd name="T9" fmla="*/ 0 60000 65536"/>
                <a:gd name="T10" fmla="*/ 0 60000 65536"/>
                <a:gd name="T11" fmla="*/ 0 60000 65536"/>
                <a:gd name="T12" fmla="*/ 0 w 180"/>
                <a:gd name="T13" fmla="*/ 0 h 720"/>
                <a:gd name="T14" fmla="*/ 180 w 180"/>
                <a:gd name="T15" fmla="*/ 720 h 720"/>
              </a:gdLst>
              <a:ahLst/>
              <a:cxnLst>
                <a:cxn ang="T8">
                  <a:pos x="T0" y="T1"/>
                </a:cxn>
                <a:cxn ang="T9">
                  <a:pos x="T2" y="T3"/>
                </a:cxn>
                <a:cxn ang="T10">
                  <a:pos x="T4" y="T5"/>
                </a:cxn>
                <a:cxn ang="T11">
                  <a:pos x="T6" y="T7"/>
                </a:cxn>
              </a:cxnLst>
              <a:rect l="T12" t="T13" r="T14" b="T15"/>
              <a:pathLst>
                <a:path w="180" h="720">
                  <a:moveTo>
                    <a:pt x="0" y="0"/>
                  </a:moveTo>
                  <a:cubicBezTo>
                    <a:pt x="90" y="45"/>
                    <a:pt x="180" y="90"/>
                    <a:pt x="180" y="180"/>
                  </a:cubicBezTo>
                  <a:cubicBezTo>
                    <a:pt x="180" y="270"/>
                    <a:pt x="0" y="450"/>
                    <a:pt x="0" y="540"/>
                  </a:cubicBezTo>
                  <a:cubicBezTo>
                    <a:pt x="0" y="630"/>
                    <a:pt x="180" y="690"/>
                    <a:pt x="180" y="720"/>
                  </a:cubicBezTo>
                </a:path>
              </a:pathLst>
            </a:custGeom>
            <a:noFill/>
            <a:ln w="22225">
              <a:solidFill>
                <a:srgbClr val="000000"/>
              </a:solidFill>
              <a:round/>
              <a:headEnd/>
              <a:tailEnd/>
            </a:ln>
          </p:spPr>
          <p:txBody>
            <a:bodyPr/>
            <a:lstStyle/>
            <a:p>
              <a:pPr eaLnBrk="1" hangingPunct="1">
                <a:defRPr/>
              </a:pPr>
              <a:endParaRPr lang="en-US" sz="1200">
                <a:latin typeface="+mj-lt"/>
              </a:endParaRPr>
            </a:p>
          </p:txBody>
        </p:sp>
        <p:sp>
          <p:nvSpPr>
            <p:cNvPr id="23" name="Freeform 21">
              <a:extLst>
                <a:ext uri="{FF2B5EF4-FFF2-40B4-BE49-F238E27FC236}">
                  <a16:creationId xmlns:a16="http://schemas.microsoft.com/office/drawing/2014/main" id="{FB132792-CE4A-40EF-90C3-B686436D5E05}"/>
                </a:ext>
              </a:extLst>
            </p:cNvPr>
            <p:cNvSpPr>
              <a:spLocks/>
            </p:cNvSpPr>
            <p:nvPr/>
          </p:nvSpPr>
          <p:spPr bwMode="auto">
            <a:xfrm rot="10800000">
              <a:off x="429" y="2059"/>
              <a:ext cx="94" cy="341"/>
            </a:xfrm>
            <a:custGeom>
              <a:avLst/>
              <a:gdLst>
                <a:gd name="T0" fmla="*/ 0 w 180"/>
                <a:gd name="T1" fmla="*/ 0 h 720"/>
                <a:gd name="T2" fmla="*/ 180 w 180"/>
                <a:gd name="T3" fmla="*/ 180 h 720"/>
                <a:gd name="T4" fmla="*/ 0 w 180"/>
                <a:gd name="T5" fmla="*/ 540 h 720"/>
                <a:gd name="T6" fmla="*/ 180 w 180"/>
                <a:gd name="T7" fmla="*/ 720 h 720"/>
                <a:gd name="T8" fmla="*/ 0 60000 65536"/>
                <a:gd name="T9" fmla="*/ 0 60000 65536"/>
                <a:gd name="T10" fmla="*/ 0 60000 65536"/>
                <a:gd name="T11" fmla="*/ 0 60000 65536"/>
                <a:gd name="T12" fmla="*/ 0 w 180"/>
                <a:gd name="T13" fmla="*/ 0 h 720"/>
                <a:gd name="T14" fmla="*/ 180 w 180"/>
                <a:gd name="T15" fmla="*/ 720 h 720"/>
              </a:gdLst>
              <a:ahLst/>
              <a:cxnLst>
                <a:cxn ang="T8">
                  <a:pos x="T0" y="T1"/>
                </a:cxn>
                <a:cxn ang="T9">
                  <a:pos x="T2" y="T3"/>
                </a:cxn>
                <a:cxn ang="T10">
                  <a:pos x="T4" y="T5"/>
                </a:cxn>
                <a:cxn ang="T11">
                  <a:pos x="T6" y="T7"/>
                </a:cxn>
              </a:cxnLst>
              <a:rect l="T12" t="T13" r="T14" b="T15"/>
              <a:pathLst>
                <a:path w="180" h="720">
                  <a:moveTo>
                    <a:pt x="0" y="0"/>
                  </a:moveTo>
                  <a:cubicBezTo>
                    <a:pt x="90" y="45"/>
                    <a:pt x="180" y="90"/>
                    <a:pt x="180" y="180"/>
                  </a:cubicBezTo>
                  <a:cubicBezTo>
                    <a:pt x="180" y="270"/>
                    <a:pt x="0" y="450"/>
                    <a:pt x="0" y="540"/>
                  </a:cubicBezTo>
                  <a:cubicBezTo>
                    <a:pt x="0" y="630"/>
                    <a:pt x="180" y="690"/>
                    <a:pt x="180" y="720"/>
                  </a:cubicBezTo>
                </a:path>
              </a:pathLst>
            </a:custGeom>
            <a:noFill/>
            <a:ln w="22225">
              <a:solidFill>
                <a:srgbClr val="000000"/>
              </a:solidFill>
              <a:round/>
              <a:headEnd/>
              <a:tailEnd/>
            </a:ln>
          </p:spPr>
          <p:txBody>
            <a:bodyPr/>
            <a:lstStyle/>
            <a:p>
              <a:pPr eaLnBrk="1" hangingPunct="1">
                <a:defRPr/>
              </a:pPr>
              <a:endParaRPr lang="en-US" sz="1200">
                <a:latin typeface="+mj-lt"/>
              </a:endParaRPr>
            </a:p>
          </p:txBody>
        </p:sp>
        <p:sp>
          <p:nvSpPr>
            <p:cNvPr id="24" name="Text Box 22">
              <a:extLst>
                <a:ext uri="{FF2B5EF4-FFF2-40B4-BE49-F238E27FC236}">
                  <a16:creationId xmlns:a16="http://schemas.microsoft.com/office/drawing/2014/main" id="{CBE4F02E-F7FC-4D84-9B02-F4350706D1D3}"/>
                </a:ext>
              </a:extLst>
            </p:cNvPr>
            <p:cNvSpPr txBox="1">
              <a:spLocks noChangeArrowheads="1"/>
            </p:cNvSpPr>
            <p:nvPr/>
          </p:nvSpPr>
          <p:spPr bwMode="auto">
            <a:xfrm>
              <a:off x="1275" y="1106"/>
              <a:ext cx="471" cy="181"/>
            </a:xfrm>
            <a:prstGeom prst="rect">
              <a:avLst/>
            </a:prstGeom>
            <a:noFill/>
            <a:ln w="22225">
              <a:noFill/>
              <a:miter lim="800000"/>
              <a:headEnd/>
              <a:tailEnd/>
            </a:ln>
          </p:spPr>
          <p:txBody>
            <a:bodyPr/>
            <a:lstStyle/>
            <a:p>
              <a:pPr eaLnBrk="1" hangingPunct="1">
                <a:defRPr/>
              </a:pPr>
              <a:r>
                <a:rPr lang="en-US" sz="1400">
                  <a:latin typeface="+mj-lt"/>
                </a:rPr>
                <a:t>20 V</a:t>
              </a:r>
              <a:endParaRPr lang="ru-RU" sz="1400">
                <a:latin typeface="+mj-lt"/>
              </a:endParaRPr>
            </a:p>
          </p:txBody>
        </p:sp>
        <p:sp>
          <p:nvSpPr>
            <p:cNvPr id="25" name="Line 23">
              <a:extLst>
                <a:ext uri="{FF2B5EF4-FFF2-40B4-BE49-F238E27FC236}">
                  <a16:creationId xmlns:a16="http://schemas.microsoft.com/office/drawing/2014/main" id="{8F90F15C-5C84-4A64-B1A7-B66B75952E41}"/>
                </a:ext>
              </a:extLst>
            </p:cNvPr>
            <p:cNvSpPr>
              <a:spLocks noChangeShapeType="1"/>
            </p:cNvSpPr>
            <p:nvPr/>
          </p:nvSpPr>
          <p:spPr bwMode="auto">
            <a:xfrm>
              <a:off x="336" y="1519"/>
              <a:ext cx="284" cy="0"/>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26" name="Line 24">
              <a:extLst>
                <a:ext uri="{FF2B5EF4-FFF2-40B4-BE49-F238E27FC236}">
                  <a16:creationId xmlns:a16="http://schemas.microsoft.com/office/drawing/2014/main" id="{E80FBF2D-959A-4EED-8749-EBE87006170E}"/>
                </a:ext>
              </a:extLst>
            </p:cNvPr>
            <p:cNvSpPr>
              <a:spLocks noChangeShapeType="1"/>
            </p:cNvSpPr>
            <p:nvPr/>
          </p:nvSpPr>
          <p:spPr bwMode="auto">
            <a:xfrm>
              <a:off x="336" y="1519"/>
              <a:ext cx="0" cy="91"/>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27" name="Oval 25">
              <a:extLst>
                <a:ext uri="{FF2B5EF4-FFF2-40B4-BE49-F238E27FC236}">
                  <a16:creationId xmlns:a16="http://schemas.microsoft.com/office/drawing/2014/main" id="{6C9B9F72-8B06-482C-ACCC-27120042D81C}"/>
                </a:ext>
              </a:extLst>
            </p:cNvPr>
            <p:cNvSpPr>
              <a:spLocks noChangeArrowheads="1"/>
            </p:cNvSpPr>
            <p:nvPr/>
          </p:nvSpPr>
          <p:spPr bwMode="auto">
            <a:xfrm>
              <a:off x="1479" y="1323"/>
              <a:ext cx="71" cy="70"/>
            </a:xfrm>
            <a:prstGeom prst="ellipse">
              <a:avLst/>
            </a:prstGeom>
            <a:solidFill>
              <a:srgbClr val="FFFFFF"/>
            </a:solidFill>
            <a:ln w="22225">
              <a:solidFill>
                <a:srgbClr val="000000"/>
              </a:solidFill>
              <a:round/>
              <a:headEnd/>
              <a:tailEnd/>
            </a:ln>
          </p:spPr>
          <p:txBody>
            <a:bodyPr/>
            <a:lstStyle/>
            <a:p>
              <a:pPr eaLnBrk="1" hangingPunct="1">
                <a:defRPr/>
              </a:pPr>
              <a:endParaRPr lang="en-US" sz="1200">
                <a:latin typeface="+mj-lt"/>
              </a:endParaRPr>
            </a:p>
          </p:txBody>
        </p:sp>
        <p:sp>
          <p:nvSpPr>
            <p:cNvPr id="28" name="Oval 26">
              <a:extLst>
                <a:ext uri="{FF2B5EF4-FFF2-40B4-BE49-F238E27FC236}">
                  <a16:creationId xmlns:a16="http://schemas.microsoft.com/office/drawing/2014/main" id="{8C21DACB-81CE-434B-B93F-5C589FCD0A5D}"/>
                </a:ext>
              </a:extLst>
            </p:cNvPr>
            <p:cNvSpPr>
              <a:spLocks noChangeArrowheads="1"/>
            </p:cNvSpPr>
            <p:nvPr/>
          </p:nvSpPr>
          <p:spPr bwMode="auto">
            <a:xfrm>
              <a:off x="2292" y="1530"/>
              <a:ext cx="71" cy="68"/>
            </a:xfrm>
            <a:prstGeom prst="ellipse">
              <a:avLst/>
            </a:prstGeom>
            <a:solidFill>
              <a:srgbClr val="FFFFFF"/>
            </a:solidFill>
            <a:ln w="22225">
              <a:solidFill>
                <a:srgbClr val="000000"/>
              </a:solidFill>
              <a:round/>
              <a:headEnd/>
              <a:tailEnd/>
            </a:ln>
          </p:spPr>
          <p:txBody>
            <a:bodyPr/>
            <a:lstStyle/>
            <a:p>
              <a:pPr eaLnBrk="1" hangingPunct="1">
                <a:defRPr/>
              </a:pPr>
              <a:endParaRPr lang="en-US" sz="1200">
                <a:latin typeface="+mj-lt"/>
              </a:endParaRPr>
            </a:p>
          </p:txBody>
        </p:sp>
        <p:sp>
          <p:nvSpPr>
            <p:cNvPr id="29" name="Text Box 27">
              <a:extLst>
                <a:ext uri="{FF2B5EF4-FFF2-40B4-BE49-F238E27FC236}">
                  <a16:creationId xmlns:a16="http://schemas.microsoft.com/office/drawing/2014/main" id="{30BCA5D9-2CCC-4BDF-8EB3-7BC60132E0BA}"/>
                </a:ext>
              </a:extLst>
            </p:cNvPr>
            <p:cNvSpPr txBox="1">
              <a:spLocks noChangeArrowheads="1"/>
            </p:cNvSpPr>
            <p:nvPr/>
          </p:nvSpPr>
          <p:spPr bwMode="auto">
            <a:xfrm>
              <a:off x="2090" y="1309"/>
              <a:ext cx="471" cy="180"/>
            </a:xfrm>
            <a:prstGeom prst="rect">
              <a:avLst/>
            </a:prstGeom>
            <a:noFill/>
            <a:ln w="22225">
              <a:noFill/>
              <a:miter lim="800000"/>
              <a:headEnd/>
              <a:tailEnd/>
            </a:ln>
          </p:spPr>
          <p:txBody>
            <a:bodyPr/>
            <a:lstStyle/>
            <a:p>
              <a:pPr eaLnBrk="1" hangingPunct="1">
                <a:defRPr/>
              </a:pPr>
              <a:r>
                <a:rPr lang="en-US" sz="1400" dirty="0">
                  <a:latin typeface="+mj-lt"/>
                </a:rPr>
                <a:t>20 V</a:t>
              </a:r>
              <a:endParaRPr lang="ru-RU" sz="1400" dirty="0">
                <a:latin typeface="+mj-lt"/>
              </a:endParaRPr>
            </a:p>
          </p:txBody>
        </p:sp>
        <p:grpSp>
          <p:nvGrpSpPr>
            <p:cNvPr id="89161" name="Group 28">
              <a:extLst>
                <a:ext uri="{FF2B5EF4-FFF2-40B4-BE49-F238E27FC236}">
                  <a16:creationId xmlns:a16="http://schemas.microsoft.com/office/drawing/2014/main" id="{104F11EA-9E03-C6FA-2411-4BC2CDBC7F3F}"/>
                </a:ext>
              </a:extLst>
            </p:cNvPr>
            <p:cNvGrpSpPr>
              <a:grpSpLocks/>
            </p:cNvGrpSpPr>
            <p:nvPr/>
          </p:nvGrpSpPr>
          <p:grpSpPr bwMode="auto">
            <a:xfrm>
              <a:off x="1740" y="1758"/>
              <a:ext cx="188" cy="180"/>
              <a:chOff x="8790" y="14130"/>
              <a:chExt cx="360" cy="360"/>
            </a:xfrm>
          </p:grpSpPr>
          <p:sp>
            <p:nvSpPr>
              <p:cNvPr id="46" name="Oval 29">
                <a:extLst>
                  <a:ext uri="{FF2B5EF4-FFF2-40B4-BE49-F238E27FC236}">
                    <a16:creationId xmlns:a16="http://schemas.microsoft.com/office/drawing/2014/main" id="{66D9DAD8-8FAA-4DCB-A1E9-BFD9229ED3B5}"/>
                  </a:ext>
                </a:extLst>
              </p:cNvPr>
              <p:cNvSpPr>
                <a:spLocks noChangeArrowheads="1"/>
              </p:cNvSpPr>
              <p:nvPr/>
            </p:nvSpPr>
            <p:spPr bwMode="auto">
              <a:xfrm>
                <a:off x="8901" y="14276"/>
                <a:ext cx="169" cy="169"/>
              </a:xfrm>
              <a:prstGeom prst="ellipse">
                <a:avLst/>
              </a:prstGeom>
              <a:solidFill>
                <a:srgbClr val="FFFFFF"/>
              </a:solidFill>
              <a:ln w="22225">
                <a:solidFill>
                  <a:srgbClr val="000000"/>
                </a:solidFill>
                <a:round/>
                <a:headEnd/>
                <a:tailEnd/>
              </a:ln>
            </p:spPr>
            <p:txBody>
              <a:bodyPr/>
              <a:lstStyle/>
              <a:p>
                <a:pPr eaLnBrk="1" hangingPunct="1">
                  <a:defRPr/>
                </a:pPr>
                <a:r>
                  <a:rPr lang="en-US" sz="1400">
                    <a:latin typeface="+mj-lt"/>
                  </a:rPr>
                  <a:t>-</a:t>
                </a:r>
                <a:endParaRPr lang="ru-RU" sz="1400">
                  <a:latin typeface="+mj-lt"/>
                </a:endParaRPr>
              </a:p>
            </p:txBody>
          </p:sp>
          <p:sp>
            <p:nvSpPr>
              <p:cNvPr id="47" name="Text Box 30">
                <a:extLst>
                  <a:ext uri="{FF2B5EF4-FFF2-40B4-BE49-F238E27FC236}">
                    <a16:creationId xmlns:a16="http://schemas.microsoft.com/office/drawing/2014/main" id="{A71EA578-AB60-468E-91C0-A86CCCB86DAE}"/>
                  </a:ext>
                </a:extLst>
              </p:cNvPr>
              <p:cNvSpPr txBox="1">
                <a:spLocks noChangeArrowheads="1"/>
              </p:cNvSpPr>
              <p:nvPr/>
            </p:nvSpPr>
            <p:spPr bwMode="auto">
              <a:xfrm>
                <a:off x="8790" y="14131"/>
                <a:ext cx="360" cy="360"/>
              </a:xfrm>
              <a:prstGeom prst="rect">
                <a:avLst/>
              </a:prstGeom>
              <a:noFill/>
              <a:ln w="22225">
                <a:noFill/>
                <a:miter lim="800000"/>
                <a:headEnd/>
                <a:tailEnd/>
              </a:ln>
            </p:spPr>
            <p:txBody>
              <a:bodyPr/>
              <a:lstStyle/>
              <a:p>
                <a:pPr eaLnBrk="1" hangingPunct="1">
                  <a:defRPr/>
                </a:pPr>
                <a:r>
                  <a:rPr lang="en-US" sz="1400">
                    <a:latin typeface="+mj-lt"/>
                  </a:rPr>
                  <a:t>-</a:t>
                </a:r>
                <a:endParaRPr lang="ru-RU" sz="1400">
                  <a:latin typeface="+mj-lt"/>
                </a:endParaRPr>
              </a:p>
            </p:txBody>
          </p:sp>
        </p:grpSp>
        <p:grpSp>
          <p:nvGrpSpPr>
            <p:cNvPr id="89162" name="Group 31">
              <a:extLst>
                <a:ext uri="{FF2B5EF4-FFF2-40B4-BE49-F238E27FC236}">
                  <a16:creationId xmlns:a16="http://schemas.microsoft.com/office/drawing/2014/main" id="{551A3A95-A99C-344C-47A8-0CFF1E17B2E7}"/>
                </a:ext>
              </a:extLst>
            </p:cNvPr>
            <p:cNvGrpSpPr>
              <a:grpSpLocks/>
            </p:cNvGrpSpPr>
            <p:nvPr/>
          </p:nvGrpSpPr>
          <p:grpSpPr bwMode="auto">
            <a:xfrm>
              <a:off x="1594" y="1761"/>
              <a:ext cx="188" cy="180"/>
              <a:chOff x="8790" y="14130"/>
              <a:chExt cx="360" cy="360"/>
            </a:xfrm>
          </p:grpSpPr>
          <p:sp>
            <p:nvSpPr>
              <p:cNvPr id="44" name="Oval 32">
                <a:extLst>
                  <a:ext uri="{FF2B5EF4-FFF2-40B4-BE49-F238E27FC236}">
                    <a16:creationId xmlns:a16="http://schemas.microsoft.com/office/drawing/2014/main" id="{792F2063-2AC4-4454-9492-44A2E8EA4326}"/>
                  </a:ext>
                </a:extLst>
              </p:cNvPr>
              <p:cNvSpPr>
                <a:spLocks noChangeArrowheads="1"/>
              </p:cNvSpPr>
              <p:nvPr/>
            </p:nvSpPr>
            <p:spPr bwMode="auto">
              <a:xfrm>
                <a:off x="8901" y="14275"/>
                <a:ext cx="169" cy="169"/>
              </a:xfrm>
              <a:prstGeom prst="ellipse">
                <a:avLst/>
              </a:prstGeom>
              <a:solidFill>
                <a:srgbClr val="FFFFFF"/>
              </a:solidFill>
              <a:ln w="22225">
                <a:solidFill>
                  <a:srgbClr val="000000"/>
                </a:solidFill>
                <a:round/>
                <a:headEnd/>
                <a:tailEnd/>
              </a:ln>
            </p:spPr>
            <p:txBody>
              <a:bodyPr/>
              <a:lstStyle/>
              <a:p>
                <a:pPr eaLnBrk="1" hangingPunct="1">
                  <a:defRPr/>
                </a:pPr>
                <a:r>
                  <a:rPr lang="en-US" sz="1400">
                    <a:latin typeface="+mj-lt"/>
                  </a:rPr>
                  <a:t>-</a:t>
                </a:r>
                <a:endParaRPr lang="ru-RU" sz="1400">
                  <a:latin typeface="+mj-lt"/>
                </a:endParaRPr>
              </a:p>
            </p:txBody>
          </p:sp>
          <p:sp>
            <p:nvSpPr>
              <p:cNvPr id="45" name="Text Box 33">
                <a:extLst>
                  <a:ext uri="{FF2B5EF4-FFF2-40B4-BE49-F238E27FC236}">
                    <a16:creationId xmlns:a16="http://schemas.microsoft.com/office/drawing/2014/main" id="{88B79961-057C-49DA-B0F4-BDF230403BBE}"/>
                  </a:ext>
                </a:extLst>
              </p:cNvPr>
              <p:cNvSpPr txBox="1">
                <a:spLocks noChangeArrowheads="1"/>
              </p:cNvSpPr>
              <p:nvPr/>
            </p:nvSpPr>
            <p:spPr bwMode="auto">
              <a:xfrm>
                <a:off x="8790" y="14130"/>
                <a:ext cx="360" cy="360"/>
              </a:xfrm>
              <a:prstGeom prst="rect">
                <a:avLst/>
              </a:prstGeom>
              <a:noFill/>
              <a:ln w="22225">
                <a:noFill/>
                <a:miter lim="800000"/>
                <a:headEnd/>
                <a:tailEnd/>
              </a:ln>
            </p:spPr>
            <p:txBody>
              <a:bodyPr/>
              <a:lstStyle/>
              <a:p>
                <a:pPr eaLnBrk="1" hangingPunct="1">
                  <a:defRPr/>
                </a:pPr>
                <a:r>
                  <a:rPr lang="en-US" sz="1400">
                    <a:latin typeface="+mj-lt"/>
                  </a:rPr>
                  <a:t>-</a:t>
                </a:r>
                <a:endParaRPr lang="ru-RU" sz="1400">
                  <a:latin typeface="+mj-lt"/>
                </a:endParaRPr>
              </a:p>
            </p:txBody>
          </p:sp>
        </p:grpSp>
        <p:grpSp>
          <p:nvGrpSpPr>
            <p:cNvPr id="89163" name="Group 34">
              <a:extLst>
                <a:ext uri="{FF2B5EF4-FFF2-40B4-BE49-F238E27FC236}">
                  <a16:creationId xmlns:a16="http://schemas.microsoft.com/office/drawing/2014/main" id="{82A8D532-45AB-2E40-1771-94EC8F7ED740}"/>
                </a:ext>
              </a:extLst>
            </p:cNvPr>
            <p:cNvGrpSpPr>
              <a:grpSpLocks/>
            </p:cNvGrpSpPr>
            <p:nvPr/>
          </p:nvGrpSpPr>
          <p:grpSpPr bwMode="auto">
            <a:xfrm>
              <a:off x="1121" y="1983"/>
              <a:ext cx="188" cy="180"/>
              <a:chOff x="8790" y="14130"/>
              <a:chExt cx="360" cy="360"/>
            </a:xfrm>
          </p:grpSpPr>
          <p:sp>
            <p:nvSpPr>
              <p:cNvPr id="42" name="Oval 35">
                <a:extLst>
                  <a:ext uri="{FF2B5EF4-FFF2-40B4-BE49-F238E27FC236}">
                    <a16:creationId xmlns:a16="http://schemas.microsoft.com/office/drawing/2014/main" id="{3288C0BA-4DE8-4F63-A45C-807D8BEDA598}"/>
                  </a:ext>
                </a:extLst>
              </p:cNvPr>
              <p:cNvSpPr>
                <a:spLocks noChangeArrowheads="1"/>
              </p:cNvSpPr>
              <p:nvPr/>
            </p:nvSpPr>
            <p:spPr bwMode="auto">
              <a:xfrm>
                <a:off x="8902" y="14275"/>
                <a:ext cx="169" cy="169"/>
              </a:xfrm>
              <a:prstGeom prst="ellipse">
                <a:avLst/>
              </a:prstGeom>
              <a:solidFill>
                <a:srgbClr val="FFFFFF"/>
              </a:solidFill>
              <a:ln w="22225">
                <a:solidFill>
                  <a:srgbClr val="000000"/>
                </a:solidFill>
                <a:round/>
                <a:headEnd/>
                <a:tailEnd/>
              </a:ln>
            </p:spPr>
            <p:txBody>
              <a:bodyPr/>
              <a:lstStyle/>
              <a:p>
                <a:pPr eaLnBrk="1" hangingPunct="1">
                  <a:defRPr/>
                </a:pPr>
                <a:r>
                  <a:rPr lang="en-US" sz="1400">
                    <a:latin typeface="+mj-lt"/>
                  </a:rPr>
                  <a:t>-</a:t>
                </a:r>
                <a:endParaRPr lang="ru-RU" sz="1400">
                  <a:latin typeface="+mj-lt"/>
                </a:endParaRPr>
              </a:p>
            </p:txBody>
          </p:sp>
          <p:sp>
            <p:nvSpPr>
              <p:cNvPr id="43" name="Text Box 36">
                <a:extLst>
                  <a:ext uri="{FF2B5EF4-FFF2-40B4-BE49-F238E27FC236}">
                    <a16:creationId xmlns:a16="http://schemas.microsoft.com/office/drawing/2014/main" id="{0AA7226F-CF00-4AC2-9F9C-04DD7762FD0F}"/>
                  </a:ext>
                </a:extLst>
              </p:cNvPr>
              <p:cNvSpPr txBox="1">
                <a:spLocks noChangeArrowheads="1"/>
              </p:cNvSpPr>
              <p:nvPr/>
            </p:nvSpPr>
            <p:spPr bwMode="auto">
              <a:xfrm>
                <a:off x="8791" y="14130"/>
                <a:ext cx="360" cy="360"/>
              </a:xfrm>
              <a:prstGeom prst="rect">
                <a:avLst/>
              </a:prstGeom>
              <a:noFill/>
              <a:ln w="22225">
                <a:noFill/>
                <a:miter lim="800000"/>
                <a:headEnd/>
                <a:tailEnd/>
              </a:ln>
            </p:spPr>
            <p:txBody>
              <a:bodyPr/>
              <a:lstStyle/>
              <a:p>
                <a:pPr eaLnBrk="1" hangingPunct="1">
                  <a:defRPr/>
                </a:pPr>
                <a:r>
                  <a:rPr lang="en-US" sz="1400">
                    <a:latin typeface="+mj-lt"/>
                  </a:rPr>
                  <a:t>-</a:t>
                </a:r>
                <a:endParaRPr lang="ru-RU" sz="1400">
                  <a:latin typeface="+mj-lt"/>
                </a:endParaRPr>
              </a:p>
            </p:txBody>
          </p:sp>
        </p:grpSp>
        <p:grpSp>
          <p:nvGrpSpPr>
            <p:cNvPr id="89164" name="Group 37">
              <a:extLst>
                <a:ext uri="{FF2B5EF4-FFF2-40B4-BE49-F238E27FC236}">
                  <a16:creationId xmlns:a16="http://schemas.microsoft.com/office/drawing/2014/main" id="{3B0DC762-EDB4-080D-81E5-036D8B317DA9}"/>
                </a:ext>
              </a:extLst>
            </p:cNvPr>
            <p:cNvGrpSpPr>
              <a:grpSpLocks/>
            </p:cNvGrpSpPr>
            <p:nvPr/>
          </p:nvGrpSpPr>
          <p:grpSpPr bwMode="auto">
            <a:xfrm>
              <a:off x="1227" y="1986"/>
              <a:ext cx="188" cy="180"/>
              <a:chOff x="8790" y="14130"/>
              <a:chExt cx="360" cy="360"/>
            </a:xfrm>
          </p:grpSpPr>
          <p:sp>
            <p:nvSpPr>
              <p:cNvPr id="40" name="Oval 38">
                <a:extLst>
                  <a:ext uri="{FF2B5EF4-FFF2-40B4-BE49-F238E27FC236}">
                    <a16:creationId xmlns:a16="http://schemas.microsoft.com/office/drawing/2014/main" id="{3672D746-6A95-4026-B66F-09EBA64A112E}"/>
                  </a:ext>
                </a:extLst>
              </p:cNvPr>
              <p:cNvSpPr>
                <a:spLocks noChangeArrowheads="1"/>
              </p:cNvSpPr>
              <p:nvPr/>
            </p:nvSpPr>
            <p:spPr bwMode="auto">
              <a:xfrm>
                <a:off x="8901" y="14274"/>
                <a:ext cx="169" cy="169"/>
              </a:xfrm>
              <a:prstGeom prst="ellipse">
                <a:avLst/>
              </a:prstGeom>
              <a:solidFill>
                <a:srgbClr val="FFFFFF"/>
              </a:solidFill>
              <a:ln w="22225">
                <a:solidFill>
                  <a:srgbClr val="000000"/>
                </a:solidFill>
                <a:round/>
                <a:headEnd/>
                <a:tailEnd/>
              </a:ln>
            </p:spPr>
            <p:txBody>
              <a:bodyPr/>
              <a:lstStyle/>
              <a:p>
                <a:pPr eaLnBrk="1" hangingPunct="1">
                  <a:defRPr/>
                </a:pPr>
                <a:r>
                  <a:rPr lang="en-US" sz="1400">
                    <a:latin typeface="+mj-lt"/>
                  </a:rPr>
                  <a:t>-</a:t>
                </a:r>
                <a:endParaRPr lang="ru-RU" sz="1400">
                  <a:latin typeface="+mj-lt"/>
                </a:endParaRPr>
              </a:p>
            </p:txBody>
          </p:sp>
          <p:sp>
            <p:nvSpPr>
              <p:cNvPr id="41" name="Text Box 39">
                <a:extLst>
                  <a:ext uri="{FF2B5EF4-FFF2-40B4-BE49-F238E27FC236}">
                    <a16:creationId xmlns:a16="http://schemas.microsoft.com/office/drawing/2014/main" id="{92B6D7BE-FFF7-477E-9B67-840AA12BFA07}"/>
                  </a:ext>
                </a:extLst>
              </p:cNvPr>
              <p:cNvSpPr txBox="1">
                <a:spLocks noChangeArrowheads="1"/>
              </p:cNvSpPr>
              <p:nvPr/>
            </p:nvSpPr>
            <p:spPr bwMode="auto">
              <a:xfrm>
                <a:off x="8790" y="14129"/>
                <a:ext cx="360" cy="360"/>
              </a:xfrm>
              <a:prstGeom prst="rect">
                <a:avLst/>
              </a:prstGeom>
              <a:noFill/>
              <a:ln w="22225">
                <a:noFill/>
                <a:miter lim="800000"/>
                <a:headEnd/>
                <a:tailEnd/>
              </a:ln>
            </p:spPr>
            <p:txBody>
              <a:bodyPr/>
              <a:lstStyle/>
              <a:p>
                <a:pPr eaLnBrk="1" hangingPunct="1">
                  <a:defRPr/>
                </a:pPr>
                <a:r>
                  <a:rPr lang="en-US" sz="1400">
                    <a:latin typeface="+mj-lt"/>
                  </a:rPr>
                  <a:t>-</a:t>
                </a:r>
                <a:endParaRPr lang="ru-RU" sz="1400">
                  <a:latin typeface="+mj-lt"/>
                </a:endParaRPr>
              </a:p>
            </p:txBody>
          </p:sp>
        </p:grpSp>
        <p:grpSp>
          <p:nvGrpSpPr>
            <p:cNvPr id="89165" name="Group 40">
              <a:extLst>
                <a:ext uri="{FF2B5EF4-FFF2-40B4-BE49-F238E27FC236}">
                  <a16:creationId xmlns:a16="http://schemas.microsoft.com/office/drawing/2014/main" id="{04398AB7-4B8B-188E-3CEC-15BF97579BD8}"/>
                </a:ext>
              </a:extLst>
            </p:cNvPr>
            <p:cNvGrpSpPr>
              <a:grpSpLocks/>
            </p:cNvGrpSpPr>
            <p:nvPr/>
          </p:nvGrpSpPr>
          <p:grpSpPr bwMode="auto">
            <a:xfrm>
              <a:off x="1334" y="1989"/>
              <a:ext cx="188" cy="180"/>
              <a:chOff x="8790" y="14130"/>
              <a:chExt cx="360" cy="360"/>
            </a:xfrm>
          </p:grpSpPr>
          <p:sp>
            <p:nvSpPr>
              <p:cNvPr id="38" name="Oval 41">
                <a:extLst>
                  <a:ext uri="{FF2B5EF4-FFF2-40B4-BE49-F238E27FC236}">
                    <a16:creationId xmlns:a16="http://schemas.microsoft.com/office/drawing/2014/main" id="{288348D4-29E6-4596-AE54-268C6F498AD9}"/>
                  </a:ext>
                </a:extLst>
              </p:cNvPr>
              <p:cNvSpPr>
                <a:spLocks noChangeArrowheads="1"/>
              </p:cNvSpPr>
              <p:nvPr/>
            </p:nvSpPr>
            <p:spPr bwMode="auto">
              <a:xfrm>
                <a:off x="8902" y="14275"/>
                <a:ext cx="169" cy="169"/>
              </a:xfrm>
              <a:prstGeom prst="ellipse">
                <a:avLst/>
              </a:prstGeom>
              <a:solidFill>
                <a:srgbClr val="FFFFFF"/>
              </a:solidFill>
              <a:ln w="22225">
                <a:solidFill>
                  <a:srgbClr val="000000"/>
                </a:solidFill>
                <a:round/>
                <a:headEnd/>
                <a:tailEnd/>
              </a:ln>
            </p:spPr>
            <p:txBody>
              <a:bodyPr/>
              <a:lstStyle/>
              <a:p>
                <a:pPr eaLnBrk="1" hangingPunct="1">
                  <a:defRPr/>
                </a:pPr>
                <a:r>
                  <a:rPr lang="en-US" sz="1400">
                    <a:latin typeface="+mj-lt"/>
                  </a:rPr>
                  <a:t>-</a:t>
                </a:r>
                <a:endParaRPr lang="ru-RU" sz="1400">
                  <a:latin typeface="+mj-lt"/>
                </a:endParaRPr>
              </a:p>
            </p:txBody>
          </p:sp>
          <p:sp>
            <p:nvSpPr>
              <p:cNvPr id="39" name="Text Box 42">
                <a:extLst>
                  <a:ext uri="{FF2B5EF4-FFF2-40B4-BE49-F238E27FC236}">
                    <a16:creationId xmlns:a16="http://schemas.microsoft.com/office/drawing/2014/main" id="{50885BDF-145A-41ED-9844-449B35F59744}"/>
                  </a:ext>
                </a:extLst>
              </p:cNvPr>
              <p:cNvSpPr txBox="1">
                <a:spLocks noChangeArrowheads="1"/>
              </p:cNvSpPr>
              <p:nvPr/>
            </p:nvSpPr>
            <p:spPr bwMode="auto">
              <a:xfrm>
                <a:off x="8791" y="14130"/>
                <a:ext cx="360" cy="360"/>
              </a:xfrm>
              <a:prstGeom prst="rect">
                <a:avLst/>
              </a:prstGeom>
              <a:noFill/>
              <a:ln w="22225">
                <a:noFill/>
                <a:miter lim="800000"/>
                <a:headEnd/>
                <a:tailEnd/>
              </a:ln>
            </p:spPr>
            <p:txBody>
              <a:bodyPr/>
              <a:lstStyle/>
              <a:p>
                <a:pPr eaLnBrk="1" hangingPunct="1">
                  <a:defRPr/>
                </a:pPr>
                <a:r>
                  <a:rPr lang="en-US" sz="1400">
                    <a:latin typeface="+mj-lt"/>
                  </a:rPr>
                  <a:t>-</a:t>
                </a:r>
                <a:endParaRPr lang="ru-RU" sz="1400">
                  <a:latin typeface="+mj-lt"/>
                </a:endParaRPr>
              </a:p>
            </p:txBody>
          </p:sp>
        </p:grpSp>
        <p:sp>
          <p:nvSpPr>
            <p:cNvPr id="35" name="Line 43">
              <a:extLst>
                <a:ext uri="{FF2B5EF4-FFF2-40B4-BE49-F238E27FC236}">
                  <a16:creationId xmlns:a16="http://schemas.microsoft.com/office/drawing/2014/main" id="{E48265C1-E22D-4C88-BC47-644B5AE362D5}"/>
                </a:ext>
              </a:extLst>
            </p:cNvPr>
            <p:cNvSpPr>
              <a:spLocks noChangeShapeType="1"/>
            </p:cNvSpPr>
            <p:nvPr/>
          </p:nvSpPr>
          <p:spPr bwMode="auto">
            <a:xfrm flipV="1">
              <a:off x="1495" y="1947"/>
              <a:ext cx="220" cy="157"/>
            </a:xfrm>
            <a:prstGeom prst="line">
              <a:avLst/>
            </a:prstGeom>
            <a:noFill/>
            <a:ln w="22225">
              <a:solidFill>
                <a:srgbClr val="000000"/>
              </a:solidFill>
              <a:round/>
              <a:headEnd/>
              <a:tailEnd type="triangle" w="med" len="med"/>
            </a:ln>
          </p:spPr>
          <p:txBody>
            <a:bodyPr/>
            <a:lstStyle/>
            <a:p>
              <a:pPr eaLnBrk="1" hangingPunct="1">
                <a:defRPr/>
              </a:pPr>
              <a:endParaRPr lang="en-US" sz="1200">
                <a:latin typeface="+mj-lt"/>
              </a:endParaRPr>
            </a:p>
          </p:txBody>
        </p:sp>
        <p:sp>
          <p:nvSpPr>
            <p:cNvPr id="36" name="Text Box 44">
              <a:extLst>
                <a:ext uri="{FF2B5EF4-FFF2-40B4-BE49-F238E27FC236}">
                  <a16:creationId xmlns:a16="http://schemas.microsoft.com/office/drawing/2014/main" id="{063C7E3B-9F3F-4708-A0C5-E16AFC0EBDB4}"/>
                </a:ext>
              </a:extLst>
            </p:cNvPr>
            <p:cNvSpPr txBox="1">
              <a:spLocks noChangeArrowheads="1"/>
            </p:cNvSpPr>
            <p:nvPr/>
          </p:nvSpPr>
          <p:spPr bwMode="auto">
            <a:xfrm>
              <a:off x="2248" y="2015"/>
              <a:ext cx="377" cy="180"/>
            </a:xfrm>
            <a:prstGeom prst="rect">
              <a:avLst/>
            </a:prstGeom>
            <a:noFill/>
            <a:ln w="22225">
              <a:noFill/>
              <a:miter lim="800000"/>
              <a:headEnd/>
              <a:tailEnd/>
            </a:ln>
          </p:spPr>
          <p:txBody>
            <a:bodyPr/>
            <a:lstStyle/>
            <a:p>
              <a:pPr eaLnBrk="1" hangingPunct="1">
                <a:defRPr/>
              </a:pPr>
              <a:r>
                <a:rPr lang="en-US" sz="1400">
                  <a:latin typeface="+mj-lt"/>
                </a:rPr>
                <a:t>D</a:t>
              </a:r>
              <a:endParaRPr lang="ru-RU" sz="1400">
                <a:latin typeface="+mj-lt"/>
              </a:endParaRPr>
            </a:p>
          </p:txBody>
        </p:sp>
        <p:sp>
          <p:nvSpPr>
            <p:cNvPr id="37" name="Text Box 45">
              <a:extLst>
                <a:ext uri="{FF2B5EF4-FFF2-40B4-BE49-F238E27FC236}">
                  <a16:creationId xmlns:a16="http://schemas.microsoft.com/office/drawing/2014/main" id="{CDDD98D5-4EA6-4E2E-AB12-DD04A7B1CFB5}"/>
                </a:ext>
              </a:extLst>
            </p:cNvPr>
            <p:cNvSpPr txBox="1">
              <a:spLocks noChangeArrowheads="1"/>
            </p:cNvSpPr>
            <p:nvPr/>
          </p:nvSpPr>
          <p:spPr bwMode="auto">
            <a:xfrm>
              <a:off x="543" y="2031"/>
              <a:ext cx="377" cy="180"/>
            </a:xfrm>
            <a:prstGeom prst="rect">
              <a:avLst/>
            </a:prstGeom>
            <a:noFill/>
            <a:ln w="22225">
              <a:noFill/>
              <a:miter lim="800000"/>
              <a:headEnd/>
              <a:tailEnd/>
            </a:ln>
          </p:spPr>
          <p:txBody>
            <a:bodyPr/>
            <a:lstStyle/>
            <a:p>
              <a:pPr eaLnBrk="1" hangingPunct="1">
                <a:defRPr/>
              </a:pPr>
              <a:r>
                <a:rPr lang="en-US" sz="1400">
                  <a:latin typeface="+mj-lt"/>
                </a:rPr>
                <a:t>S</a:t>
              </a:r>
              <a:endParaRPr lang="ru-RU" sz="1400">
                <a:latin typeface="+mj-lt"/>
              </a:endParaRPr>
            </a:p>
          </p:txBody>
        </p:sp>
      </p:grpSp>
      <p:grpSp>
        <p:nvGrpSpPr>
          <p:cNvPr id="89093" name="Group 46">
            <a:extLst>
              <a:ext uri="{FF2B5EF4-FFF2-40B4-BE49-F238E27FC236}">
                <a16:creationId xmlns:a16="http://schemas.microsoft.com/office/drawing/2014/main" id="{DA2B992E-98E2-7718-CEC3-0AEF882BFB1D}"/>
              </a:ext>
            </a:extLst>
          </p:cNvPr>
          <p:cNvGrpSpPr>
            <a:grpSpLocks/>
          </p:cNvGrpSpPr>
          <p:nvPr/>
        </p:nvGrpSpPr>
        <p:grpSpPr bwMode="auto">
          <a:xfrm>
            <a:off x="5953125" y="1844675"/>
            <a:ext cx="3106738" cy="1703388"/>
            <a:chOff x="2964" y="1104"/>
            <a:chExt cx="2268" cy="1296"/>
          </a:xfrm>
        </p:grpSpPr>
        <p:sp>
          <p:nvSpPr>
            <p:cNvPr id="49" name="AutoShape 47">
              <a:extLst>
                <a:ext uri="{FF2B5EF4-FFF2-40B4-BE49-F238E27FC236}">
                  <a16:creationId xmlns:a16="http://schemas.microsoft.com/office/drawing/2014/main" id="{9DC1B6A3-86D8-425D-9AA2-985B77989C18}"/>
                </a:ext>
              </a:extLst>
            </p:cNvPr>
            <p:cNvSpPr>
              <a:spLocks noChangeArrowheads="1"/>
            </p:cNvSpPr>
            <p:nvPr/>
          </p:nvSpPr>
          <p:spPr bwMode="auto">
            <a:xfrm rot="10800000">
              <a:off x="2964" y="1608"/>
              <a:ext cx="82" cy="92"/>
            </a:xfrm>
            <a:prstGeom prst="triangle">
              <a:avLst>
                <a:gd name="adj" fmla="val 50000"/>
              </a:avLst>
            </a:prstGeom>
            <a:noFill/>
            <a:ln w="22225">
              <a:solidFill>
                <a:srgbClr val="000000"/>
              </a:solidFill>
              <a:miter lim="800000"/>
              <a:headEnd/>
              <a:tailEnd/>
            </a:ln>
          </p:spPr>
          <p:txBody>
            <a:bodyPr/>
            <a:lstStyle/>
            <a:p>
              <a:pPr eaLnBrk="1" hangingPunct="1">
                <a:defRPr/>
              </a:pPr>
              <a:endParaRPr lang="en-US" sz="1200">
                <a:latin typeface="+mj-lt"/>
              </a:endParaRPr>
            </a:p>
          </p:txBody>
        </p:sp>
        <p:sp>
          <p:nvSpPr>
            <p:cNvPr id="50" name="Freeform 48">
              <a:extLst>
                <a:ext uri="{FF2B5EF4-FFF2-40B4-BE49-F238E27FC236}">
                  <a16:creationId xmlns:a16="http://schemas.microsoft.com/office/drawing/2014/main" id="{F3575ADD-0793-49DA-A2C6-22358C3A486A}"/>
                </a:ext>
              </a:extLst>
            </p:cNvPr>
            <p:cNvSpPr>
              <a:spLocks/>
            </p:cNvSpPr>
            <p:nvPr/>
          </p:nvSpPr>
          <p:spPr bwMode="auto">
            <a:xfrm>
              <a:off x="3114" y="1522"/>
              <a:ext cx="1830" cy="178"/>
            </a:xfrm>
            <a:custGeom>
              <a:avLst/>
              <a:gdLst>
                <a:gd name="T0" fmla="*/ 0 w 3480"/>
                <a:gd name="T1" fmla="*/ 277 h 307"/>
                <a:gd name="T2" fmla="*/ 540 w 3480"/>
                <a:gd name="T3" fmla="*/ 277 h 307"/>
                <a:gd name="T4" fmla="*/ 1080 w 3480"/>
                <a:gd name="T5" fmla="*/ 97 h 307"/>
                <a:gd name="T6" fmla="*/ 1644 w 3480"/>
                <a:gd name="T7" fmla="*/ 0 h 307"/>
                <a:gd name="T8" fmla="*/ 2340 w 3480"/>
                <a:gd name="T9" fmla="*/ 97 h 307"/>
                <a:gd name="T10" fmla="*/ 2880 w 3480"/>
                <a:gd name="T11" fmla="*/ 277 h 307"/>
                <a:gd name="T12" fmla="*/ 3420 w 3480"/>
                <a:gd name="T13" fmla="*/ 277 h 307"/>
                <a:gd name="T14" fmla="*/ 3240 w 3480"/>
                <a:gd name="T15" fmla="*/ 277 h 307"/>
                <a:gd name="T16" fmla="*/ 0 60000 65536"/>
                <a:gd name="T17" fmla="*/ 0 60000 65536"/>
                <a:gd name="T18" fmla="*/ 0 60000 65536"/>
                <a:gd name="T19" fmla="*/ 0 60000 65536"/>
                <a:gd name="T20" fmla="*/ 0 60000 65536"/>
                <a:gd name="T21" fmla="*/ 0 60000 65536"/>
                <a:gd name="T22" fmla="*/ 0 60000 65536"/>
                <a:gd name="T23" fmla="*/ 0 60000 65536"/>
                <a:gd name="T24" fmla="*/ 0 w 3480"/>
                <a:gd name="T25" fmla="*/ 0 h 307"/>
                <a:gd name="T26" fmla="*/ 3480 w 3480"/>
                <a:gd name="T27" fmla="*/ 307 h 30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80" h="307">
                  <a:moveTo>
                    <a:pt x="0" y="277"/>
                  </a:moveTo>
                  <a:cubicBezTo>
                    <a:pt x="180" y="292"/>
                    <a:pt x="360" y="307"/>
                    <a:pt x="540" y="277"/>
                  </a:cubicBezTo>
                  <a:cubicBezTo>
                    <a:pt x="720" y="247"/>
                    <a:pt x="896" y="143"/>
                    <a:pt x="1080" y="97"/>
                  </a:cubicBezTo>
                  <a:cubicBezTo>
                    <a:pt x="1264" y="51"/>
                    <a:pt x="1434" y="0"/>
                    <a:pt x="1644" y="0"/>
                  </a:cubicBezTo>
                  <a:cubicBezTo>
                    <a:pt x="1854" y="0"/>
                    <a:pt x="2134" y="51"/>
                    <a:pt x="2340" y="97"/>
                  </a:cubicBezTo>
                  <a:cubicBezTo>
                    <a:pt x="2546" y="143"/>
                    <a:pt x="2700" y="247"/>
                    <a:pt x="2880" y="277"/>
                  </a:cubicBezTo>
                  <a:cubicBezTo>
                    <a:pt x="3060" y="307"/>
                    <a:pt x="3360" y="277"/>
                    <a:pt x="3420" y="277"/>
                  </a:cubicBezTo>
                  <a:cubicBezTo>
                    <a:pt x="3480" y="277"/>
                    <a:pt x="3270" y="277"/>
                    <a:pt x="3240" y="277"/>
                  </a:cubicBezTo>
                </a:path>
              </a:pathLst>
            </a:custGeom>
            <a:noFill/>
            <a:ln w="22225">
              <a:solidFill>
                <a:srgbClr val="000000"/>
              </a:solidFill>
              <a:round/>
              <a:headEnd/>
              <a:tailEnd/>
            </a:ln>
          </p:spPr>
          <p:txBody>
            <a:bodyPr/>
            <a:lstStyle/>
            <a:p>
              <a:pPr eaLnBrk="1" hangingPunct="1">
                <a:defRPr/>
              </a:pPr>
              <a:endParaRPr lang="en-US" sz="1200">
                <a:latin typeface="+mj-lt"/>
              </a:endParaRPr>
            </a:p>
          </p:txBody>
        </p:sp>
        <p:sp>
          <p:nvSpPr>
            <p:cNvPr id="51" name="Line 49">
              <a:extLst>
                <a:ext uri="{FF2B5EF4-FFF2-40B4-BE49-F238E27FC236}">
                  <a16:creationId xmlns:a16="http://schemas.microsoft.com/office/drawing/2014/main" id="{EF52A33B-2A75-45A2-B4CF-E422893083F0}"/>
                </a:ext>
              </a:extLst>
            </p:cNvPr>
            <p:cNvSpPr>
              <a:spLocks noChangeShapeType="1"/>
            </p:cNvSpPr>
            <p:nvPr/>
          </p:nvSpPr>
          <p:spPr bwMode="auto">
            <a:xfrm>
              <a:off x="3114" y="1696"/>
              <a:ext cx="0" cy="361"/>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52" name="Line 50">
              <a:extLst>
                <a:ext uri="{FF2B5EF4-FFF2-40B4-BE49-F238E27FC236}">
                  <a16:creationId xmlns:a16="http://schemas.microsoft.com/office/drawing/2014/main" id="{DEF84D9F-6CAB-4926-A7BD-17CEE3991B77}"/>
                </a:ext>
              </a:extLst>
            </p:cNvPr>
            <p:cNvSpPr>
              <a:spLocks noChangeShapeType="1"/>
            </p:cNvSpPr>
            <p:nvPr/>
          </p:nvSpPr>
          <p:spPr bwMode="auto">
            <a:xfrm>
              <a:off x="4921" y="1681"/>
              <a:ext cx="0" cy="373"/>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53" name="Line 51">
              <a:extLst>
                <a:ext uri="{FF2B5EF4-FFF2-40B4-BE49-F238E27FC236}">
                  <a16:creationId xmlns:a16="http://schemas.microsoft.com/office/drawing/2014/main" id="{325A7B76-C53F-499E-BAE1-60B116644F89}"/>
                </a:ext>
              </a:extLst>
            </p:cNvPr>
            <p:cNvSpPr>
              <a:spLocks noChangeShapeType="1"/>
            </p:cNvSpPr>
            <p:nvPr/>
          </p:nvSpPr>
          <p:spPr bwMode="auto">
            <a:xfrm>
              <a:off x="3115" y="2056"/>
              <a:ext cx="1800" cy="0"/>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54" name="Rectangle 52">
              <a:extLst>
                <a:ext uri="{FF2B5EF4-FFF2-40B4-BE49-F238E27FC236}">
                  <a16:creationId xmlns:a16="http://schemas.microsoft.com/office/drawing/2014/main" id="{129BBEC1-28C0-44D2-9004-F8C1EF0700E1}"/>
                </a:ext>
              </a:extLst>
            </p:cNvPr>
            <p:cNvSpPr>
              <a:spLocks noChangeArrowheads="1"/>
            </p:cNvSpPr>
            <p:nvPr/>
          </p:nvSpPr>
          <p:spPr bwMode="auto">
            <a:xfrm>
              <a:off x="3689" y="1651"/>
              <a:ext cx="692" cy="89"/>
            </a:xfrm>
            <a:prstGeom prst="rect">
              <a:avLst/>
            </a:prstGeom>
            <a:solidFill>
              <a:srgbClr val="969696"/>
            </a:solidFill>
            <a:ln w="22225">
              <a:solidFill>
                <a:srgbClr val="000000"/>
              </a:solidFill>
              <a:miter lim="800000"/>
              <a:headEnd/>
              <a:tailEnd/>
            </a:ln>
          </p:spPr>
          <p:txBody>
            <a:bodyPr/>
            <a:lstStyle/>
            <a:p>
              <a:pPr eaLnBrk="1" hangingPunct="1">
                <a:defRPr/>
              </a:pPr>
              <a:endParaRPr lang="en-US" sz="1200">
                <a:latin typeface="+mj-lt"/>
              </a:endParaRPr>
            </a:p>
          </p:txBody>
        </p:sp>
        <p:sp>
          <p:nvSpPr>
            <p:cNvPr id="55" name="Rectangle 53">
              <a:extLst>
                <a:ext uri="{FF2B5EF4-FFF2-40B4-BE49-F238E27FC236}">
                  <a16:creationId xmlns:a16="http://schemas.microsoft.com/office/drawing/2014/main" id="{FD3DB55D-B7DE-4D20-ACB0-A827A7392BC7}"/>
                </a:ext>
              </a:extLst>
            </p:cNvPr>
            <p:cNvSpPr>
              <a:spLocks noChangeArrowheads="1"/>
            </p:cNvSpPr>
            <p:nvPr/>
          </p:nvSpPr>
          <p:spPr bwMode="auto">
            <a:xfrm>
              <a:off x="3691" y="1832"/>
              <a:ext cx="692" cy="88"/>
            </a:xfrm>
            <a:prstGeom prst="rect">
              <a:avLst/>
            </a:prstGeom>
            <a:solidFill>
              <a:srgbClr val="969696"/>
            </a:solidFill>
            <a:ln w="22225">
              <a:solidFill>
                <a:srgbClr val="000000"/>
              </a:solidFill>
              <a:miter lim="800000"/>
              <a:headEnd/>
              <a:tailEnd/>
            </a:ln>
          </p:spPr>
          <p:txBody>
            <a:bodyPr/>
            <a:lstStyle/>
            <a:p>
              <a:pPr eaLnBrk="1" hangingPunct="1">
                <a:defRPr/>
              </a:pPr>
              <a:endParaRPr lang="en-US" sz="1200">
                <a:latin typeface="+mj-lt"/>
              </a:endParaRPr>
            </a:p>
          </p:txBody>
        </p:sp>
        <p:sp>
          <p:nvSpPr>
            <p:cNvPr id="56" name="Freeform 54">
              <a:extLst>
                <a:ext uri="{FF2B5EF4-FFF2-40B4-BE49-F238E27FC236}">
                  <a16:creationId xmlns:a16="http://schemas.microsoft.com/office/drawing/2014/main" id="{AD59984A-DE88-4F0F-9B54-9A8C4ABF431A}"/>
                </a:ext>
              </a:extLst>
            </p:cNvPr>
            <p:cNvSpPr>
              <a:spLocks/>
            </p:cNvSpPr>
            <p:nvPr/>
          </p:nvSpPr>
          <p:spPr bwMode="auto">
            <a:xfrm>
              <a:off x="3108" y="2053"/>
              <a:ext cx="619" cy="175"/>
            </a:xfrm>
            <a:custGeom>
              <a:avLst/>
              <a:gdLst>
                <a:gd name="T0" fmla="*/ 1290 w 1296"/>
                <a:gd name="T1" fmla="*/ 0 h 285"/>
                <a:gd name="T2" fmla="*/ 1260 w 1296"/>
                <a:gd name="T3" fmla="*/ 165 h 285"/>
                <a:gd name="T4" fmla="*/ 1080 w 1296"/>
                <a:gd name="T5" fmla="*/ 225 h 285"/>
                <a:gd name="T6" fmla="*/ 660 w 1296"/>
                <a:gd name="T7" fmla="*/ 285 h 285"/>
                <a:gd name="T8" fmla="*/ 0 w 1296"/>
                <a:gd name="T9" fmla="*/ 270 h 285"/>
                <a:gd name="T10" fmla="*/ 0 60000 65536"/>
                <a:gd name="T11" fmla="*/ 0 60000 65536"/>
                <a:gd name="T12" fmla="*/ 0 60000 65536"/>
                <a:gd name="T13" fmla="*/ 0 60000 65536"/>
                <a:gd name="T14" fmla="*/ 0 60000 65536"/>
                <a:gd name="T15" fmla="*/ 0 w 1296"/>
                <a:gd name="T16" fmla="*/ 0 h 285"/>
                <a:gd name="T17" fmla="*/ 1296 w 1296"/>
                <a:gd name="T18" fmla="*/ 285 h 285"/>
              </a:gdLst>
              <a:ahLst/>
              <a:cxnLst>
                <a:cxn ang="T10">
                  <a:pos x="T0" y="T1"/>
                </a:cxn>
                <a:cxn ang="T11">
                  <a:pos x="T2" y="T3"/>
                </a:cxn>
                <a:cxn ang="T12">
                  <a:pos x="T4" y="T5"/>
                </a:cxn>
                <a:cxn ang="T13">
                  <a:pos x="T6" y="T7"/>
                </a:cxn>
                <a:cxn ang="T14">
                  <a:pos x="T8" y="T9"/>
                </a:cxn>
              </a:cxnLst>
              <a:rect l="T15" t="T16" r="T17" b="T18"/>
              <a:pathLst>
                <a:path w="1296" h="285">
                  <a:moveTo>
                    <a:pt x="1290" y="0"/>
                  </a:moveTo>
                  <a:cubicBezTo>
                    <a:pt x="1282" y="55"/>
                    <a:pt x="1296" y="122"/>
                    <a:pt x="1260" y="165"/>
                  </a:cubicBezTo>
                  <a:cubicBezTo>
                    <a:pt x="1234" y="196"/>
                    <a:pt x="1090" y="222"/>
                    <a:pt x="1080" y="225"/>
                  </a:cubicBezTo>
                  <a:cubicBezTo>
                    <a:pt x="940" y="265"/>
                    <a:pt x="807" y="273"/>
                    <a:pt x="660" y="285"/>
                  </a:cubicBezTo>
                  <a:cubicBezTo>
                    <a:pt x="440" y="280"/>
                    <a:pt x="0" y="270"/>
                    <a:pt x="0" y="270"/>
                  </a:cubicBezTo>
                </a:path>
              </a:pathLst>
            </a:custGeom>
            <a:noFill/>
            <a:ln w="22225">
              <a:solidFill>
                <a:srgbClr val="000000"/>
              </a:solidFill>
              <a:round/>
              <a:headEnd/>
              <a:tailEnd/>
            </a:ln>
          </p:spPr>
          <p:txBody>
            <a:bodyPr/>
            <a:lstStyle/>
            <a:p>
              <a:pPr eaLnBrk="1" hangingPunct="1">
                <a:defRPr/>
              </a:pPr>
              <a:endParaRPr lang="en-US" sz="1200">
                <a:latin typeface="+mj-lt"/>
              </a:endParaRPr>
            </a:p>
          </p:txBody>
        </p:sp>
        <p:sp>
          <p:nvSpPr>
            <p:cNvPr id="57" name="Freeform 55">
              <a:extLst>
                <a:ext uri="{FF2B5EF4-FFF2-40B4-BE49-F238E27FC236}">
                  <a16:creationId xmlns:a16="http://schemas.microsoft.com/office/drawing/2014/main" id="{22C47474-DCEC-4F1F-A150-1CD436D3B2D9}"/>
                </a:ext>
              </a:extLst>
            </p:cNvPr>
            <p:cNvSpPr>
              <a:spLocks/>
            </p:cNvSpPr>
            <p:nvPr/>
          </p:nvSpPr>
          <p:spPr bwMode="auto">
            <a:xfrm flipH="1">
              <a:off x="4310" y="2053"/>
              <a:ext cx="634" cy="186"/>
            </a:xfrm>
            <a:custGeom>
              <a:avLst/>
              <a:gdLst>
                <a:gd name="T0" fmla="*/ 1290 w 1296"/>
                <a:gd name="T1" fmla="*/ 0 h 285"/>
                <a:gd name="T2" fmla="*/ 1260 w 1296"/>
                <a:gd name="T3" fmla="*/ 165 h 285"/>
                <a:gd name="T4" fmla="*/ 1080 w 1296"/>
                <a:gd name="T5" fmla="*/ 225 h 285"/>
                <a:gd name="T6" fmla="*/ 660 w 1296"/>
                <a:gd name="T7" fmla="*/ 285 h 285"/>
                <a:gd name="T8" fmla="*/ 0 w 1296"/>
                <a:gd name="T9" fmla="*/ 270 h 285"/>
                <a:gd name="T10" fmla="*/ 0 60000 65536"/>
                <a:gd name="T11" fmla="*/ 0 60000 65536"/>
                <a:gd name="T12" fmla="*/ 0 60000 65536"/>
                <a:gd name="T13" fmla="*/ 0 60000 65536"/>
                <a:gd name="T14" fmla="*/ 0 60000 65536"/>
                <a:gd name="T15" fmla="*/ 0 w 1296"/>
                <a:gd name="T16" fmla="*/ 0 h 285"/>
                <a:gd name="T17" fmla="*/ 1296 w 1296"/>
                <a:gd name="T18" fmla="*/ 285 h 285"/>
              </a:gdLst>
              <a:ahLst/>
              <a:cxnLst>
                <a:cxn ang="T10">
                  <a:pos x="T0" y="T1"/>
                </a:cxn>
                <a:cxn ang="T11">
                  <a:pos x="T2" y="T3"/>
                </a:cxn>
                <a:cxn ang="T12">
                  <a:pos x="T4" y="T5"/>
                </a:cxn>
                <a:cxn ang="T13">
                  <a:pos x="T6" y="T7"/>
                </a:cxn>
                <a:cxn ang="T14">
                  <a:pos x="T8" y="T9"/>
                </a:cxn>
              </a:cxnLst>
              <a:rect l="T15" t="T16" r="T17" b="T18"/>
              <a:pathLst>
                <a:path w="1296" h="285">
                  <a:moveTo>
                    <a:pt x="1290" y="0"/>
                  </a:moveTo>
                  <a:cubicBezTo>
                    <a:pt x="1282" y="55"/>
                    <a:pt x="1296" y="122"/>
                    <a:pt x="1260" y="165"/>
                  </a:cubicBezTo>
                  <a:cubicBezTo>
                    <a:pt x="1234" y="196"/>
                    <a:pt x="1090" y="222"/>
                    <a:pt x="1080" y="225"/>
                  </a:cubicBezTo>
                  <a:cubicBezTo>
                    <a:pt x="940" y="265"/>
                    <a:pt x="807" y="273"/>
                    <a:pt x="660" y="285"/>
                  </a:cubicBezTo>
                  <a:cubicBezTo>
                    <a:pt x="440" y="280"/>
                    <a:pt x="0" y="270"/>
                    <a:pt x="0" y="270"/>
                  </a:cubicBezTo>
                </a:path>
              </a:pathLst>
            </a:custGeom>
            <a:noFill/>
            <a:ln w="22225">
              <a:solidFill>
                <a:srgbClr val="000000"/>
              </a:solidFill>
              <a:round/>
              <a:headEnd/>
              <a:tailEnd/>
            </a:ln>
          </p:spPr>
          <p:txBody>
            <a:bodyPr/>
            <a:lstStyle/>
            <a:p>
              <a:pPr eaLnBrk="1" hangingPunct="1">
                <a:defRPr/>
              </a:pPr>
              <a:endParaRPr lang="en-US" sz="1200">
                <a:latin typeface="+mj-lt"/>
              </a:endParaRPr>
            </a:p>
          </p:txBody>
        </p:sp>
        <p:sp>
          <p:nvSpPr>
            <p:cNvPr id="58" name="Text Box 56">
              <a:extLst>
                <a:ext uri="{FF2B5EF4-FFF2-40B4-BE49-F238E27FC236}">
                  <a16:creationId xmlns:a16="http://schemas.microsoft.com/office/drawing/2014/main" id="{4A3A930A-4D76-4E89-8829-773028565F31}"/>
                </a:ext>
              </a:extLst>
            </p:cNvPr>
            <p:cNvSpPr txBox="1">
              <a:spLocks noChangeArrowheads="1"/>
            </p:cNvSpPr>
            <p:nvPr/>
          </p:nvSpPr>
          <p:spPr bwMode="auto">
            <a:xfrm>
              <a:off x="3430" y="2027"/>
              <a:ext cx="413" cy="181"/>
            </a:xfrm>
            <a:prstGeom prst="rect">
              <a:avLst/>
            </a:prstGeom>
            <a:noFill/>
            <a:ln w="22225">
              <a:noFill/>
              <a:miter lim="800000"/>
              <a:headEnd/>
              <a:tailEnd/>
            </a:ln>
          </p:spPr>
          <p:txBody>
            <a:bodyPr/>
            <a:lstStyle/>
            <a:p>
              <a:pPr eaLnBrk="1" hangingPunct="1">
                <a:defRPr/>
              </a:pPr>
              <a:r>
                <a:rPr lang="en-US" sz="1400">
                  <a:latin typeface="+mj-lt"/>
                </a:rPr>
                <a:t>n</a:t>
              </a:r>
              <a:r>
                <a:rPr lang="en-US" sz="1400" baseline="30000">
                  <a:latin typeface="+mj-lt"/>
                </a:rPr>
                <a:t>+</a:t>
              </a:r>
              <a:endParaRPr lang="ru-RU" sz="1400">
                <a:latin typeface="+mj-lt"/>
              </a:endParaRPr>
            </a:p>
          </p:txBody>
        </p:sp>
        <p:sp>
          <p:nvSpPr>
            <p:cNvPr id="59" name="Text Box 57">
              <a:extLst>
                <a:ext uri="{FF2B5EF4-FFF2-40B4-BE49-F238E27FC236}">
                  <a16:creationId xmlns:a16="http://schemas.microsoft.com/office/drawing/2014/main" id="{8B249B1F-DC5C-4B0E-87A9-728A073384DE}"/>
                </a:ext>
              </a:extLst>
            </p:cNvPr>
            <p:cNvSpPr txBox="1">
              <a:spLocks noChangeArrowheads="1"/>
            </p:cNvSpPr>
            <p:nvPr/>
          </p:nvSpPr>
          <p:spPr bwMode="auto">
            <a:xfrm>
              <a:off x="4392" y="2020"/>
              <a:ext cx="414" cy="180"/>
            </a:xfrm>
            <a:prstGeom prst="rect">
              <a:avLst/>
            </a:prstGeom>
            <a:noFill/>
            <a:ln w="22225">
              <a:noFill/>
              <a:miter lim="800000"/>
              <a:headEnd/>
              <a:tailEnd/>
            </a:ln>
          </p:spPr>
          <p:txBody>
            <a:bodyPr/>
            <a:lstStyle/>
            <a:p>
              <a:pPr eaLnBrk="1" hangingPunct="1">
                <a:defRPr/>
              </a:pPr>
              <a:r>
                <a:rPr lang="en-US" sz="1400">
                  <a:latin typeface="+mj-lt"/>
                </a:rPr>
                <a:t>n</a:t>
              </a:r>
              <a:r>
                <a:rPr lang="en-US" sz="1400" baseline="30000">
                  <a:latin typeface="+mj-lt"/>
                </a:rPr>
                <a:t>+</a:t>
              </a:r>
              <a:endParaRPr lang="ru-RU" sz="1400">
                <a:latin typeface="+mj-lt"/>
              </a:endParaRPr>
            </a:p>
          </p:txBody>
        </p:sp>
        <p:sp>
          <p:nvSpPr>
            <p:cNvPr id="60" name="Line 58">
              <a:extLst>
                <a:ext uri="{FF2B5EF4-FFF2-40B4-BE49-F238E27FC236}">
                  <a16:creationId xmlns:a16="http://schemas.microsoft.com/office/drawing/2014/main" id="{483F6740-6250-4881-A7E8-B5BD7D996C5D}"/>
                </a:ext>
              </a:extLst>
            </p:cNvPr>
            <p:cNvSpPr>
              <a:spLocks noChangeShapeType="1"/>
            </p:cNvSpPr>
            <p:nvPr/>
          </p:nvSpPr>
          <p:spPr bwMode="auto">
            <a:xfrm flipV="1">
              <a:off x="4036" y="1375"/>
              <a:ext cx="0" cy="273"/>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61" name="Line 59">
              <a:extLst>
                <a:ext uri="{FF2B5EF4-FFF2-40B4-BE49-F238E27FC236}">
                  <a16:creationId xmlns:a16="http://schemas.microsoft.com/office/drawing/2014/main" id="{6DB9B9B3-7038-419C-A266-9EB7B76C1F74}"/>
                </a:ext>
              </a:extLst>
            </p:cNvPr>
            <p:cNvSpPr>
              <a:spLocks noChangeShapeType="1"/>
            </p:cNvSpPr>
            <p:nvPr/>
          </p:nvSpPr>
          <p:spPr bwMode="auto">
            <a:xfrm flipH="1" flipV="1">
              <a:off x="3246" y="1517"/>
              <a:ext cx="7" cy="535"/>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62" name="Line 60">
              <a:extLst>
                <a:ext uri="{FF2B5EF4-FFF2-40B4-BE49-F238E27FC236}">
                  <a16:creationId xmlns:a16="http://schemas.microsoft.com/office/drawing/2014/main" id="{3DF651D0-25E2-44D0-B611-0C85D593F75A}"/>
                </a:ext>
              </a:extLst>
            </p:cNvPr>
            <p:cNvSpPr>
              <a:spLocks noChangeShapeType="1"/>
            </p:cNvSpPr>
            <p:nvPr/>
          </p:nvSpPr>
          <p:spPr bwMode="auto">
            <a:xfrm flipV="1">
              <a:off x="4744" y="1585"/>
              <a:ext cx="0" cy="470"/>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63" name="Line 61">
              <a:extLst>
                <a:ext uri="{FF2B5EF4-FFF2-40B4-BE49-F238E27FC236}">
                  <a16:creationId xmlns:a16="http://schemas.microsoft.com/office/drawing/2014/main" id="{412C5157-B391-4223-A1E6-6C93F1EE3C2B}"/>
                </a:ext>
              </a:extLst>
            </p:cNvPr>
            <p:cNvSpPr>
              <a:spLocks noChangeShapeType="1"/>
            </p:cNvSpPr>
            <p:nvPr/>
          </p:nvSpPr>
          <p:spPr bwMode="auto">
            <a:xfrm>
              <a:off x="3129" y="2398"/>
              <a:ext cx="1845" cy="0"/>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64" name="Freeform 62">
              <a:extLst>
                <a:ext uri="{FF2B5EF4-FFF2-40B4-BE49-F238E27FC236}">
                  <a16:creationId xmlns:a16="http://schemas.microsoft.com/office/drawing/2014/main" id="{3AFE526C-782B-4E26-B3DA-BB56E73608D3}"/>
                </a:ext>
              </a:extLst>
            </p:cNvPr>
            <p:cNvSpPr>
              <a:spLocks/>
            </p:cNvSpPr>
            <p:nvPr/>
          </p:nvSpPr>
          <p:spPr bwMode="auto">
            <a:xfrm>
              <a:off x="4902" y="2059"/>
              <a:ext cx="82" cy="341"/>
            </a:xfrm>
            <a:custGeom>
              <a:avLst/>
              <a:gdLst>
                <a:gd name="T0" fmla="*/ 0 w 180"/>
                <a:gd name="T1" fmla="*/ 0 h 720"/>
                <a:gd name="T2" fmla="*/ 180 w 180"/>
                <a:gd name="T3" fmla="*/ 180 h 720"/>
                <a:gd name="T4" fmla="*/ 0 w 180"/>
                <a:gd name="T5" fmla="*/ 540 h 720"/>
                <a:gd name="T6" fmla="*/ 180 w 180"/>
                <a:gd name="T7" fmla="*/ 720 h 720"/>
                <a:gd name="T8" fmla="*/ 0 60000 65536"/>
                <a:gd name="T9" fmla="*/ 0 60000 65536"/>
                <a:gd name="T10" fmla="*/ 0 60000 65536"/>
                <a:gd name="T11" fmla="*/ 0 60000 65536"/>
                <a:gd name="T12" fmla="*/ 0 w 180"/>
                <a:gd name="T13" fmla="*/ 0 h 720"/>
                <a:gd name="T14" fmla="*/ 180 w 180"/>
                <a:gd name="T15" fmla="*/ 720 h 720"/>
              </a:gdLst>
              <a:ahLst/>
              <a:cxnLst>
                <a:cxn ang="T8">
                  <a:pos x="T0" y="T1"/>
                </a:cxn>
                <a:cxn ang="T9">
                  <a:pos x="T2" y="T3"/>
                </a:cxn>
                <a:cxn ang="T10">
                  <a:pos x="T4" y="T5"/>
                </a:cxn>
                <a:cxn ang="T11">
                  <a:pos x="T6" y="T7"/>
                </a:cxn>
              </a:cxnLst>
              <a:rect l="T12" t="T13" r="T14" b="T15"/>
              <a:pathLst>
                <a:path w="180" h="720">
                  <a:moveTo>
                    <a:pt x="0" y="0"/>
                  </a:moveTo>
                  <a:cubicBezTo>
                    <a:pt x="90" y="45"/>
                    <a:pt x="180" y="90"/>
                    <a:pt x="180" y="180"/>
                  </a:cubicBezTo>
                  <a:cubicBezTo>
                    <a:pt x="180" y="270"/>
                    <a:pt x="0" y="450"/>
                    <a:pt x="0" y="540"/>
                  </a:cubicBezTo>
                  <a:cubicBezTo>
                    <a:pt x="0" y="630"/>
                    <a:pt x="180" y="690"/>
                    <a:pt x="180" y="720"/>
                  </a:cubicBezTo>
                </a:path>
              </a:pathLst>
            </a:custGeom>
            <a:noFill/>
            <a:ln w="22225">
              <a:solidFill>
                <a:srgbClr val="000000"/>
              </a:solidFill>
              <a:round/>
              <a:headEnd/>
              <a:tailEnd/>
            </a:ln>
          </p:spPr>
          <p:txBody>
            <a:bodyPr/>
            <a:lstStyle/>
            <a:p>
              <a:pPr eaLnBrk="1" hangingPunct="1">
                <a:defRPr/>
              </a:pPr>
              <a:endParaRPr lang="en-US" sz="1200">
                <a:latin typeface="+mj-lt"/>
              </a:endParaRPr>
            </a:p>
          </p:txBody>
        </p:sp>
        <p:sp>
          <p:nvSpPr>
            <p:cNvPr id="65" name="Freeform 63">
              <a:extLst>
                <a:ext uri="{FF2B5EF4-FFF2-40B4-BE49-F238E27FC236}">
                  <a16:creationId xmlns:a16="http://schemas.microsoft.com/office/drawing/2014/main" id="{0E3DD8F3-2A24-4022-A349-49A2BDD6594C}"/>
                </a:ext>
              </a:extLst>
            </p:cNvPr>
            <p:cNvSpPr>
              <a:spLocks/>
            </p:cNvSpPr>
            <p:nvPr/>
          </p:nvSpPr>
          <p:spPr bwMode="auto">
            <a:xfrm rot="10800000">
              <a:off x="3088" y="2059"/>
              <a:ext cx="82" cy="341"/>
            </a:xfrm>
            <a:custGeom>
              <a:avLst/>
              <a:gdLst>
                <a:gd name="T0" fmla="*/ 0 w 180"/>
                <a:gd name="T1" fmla="*/ 0 h 720"/>
                <a:gd name="T2" fmla="*/ 180 w 180"/>
                <a:gd name="T3" fmla="*/ 180 h 720"/>
                <a:gd name="T4" fmla="*/ 0 w 180"/>
                <a:gd name="T5" fmla="*/ 540 h 720"/>
                <a:gd name="T6" fmla="*/ 180 w 180"/>
                <a:gd name="T7" fmla="*/ 720 h 720"/>
                <a:gd name="T8" fmla="*/ 0 60000 65536"/>
                <a:gd name="T9" fmla="*/ 0 60000 65536"/>
                <a:gd name="T10" fmla="*/ 0 60000 65536"/>
                <a:gd name="T11" fmla="*/ 0 60000 65536"/>
                <a:gd name="T12" fmla="*/ 0 w 180"/>
                <a:gd name="T13" fmla="*/ 0 h 720"/>
                <a:gd name="T14" fmla="*/ 180 w 180"/>
                <a:gd name="T15" fmla="*/ 720 h 720"/>
              </a:gdLst>
              <a:ahLst/>
              <a:cxnLst>
                <a:cxn ang="T8">
                  <a:pos x="T0" y="T1"/>
                </a:cxn>
                <a:cxn ang="T9">
                  <a:pos x="T2" y="T3"/>
                </a:cxn>
                <a:cxn ang="T10">
                  <a:pos x="T4" y="T5"/>
                </a:cxn>
                <a:cxn ang="T11">
                  <a:pos x="T6" y="T7"/>
                </a:cxn>
              </a:cxnLst>
              <a:rect l="T12" t="T13" r="T14" b="T15"/>
              <a:pathLst>
                <a:path w="180" h="720">
                  <a:moveTo>
                    <a:pt x="0" y="0"/>
                  </a:moveTo>
                  <a:cubicBezTo>
                    <a:pt x="90" y="45"/>
                    <a:pt x="180" y="90"/>
                    <a:pt x="180" y="180"/>
                  </a:cubicBezTo>
                  <a:cubicBezTo>
                    <a:pt x="180" y="270"/>
                    <a:pt x="0" y="450"/>
                    <a:pt x="0" y="540"/>
                  </a:cubicBezTo>
                  <a:cubicBezTo>
                    <a:pt x="0" y="630"/>
                    <a:pt x="180" y="690"/>
                    <a:pt x="180" y="720"/>
                  </a:cubicBezTo>
                </a:path>
              </a:pathLst>
            </a:custGeom>
            <a:noFill/>
            <a:ln w="22225">
              <a:solidFill>
                <a:srgbClr val="000000"/>
              </a:solidFill>
              <a:round/>
              <a:headEnd/>
              <a:tailEnd/>
            </a:ln>
          </p:spPr>
          <p:txBody>
            <a:bodyPr/>
            <a:lstStyle/>
            <a:p>
              <a:pPr eaLnBrk="1" hangingPunct="1">
                <a:defRPr/>
              </a:pPr>
              <a:endParaRPr lang="en-US" sz="1200">
                <a:latin typeface="+mj-lt"/>
              </a:endParaRPr>
            </a:p>
          </p:txBody>
        </p:sp>
        <p:sp>
          <p:nvSpPr>
            <p:cNvPr id="66" name="Text Box 64">
              <a:extLst>
                <a:ext uri="{FF2B5EF4-FFF2-40B4-BE49-F238E27FC236}">
                  <a16:creationId xmlns:a16="http://schemas.microsoft.com/office/drawing/2014/main" id="{5EA2248A-ACDE-4804-9EED-CDABDE2CC0EC}"/>
                </a:ext>
              </a:extLst>
            </p:cNvPr>
            <p:cNvSpPr txBox="1">
              <a:spLocks noChangeArrowheads="1"/>
            </p:cNvSpPr>
            <p:nvPr/>
          </p:nvSpPr>
          <p:spPr bwMode="auto">
            <a:xfrm>
              <a:off x="4902" y="1426"/>
              <a:ext cx="330" cy="180"/>
            </a:xfrm>
            <a:prstGeom prst="rect">
              <a:avLst/>
            </a:prstGeom>
            <a:noFill/>
            <a:ln w="22225">
              <a:noFill/>
              <a:miter lim="800000"/>
              <a:headEnd/>
              <a:tailEnd/>
            </a:ln>
          </p:spPr>
          <p:txBody>
            <a:bodyPr/>
            <a:lstStyle/>
            <a:p>
              <a:pPr eaLnBrk="1" hangingPunct="1">
                <a:defRPr/>
              </a:pPr>
              <a:r>
                <a:rPr lang="en-US" sz="1400">
                  <a:latin typeface="+mj-lt"/>
                </a:rPr>
                <a:t>D</a:t>
              </a:r>
              <a:endParaRPr lang="ru-RU" sz="1400">
                <a:latin typeface="+mj-lt"/>
              </a:endParaRPr>
            </a:p>
          </p:txBody>
        </p:sp>
        <p:sp>
          <p:nvSpPr>
            <p:cNvPr id="67" name="Text Box 65">
              <a:extLst>
                <a:ext uri="{FF2B5EF4-FFF2-40B4-BE49-F238E27FC236}">
                  <a16:creationId xmlns:a16="http://schemas.microsoft.com/office/drawing/2014/main" id="{3EA0FA23-5E24-44E7-ADEA-A4D38BDF0210}"/>
                </a:ext>
              </a:extLst>
            </p:cNvPr>
            <p:cNvSpPr txBox="1">
              <a:spLocks noChangeArrowheads="1"/>
            </p:cNvSpPr>
            <p:nvPr/>
          </p:nvSpPr>
          <p:spPr bwMode="auto">
            <a:xfrm>
              <a:off x="3830" y="1104"/>
              <a:ext cx="414" cy="180"/>
            </a:xfrm>
            <a:prstGeom prst="rect">
              <a:avLst/>
            </a:prstGeom>
            <a:noFill/>
            <a:ln w="22225">
              <a:noFill/>
              <a:miter lim="800000"/>
              <a:headEnd/>
              <a:tailEnd/>
            </a:ln>
          </p:spPr>
          <p:txBody>
            <a:bodyPr/>
            <a:lstStyle/>
            <a:p>
              <a:pPr eaLnBrk="1" hangingPunct="1">
                <a:defRPr/>
              </a:pPr>
              <a:r>
                <a:rPr lang="en-US" sz="1400">
                  <a:latin typeface="+mj-lt"/>
                </a:rPr>
                <a:t>0 V</a:t>
              </a:r>
              <a:endParaRPr lang="ru-RU" sz="1400">
                <a:latin typeface="+mj-lt"/>
              </a:endParaRPr>
            </a:p>
          </p:txBody>
        </p:sp>
        <p:sp>
          <p:nvSpPr>
            <p:cNvPr id="68" name="Line 66">
              <a:extLst>
                <a:ext uri="{FF2B5EF4-FFF2-40B4-BE49-F238E27FC236}">
                  <a16:creationId xmlns:a16="http://schemas.microsoft.com/office/drawing/2014/main" id="{174A80F8-E8B8-4172-AA63-F71C8DBA9936}"/>
                </a:ext>
              </a:extLst>
            </p:cNvPr>
            <p:cNvSpPr>
              <a:spLocks noChangeShapeType="1"/>
            </p:cNvSpPr>
            <p:nvPr/>
          </p:nvSpPr>
          <p:spPr bwMode="auto">
            <a:xfrm>
              <a:off x="3005" y="1517"/>
              <a:ext cx="248" cy="0"/>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69" name="Line 67">
              <a:extLst>
                <a:ext uri="{FF2B5EF4-FFF2-40B4-BE49-F238E27FC236}">
                  <a16:creationId xmlns:a16="http://schemas.microsoft.com/office/drawing/2014/main" id="{32BE1082-8FC1-4FBC-B675-D7A63D0C14BC}"/>
                </a:ext>
              </a:extLst>
            </p:cNvPr>
            <p:cNvSpPr>
              <a:spLocks noChangeShapeType="1"/>
            </p:cNvSpPr>
            <p:nvPr/>
          </p:nvSpPr>
          <p:spPr bwMode="auto">
            <a:xfrm>
              <a:off x="3005" y="1517"/>
              <a:ext cx="0" cy="91"/>
            </a:xfrm>
            <a:prstGeom prst="line">
              <a:avLst/>
            </a:prstGeom>
            <a:noFill/>
            <a:ln w="22225">
              <a:solidFill>
                <a:srgbClr val="000000"/>
              </a:solidFill>
              <a:round/>
              <a:headEnd/>
              <a:tailEnd/>
            </a:ln>
          </p:spPr>
          <p:txBody>
            <a:bodyPr/>
            <a:lstStyle/>
            <a:p>
              <a:pPr eaLnBrk="1" hangingPunct="1">
                <a:defRPr/>
              </a:pPr>
              <a:endParaRPr lang="en-US" sz="1200">
                <a:latin typeface="+mj-lt"/>
              </a:endParaRPr>
            </a:p>
          </p:txBody>
        </p:sp>
        <p:sp>
          <p:nvSpPr>
            <p:cNvPr id="70" name="Oval 68">
              <a:extLst>
                <a:ext uri="{FF2B5EF4-FFF2-40B4-BE49-F238E27FC236}">
                  <a16:creationId xmlns:a16="http://schemas.microsoft.com/office/drawing/2014/main" id="{53040386-CBF7-45E0-9EE6-F707A3FAB865}"/>
                </a:ext>
              </a:extLst>
            </p:cNvPr>
            <p:cNvSpPr>
              <a:spLocks noChangeArrowheads="1"/>
            </p:cNvSpPr>
            <p:nvPr/>
          </p:nvSpPr>
          <p:spPr bwMode="auto">
            <a:xfrm>
              <a:off x="4009" y="1321"/>
              <a:ext cx="59" cy="69"/>
            </a:xfrm>
            <a:prstGeom prst="ellipse">
              <a:avLst/>
            </a:prstGeom>
            <a:solidFill>
              <a:srgbClr val="FFFFFF"/>
            </a:solidFill>
            <a:ln w="22225">
              <a:solidFill>
                <a:srgbClr val="000000"/>
              </a:solidFill>
              <a:round/>
              <a:headEnd/>
              <a:tailEnd/>
            </a:ln>
          </p:spPr>
          <p:txBody>
            <a:bodyPr/>
            <a:lstStyle/>
            <a:p>
              <a:pPr eaLnBrk="1" hangingPunct="1">
                <a:defRPr/>
              </a:pPr>
              <a:endParaRPr lang="en-US" sz="1200">
                <a:latin typeface="+mj-lt"/>
              </a:endParaRPr>
            </a:p>
          </p:txBody>
        </p:sp>
        <p:sp>
          <p:nvSpPr>
            <p:cNvPr id="71" name="Oval 69">
              <a:extLst>
                <a:ext uri="{FF2B5EF4-FFF2-40B4-BE49-F238E27FC236}">
                  <a16:creationId xmlns:a16="http://schemas.microsoft.com/office/drawing/2014/main" id="{50A393B0-C259-4034-928B-E6DF8A92523C}"/>
                </a:ext>
              </a:extLst>
            </p:cNvPr>
            <p:cNvSpPr>
              <a:spLocks noChangeArrowheads="1"/>
            </p:cNvSpPr>
            <p:nvPr/>
          </p:nvSpPr>
          <p:spPr bwMode="auto">
            <a:xfrm>
              <a:off x="4721" y="1528"/>
              <a:ext cx="63" cy="68"/>
            </a:xfrm>
            <a:prstGeom prst="ellipse">
              <a:avLst/>
            </a:prstGeom>
            <a:solidFill>
              <a:srgbClr val="FFFFFF"/>
            </a:solidFill>
            <a:ln w="22225">
              <a:solidFill>
                <a:srgbClr val="000000"/>
              </a:solidFill>
              <a:round/>
              <a:headEnd/>
              <a:tailEnd/>
            </a:ln>
          </p:spPr>
          <p:txBody>
            <a:bodyPr/>
            <a:lstStyle/>
            <a:p>
              <a:pPr eaLnBrk="1" hangingPunct="1">
                <a:defRPr/>
              </a:pPr>
              <a:endParaRPr lang="en-US" sz="1200">
                <a:latin typeface="+mj-lt"/>
              </a:endParaRPr>
            </a:p>
          </p:txBody>
        </p:sp>
        <p:sp>
          <p:nvSpPr>
            <p:cNvPr id="72" name="Text Box 70">
              <a:extLst>
                <a:ext uri="{FF2B5EF4-FFF2-40B4-BE49-F238E27FC236}">
                  <a16:creationId xmlns:a16="http://schemas.microsoft.com/office/drawing/2014/main" id="{BC39F838-27AE-4710-9700-9D9F32B3408E}"/>
                </a:ext>
              </a:extLst>
            </p:cNvPr>
            <p:cNvSpPr txBox="1">
              <a:spLocks noChangeArrowheads="1"/>
            </p:cNvSpPr>
            <p:nvPr/>
          </p:nvSpPr>
          <p:spPr bwMode="auto">
            <a:xfrm>
              <a:off x="4573" y="1337"/>
              <a:ext cx="415" cy="180"/>
            </a:xfrm>
            <a:prstGeom prst="rect">
              <a:avLst/>
            </a:prstGeom>
            <a:noFill/>
            <a:ln w="22225">
              <a:noFill/>
              <a:miter lim="800000"/>
              <a:headEnd/>
              <a:tailEnd/>
            </a:ln>
          </p:spPr>
          <p:txBody>
            <a:bodyPr/>
            <a:lstStyle/>
            <a:p>
              <a:pPr eaLnBrk="1" hangingPunct="1">
                <a:defRPr/>
              </a:pPr>
              <a:r>
                <a:rPr lang="en-US" sz="1400" dirty="0">
                  <a:latin typeface="+mj-lt"/>
                </a:rPr>
                <a:t>0 V</a:t>
              </a:r>
              <a:endParaRPr lang="ru-RU" sz="1400" dirty="0">
                <a:latin typeface="+mj-lt"/>
              </a:endParaRPr>
            </a:p>
          </p:txBody>
        </p:sp>
        <p:grpSp>
          <p:nvGrpSpPr>
            <p:cNvPr id="89120" name="Group 71">
              <a:extLst>
                <a:ext uri="{FF2B5EF4-FFF2-40B4-BE49-F238E27FC236}">
                  <a16:creationId xmlns:a16="http://schemas.microsoft.com/office/drawing/2014/main" id="{1A3D6A22-2D8E-C72D-971F-6BEA7A675BA9}"/>
                </a:ext>
              </a:extLst>
            </p:cNvPr>
            <p:cNvGrpSpPr>
              <a:grpSpLocks/>
            </p:cNvGrpSpPr>
            <p:nvPr/>
          </p:nvGrpSpPr>
          <p:grpSpPr bwMode="auto">
            <a:xfrm>
              <a:off x="4237" y="1757"/>
              <a:ext cx="165" cy="180"/>
              <a:chOff x="8790" y="14130"/>
              <a:chExt cx="360" cy="360"/>
            </a:xfrm>
          </p:grpSpPr>
          <p:sp>
            <p:nvSpPr>
              <p:cNvPr id="88" name="Oval 72">
                <a:extLst>
                  <a:ext uri="{FF2B5EF4-FFF2-40B4-BE49-F238E27FC236}">
                    <a16:creationId xmlns:a16="http://schemas.microsoft.com/office/drawing/2014/main" id="{215F405B-170D-469D-B162-2EED5142DD9B}"/>
                  </a:ext>
                </a:extLst>
              </p:cNvPr>
              <p:cNvSpPr>
                <a:spLocks noChangeArrowheads="1"/>
              </p:cNvSpPr>
              <p:nvPr/>
            </p:nvSpPr>
            <p:spPr bwMode="auto">
              <a:xfrm>
                <a:off x="8900" y="14276"/>
                <a:ext cx="172" cy="169"/>
              </a:xfrm>
              <a:prstGeom prst="ellipse">
                <a:avLst/>
              </a:prstGeom>
              <a:solidFill>
                <a:srgbClr val="FFFFFF"/>
              </a:solidFill>
              <a:ln w="22225">
                <a:solidFill>
                  <a:srgbClr val="000000"/>
                </a:solidFill>
                <a:round/>
                <a:headEnd/>
                <a:tailEnd/>
              </a:ln>
            </p:spPr>
            <p:txBody>
              <a:bodyPr/>
              <a:lstStyle/>
              <a:p>
                <a:pPr eaLnBrk="1" hangingPunct="1">
                  <a:defRPr/>
                </a:pPr>
                <a:r>
                  <a:rPr lang="en-US" sz="1400">
                    <a:latin typeface="+mj-lt"/>
                  </a:rPr>
                  <a:t>-</a:t>
                </a:r>
                <a:endParaRPr lang="ru-RU" sz="1400">
                  <a:latin typeface="+mj-lt"/>
                </a:endParaRPr>
              </a:p>
            </p:txBody>
          </p:sp>
          <p:sp>
            <p:nvSpPr>
              <p:cNvPr id="89" name="Text Box 73">
                <a:extLst>
                  <a:ext uri="{FF2B5EF4-FFF2-40B4-BE49-F238E27FC236}">
                    <a16:creationId xmlns:a16="http://schemas.microsoft.com/office/drawing/2014/main" id="{24065728-A972-4E7C-97C5-B4E34FB31362}"/>
                  </a:ext>
                </a:extLst>
              </p:cNvPr>
              <p:cNvSpPr txBox="1">
                <a:spLocks noChangeArrowheads="1"/>
              </p:cNvSpPr>
              <p:nvPr/>
            </p:nvSpPr>
            <p:spPr bwMode="auto">
              <a:xfrm>
                <a:off x="8789" y="14131"/>
                <a:ext cx="362" cy="360"/>
              </a:xfrm>
              <a:prstGeom prst="rect">
                <a:avLst/>
              </a:prstGeom>
              <a:noFill/>
              <a:ln w="22225">
                <a:noFill/>
                <a:miter lim="800000"/>
                <a:headEnd/>
                <a:tailEnd/>
              </a:ln>
            </p:spPr>
            <p:txBody>
              <a:bodyPr/>
              <a:lstStyle/>
              <a:p>
                <a:pPr eaLnBrk="1" hangingPunct="1">
                  <a:defRPr/>
                </a:pPr>
                <a:r>
                  <a:rPr lang="en-US" sz="1400">
                    <a:latin typeface="+mj-lt"/>
                  </a:rPr>
                  <a:t>-</a:t>
                </a:r>
                <a:endParaRPr lang="ru-RU" sz="1400">
                  <a:latin typeface="+mj-lt"/>
                </a:endParaRPr>
              </a:p>
            </p:txBody>
          </p:sp>
        </p:grpSp>
        <p:grpSp>
          <p:nvGrpSpPr>
            <p:cNvPr id="89121" name="Group 74">
              <a:extLst>
                <a:ext uri="{FF2B5EF4-FFF2-40B4-BE49-F238E27FC236}">
                  <a16:creationId xmlns:a16="http://schemas.microsoft.com/office/drawing/2014/main" id="{4FABBD73-DB3D-475A-91B9-2B27DB7CCE6B}"/>
                </a:ext>
              </a:extLst>
            </p:cNvPr>
            <p:cNvGrpSpPr>
              <a:grpSpLocks/>
            </p:cNvGrpSpPr>
            <p:nvPr/>
          </p:nvGrpSpPr>
          <p:grpSpPr bwMode="auto">
            <a:xfrm>
              <a:off x="4131" y="1760"/>
              <a:ext cx="165" cy="180"/>
              <a:chOff x="8790" y="14130"/>
              <a:chExt cx="360" cy="360"/>
            </a:xfrm>
          </p:grpSpPr>
          <p:sp>
            <p:nvSpPr>
              <p:cNvPr id="86" name="Oval 75">
                <a:extLst>
                  <a:ext uri="{FF2B5EF4-FFF2-40B4-BE49-F238E27FC236}">
                    <a16:creationId xmlns:a16="http://schemas.microsoft.com/office/drawing/2014/main" id="{00EF46F0-4EAA-42BD-8547-EE5C9DEA17F3}"/>
                  </a:ext>
                </a:extLst>
              </p:cNvPr>
              <p:cNvSpPr>
                <a:spLocks noChangeArrowheads="1"/>
              </p:cNvSpPr>
              <p:nvPr/>
            </p:nvSpPr>
            <p:spPr bwMode="auto">
              <a:xfrm>
                <a:off x="8901" y="14275"/>
                <a:ext cx="167" cy="169"/>
              </a:xfrm>
              <a:prstGeom prst="ellipse">
                <a:avLst/>
              </a:prstGeom>
              <a:solidFill>
                <a:srgbClr val="FFFFFF"/>
              </a:solidFill>
              <a:ln w="22225">
                <a:solidFill>
                  <a:srgbClr val="000000"/>
                </a:solidFill>
                <a:round/>
                <a:headEnd/>
                <a:tailEnd/>
              </a:ln>
            </p:spPr>
            <p:txBody>
              <a:bodyPr/>
              <a:lstStyle/>
              <a:p>
                <a:pPr eaLnBrk="1" hangingPunct="1">
                  <a:defRPr/>
                </a:pPr>
                <a:r>
                  <a:rPr lang="en-US" sz="1400">
                    <a:latin typeface="+mj-lt"/>
                  </a:rPr>
                  <a:t>-</a:t>
                </a:r>
                <a:endParaRPr lang="ru-RU" sz="1400">
                  <a:latin typeface="+mj-lt"/>
                </a:endParaRPr>
              </a:p>
            </p:txBody>
          </p:sp>
          <p:sp>
            <p:nvSpPr>
              <p:cNvPr id="87" name="Text Box 76">
                <a:extLst>
                  <a:ext uri="{FF2B5EF4-FFF2-40B4-BE49-F238E27FC236}">
                    <a16:creationId xmlns:a16="http://schemas.microsoft.com/office/drawing/2014/main" id="{43EBB901-EE02-4FF9-B06F-96FEE82BE2F7}"/>
                  </a:ext>
                </a:extLst>
              </p:cNvPr>
              <p:cNvSpPr txBox="1">
                <a:spLocks noChangeArrowheads="1"/>
              </p:cNvSpPr>
              <p:nvPr/>
            </p:nvSpPr>
            <p:spPr bwMode="auto">
              <a:xfrm>
                <a:off x="8790" y="14130"/>
                <a:ext cx="359" cy="360"/>
              </a:xfrm>
              <a:prstGeom prst="rect">
                <a:avLst/>
              </a:prstGeom>
              <a:noFill/>
              <a:ln w="22225">
                <a:noFill/>
                <a:miter lim="800000"/>
                <a:headEnd/>
                <a:tailEnd/>
              </a:ln>
            </p:spPr>
            <p:txBody>
              <a:bodyPr/>
              <a:lstStyle/>
              <a:p>
                <a:pPr eaLnBrk="1" hangingPunct="1">
                  <a:defRPr/>
                </a:pPr>
                <a:r>
                  <a:rPr lang="en-US" sz="1400">
                    <a:latin typeface="+mj-lt"/>
                  </a:rPr>
                  <a:t>-</a:t>
                </a:r>
                <a:endParaRPr lang="ru-RU" sz="1400">
                  <a:latin typeface="+mj-lt"/>
                </a:endParaRPr>
              </a:p>
            </p:txBody>
          </p:sp>
        </p:grpSp>
        <p:grpSp>
          <p:nvGrpSpPr>
            <p:cNvPr id="89122" name="Group 77">
              <a:extLst>
                <a:ext uri="{FF2B5EF4-FFF2-40B4-BE49-F238E27FC236}">
                  <a16:creationId xmlns:a16="http://schemas.microsoft.com/office/drawing/2014/main" id="{DA7B7392-D929-B671-0A03-E1F63D3FC119}"/>
                </a:ext>
              </a:extLst>
            </p:cNvPr>
            <p:cNvGrpSpPr>
              <a:grpSpLocks/>
            </p:cNvGrpSpPr>
            <p:nvPr/>
          </p:nvGrpSpPr>
          <p:grpSpPr bwMode="auto">
            <a:xfrm>
              <a:off x="3736" y="1755"/>
              <a:ext cx="165" cy="180"/>
              <a:chOff x="8790" y="14130"/>
              <a:chExt cx="360" cy="360"/>
            </a:xfrm>
          </p:grpSpPr>
          <p:sp>
            <p:nvSpPr>
              <p:cNvPr id="84" name="Oval 78">
                <a:extLst>
                  <a:ext uri="{FF2B5EF4-FFF2-40B4-BE49-F238E27FC236}">
                    <a16:creationId xmlns:a16="http://schemas.microsoft.com/office/drawing/2014/main" id="{B706C511-7D31-40AE-B1BD-6F10BCFFDED1}"/>
                  </a:ext>
                </a:extLst>
              </p:cNvPr>
              <p:cNvSpPr>
                <a:spLocks noChangeArrowheads="1"/>
              </p:cNvSpPr>
              <p:nvPr/>
            </p:nvSpPr>
            <p:spPr bwMode="auto">
              <a:xfrm>
                <a:off x="8901" y="14275"/>
                <a:ext cx="172" cy="169"/>
              </a:xfrm>
              <a:prstGeom prst="ellipse">
                <a:avLst/>
              </a:prstGeom>
              <a:solidFill>
                <a:srgbClr val="FFFFFF"/>
              </a:solidFill>
              <a:ln w="22225">
                <a:solidFill>
                  <a:srgbClr val="000000"/>
                </a:solidFill>
                <a:round/>
                <a:headEnd/>
                <a:tailEnd/>
              </a:ln>
            </p:spPr>
            <p:txBody>
              <a:bodyPr/>
              <a:lstStyle/>
              <a:p>
                <a:pPr eaLnBrk="1" hangingPunct="1">
                  <a:defRPr/>
                </a:pPr>
                <a:r>
                  <a:rPr lang="en-US" sz="1400">
                    <a:latin typeface="+mj-lt"/>
                  </a:rPr>
                  <a:t>-</a:t>
                </a:r>
                <a:endParaRPr lang="ru-RU" sz="1400">
                  <a:latin typeface="+mj-lt"/>
                </a:endParaRPr>
              </a:p>
            </p:txBody>
          </p:sp>
          <p:sp>
            <p:nvSpPr>
              <p:cNvPr id="85" name="Text Box 79">
                <a:extLst>
                  <a:ext uri="{FF2B5EF4-FFF2-40B4-BE49-F238E27FC236}">
                    <a16:creationId xmlns:a16="http://schemas.microsoft.com/office/drawing/2014/main" id="{52C5043D-E758-4265-BE0D-0A4DE6E8F3AC}"/>
                  </a:ext>
                </a:extLst>
              </p:cNvPr>
              <p:cNvSpPr txBox="1">
                <a:spLocks noChangeArrowheads="1"/>
              </p:cNvSpPr>
              <p:nvPr/>
            </p:nvSpPr>
            <p:spPr bwMode="auto">
              <a:xfrm>
                <a:off x="8790" y="14130"/>
                <a:ext cx="405" cy="360"/>
              </a:xfrm>
              <a:prstGeom prst="rect">
                <a:avLst/>
              </a:prstGeom>
              <a:noFill/>
              <a:ln w="22225">
                <a:noFill/>
                <a:miter lim="800000"/>
                <a:headEnd/>
                <a:tailEnd/>
              </a:ln>
            </p:spPr>
            <p:txBody>
              <a:bodyPr/>
              <a:lstStyle/>
              <a:p>
                <a:pPr eaLnBrk="1" hangingPunct="1">
                  <a:defRPr/>
                </a:pPr>
                <a:r>
                  <a:rPr lang="en-US" sz="1400">
                    <a:latin typeface="+mj-lt"/>
                  </a:rPr>
                  <a:t>-</a:t>
                </a:r>
                <a:endParaRPr lang="ru-RU" sz="1400">
                  <a:latin typeface="+mj-lt"/>
                </a:endParaRPr>
              </a:p>
            </p:txBody>
          </p:sp>
        </p:grpSp>
        <p:sp>
          <p:nvSpPr>
            <p:cNvPr id="76" name="Text Box 80">
              <a:extLst>
                <a:ext uri="{FF2B5EF4-FFF2-40B4-BE49-F238E27FC236}">
                  <a16:creationId xmlns:a16="http://schemas.microsoft.com/office/drawing/2014/main" id="{3BB7A70F-4763-4E03-8F0E-EBE4418922BC}"/>
                </a:ext>
              </a:extLst>
            </p:cNvPr>
            <p:cNvSpPr txBox="1">
              <a:spLocks noChangeArrowheads="1"/>
            </p:cNvSpPr>
            <p:nvPr/>
          </p:nvSpPr>
          <p:spPr bwMode="auto">
            <a:xfrm>
              <a:off x="4682" y="2013"/>
              <a:ext cx="330" cy="180"/>
            </a:xfrm>
            <a:prstGeom prst="rect">
              <a:avLst/>
            </a:prstGeom>
            <a:noFill/>
            <a:ln w="22225">
              <a:noFill/>
              <a:miter lim="800000"/>
              <a:headEnd/>
              <a:tailEnd/>
            </a:ln>
          </p:spPr>
          <p:txBody>
            <a:bodyPr/>
            <a:lstStyle/>
            <a:p>
              <a:pPr eaLnBrk="1" hangingPunct="1">
                <a:defRPr/>
              </a:pPr>
              <a:r>
                <a:rPr lang="en-US" sz="1400">
                  <a:latin typeface="+mj-lt"/>
                </a:rPr>
                <a:t>D</a:t>
              </a:r>
              <a:endParaRPr lang="ru-RU" sz="1400">
                <a:latin typeface="+mj-lt"/>
              </a:endParaRPr>
            </a:p>
          </p:txBody>
        </p:sp>
        <p:sp>
          <p:nvSpPr>
            <p:cNvPr id="77" name="Text Box 81">
              <a:extLst>
                <a:ext uri="{FF2B5EF4-FFF2-40B4-BE49-F238E27FC236}">
                  <a16:creationId xmlns:a16="http://schemas.microsoft.com/office/drawing/2014/main" id="{62AAE912-8068-4A5C-9D56-FB0F0ECDA5B8}"/>
                </a:ext>
              </a:extLst>
            </p:cNvPr>
            <p:cNvSpPr txBox="1">
              <a:spLocks noChangeArrowheads="1"/>
            </p:cNvSpPr>
            <p:nvPr/>
          </p:nvSpPr>
          <p:spPr bwMode="auto">
            <a:xfrm>
              <a:off x="3188" y="2032"/>
              <a:ext cx="330" cy="180"/>
            </a:xfrm>
            <a:prstGeom prst="rect">
              <a:avLst/>
            </a:prstGeom>
            <a:noFill/>
            <a:ln w="22225">
              <a:noFill/>
              <a:miter lim="800000"/>
              <a:headEnd/>
              <a:tailEnd/>
            </a:ln>
          </p:spPr>
          <p:txBody>
            <a:bodyPr/>
            <a:lstStyle/>
            <a:p>
              <a:pPr eaLnBrk="1" hangingPunct="1">
                <a:defRPr/>
              </a:pPr>
              <a:r>
                <a:rPr lang="en-US" sz="1400">
                  <a:latin typeface="+mj-lt"/>
                </a:rPr>
                <a:t>S</a:t>
              </a:r>
              <a:endParaRPr lang="ru-RU" sz="1400">
                <a:latin typeface="+mj-lt"/>
              </a:endParaRPr>
            </a:p>
          </p:txBody>
        </p:sp>
        <p:grpSp>
          <p:nvGrpSpPr>
            <p:cNvPr id="89125" name="Group 82">
              <a:extLst>
                <a:ext uri="{FF2B5EF4-FFF2-40B4-BE49-F238E27FC236}">
                  <a16:creationId xmlns:a16="http://schemas.microsoft.com/office/drawing/2014/main" id="{42C67B2A-94CB-CBBC-5D40-B2BA2FE7C334}"/>
                </a:ext>
              </a:extLst>
            </p:cNvPr>
            <p:cNvGrpSpPr>
              <a:grpSpLocks/>
            </p:cNvGrpSpPr>
            <p:nvPr/>
          </p:nvGrpSpPr>
          <p:grpSpPr bwMode="auto">
            <a:xfrm>
              <a:off x="3980" y="1755"/>
              <a:ext cx="163" cy="180"/>
              <a:chOff x="8790" y="14130"/>
              <a:chExt cx="360" cy="360"/>
            </a:xfrm>
          </p:grpSpPr>
          <p:sp>
            <p:nvSpPr>
              <p:cNvPr id="82" name="Oval 83">
                <a:extLst>
                  <a:ext uri="{FF2B5EF4-FFF2-40B4-BE49-F238E27FC236}">
                    <a16:creationId xmlns:a16="http://schemas.microsoft.com/office/drawing/2014/main" id="{FAD25921-F1A3-4DCF-A941-7DC4CC35FA98}"/>
                  </a:ext>
                </a:extLst>
              </p:cNvPr>
              <p:cNvSpPr>
                <a:spLocks noChangeArrowheads="1"/>
              </p:cNvSpPr>
              <p:nvPr/>
            </p:nvSpPr>
            <p:spPr bwMode="auto">
              <a:xfrm>
                <a:off x="8901" y="14275"/>
                <a:ext cx="169" cy="169"/>
              </a:xfrm>
              <a:prstGeom prst="ellipse">
                <a:avLst/>
              </a:prstGeom>
              <a:solidFill>
                <a:srgbClr val="FFFFFF"/>
              </a:solidFill>
              <a:ln w="22225">
                <a:solidFill>
                  <a:srgbClr val="000000"/>
                </a:solidFill>
                <a:round/>
                <a:headEnd/>
                <a:tailEnd/>
              </a:ln>
            </p:spPr>
            <p:txBody>
              <a:bodyPr/>
              <a:lstStyle/>
              <a:p>
                <a:pPr eaLnBrk="1" hangingPunct="1">
                  <a:defRPr/>
                </a:pPr>
                <a:r>
                  <a:rPr lang="en-US" sz="1400">
                    <a:latin typeface="+mj-lt"/>
                  </a:rPr>
                  <a:t>-</a:t>
                </a:r>
                <a:endParaRPr lang="ru-RU" sz="1400">
                  <a:latin typeface="+mj-lt"/>
                </a:endParaRPr>
              </a:p>
            </p:txBody>
          </p:sp>
          <p:sp>
            <p:nvSpPr>
              <p:cNvPr id="83" name="Text Box 84">
                <a:extLst>
                  <a:ext uri="{FF2B5EF4-FFF2-40B4-BE49-F238E27FC236}">
                    <a16:creationId xmlns:a16="http://schemas.microsoft.com/office/drawing/2014/main" id="{C020D31F-1183-4080-9D22-0844EDE3CD00}"/>
                  </a:ext>
                </a:extLst>
              </p:cNvPr>
              <p:cNvSpPr txBox="1">
                <a:spLocks noChangeArrowheads="1"/>
              </p:cNvSpPr>
              <p:nvPr/>
            </p:nvSpPr>
            <p:spPr bwMode="auto">
              <a:xfrm>
                <a:off x="8791" y="14130"/>
                <a:ext cx="358" cy="360"/>
              </a:xfrm>
              <a:prstGeom prst="rect">
                <a:avLst/>
              </a:prstGeom>
              <a:noFill/>
              <a:ln w="22225">
                <a:noFill/>
                <a:miter lim="800000"/>
                <a:headEnd/>
                <a:tailEnd/>
              </a:ln>
            </p:spPr>
            <p:txBody>
              <a:bodyPr/>
              <a:lstStyle/>
              <a:p>
                <a:pPr eaLnBrk="1" hangingPunct="1">
                  <a:defRPr/>
                </a:pPr>
                <a:r>
                  <a:rPr lang="en-US" sz="1400">
                    <a:latin typeface="+mj-lt"/>
                  </a:rPr>
                  <a:t>-</a:t>
                </a:r>
                <a:endParaRPr lang="ru-RU" sz="1400">
                  <a:latin typeface="+mj-lt"/>
                </a:endParaRPr>
              </a:p>
            </p:txBody>
          </p:sp>
        </p:grpSp>
        <p:grpSp>
          <p:nvGrpSpPr>
            <p:cNvPr id="89126" name="Group 85">
              <a:extLst>
                <a:ext uri="{FF2B5EF4-FFF2-40B4-BE49-F238E27FC236}">
                  <a16:creationId xmlns:a16="http://schemas.microsoft.com/office/drawing/2014/main" id="{53D7D939-BD99-291B-6BD6-A4F818FA6C06}"/>
                </a:ext>
              </a:extLst>
            </p:cNvPr>
            <p:cNvGrpSpPr>
              <a:grpSpLocks/>
            </p:cNvGrpSpPr>
            <p:nvPr/>
          </p:nvGrpSpPr>
          <p:grpSpPr bwMode="auto">
            <a:xfrm>
              <a:off x="3874" y="1755"/>
              <a:ext cx="165" cy="180"/>
              <a:chOff x="8790" y="14130"/>
              <a:chExt cx="360" cy="360"/>
            </a:xfrm>
          </p:grpSpPr>
          <p:sp>
            <p:nvSpPr>
              <p:cNvPr id="80" name="Oval 86">
                <a:extLst>
                  <a:ext uri="{FF2B5EF4-FFF2-40B4-BE49-F238E27FC236}">
                    <a16:creationId xmlns:a16="http://schemas.microsoft.com/office/drawing/2014/main" id="{24E8BE5D-DEFB-48A8-84F3-269663EF6D72}"/>
                  </a:ext>
                </a:extLst>
              </p:cNvPr>
              <p:cNvSpPr>
                <a:spLocks noChangeArrowheads="1"/>
              </p:cNvSpPr>
              <p:nvPr/>
            </p:nvSpPr>
            <p:spPr bwMode="auto">
              <a:xfrm>
                <a:off x="8901" y="14275"/>
                <a:ext cx="172" cy="169"/>
              </a:xfrm>
              <a:prstGeom prst="ellipse">
                <a:avLst/>
              </a:prstGeom>
              <a:solidFill>
                <a:srgbClr val="FFFFFF"/>
              </a:solidFill>
              <a:ln w="22225">
                <a:solidFill>
                  <a:srgbClr val="000000"/>
                </a:solidFill>
                <a:round/>
                <a:headEnd/>
                <a:tailEnd/>
              </a:ln>
            </p:spPr>
            <p:txBody>
              <a:bodyPr/>
              <a:lstStyle/>
              <a:p>
                <a:pPr eaLnBrk="1" hangingPunct="1">
                  <a:defRPr/>
                </a:pPr>
                <a:r>
                  <a:rPr lang="en-US" sz="1400">
                    <a:latin typeface="+mj-lt"/>
                  </a:rPr>
                  <a:t>-</a:t>
                </a:r>
                <a:endParaRPr lang="ru-RU" sz="1400">
                  <a:latin typeface="+mj-lt"/>
                </a:endParaRPr>
              </a:p>
            </p:txBody>
          </p:sp>
          <p:sp>
            <p:nvSpPr>
              <p:cNvPr id="81" name="Text Box 87">
                <a:extLst>
                  <a:ext uri="{FF2B5EF4-FFF2-40B4-BE49-F238E27FC236}">
                    <a16:creationId xmlns:a16="http://schemas.microsoft.com/office/drawing/2014/main" id="{3597FB15-C395-4C54-8ED1-139EDB467C74}"/>
                  </a:ext>
                </a:extLst>
              </p:cNvPr>
              <p:cNvSpPr txBox="1">
                <a:spLocks noChangeArrowheads="1"/>
              </p:cNvSpPr>
              <p:nvPr/>
            </p:nvSpPr>
            <p:spPr bwMode="auto">
              <a:xfrm>
                <a:off x="8789" y="14130"/>
                <a:ext cx="362" cy="360"/>
              </a:xfrm>
              <a:prstGeom prst="rect">
                <a:avLst/>
              </a:prstGeom>
              <a:noFill/>
              <a:ln w="22225">
                <a:noFill/>
                <a:miter lim="800000"/>
                <a:headEnd/>
                <a:tailEnd/>
              </a:ln>
            </p:spPr>
            <p:txBody>
              <a:bodyPr/>
              <a:lstStyle/>
              <a:p>
                <a:pPr eaLnBrk="1" hangingPunct="1">
                  <a:defRPr/>
                </a:pPr>
                <a:r>
                  <a:rPr lang="en-US" sz="1400">
                    <a:latin typeface="+mj-lt"/>
                  </a:rPr>
                  <a:t>-</a:t>
                </a:r>
                <a:endParaRPr lang="ru-RU" sz="1400">
                  <a:latin typeface="+mj-lt"/>
                </a:endParaRPr>
              </a:p>
            </p:txBody>
          </p:sp>
        </p:grpSp>
      </p:grpSp>
      <p:sp>
        <p:nvSpPr>
          <p:cNvPr id="90" name="Text Box 89">
            <a:extLst>
              <a:ext uri="{FF2B5EF4-FFF2-40B4-BE49-F238E27FC236}">
                <a16:creationId xmlns:a16="http://schemas.microsoft.com/office/drawing/2014/main" id="{5203C4A0-9136-4C1D-B569-3BA96AC4044A}"/>
              </a:ext>
            </a:extLst>
          </p:cNvPr>
          <p:cNvSpPr txBox="1">
            <a:spLocks noChangeArrowheads="1"/>
          </p:cNvSpPr>
          <p:nvPr/>
        </p:nvSpPr>
        <p:spPr bwMode="auto">
          <a:xfrm>
            <a:off x="3522663" y="3621089"/>
            <a:ext cx="1511300" cy="307975"/>
          </a:xfrm>
          <a:prstGeom prst="rect">
            <a:avLst/>
          </a:prstGeom>
          <a:noFill/>
          <a:ln w="9525">
            <a:noFill/>
            <a:miter lim="800000"/>
            <a:headEnd/>
            <a:tailEnd/>
          </a:ln>
        </p:spPr>
        <p:txBody>
          <a:bodyPr>
            <a:spAutoFit/>
          </a:bodyPr>
          <a:lstStyle/>
          <a:p>
            <a:pPr algn="ctr" eaLnBrk="1" hangingPunct="1">
              <a:spcBef>
                <a:spcPct val="50000"/>
              </a:spcBef>
              <a:defRPr/>
            </a:pPr>
            <a:r>
              <a:rPr lang="en-US" sz="1400">
                <a:latin typeface="+mj-lt"/>
              </a:rPr>
              <a:t>Recording</a:t>
            </a:r>
            <a:endParaRPr lang="ru-RU" sz="1400">
              <a:latin typeface="+mj-lt"/>
            </a:endParaRPr>
          </a:p>
        </p:txBody>
      </p:sp>
      <p:sp>
        <p:nvSpPr>
          <p:cNvPr id="91" name="Text Box 90">
            <a:extLst>
              <a:ext uri="{FF2B5EF4-FFF2-40B4-BE49-F238E27FC236}">
                <a16:creationId xmlns:a16="http://schemas.microsoft.com/office/drawing/2014/main" id="{B82B90F0-9579-4831-A148-77805D36F389}"/>
              </a:ext>
            </a:extLst>
          </p:cNvPr>
          <p:cNvSpPr txBox="1">
            <a:spLocks noChangeArrowheads="1"/>
          </p:cNvSpPr>
          <p:nvPr/>
        </p:nvSpPr>
        <p:spPr bwMode="auto">
          <a:xfrm>
            <a:off x="7523163" y="3640139"/>
            <a:ext cx="1511300" cy="307975"/>
          </a:xfrm>
          <a:prstGeom prst="rect">
            <a:avLst/>
          </a:prstGeom>
          <a:noFill/>
          <a:ln w="9525">
            <a:noFill/>
            <a:miter lim="800000"/>
            <a:headEnd/>
            <a:tailEnd/>
          </a:ln>
        </p:spPr>
        <p:txBody>
          <a:bodyPr>
            <a:spAutoFit/>
          </a:bodyPr>
          <a:lstStyle/>
          <a:p>
            <a:pPr algn="ctr" eaLnBrk="1" hangingPunct="1">
              <a:spcBef>
                <a:spcPct val="50000"/>
              </a:spcBef>
              <a:defRPr/>
            </a:pPr>
            <a:r>
              <a:rPr lang="en-US" sz="1400" dirty="0">
                <a:latin typeface="+mj-lt"/>
              </a:rPr>
              <a:t>Storage</a:t>
            </a:r>
            <a:endParaRPr lang="ru-RU" sz="1400" dirty="0">
              <a:latin typeface="+mj-lt"/>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A666C4C-6EE3-D3F0-8145-1099287FDFE3}"/>
              </a:ext>
            </a:extLst>
          </p:cNvPr>
          <p:cNvSpPr>
            <a:spLocks noGrp="1" noChangeArrowheads="1"/>
          </p:cNvSpPr>
          <p:nvPr>
            <p:ph type="title"/>
          </p:nvPr>
        </p:nvSpPr>
        <p:spPr/>
        <p:txBody>
          <a:bodyPr>
            <a:normAutofit fontScale="90000"/>
          </a:bodyPr>
          <a:lstStyle/>
          <a:p>
            <a:r>
              <a:rPr lang="en-US" altLang="en-US" dirty="0"/>
              <a:t>Electrically Erasable Programmable Read</a:t>
            </a:r>
            <a:r>
              <a:rPr lang="ru-RU" altLang="en-US" dirty="0"/>
              <a:t>-</a:t>
            </a:r>
            <a:r>
              <a:rPr lang="en-US" altLang="en-US" dirty="0"/>
              <a:t>Only Memory(EEPROM)</a:t>
            </a:r>
            <a:r>
              <a:rPr lang="ru-RU" altLang="en-US" dirty="0"/>
              <a:t> </a:t>
            </a:r>
            <a:r>
              <a:rPr lang="en-US" altLang="en-US" dirty="0"/>
              <a:t> </a:t>
            </a:r>
            <a:endParaRPr lang="ru-RU" altLang="en-US" dirty="0"/>
          </a:p>
        </p:txBody>
      </p:sp>
      <p:sp>
        <p:nvSpPr>
          <p:cNvPr id="90115" name="Text Box 35">
            <a:extLst>
              <a:ext uri="{FF2B5EF4-FFF2-40B4-BE49-F238E27FC236}">
                <a16:creationId xmlns:a16="http://schemas.microsoft.com/office/drawing/2014/main" id="{583F622F-07A6-942D-90AA-E2E5CF1158DA}"/>
              </a:ext>
            </a:extLst>
          </p:cNvPr>
          <p:cNvSpPr txBox="1">
            <a:spLocks noChangeArrowheads="1"/>
          </p:cNvSpPr>
          <p:nvPr/>
        </p:nvSpPr>
        <p:spPr bwMode="auto">
          <a:xfrm>
            <a:off x="6762750" y="1878013"/>
            <a:ext cx="27432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600"/>
              <a:t>FLOTOX</a:t>
            </a:r>
            <a:r>
              <a:rPr lang="ru-RU" altLang="en-US" sz="1600"/>
              <a:t>-</a:t>
            </a:r>
            <a:r>
              <a:rPr lang="en-US" altLang="en-US" sz="1600"/>
              <a:t>т</a:t>
            </a:r>
            <a:r>
              <a:rPr lang="ru-RU" altLang="en-US" sz="1600"/>
              <a:t>ранзистор (</a:t>
            </a:r>
            <a:r>
              <a:rPr lang="en-US" altLang="en-US" sz="1600"/>
              <a:t>Floating</a:t>
            </a:r>
            <a:r>
              <a:rPr lang="ru-RU" altLang="en-US" sz="1600"/>
              <a:t>-</a:t>
            </a:r>
            <a:r>
              <a:rPr lang="en-US" altLang="en-US" sz="1600"/>
              <a:t>Gate Tunneling Oxide Transistor</a:t>
            </a:r>
            <a:r>
              <a:rPr lang="ru-RU" altLang="en-US" sz="1600"/>
              <a:t>) </a:t>
            </a:r>
          </a:p>
        </p:txBody>
      </p:sp>
      <p:grpSp>
        <p:nvGrpSpPr>
          <p:cNvPr id="90116" name="Group 55">
            <a:extLst>
              <a:ext uri="{FF2B5EF4-FFF2-40B4-BE49-F238E27FC236}">
                <a16:creationId xmlns:a16="http://schemas.microsoft.com/office/drawing/2014/main" id="{B234C13E-6916-A02A-530C-66348FE4D06E}"/>
              </a:ext>
            </a:extLst>
          </p:cNvPr>
          <p:cNvGrpSpPr>
            <a:grpSpLocks/>
          </p:cNvGrpSpPr>
          <p:nvPr/>
        </p:nvGrpSpPr>
        <p:grpSpPr bwMode="auto">
          <a:xfrm>
            <a:off x="6978650" y="2708275"/>
            <a:ext cx="2681288" cy="2305050"/>
            <a:chOff x="3776" y="2160"/>
            <a:chExt cx="1689" cy="1452"/>
          </a:xfrm>
        </p:grpSpPr>
        <p:sp>
          <p:nvSpPr>
            <p:cNvPr id="90152" name="Line 39">
              <a:extLst>
                <a:ext uri="{FF2B5EF4-FFF2-40B4-BE49-F238E27FC236}">
                  <a16:creationId xmlns:a16="http://schemas.microsoft.com/office/drawing/2014/main" id="{1D4A9B80-C1BB-D68F-8A0F-8F21AD1FACA1}"/>
                </a:ext>
              </a:extLst>
            </p:cNvPr>
            <p:cNvSpPr>
              <a:spLocks noChangeShapeType="1"/>
            </p:cNvSpPr>
            <p:nvPr/>
          </p:nvSpPr>
          <p:spPr bwMode="auto">
            <a:xfrm flipH="1">
              <a:off x="3776" y="2939"/>
              <a:ext cx="140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0153" name="Freeform 40">
              <a:extLst>
                <a:ext uri="{FF2B5EF4-FFF2-40B4-BE49-F238E27FC236}">
                  <a16:creationId xmlns:a16="http://schemas.microsoft.com/office/drawing/2014/main" id="{A73A68C6-E7AB-9DDF-3E16-29D0308806E5}"/>
                </a:ext>
              </a:extLst>
            </p:cNvPr>
            <p:cNvSpPr>
              <a:spLocks/>
            </p:cNvSpPr>
            <p:nvPr/>
          </p:nvSpPr>
          <p:spPr bwMode="auto">
            <a:xfrm>
              <a:off x="5153" y="2911"/>
              <a:ext cx="89" cy="52"/>
            </a:xfrm>
            <a:custGeom>
              <a:avLst/>
              <a:gdLst>
                <a:gd name="T0" fmla="*/ 2147483646 w 22"/>
                <a:gd name="T1" fmla="*/ 2147483646 h 13"/>
                <a:gd name="T2" fmla="*/ 0 w 22"/>
                <a:gd name="T3" fmla="*/ 0 h 13"/>
                <a:gd name="T4" fmla="*/ 2147483646 w 22"/>
                <a:gd name="T5" fmla="*/ 0 h 13"/>
                <a:gd name="T6" fmla="*/ 2147483646 w 22"/>
                <a:gd name="T7" fmla="*/ 2147483646 h 13"/>
                <a:gd name="T8" fmla="*/ 2147483646 w 22"/>
                <a:gd name="T9" fmla="*/ 2147483646 h 13"/>
                <a:gd name="T10" fmla="*/ 2147483646 w 22"/>
                <a:gd name="T11" fmla="*/ 2147483646 h 13"/>
                <a:gd name="T12" fmla="*/ 2147483646 w 22"/>
                <a:gd name="T13" fmla="*/ 2147483646 h 13"/>
                <a:gd name="T14" fmla="*/ 0 w 22"/>
                <a:gd name="T15" fmla="*/ 2147483646 h 13"/>
                <a:gd name="T16" fmla="*/ 2147483646 w 22"/>
                <a:gd name="T17" fmla="*/ 2147483646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3"/>
                <a:gd name="T29" fmla="*/ 22 w 22"/>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3">
                  <a:moveTo>
                    <a:pt x="4" y="7"/>
                  </a:moveTo>
                  <a:cubicBezTo>
                    <a:pt x="0" y="0"/>
                    <a:pt x="0" y="0"/>
                    <a:pt x="0" y="0"/>
                  </a:cubicBezTo>
                  <a:cubicBezTo>
                    <a:pt x="1" y="0"/>
                    <a:pt x="1" y="0"/>
                    <a:pt x="1" y="0"/>
                  </a:cubicBezTo>
                  <a:cubicBezTo>
                    <a:pt x="11" y="4"/>
                    <a:pt x="11" y="4"/>
                    <a:pt x="11" y="4"/>
                  </a:cubicBezTo>
                  <a:cubicBezTo>
                    <a:pt x="15" y="5"/>
                    <a:pt x="19" y="6"/>
                    <a:pt x="22" y="7"/>
                  </a:cubicBezTo>
                  <a:cubicBezTo>
                    <a:pt x="19" y="8"/>
                    <a:pt x="15" y="8"/>
                    <a:pt x="11" y="9"/>
                  </a:cubicBezTo>
                  <a:cubicBezTo>
                    <a:pt x="1" y="13"/>
                    <a:pt x="1" y="13"/>
                    <a:pt x="1" y="13"/>
                  </a:cubicBezTo>
                  <a:cubicBezTo>
                    <a:pt x="0" y="13"/>
                    <a:pt x="0" y="13"/>
                    <a:pt x="0" y="13"/>
                  </a:cubicBezTo>
                  <a:lnTo>
                    <a:pt x="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0154" name="Line 41">
              <a:extLst>
                <a:ext uri="{FF2B5EF4-FFF2-40B4-BE49-F238E27FC236}">
                  <a16:creationId xmlns:a16="http://schemas.microsoft.com/office/drawing/2014/main" id="{E58D051A-5432-47F2-F2E6-3EDF5D1A5D4A}"/>
                </a:ext>
              </a:extLst>
            </p:cNvPr>
            <p:cNvSpPr>
              <a:spLocks noChangeShapeType="1"/>
            </p:cNvSpPr>
            <p:nvPr/>
          </p:nvSpPr>
          <p:spPr bwMode="auto">
            <a:xfrm>
              <a:off x="4428" y="2352"/>
              <a:ext cx="1" cy="126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0155" name="Freeform 42">
              <a:extLst>
                <a:ext uri="{FF2B5EF4-FFF2-40B4-BE49-F238E27FC236}">
                  <a16:creationId xmlns:a16="http://schemas.microsoft.com/office/drawing/2014/main" id="{11AF4AF6-06A4-1680-FE3F-63960068B4B3}"/>
                </a:ext>
              </a:extLst>
            </p:cNvPr>
            <p:cNvSpPr>
              <a:spLocks/>
            </p:cNvSpPr>
            <p:nvPr/>
          </p:nvSpPr>
          <p:spPr bwMode="auto">
            <a:xfrm>
              <a:off x="4400" y="2287"/>
              <a:ext cx="57" cy="89"/>
            </a:xfrm>
            <a:custGeom>
              <a:avLst/>
              <a:gdLst>
                <a:gd name="T0" fmla="*/ 2147483646 w 14"/>
                <a:gd name="T1" fmla="*/ 2147483646 h 22"/>
                <a:gd name="T2" fmla="*/ 2147483646 w 14"/>
                <a:gd name="T3" fmla="*/ 2147483646 h 22"/>
                <a:gd name="T4" fmla="*/ 0 w 14"/>
                <a:gd name="T5" fmla="*/ 2147483646 h 22"/>
                <a:gd name="T6" fmla="*/ 2147483646 w 14"/>
                <a:gd name="T7" fmla="*/ 2147483646 h 22"/>
                <a:gd name="T8" fmla="*/ 2147483646 w 14"/>
                <a:gd name="T9" fmla="*/ 0 h 22"/>
                <a:gd name="T10" fmla="*/ 2147483646 w 14"/>
                <a:gd name="T11" fmla="*/ 2147483646 h 22"/>
                <a:gd name="T12" fmla="*/ 2147483646 w 14"/>
                <a:gd name="T13" fmla="*/ 2147483646 h 22"/>
                <a:gd name="T14" fmla="*/ 2147483646 w 14"/>
                <a:gd name="T15" fmla="*/ 2147483646 h 22"/>
                <a:gd name="T16" fmla="*/ 2147483646 w 14"/>
                <a:gd name="T17" fmla="*/ 2147483646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22"/>
                <a:gd name="T29" fmla="*/ 14 w 14"/>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22">
                  <a:moveTo>
                    <a:pt x="7" y="18"/>
                  </a:moveTo>
                  <a:cubicBezTo>
                    <a:pt x="1" y="22"/>
                    <a:pt x="1" y="22"/>
                    <a:pt x="1" y="22"/>
                  </a:cubicBezTo>
                  <a:cubicBezTo>
                    <a:pt x="0" y="22"/>
                    <a:pt x="0" y="22"/>
                    <a:pt x="0" y="22"/>
                  </a:cubicBezTo>
                  <a:cubicBezTo>
                    <a:pt x="5" y="11"/>
                    <a:pt x="5" y="11"/>
                    <a:pt x="5" y="11"/>
                  </a:cubicBezTo>
                  <a:cubicBezTo>
                    <a:pt x="5" y="7"/>
                    <a:pt x="6" y="4"/>
                    <a:pt x="7" y="0"/>
                  </a:cubicBezTo>
                  <a:cubicBezTo>
                    <a:pt x="8" y="4"/>
                    <a:pt x="9" y="7"/>
                    <a:pt x="9" y="11"/>
                  </a:cubicBezTo>
                  <a:cubicBezTo>
                    <a:pt x="14" y="22"/>
                    <a:pt x="14" y="22"/>
                    <a:pt x="14" y="22"/>
                  </a:cubicBezTo>
                  <a:cubicBezTo>
                    <a:pt x="14" y="22"/>
                    <a:pt x="14" y="22"/>
                    <a:pt x="14" y="22"/>
                  </a:cubicBezTo>
                  <a:lnTo>
                    <a:pt x="7"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0156" name="Rectangle 45">
              <a:extLst>
                <a:ext uri="{FF2B5EF4-FFF2-40B4-BE49-F238E27FC236}">
                  <a16:creationId xmlns:a16="http://schemas.microsoft.com/office/drawing/2014/main" id="{E5EB965D-1F67-D9D9-E398-104B14E85F0C}"/>
                </a:ext>
              </a:extLst>
            </p:cNvPr>
            <p:cNvSpPr>
              <a:spLocks noChangeArrowheads="1"/>
            </p:cNvSpPr>
            <p:nvPr/>
          </p:nvSpPr>
          <p:spPr bwMode="auto">
            <a:xfrm>
              <a:off x="4724" y="2962"/>
              <a:ext cx="2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b="1">
                  <a:solidFill>
                    <a:srgbClr val="000000"/>
                  </a:solidFill>
                </a:rPr>
                <a:t>10 V</a:t>
              </a:r>
              <a:endParaRPr lang="en-US" altLang="en-US" sz="2400" b="1" i="1"/>
            </a:p>
          </p:txBody>
        </p:sp>
        <p:sp>
          <p:nvSpPr>
            <p:cNvPr id="90157" name="Text Box 49">
              <a:extLst>
                <a:ext uri="{FF2B5EF4-FFF2-40B4-BE49-F238E27FC236}">
                  <a16:creationId xmlns:a16="http://schemas.microsoft.com/office/drawing/2014/main" id="{D47F5A6E-B29E-31C7-567F-20F72C710510}"/>
                </a:ext>
              </a:extLst>
            </p:cNvPr>
            <p:cNvSpPr txBox="1">
              <a:spLocks noChangeArrowheads="1"/>
            </p:cNvSpPr>
            <p:nvPr/>
          </p:nvSpPr>
          <p:spPr bwMode="auto">
            <a:xfrm>
              <a:off x="3787" y="2723"/>
              <a:ext cx="49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-10V</a:t>
              </a:r>
              <a:endParaRPr lang="ru-RU" altLang="en-US" sz="1600" b="1"/>
            </a:p>
          </p:txBody>
        </p:sp>
        <p:sp>
          <p:nvSpPr>
            <p:cNvPr id="90158" name="Text Box 50">
              <a:extLst>
                <a:ext uri="{FF2B5EF4-FFF2-40B4-BE49-F238E27FC236}">
                  <a16:creationId xmlns:a16="http://schemas.microsoft.com/office/drawing/2014/main" id="{90C8F66C-3A48-A6CD-70CD-3DBD740AE1F9}"/>
                </a:ext>
              </a:extLst>
            </p:cNvPr>
            <p:cNvSpPr txBox="1">
              <a:spLocks noChangeArrowheads="1"/>
            </p:cNvSpPr>
            <p:nvPr/>
          </p:nvSpPr>
          <p:spPr bwMode="auto">
            <a:xfrm>
              <a:off x="5193" y="2704"/>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V</a:t>
              </a:r>
              <a:endParaRPr lang="ru-RU" altLang="en-US" sz="1600" b="1"/>
            </a:p>
          </p:txBody>
        </p:sp>
        <p:sp>
          <p:nvSpPr>
            <p:cNvPr id="90159" name="Text Box 51">
              <a:extLst>
                <a:ext uri="{FF2B5EF4-FFF2-40B4-BE49-F238E27FC236}">
                  <a16:creationId xmlns:a16="http://schemas.microsoft.com/office/drawing/2014/main" id="{DB247267-AAC7-E7B3-ABD1-ED43920B4F6D}"/>
                </a:ext>
              </a:extLst>
            </p:cNvPr>
            <p:cNvSpPr txBox="1">
              <a:spLocks noChangeArrowheads="1"/>
            </p:cNvSpPr>
            <p:nvPr/>
          </p:nvSpPr>
          <p:spPr bwMode="auto">
            <a:xfrm>
              <a:off x="4298" y="2160"/>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I</a:t>
              </a:r>
              <a:endParaRPr lang="ru-RU" altLang="en-US" sz="1600" b="1"/>
            </a:p>
          </p:txBody>
        </p:sp>
        <p:sp>
          <p:nvSpPr>
            <p:cNvPr id="90160" name="Line 52">
              <a:extLst>
                <a:ext uri="{FF2B5EF4-FFF2-40B4-BE49-F238E27FC236}">
                  <a16:creationId xmlns:a16="http://schemas.microsoft.com/office/drawing/2014/main" id="{BC0052F8-EE83-7D54-53B2-9DA913140B9A}"/>
                </a:ext>
              </a:extLst>
            </p:cNvPr>
            <p:cNvSpPr>
              <a:spLocks noChangeShapeType="1"/>
            </p:cNvSpPr>
            <p:nvPr/>
          </p:nvSpPr>
          <p:spPr bwMode="auto">
            <a:xfrm>
              <a:off x="3995" y="2939"/>
              <a:ext cx="83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61" name="Line 53">
              <a:extLst>
                <a:ext uri="{FF2B5EF4-FFF2-40B4-BE49-F238E27FC236}">
                  <a16:creationId xmlns:a16="http://schemas.microsoft.com/office/drawing/2014/main" id="{5E7409CE-09D2-4B51-5CC6-5847D20C4CE5}"/>
                </a:ext>
              </a:extLst>
            </p:cNvPr>
            <p:cNvSpPr>
              <a:spLocks noChangeShapeType="1"/>
            </p:cNvSpPr>
            <p:nvPr/>
          </p:nvSpPr>
          <p:spPr bwMode="auto">
            <a:xfrm flipH="1">
              <a:off x="3865" y="2931"/>
              <a:ext cx="136" cy="63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62" name="Line 54">
              <a:extLst>
                <a:ext uri="{FF2B5EF4-FFF2-40B4-BE49-F238E27FC236}">
                  <a16:creationId xmlns:a16="http://schemas.microsoft.com/office/drawing/2014/main" id="{8B2BDEF5-77D7-B9B8-01D7-A30B50FFC535}"/>
                </a:ext>
              </a:extLst>
            </p:cNvPr>
            <p:cNvSpPr>
              <a:spLocks noChangeShapeType="1"/>
            </p:cNvSpPr>
            <p:nvPr/>
          </p:nvSpPr>
          <p:spPr bwMode="auto">
            <a:xfrm flipH="1">
              <a:off x="4836" y="2296"/>
              <a:ext cx="136" cy="63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0117" name="Text Box 56">
            <a:extLst>
              <a:ext uri="{FF2B5EF4-FFF2-40B4-BE49-F238E27FC236}">
                <a16:creationId xmlns:a16="http://schemas.microsoft.com/office/drawing/2014/main" id="{98DCABD1-6AB1-F7D4-42C7-E7CDF9CA7E71}"/>
              </a:ext>
            </a:extLst>
          </p:cNvPr>
          <p:cNvSpPr txBox="1">
            <a:spLocks noChangeArrowheads="1"/>
          </p:cNvSpPr>
          <p:nvPr/>
        </p:nvSpPr>
        <p:spPr bwMode="auto">
          <a:xfrm>
            <a:off x="5951539" y="5008564"/>
            <a:ext cx="39084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Fowler-Nordheim I-V characteristic</a:t>
            </a:r>
          </a:p>
          <a:p>
            <a:pPr eaLnBrk="1" hangingPunct="1"/>
            <a:endParaRPr lang="ru-RU" altLang="en-US" sz="1600"/>
          </a:p>
        </p:txBody>
      </p:sp>
      <p:grpSp>
        <p:nvGrpSpPr>
          <p:cNvPr id="90118" name="Group 51">
            <a:extLst>
              <a:ext uri="{FF2B5EF4-FFF2-40B4-BE49-F238E27FC236}">
                <a16:creationId xmlns:a16="http://schemas.microsoft.com/office/drawing/2014/main" id="{8DFFF050-DFDF-3EB8-6ED0-72F287880B96}"/>
              </a:ext>
            </a:extLst>
          </p:cNvPr>
          <p:cNvGrpSpPr>
            <a:grpSpLocks/>
          </p:cNvGrpSpPr>
          <p:nvPr/>
        </p:nvGrpSpPr>
        <p:grpSpPr bwMode="auto">
          <a:xfrm>
            <a:off x="2279651" y="1773239"/>
            <a:ext cx="5026025" cy="3214687"/>
            <a:chOff x="338138" y="1752600"/>
            <a:chExt cx="5445125" cy="3525675"/>
          </a:xfrm>
        </p:grpSpPr>
        <p:sp>
          <p:nvSpPr>
            <p:cNvPr id="90119" name="Freeform 5">
              <a:extLst>
                <a:ext uri="{FF2B5EF4-FFF2-40B4-BE49-F238E27FC236}">
                  <a16:creationId xmlns:a16="http://schemas.microsoft.com/office/drawing/2014/main" id="{EFF9BA07-5C72-4DB9-02BF-B768C2699E2F}"/>
                </a:ext>
              </a:extLst>
            </p:cNvPr>
            <p:cNvSpPr>
              <a:spLocks/>
            </p:cNvSpPr>
            <p:nvPr/>
          </p:nvSpPr>
          <p:spPr bwMode="auto">
            <a:xfrm>
              <a:off x="577850" y="2886075"/>
              <a:ext cx="4032250" cy="325438"/>
            </a:xfrm>
            <a:custGeom>
              <a:avLst/>
              <a:gdLst>
                <a:gd name="T0" fmla="*/ 0 w 3480"/>
                <a:gd name="T1" fmla="*/ 2147483646 h 307"/>
                <a:gd name="T2" fmla="*/ 2147483646 w 3480"/>
                <a:gd name="T3" fmla="*/ 2147483646 h 307"/>
                <a:gd name="T4" fmla="*/ 2147483646 w 3480"/>
                <a:gd name="T5" fmla="*/ 2147483646 h 307"/>
                <a:gd name="T6" fmla="*/ 2147483646 w 3480"/>
                <a:gd name="T7" fmla="*/ 0 h 307"/>
                <a:gd name="T8" fmla="*/ 2147483646 w 3480"/>
                <a:gd name="T9" fmla="*/ 2147483646 h 307"/>
                <a:gd name="T10" fmla="*/ 2147483646 w 3480"/>
                <a:gd name="T11" fmla="*/ 2147483646 h 307"/>
                <a:gd name="T12" fmla="*/ 2147483646 w 3480"/>
                <a:gd name="T13" fmla="*/ 2147483646 h 307"/>
                <a:gd name="T14" fmla="*/ 2147483646 w 3480"/>
                <a:gd name="T15" fmla="*/ 2147483646 h 307"/>
                <a:gd name="T16" fmla="*/ 0 60000 65536"/>
                <a:gd name="T17" fmla="*/ 0 60000 65536"/>
                <a:gd name="T18" fmla="*/ 0 60000 65536"/>
                <a:gd name="T19" fmla="*/ 0 60000 65536"/>
                <a:gd name="T20" fmla="*/ 0 60000 65536"/>
                <a:gd name="T21" fmla="*/ 0 60000 65536"/>
                <a:gd name="T22" fmla="*/ 0 60000 65536"/>
                <a:gd name="T23" fmla="*/ 0 60000 65536"/>
                <a:gd name="T24" fmla="*/ 0 w 3480"/>
                <a:gd name="T25" fmla="*/ 0 h 307"/>
                <a:gd name="T26" fmla="*/ 3480 w 3480"/>
                <a:gd name="T27" fmla="*/ 307 h 30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80" h="307">
                  <a:moveTo>
                    <a:pt x="0" y="277"/>
                  </a:moveTo>
                  <a:cubicBezTo>
                    <a:pt x="180" y="292"/>
                    <a:pt x="360" y="307"/>
                    <a:pt x="540" y="277"/>
                  </a:cubicBezTo>
                  <a:cubicBezTo>
                    <a:pt x="720" y="247"/>
                    <a:pt x="896" y="143"/>
                    <a:pt x="1080" y="97"/>
                  </a:cubicBezTo>
                  <a:cubicBezTo>
                    <a:pt x="1264" y="51"/>
                    <a:pt x="1434" y="0"/>
                    <a:pt x="1644" y="0"/>
                  </a:cubicBezTo>
                  <a:cubicBezTo>
                    <a:pt x="1854" y="0"/>
                    <a:pt x="2134" y="51"/>
                    <a:pt x="2340" y="97"/>
                  </a:cubicBezTo>
                  <a:cubicBezTo>
                    <a:pt x="2546" y="143"/>
                    <a:pt x="2700" y="247"/>
                    <a:pt x="2880" y="277"/>
                  </a:cubicBezTo>
                  <a:cubicBezTo>
                    <a:pt x="3060" y="307"/>
                    <a:pt x="3360" y="277"/>
                    <a:pt x="3420" y="277"/>
                  </a:cubicBezTo>
                  <a:cubicBezTo>
                    <a:pt x="3480" y="277"/>
                    <a:pt x="3270" y="277"/>
                    <a:pt x="3240" y="277"/>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120" name="Line 6">
              <a:extLst>
                <a:ext uri="{FF2B5EF4-FFF2-40B4-BE49-F238E27FC236}">
                  <a16:creationId xmlns:a16="http://schemas.microsoft.com/office/drawing/2014/main" id="{41E7D78A-0D56-FB35-C9B8-11CBD83E2E0A}"/>
                </a:ext>
              </a:extLst>
            </p:cNvPr>
            <p:cNvSpPr>
              <a:spLocks noChangeShapeType="1"/>
            </p:cNvSpPr>
            <p:nvPr/>
          </p:nvSpPr>
          <p:spPr bwMode="auto">
            <a:xfrm>
              <a:off x="577850" y="3205163"/>
              <a:ext cx="0" cy="6619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21" name="Line 7">
              <a:extLst>
                <a:ext uri="{FF2B5EF4-FFF2-40B4-BE49-F238E27FC236}">
                  <a16:creationId xmlns:a16="http://schemas.microsoft.com/office/drawing/2014/main" id="{D0BD962F-8DDF-D61D-760F-F21E2898A9E0}"/>
                </a:ext>
              </a:extLst>
            </p:cNvPr>
            <p:cNvSpPr>
              <a:spLocks noChangeShapeType="1"/>
            </p:cNvSpPr>
            <p:nvPr/>
          </p:nvSpPr>
          <p:spPr bwMode="auto">
            <a:xfrm>
              <a:off x="4556125" y="3178175"/>
              <a:ext cx="0" cy="6873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22" name="Line 8">
              <a:extLst>
                <a:ext uri="{FF2B5EF4-FFF2-40B4-BE49-F238E27FC236}">
                  <a16:creationId xmlns:a16="http://schemas.microsoft.com/office/drawing/2014/main" id="{C216720C-C20F-3D01-12AB-6BD9A57C21CF}"/>
                </a:ext>
              </a:extLst>
            </p:cNvPr>
            <p:cNvSpPr>
              <a:spLocks noChangeShapeType="1"/>
            </p:cNvSpPr>
            <p:nvPr/>
          </p:nvSpPr>
          <p:spPr bwMode="auto">
            <a:xfrm>
              <a:off x="581025" y="3863975"/>
              <a:ext cx="39608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23" name="AutoShape 9">
              <a:extLst>
                <a:ext uri="{FF2B5EF4-FFF2-40B4-BE49-F238E27FC236}">
                  <a16:creationId xmlns:a16="http://schemas.microsoft.com/office/drawing/2014/main" id="{C1B21006-4C19-1FA5-181A-A7899456A4E0}"/>
                </a:ext>
              </a:extLst>
            </p:cNvPr>
            <p:cNvSpPr>
              <a:spLocks noChangeArrowheads="1"/>
            </p:cNvSpPr>
            <p:nvPr/>
          </p:nvSpPr>
          <p:spPr bwMode="auto">
            <a:xfrm>
              <a:off x="4056063" y="3189288"/>
              <a:ext cx="327025" cy="67627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C0C0C0"/>
            </a:solidFill>
            <a:ln w="22225">
              <a:solidFill>
                <a:srgbClr val="000000"/>
              </a:solidFill>
              <a:miter lim="800000"/>
              <a:headEnd/>
              <a:tailEnd/>
            </a:ln>
          </p:spPr>
          <p:txBody>
            <a:bodyPr/>
            <a:lstStyle/>
            <a:p>
              <a:endParaRPr lang="en-US"/>
            </a:p>
          </p:txBody>
        </p:sp>
        <p:sp>
          <p:nvSpPr>
            <p:cNvPr id="90124" name="AutoShape 10">
              <a:extLst>
                <a:ext uri="{FF2B5EF4-FFF2-40B4-BE49-F238E27FC236}">
                  <a16:creationId xmlns:a16="http://schemas.microsoft.com/office/drawing/2014/main" id="{E995AB69-D16F-B678-4AEA-0CBD515D164D}"/>
                </a:ext>
              </a:extLst>
            </p:cNvPr>
            <p:cNvSpPr>
              <a:spLocks noChangeArrowheads="1"/>
            </p:cNvSpPr>
            <p:nvPr/>
          </p:nvSpPr>
          <p:spPr bwMode="auto">
            <a:xfrm>
              <a:off x="684213" y="3189288"/>
              <a:ext cx="327025" cy="66675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C0C0C0"/>
            </a:solidFill>
            <a:ln w="22225">
              <a:solidFill>
                <a:srgbClr val="000000"/>
              </a:solidFill>
              <a:miter lim="800000"/>
              <a:headEnd/>
              <a:tailEnd/>
            </a:ln>
          </p:spPr>
          <p:txBody>
            <a:bodyPr/>
            <a:lstStyle/>
            <a:p>
              <a:endParaRPr lang="en-US"/>
            </a:p>
          </p:txBody>
        </p:sp>
        <p:sp>
          <p:nvSpPr>
            <p:cNvPr id="90125" name="Rectangle 11">
              <a:extLst>
                <a:ext uri="{FF2B5EF4-FFF2-40B4-BE49-F238E27FC236}">
                  <a16:creationId xmlns:a16="http://schemas.microsoft.com/office/drawing/2014/main" id="{FB381315-4827-26A9-D324-3ED2B80CB399}"/>
                </a:ext>
              </a:extLst>
            </p:cNvPr>
            <p:cNvSpPr>
              <a:spLocks noChangeArrowheads="1"/>
            </p:cNvSpPr>
            <p:nvPr/>
          </p:nvSpPr>
          <p:spPr bwMode="auto">
            <a:xfrm>
              <a:off x="1844675" y="3122613"/>
              <a:ext cx="1636713" cy="141287"/>
            </a:xfrm>
            <a:prstGeom prst="rect">
              <a:avLst/>
            </a:prstGeom>
            <a:solidFill>
              <a:srgbClr val="0033CC"/>
            </a:solidFill>
            <a:ln>
              <a:noFill/>
            </a:ln>
            <a:extLs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0126" name="Rectangle 12">
              <a:extLst>
                <a:ext uri="{FF2B5EF4-FFF2-40B4-BE49-F238E27FC236}">
                  <a16:creationId xmlns:a16="http://schemas.microsoft.com/office/drawing/2014/main" id="{A8D967A3-CB61-44FB-E2BF-D420F5C25338}"/>
                </a:ext>
              </a:extLst>
            </p:cNvPr>
            <p:cNvSpPr>
              <a:spLocks noChangeArrowheads="1"/>
            </p:cNvSpPr>
            <p:nvPr/>
          </p:nvSpPr>
          <p:spPr bwMode="auto">
            <a:xfrm>
              <a:off x="1847850" y="3440113"/>
              <a:ext cx="947738" cy="114300"/>
            </a:xfrm>
            <a:prstGeom prst="rect">
              <a:avLst/>
            </a:prstGeom>
            <a:solidFill>
              <a:srgbClr val="0000FF"/>
            </a:solidFill>
            <a:ln w="22225">
              <a:solidFill>
                <a:srgbClr val="0033CC"/>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0127" name="Freeform 13">
              <a:extLst>
                <a:ext uri="{FF2B5EF4-FFF2-40B4-BE49-F238E27FC236}">
                  <a16:creationId xmlns:a16="http://schemas.microsoft.com/office/drawing/2014/main" id="{54ADA781-0C44-1952-780A-AB42F55E5F5D}"/>
                </a:ext>
              </a:extLst>
            </p:cNvPr>
            <p:cNvSpPr>
              <a:spLocks/>
            </p:cNvSpPr>
            <p:nvPr/>
          </p:nvSpPr>
          <p:spPr bwMode="auto">
            <a:xfrm>
              <a:off x="565150" y="3859213"/>
              <a:ext cx="1362075" cy="325437"/>
            </a:xfrm>
            <a:custGeom>
              <a:avLst/>
              <a:gdLst>
                <a:gd name="T0" fmla="*/ 2147483646 w 1296"/>
                <a:gd name="T1" fmla="*/ 0 h 285"/>
                <a:gd name="T2" fmla="*/ 2147483646 w 1296"/>
                <a:gd name="T3" fmla="*/ 2147483646 h 285"/>
                <a:gd name="T4" fmla="*/ 2147483646 w 1296"/>
                <a:gd name="T5" fmla="*/ 2147483646 h 285"/>
                <a:gd name="T6" fmla="*/ 2147483646 w 1296"/>
                <a:gd name="T7" fmla="*/ 2147483646 h 285"/>
                <a:gd name="T8" fmla="*/ 0 w 1296"/>
                <a:gd name="T9" fmla="*/ 2147483646 h 285"/>
                <a:gd name="T10" fmla="*/ 0 60000 65536"/>
                <a:gd name="T11" fmla="*/ 0 60000 65536"/>
                <a:gd name="T12" fmla="*/ 0 60000 65536"/>
                <a:gd name="T13" fmla="*/ 0 60000 65536"/>
                <a:gd name="T14" fmla="*/ 0 60000 65536"/>
                <a:gd name="T15" fmla="*/ 0 w 1296"/>
                <a:gd name="T16" fmla="*/ 0 h 285"/>
                <a:gd name="T17" fmla="*/ 1296 w 1296"/>
                <a:gd name="T18" fmla="*/ 285 h 285"/>
              </a:gdLst>
              <a:ahLst/>
              <a:cxnLst>
                <a:cxn ang="T10">
                  <a:pos x="T0" y="T1"/>
                </a:cxn>
                <a:cxn ang="T11">
                  <a:pos x="T2" y="T3"/>
                </a:cxn>
                <a:cxn ang="T12">
                  <a:pos x="T4" y="T5"/>
                </a:cxn>
                <a:cxn ang="T13">
                  <a:pos x="T6" y="T7"/>
                </a:cxn>
                <a:cxn ang="T14">
                  <a:pos x="T8" y="T9"/>
                </a:cxn>
              </a:cxnLst>
              <a:rect l="T15" t="T16" r="T17" b="T18"/>
              <a:pathLst>
                <a:path w="1296" h="285">
                  <a:moveTo>
                    <a:pt x="1290" y="0"/>
                  </a:moveTo>
                  <a:cubicBezTo>
                    <a:pt x="1282" y="55"/>
                    <a:pt x="1296" y="122"/>
                    <a:pt x="1260" y="165"/>
                  </a:cubicBezTo>
                  <a:cubicBezTo>
                    <a:pt x="1234" y="196"/>
                    <a:pt x="1090" y="222"/>
                    <a:pt x="1080" y="225"/>
                  </a:cubicBezTo>
                  <a:cubicBezTo>
                    <a:pt x="940" y="265"/>
                    <a:pt x="807" y="273"/>
                    <a:pt x="660" y="285"/>
                  </a:cubicBezTo>
                  <a:cubicBezTo>
                    <a:pt x="440" y="280"/>
                    <a:pt x="0" y="270"/>
                    <a:pt x="0" y="270"/>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128" name="Freeform 14">
              <a:extLst>
                <a:ext uri="{FF2B5EF4-FFF2-40B4-BE49-F238E27FC236}">
                  <a16:creationId xmlns:a16="http://schemas.microsoft.com/office/drawing/2014/main" id="{77E4289B-0B2C-9156-1F54-142F120F15A9}"/>
                </a:ext>
              </a:extLst>
            </p:cNvPr>
            <p:cNvSpPr>
              <a:spLocks/>
            </p:cNvSpPr>
            <p:nvPr/>
          </p:nvSpPr>
          <p:spPr bwMode="auto">
            <a:xfrm flipH="1">
              <a:off x="3208338" y="3859213"/>
              <a:ext cx="1390650" cy="341312"/>
            </a:xfrm>
            <a:custGeom>
              <a:avLst/>
              <a:gdLst>
                <a:gd name="T0" fmla="*/ 2147483646 w 1296"/>
                <a:gd name="T1" fmla="*/ 0 h 285"/>
                <a:gd name="T2" fmla="*/ 2147483646 w 1296"/>
                <a:gd name="T3" fmla="*/ 2147483646 h 285"/>
                <a:gd name="T4" fmla="*/ 2147483646 w 1296"/>
                <a:gd name="T5" fmla="*/ 2147483646 h 285"/>
                <a:gd name="T6" fmla="*/ 2147483646 w 1296"/>
                <a:gd name="T7" fmla="*/ 2147483646 h 285"/>
                <a:gd name="T8" fmla="*/ 0 w 1296"/>
                <a:gd name="T9" fmla="*/ 2147483646 h 285"/>
                <a:gd name="T10" fmla="*/ 0 60000 65536"/>
                <a:gd name="T11" fmla="*/ 0 60000 65536"/>
                <a:gd name="T12" fmla="*/ 0 60000 65536"/>
                <a:gd name="T13" fmla="*/ 0 60000 65536"/>
                <a:gd name="T14" fmla="*/ 0 60000 65536"/>
                <a:gd name="T15" fmla="*/ 0 w 1296"/>
                <a:gd name="T16" fmla="*/ 0 h 285"/>
                <a:gd name="T17" fmla="*/ 1296 w 1296"/>
                <a:gd name="T18" fmla="*/ 285 h 285"/>
              </a:gdLst>
              <a:ahLst/>
              <a:cxnLst>
                <a:cxn ang="T10">
                  <a:pos x="T0" y="T1"/>
                </a:cxn>
                <a:cxn ang="T11">
                  <a:pos x="T2" y="T3"/>
                </a:cxn>
                <a:cxn ang="T12">
                  <a:pos x="T4" y="T5"/>
                </a:cxn>
                <a:cxn ang="T13">
                  <a:pos x="T6" y="T7"/>
                </a:cxn>
                <a:cxn ang="T14">
                  <a:pos x="T8" y="T9"/>
                </a:cxn>
              </a:cxnLst>
              <a:rect l="T15" t="T16" r="T17" b="T18"/>
              <a:pathLst>
                <a:path w="1296" h="285">
                  <a:moveTo>
                    <a:pt x="1290" y="0"/>
                  </a:moveTo>
                  <a:cubicBezTo>
                    <a:pt x="1282" y="55"/>
                    <a:pt x="1296" y="122"/>
                    <a:pt x="1260" y="165"/>
                  </a:cubicBezTo>
                  <a:cubicBezTo>
                    <a:pt x="1234" y="196"/>
                    <a:pt x="1090" y="222"/>
                    <a:pt x="1080" y="225"/>
                  </a:cubicBezTo>
                  <a:cubicBezTo>
                    <a:pt x="940" y="265"/>
                    <a:pt x="807" y="273"/>
                    <a:pt x="660" y="285"/>
                  </a:cubicBezTo>
                  <a:cubicBezTo>
                    <a:pt x="440" y="280"/>
                    <a:pt x="0" y="270"/>
                    <a:pt x="0" y="270"/>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129" name="Text Box 15">
              <a:extLst>
                <a:ext uri="{FF2B5EF4-FFF2-40B4-BE49-F238E27FC236}">
                  <a16:creationId xmlns:a16="http://schemas.microsoft.com/office/drawing/2014/main" id="{91414600-2B0D-E4C9-96B9-DD42AEBE7D52}"/>
                </a:ext>
              </a:extLst>
            </p:cNvPr>
            <p:cNvSpPr txBox="1">
              <a:spLocks noChangeArrowheads="1"/>
            </p:cNvSpPr>
            <p:nvPr/>
          </p:nvSpPr>
          <p:spPr bwMode="auto">
            <a:xfrm>
              <a:off x="1273175" y="3811588"/>
              <a:ext cx="908050"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n</a:t>
              </a:r>
              <a:r>
                <a:rPr lang="en-US" altLang="en-US" baseline="30000"/>
                <a:t>+</a:t>
              </a:r>
              <a:endParaRPr lang="ru-RU" altLang="en-US"/>
            </a:p>
          </p:txBody>
        </p:sp>
        <p:sp>
          <p:nvSpPr>
            <p:cNvPr id="90130" name="Text Box 16">
              <a:extLst>
                <a:ext uri="{FF2B5EF4-FFF2-40B4-BE49-F238E27FC236}">
                  <a16:creationId xmlns:a16="http://schemas.microsoft.com/office/drawing/2014/main" id="{4EC90E14-33AF-9828-636A-7C0D552443F5}"/>
                </a:ext>
              </a:extLst>
            </p:cNvPr>
            <p:cNvSpPr txBox="1">
              <a:spLocks noChangeArrowheads="1"/>
            </p:cNvSpPr>
            <p:nvPr/>
          </p:nvSpPr>
          <p:spPr bwMode="auto">
            <a:xfrm>
              <a:off x="3390900" y="3798888"/>
              <a:ext cx="9080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n</a:t>
              </a:r>
              <a:r>
                <a:rPr lang="en-US" altLang="en-US" baseline="30000"/>
                <a:t>+</a:t>
              </a:r>
              <a:endParaRPr lang="ru-RU" altLang="en-US"/>
            </a:p>
          </p:txBody>
        </p:sp>
        <p:sp>
          <p:nvSpPr>
            <p:cNvPr id="90131" name="Line 17">
              <a:extLst>
                <a:ext uri="{FF2B5EF4-FFF2-40B4-BE49-F238E27FC236}">
                  <a16:creationId xmlns:a16="http://schemas.microsoft.com/office/drawing/2014/main" id="{9A79577C-0F3F-B0D9-1913-5E31B8006DF7}"/>
                </a:ext>
              </a:extLst>
            </p:cNvPr>
            <p:cNvSpPr>
              <a:spLocks noChangeShapeType="1"/>
            </p:cNvSpPr>
            <p:nvPr/>
          </p:nvSpPr>
          <p:spPr bwMode="auto">
            <a:xfrm flipV="1">
              <a:off x="2608263" y="2616200"/>
              <a:ext cx="0" cy="4953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32" name="Line 18">
              <a:extLst>
                <a:ext uri="{FF2B5EF4-FFF2-40B4-BE49-F238E27FC236}">
                  <a16:creationId xmlns:a16="http://schemas.microsoft.com/office/drawing/2014/main" id="{2DEE0851-575B-B1D8-27B4-7597336B6AB4}"/>
                </a:ext>
              </a:extLst>
            </p:cNvPr>
            <p:cNvSpPr>
              <a:spLocks noChangeShapeType="1"/>
            </p:cNvSpPr>
            <p:nvPr/>
          </p:nvSpPr>
          <p:spPr bwMode="auto">
            <a:xfrm flipV="1">
              <a:off x="868363" y="2684463"/>
              <a:ext cx="0" cy="4968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33" name="Line 19">
              <a:extLst>
                <a:ext uri="{FF2B5EF4-FFF2-40B4-BE49-F238E27FC236}">
                  <a16:creationId xmlns:a16="http://schemas.microsoft.com/office/drawing/2014/main" id="{CA3FDD4E-9E7A-E909-8455-1482F4915EB1}"/>
                </a:ext>
              </a:extLst>
            </p:cNvPr>
            <p:cNvSpPr>
              <a:spLocks noChangeShapeType="1"/>
            </p:cNvSpPr>
            <p:nvPr/>
          </p:nvSpPr>
          <p:spPr bwMode="auto">
            <a:xfrm flipV="1">
              <a:off x="4225925" y="2670175"/>
              <a:ext cx="0" cy="4968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34" name="Line 20">
              <a:extLst>
                <a:ext uri="{FF2B5EF4-FFF2-40B4-BE49-F238E27FC236}">
                  <a16:creationId xmlns:a16="http://schemas.microsoft.com/office/drawing/2014/main" id="{04EBE9E5-E0F3-D044-5D7C-3BC7CA39E5CC}"/>
                </a:ext>
              </a:extLst>
            </p:cNvPr>
            <p:cNvSpPr>
              <a:spLocks noChangeShapeType="1"/>
            </p:cNvSpPr>
            <p:nvPr/>
          </p:nvSpPr>
          <p:spPr bwMode="auto">
            <a:xfrm>
              <a:off x="609600" y="4491038"/>
              <a:ext cx="40608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35" name="Freeform 21">
              <a:extLst>
                <a:ext uri="{FF2B5EF4-FFF2-40B4-BE49-F238E27FC236}">
                  <a16:creationId xmlns:a16="http://schemas.microsoft.com/office/drawing/2014/main" id="{0510E224-CF58-67D5-CA32-222675D24856}"/>
                </a:ext>
              </a:extLst>
            </p:cNvPr>
            <p:cNvSpPr>
              <a:spLocks/>
            </p:cNvSpPr>
            <p:nvPr/>
          </p:nvSpPr>
          <p:spPr bwMode="auto">
            <a:xfrm>
              <a:off x="4513263" y="3870325"/>
              <a:ext cx="180975" cy="625475"/>
            </a:xfrm>
            <a:custGeom>
              <a:avLst/>
              <a:gdLst>
                <a:gd name="T0" fmla="*/ 0 w 180"/>
                <a:gd name="T1" fmla="*/ 0 h 720"/>
                <a:gd name="T2" fmla="*/ 2147483646 w 180"/>
                <a:gd name="T3" fmla="*/ 2147483646 h 720"/>
                <a:gd name="T4" fmla="*/ 0 w 180"/>
                <a:gd name="T5" fmla="*/ 2147483646 h 720"/>
                <a:gd name="T6" fmla="*/ 2147483646 w 180"/>
                <a:gd name="T7" fmla="*/ 2147483646 h 720"/>
                <a:gd name="T8" fmla="*/ 0 60000 65536"/>
                <a:gd name="T9" fmla="*/ 0 60000 65536"/>
                <a:gd name="T10" fmla="*/ 0 60000 65536"/>
                <a:gd name="T11" fmla="*/ 0 60000 65536"/>
                <a:gd name="T12" fmla="*/ 0 w 180"/>
                <a:gd name="T13" fmla="*/ 0 h 720"/>
                <a:gd name="T14" fmla="*/ 180 w 180"/>
                <a:gd name="T15" fmla="*/ 720 h 720"/>
              </a:gdLst>
              <a:ahLst/>
              <a:cxnLst>
                <a:cxn ang="T8">
                  <a:pos x="T0" y="T1"/>
                </a:cxn>
                <a:cxn ang="T9">
                  <a:pos x="T2" y="T3"/>
                </a:cxn>
                <a:cxn ang="T10">
                  <a:pos x="T4" y="T5"/>
                </a:cxn>
                <a:cxn ang="T11">
                  <a:pos x="T6" y="T7"/>
                </a:cxn>
              </a:cxnLst>
              <a:rect l="T12" t="T13" r="T14" b="T15"/>
              <a:pathLst>
                <a:path w="180" h="720">
                  <a:moveTo>
                    <a:pt x="0" y="0"/>
                  </a:moveTo>
                  <a:cubicBezTo>
                    <a:pt x="90" y="45"/>
                    <a:pt x="180" y="90"/>
                    <a:pt x="180" y="180"/>
                  </a:cubicBezTo>
                  <a:cubicBezTo>
                    <a:pt x="180" y="270"/>
                    <a:pt x="0" y="450"/>
                    <a:pt x="0" y="540"/>
                  </a:cubicBezTo>
                  <a:cubicBezTo>
                    <a:pt x="0" y="630"/>
                    <a:pt x="180" y="690"/>
                    <a:pt x="180" y="720"/>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136" name="Freeform 22">
              <a:extLst>
                <a:ext uri="{FF2B5EF4-FFF2-40B4-BE49-F238E27FC236}">
                  <a16:creationId xmlns:a16="http://schemas.microsoft.com/office/drawing/2014/main" id="{F80BDBA8-6CAF-1360-37B9-3EB702138F77}"/>
                </a:ext>
              </a:extLst>
            </p:cNvPr>
            <p:cNvSpPr>
              <a:spLocks/>
            </p:cNvSpPr>
            <p:nvPr/>
          </p:nvSpPr>
          <p:spPr bwMode="auto">
            <a:xfrm rot="10800000">
              <a:off x="519113" y="3870325"/>
              <a:ext cx="180975" cy="625475"/>
            </a:xfrm>
            <a:custGeom>
              <a:avLst/>
              <a:gdLst>
                <a:gd name="T0" fmla="*/ 0 w 180"/>
                <a:gd name="T1" fmla="*/ 0 h 720"/>
                <a:gd name="T2" fmla="*/ 2147483646 w 180"/>
                <a:gd name="T3" fmla="*/ 2147483646 h 720"/>
                <a:gd name="T4" fmla="*/ 0 w 180"/>
                <a:gd name="T5" fmla="*/ 2147483646 h 720"/>
                <a:gd name="T6" fmla="*/ 2147483646 w 180"/>
                <a:gd name="T7" fmla="*/ 2147483646 h 720"/>
                <a:gd name="T8" fmla="*/ 0 60000 65536"/>
                <a:gd name="T9" fmla="*/ 0 60000 65536"/>
                <a:gd name="T10" fmla="*/ 0 60000 65536"/>
                <a:gd name="T11" fmla="*/ 0 60000 65536"/>
                <a:gd name="T12" fmla="*/ 0 w 180"/>
                <a:gd name="T13" fmla="*/ 0 h 720"/>
                <a:gd name="T14" fmla="*/ 180 w 180"/>
                <a:gd name="T15" fmla="*/ 720 h 720"/>
              </a:gdLst>
              <a:ahLst/>
              <a:cxnLst>
                <a:cxn ang="T8">
                  <a:pos x="T0" y="T1"/>
                </a:cxn>
                <a:cxn ang="T9">
                  <a:pos x="T2" y="T3"/>
                </a:cxn>
                <a:cxn ang="T10">
                  <a:pos x="T4" y="T5"/>
                </a:cxn>
                <a:cxn ang="T11">
                  <a:pos x="T6" y="T7"/>
                </a:cxn>
              </a:cxnLst>
              <a:rect l="T12" t="T13" r="T14" b="T15"/>
              <a:pathLst>
                <a:path w="180" h="720">
                  <a:moveTo>
                    <a:pt x="0" y="0"/>
                  </a:moveTo>
                  <a:cubicBezTo>
                    <a:pt x="90" y="45"/>
                    <a:pt x="180" y="90"/>
                    <a:pt x="180" y="180"/>
                  </a:cubicBezTo>
                  <a:cubicBezTo>
                    <a:pt x="180" y="270"/>
                    <a:pt x="0" y="450"/>
                    <a:pt x="0" y="540"/>
                  </a:cubicBezTo>
                  <a:cubicBezTo>
                    <a:pt x="0" y="630"/>
                    <a:pt x="180" y="690"/>
                    <a:pt x="180" y="720"/>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137" name="Text Box 23">
              <a:extLst>
                <a:ext uri="{FF2B5EF4-FFF2-40B4-BE49-F238E27FC236}">
                  <a16:creationId xmlns:a16="http://schemas.microsoft.com/office/drawing/2014/main" id="{47E5DBCE-47CE-BBFB-F8E3-E835E59FB4B2}"/>
                </a:ext>
              </a:extLst>
            </p:cNvPr>
            <p:cNvSpPr txBox="1">
              <a:spLocks noChangeArrowheads="1"/>
            </p:cNvSpPr>
            <p:nvPr/>
          </p:nvSpPr>
          <p:spPr bwMode="auto">
            <a:xfrm>
              <a:off x="338138" y="2381250"/>
              <a:ext cx="12700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Source</a:t>
              </a:r>
              <a:endParaRPr lang="ru-RU" altLang="en-US"/>
            </a:p>
          </p:txBody>
        </p:sp>
        <p:sp>
          <p:nvSpPr>
            <p:cNvPr id="90138" name="Text Box 24">
              <a:extLst>
                <a:ext uri="{FF2B5EF4-FFF2-40B4-BE49-F238E27FC236}">
                  <a16:creationId xmlns:a16="http://schemas.microsoft.com/office/drawing/2014/main" id="{C1E3CC61-B6F8-FCEB-8F6E-A77FA8975887}"/>
                </a:ext>
              </a:extLst>
            </p:cNvPr>
            <p:cNvSpPr txBox="1">
              <a:spLocks noChangeArrowheads="1"/>
            </p:cNvSpPr>
            <p:nvPr/>
          </p:nvSpPr>
          <p:spPr bwMode="auto">
            <a:xfrm>
              <a:off x="2147888" y="2290763"/>
              <a:ext cx="12700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Gate</a:t>
              </a:r>
              <a:endParaRPr lang="ru-RU" altLang="en-US"/>
            </a:p>
          </p:txBody>
        </p:sp>
        <p:sp>
          <p:nvSpPr>
            <p:cNvPr id="90139" name="Text Box 25">
              <a:extLst>
                <a:ext uri="{FF2B5EF4-FFF2-40B4-BE49-F238E27FC236}">
                  <a16:creationId xmlns:a16="http://schemas.microsoft.com/office/drawing/2014/main" id="{E07A2B01-640B-F409-2889-DB75D651FF41}"/>
                </a:ext>
              </a:extLst>
            </p:cNvPr>
            <p:cNvSpPr txBox="1">
              <a:spLocks noChangeArrowheads="1"/>
            </p:cNvSpPr>
            <p:nvPr/>
          </p:nvSpPr>
          <p:spPr bwMode="auto">
            <a:xfrm>
              <a:off x="4513263" y="2711450"/>
              <a:ext cx="1270000"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Drain</a:t>
              </a:r>
              <a:endParaRPr lang="ru-RU" altLang="en-US"/>
            </a:p>
          </p:txBody>
        </p:sp>
        <p:sp>
          <p:nvSpPr>
            <p:cNvPr id="90140" name="Text Box 26">
              <a:extLst>
                <a:ext uri="{FF2B5EF4-FFF2-40B4-BE49-F238E27FC236}">
                  <a16:creationId xmlns:a16="http://schemas.microsoft.com/office/drawing/2014/main" id="{B52C3378-C193-9642-0E89-63B8028C3BC5}"/>
                </a:ext>
              </a:extLst>
            </p:cNvPr>
            <p:cNvSpPr txBox="1">
              <a:spLocks noChangeArrowheads="1"/>
            </p:cNvSpPr>
            <p:nvPr/>
          </p:nvSpPr>
          <p:spPr bwMode="auto">
            <a:xfrm>
              <a:off x="3424238" y="2216150"/>
              <a:ext cx="199707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Floating Gate</a:t>
              </a:r>
              <a:endParaRPr lang="ru-RU" altLang="en-US"/>
            </a:p>
          </p:txBody>
        </p:sp>
        <p:sp>
          <p:nvSpPr>
            <p:cNvPr id="90141" name="Rectangle 27">
              <a:extLst>
                <a:ext uri="{FF2B5EF4-FFF2-40B4-BE49-F238E27FC236}">
                  <a16:creationId xmlns:a16="http://schemas.microsoft.com/office/drawing/2014/main" id="{D9DEA083-F001-872B-7382-25814742DA94}"/>
                </a:ext>
              </a:extLst>
            </p:cNvPr>
            <p:cNvSpPr>
              <a:spLocks noChangeArrowheads="1"/>
            </p:cNvSpPr>
            <p:nvPr/>
          </p:nvSpPr>
          <p:spPr bwMode="auto">
            <a:xfrm>
              <a:off x="3041650" y="3627438"/>
              <a:ext cx="257175" cy="125412"/>
            </a:xfrm>
            <a:prstGeom prst="rect">
              <a:avLst/>
            </a:prstGeom>
            <a:solidFill>
              <a:srgbClr val="0033CC"/>
            </a:solidFill>
            <a:ln>
              <a:noFill/>
            </a:ln>
            <a:extLs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0142" name="AutoShape 28">
              <a:extLst>
                <a:ext uri="{FF2B5EF4-FFF2-40B4-BE49-F238E27FC236}">
                  <a16:creationId xmlns:a16="http://schemas.microsoft.com/office/drawing/2014/main" id="{D1A3C246-3F41-6BBD-94B6-DCE6C7B82B91}"/>
                </a:ext>
              </a:extLst>
            </p:cNvPr>
            <p:cNvSpPr>
              <a:spLocks noChangeArrowheads="1"/>
            </p:cNvSpPr>
            <p:nvPr/>
          </p:nvSpPr>
          <p:spPr bwMode="auto">
            <a:xfrm rot="16200000" flipH="1">
              <a:off x="3244944" y="3490418"/>
              <a:ext cx="290513" cy="268288"/>
            </a:xfrm>
            <a:prstGeom prst="parallelogram">
              <a:avLst>
                <a:gd name="adj" fmla="val 64013"/>
              </a:avLst>
            </a:prstGeom>
            <a:solidFill>
              <a:srgbClr val="0033CC"/>
            </a:solidFill>
            <a:ln>
              <a:noFill/>
            </a:ln>
            <a:extLs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0143" name="AutoShape 29">
              <a:extLst>
                <a:ext uri="{FF2B5EF4-FFF2-40B4-BE49-F238E27FC236}">
                  <a16:creationId xmlns:a16="http://schemas.microsoft.com/office/drawing/2014/main" id="{519E564E-B196-6DAF-AFD2-1899F8FD5DA0}"/>
                </a:ext>
              </a:extLst>
            </p:cNvPr>
            <p:cNvSpPr>
              <a:spLocks noChangeArrowheads="1"/>
            </p:cNvSpPr>
            <p:nvPr/>
          </p:nvSpPr>
          <p:spPr bwMode="auto">
            <a:xfrm rot="5400000" flipH="1" flipV="1">
              <a:off x="2763044" y="3459956"/>
              <a:ext cx="330200" cy="268288"/>
            </a:xfrm>
            <a:prstGeom prst="parallelogram">
              <a:avLst>
                <a:gd name="adj" fmla="val 72758"/>
              </a:avLst>
            </a:prstGeom>
            <a:solidFill>
              <a:srgbClr val="0000FF"/>
            </a:solidFill>
            <a:ln>
              <a:noFill/>
            </a:ln>
            <a:extLs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0144" name="Line 30">
              <a:extLst>
                <a:ext uri="{FF2B5EF4-FFF2-40B4-BE49-F238E27FC236}">
                  <a16:creationId xmlns:a16="http://schemas.microsoft.com/office/drawing/2014/main" id="{29D19628-A60B-72C2-D495-92B97C15EDE7}"/>
                </a:ext>
              </a:extLst>
            </p:cNvPr>
            <p:cNvSpPr>
              <a:spLocks noChangeShapeType="1"/>
            </p:cNvSpPr>
            <p:nvPr/>
          </p:nvSpPr>
          <p:spPr bwMode="auto">
            <a:xfrm>
              <a:off x="3968750" y="3503613"/>
              <a:ext cx="1127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45" name="Text Box 31">
              <a:extLst>
                <a:ext uri="{FF2B5EF4-FFF2-40B4-BE49-F238E27FC236}">
                  <a16:creationId xmlns:a16="http://schemas.microsoft.com/office/drawing/2014/main" id="{53CEB62A-4424-C161-D3CA-5CB24D8532A8}"/>
                </a:ext>
              </a:extLst>
            </p:cNvPr>
            <p:cNvSpPr txBox="1">
              <a:spLocks noChangeArrowheads="1"/>
            </p:cNvSpPr>
            <p:nvPr/>
          </p:nvSpPr>
          <p:spPr bwMode="auto">
            <a:xfrm>
              <a:off x="4284663" y="3168650"/>
              <a:ext cx="1270000"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1" eaLnBrk="1" hangingPunct="1"/>
              <a:r>
                <a:rPr lang="en-US" altLang="en-US"/>
                <a:t>SiO</a:t>
              </a:r>
              <a:r>
                <a:rPr lang="en-US" altLang="en-US" baseline="-25000"/>
                <a:t>2</a:t>
              </a:r>
              <a:endParaRPr lang="ru-RU" altLang="en-US"/>
            </a:p>
          </p:txBody>
        </p:sp>
        <p:sp>
          <p:nvSpPr>
            <p:cNvPr id="90146" name="Text Box 32">
              <a:extLst>
                <a:ext uri="{FF2B5EF4-FFF2-40B4-BE49-F238E27FC236}">
                  <a16:creationId xmlns:a16="http://schemas.microsoft.com/office/drawing/2014/main" id="{92EBA763-66C1-FB2E-DE8C-796D37DF21D8}"/>
                </a:ext>
              </a:extLst>
            </p:cNvPr>
            <p:cNvSpPr txBox="1">
              <a:spLocks noChangeArrowheads="1"/>
            </p:cNvSpPr>
            <p:nvPr/>
          </p:nvSpPr>
          <p:spPr bwMode="auto">
            <a:xfrm>
              <a:off x="3070225" y="1752600"/>
              <a:ext cx="199707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Polysilicon</a:t>
              </a:r>
              <a:endParaRPr lang="ru-RU" altLang="en-US"/>
            </a:p>
          </p:txBody>
        </p:sp>
        <p:sp>
          <p:nvSpPr>
            <p:cNvPr id="90147" name="Line 33">
              <a:extLst>
                <a:ext uri="{FF2B5EF4-FFF2-40B4-BE49-F238E27FC236}">
                  <a16:creationId xmlns:a16="http://schemas.microsoft.com/office/drawing/2014/main" id="{7AA8A1C9-451D-0F99-87BF-69A0597C7A86}"/>
                </a:ext>
              </a:extLst>
            </p:cNvPr>
            <p:cNvSpPr>
              <a:spLocks noChangeShapeType="1"/>
            </p:cNvSpPr>
            <p:nvPr/>
          </p:nvSpPr>
          <p:spPr bwMode="auto">
            <a:xfrm flipV="1">
              <a:off x="2849563" y="2168525"/>
              <a:ext cx="361950" cy="9921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48" name="Line 34">
              <a:extLst>
                <a:ext uri="{FF2B5EF4-FFF2-40B4-BE49-F238E27FC236}">
                  <a16:creationId xmlns:a16="http://schemas.microsoft.com/office/drawing/2014/main" id="{3211ADA6-290A-F2FF-229F-C645A1BDE9CF}"/>
                </a:ext>
              </a:extLst>
            </p:cNvPr>
            <p:cNvSpPr>
              <a:spLocks noChangeShapeType="1"/>
            </p:cNvSpPr>
            <p:nvPr/>
          </p:nvSpPr>
          <p:spPr bwMode="auto">
            <a:xfrm flipV="1">
              <a:off x="3211513" y="2243138"/>
              <a:ext cx="131762" cy="14144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49" name="Line 37">
              <a:extLst>
                <a:ext uri="{FF2B5EF4-FFF2-40B4-BE49-F238E27FC236}">
                  <a16:creationId xmlns:a16="http://schemas.microsoft.com/office/drawing/2014/main" id="{95487A5D-8AA1-68B9-390D-E45519AA7437}"/>
                </a:ext>
              </a:extLst>
            </p:cNvPr>
            <p:cNvSpPr>
              <a:spLocks noChangeShapeType="1"/>
            </p:cNvSpPr>
            <p:nvPr/>
          </p:nvSpPr>
          <p:spPr bwMode="auto">
            <a:xfrm flipV="1">
              <a:off x="2339975" y="3789363"/>
              <a:ext cx="792163" cy="11525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0150" name="Text Box 38">
              <a:extLst>
                <a:ext uri="{FF2B5EF4-FFF2-40B4-BE49-F238E27FC236}">
                  <a16:creationId xmlns:a16="http://schemas.microsoft.com/office/drawing/2014/main" id="{3145BA0C-4A06-1050-9D5E-810A3DBE5000}"/>
                </a:ext>
              </a:extLst>
            </p:cNvPr>
            <p:cNvSpPr txBox="1">
              <a:spLocks noChangeArrowheads="1"/>
            </p:cNvSpPr>
            <p:nvPr/>
          </p:nvSpPr>
          <p:spPr bwMode="auto">
            <a:xfrm>
              <a:off x="2085975" y="4906963"/>
              <a:ext cx="1216556" cy="37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10nm</a:t>
              </a:r>
              <a:endParaRPr lang="ru-RU" altLang="en-US" sz="1600"/>
            </a:p>
          </p:txBody>
        </p:sp>
        <p:sp>
          <p:nvSpPr>
            <p:cNvPr id="90151" name="Text Box 57">
              <a:extLst>
                <a:ext uri="{FF2B5EF4-FFF2-40B4-BE49-F238E27FC236}">
                  <a16:creationId xmlns:a16="http://schemas.microsoft.com/office/drawing/2014/main" id="{821FB3D6-6757-27A9-018E-5A5CF5F780E9}"/>
                </a:ext>
              </a:extLst>
            </p:cNvPr>
            <p:cNvSpPr txBox="1">
              <a:spLocks noChangeArrowheads="1"/>
            </p:cNvSpPr>
            <p:nvPr/>
          </p:nvSpPr>
          <p:spPr bwMode="auto">
            <a:xfrm>
              <a:off x="1385888" y="4170363"/>
              <a:ext cx="1368425" cy="37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Substrate</a:t>
              </a:r>
              <a:endParaRPr lang="ru-RU" altLang="en-US" sz="1600"/>
            </a:p>
          </p:txBody>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a:extLst>
              <a:ext uri="{FF2B5EF4-FFF2-40B4-BE49-F238E27FC236}">
                <a16:creationId xmlns:a16="http://schemas.microsoft.com/office/drawing/2014/main" id="{0E7B81AB-3ED7-8CFA-1901-CCE275FF7FCD}"/>
              </a:ext>
            </a:extLst>
          </p:cNvPr>
          <p:cNvSpPr>
            <a:spLocks noGrp="1" noChangeArrowheads="1"/>
          </p:cNvSpPr>
          <p:nvPr>
            <p:ph type="title"/>
          </p:nvPr>
        </p:nvSpPr>
        <p:spPr/>
        <p:txBody>
          <a:bodyPr/>
          <a:lstStyle/>
          <a:p>
            <a:r>
              <a:rPr lang="en-US" altLang="en-US"/>
              <a:t>Two Transistor Cell</a:t>
            </a:r>
            <a:endParaRPr lang="ru-RU" altLang="en-US"/>
          </a:p>
        </p:txBody>
      </p:sp>
      <p:sp>
        <p:nvSpPr>
          <p:cNvPr id="91139" name="Text Box 29">
            <a:extLst>
              <a:ext uri="{FF2B5EF4-FFF2-40B4-BE49-F238E27FC236}">
                <a16:creationId xmlns:a16="http://schemas.microsoft.com/office/drawing/2014/main" id="{20341E1C-4C1B-1CBE-F9AF-E54D49DBDE8E}"/>
              </a:ext>
            </a:extLst>
          </p:cNvPr>
          <p:cNvSpPr txBox="1">
            <a:spLocks noChangeArrowheads="1"/>
          </p:cNvSpPr>
          <p:nvPr/>
        </p:nvSpPr>
        <p:spPr bwMode="auto">
          <a:xfrm>
            <a:off x="2189163" y="4991101"/>
            <a:ext cx="76517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A circuit with two transistors takes up more space on the chip.</a:t>
            </a:r>
            <a:r>
              <a:rPr lang="ru-RU" altLang="en-US" sz="2000"/>
              <a:t> </a:t>
            </a:r>
            <a:endParaRPr lang="en-US" altLang="en-US" sz="2000"/>
          </a:p>
          <a:p>
            <a:pPr rtl="1" eaLnBrk="1" hangingPunct="1"/>
            <a:r>
              <a:rPr lang="en-US" altLang="en-US" sz="2000"/>
              <a:t>The advantage - a large number of erase cycles up to 10</a:t>
            </a:r>
            <a:r>
              <a:rPr lang="en-US" altLang="en-US" sz="2000" baseline="30000"/>
              <a:t>5</a:t>
            </a:r>
            <a:r>
              <a:rPr lang="en-US" altLang="en-US" sz="2000"/>
              <a:t>.</a:t>
            </a:r>
            <a:r>
              <a:rPr lang="ru-RU" altLang="en-US" sz="2000"/>
              <a:t> </a:t>
            </a:r>
          </a:p>
        </p:txBody>
      </p:sp>
      <p:sp>
        <p:nvSpPr>
          <p:cNvPr id="91140" name="TextBox 30">
            <a:extLst>
              <a:ext uri="{FF2B5EF4-FFF2-40B4-BE49-F238E27FC236}">
                <a16:creationId xmlns:a16="http://schemas.microsoft.com/office/drawing/2014/main" id="{A58C53FF-0025-2A0F-163F-345B9CE65742}"/>
              </a:ext>
            </a:extLst>
          </p:cNvPr>
          <p:cNvSpPr txBox="1">
            <a:spLocks noChangeArrowheads="1"/>
          </p:cNvSpPr>
          <p:nvPr/>
        </p:nvSpPr>
        <p:spPr bwMode="auto">
          <a:xfrm>
            <a:off x="8024814" y="1571625"/>
            <a:ext cx="21431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t>When programming the threshold T1 is higher  than V</a:t>
            </a:r>
            <a:r>
              <a:rPr lang="en-GB" altLang="en-US" baseline="-25000"/>
              <a:t>DD</a:t>
            </a:r>
            <a:r>
              <a:rPr lang="en-GB" altLang="en-US"/>
              <a:t>, and therefore the cell is switched off</a:t>
            </a:r>
          </a:p>
        </p:txBody>
      </p:sp>
      <p:grpSp>
        <p:nvGrpSpPr>
          <p:cNvPr id="91141" name="Group 33">
            <a:extLst>
              <a:ext uri="{FF2B5EF4-FFF2-40B4-BE49-F238E27FC236}">
                <a16:creationId xmlns:a16="http://schemas.microsoft.com/office/drawing/2014/main" id="{3884A4F3-9D54-0FE7-A69D-F6A1022BAAD1}"/>
              </a:ext>
            </a:extLst>
          </p:cNvPr>
          <p:cNvGrpSpPr>
            <a:grpSpLocks/>
          </p:cNvGrpSpPr>
          <p:nvPr/>
        </p:nvGrpSpPr>
        <p:grpSpPr bwMode="auto">
          <a:xfrm>
            <a:off x="2852739" y="1884364"/>
            <a:ext cx="4783137" cy="2961705"/>
            <a:chOff x="1331913" y="1341438"/>
            <a:chExt cx="4953000" cy="3398304"/>
          </a:xfrm>
        </p:grpSpPr>
        <p:grpSp>
          <p:nvGrpSpPr>
            <p:cNvPr id="91143" name="Group 4">
              <a:extLst>
                <a:ext uri="{FF2B5EF4-FFF2-40B4-BE49-F238E27FC236}">
                  <a16:creationId xmlns:a16="http://schemas.microsoft.com/office/drawing/2014/main" id="{20130D8C-92E1-C8BC-20D9-E7A4C16342A8}"/>
                </a:ext>
              </a:extLst>
            </p:cNvPr>
            <p:cNvGrpSpPr>
              <a:grpSpLocks/>
            </p:cNvGrpSpPr>
            <p:nvPr/>
          </p:nvGrpSpPr>
          <p:grpSpPr bwMode="auto">
            <a:xfrm>
              <a:off x="1331913" y="1341438"/>
              <a:ext cx="4953000" cy="2705100"/>
              <a:chOff x="384" y="1008"/>
              <a:chExt cx="3120" cy="1704"/>
            </a:xfrm>
          </p:grpSpPr>
          <p:sp>
            <p:nvSpPr>
              <p:cNvPr id="91146" name="AutoShape 5">
                <a:extLst>
                  <a:ext uri="{FF2B5EF4-FFF2-40B4-BE49-F238E27FC236}">
                    <a16:creationId xmlns:a16="http://schemas.microsoft.com/office/drawing/2014/main" id="{6795EBDE-E0AA-4C3D-667C-50A78101F80C}"/>
                  </a:ext>
                </a:extLst>
              </p:cNvPr>
              <p:cNvSpPr>
                <a:spLocks noChangeArrowheads="1"/>
              </p:cNvSpPr>
              <p:nvPr/>
            </p:nvSpPr>
            <p:spPr bwMode="auto">
              <a:xfrm rot="10800000">
                <a:off x="2065" y="2625"/>
                <a:ext cx="121" cy="87"/>
              </a:xfrm>
              <a:prstGeom prst="triangle">
                <a:avLst>
                  <a:gd name="adj" fmla="val 50000"/>
                </a:avLst>
              </a:prstGeom>
              <a:solidFill>
                <a:srgbClr val="FFFFFF"/>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1147" name="Line 6">
                <a:extLst>
                  <a:ext uri="{FF2B5EF4-FFF2-40B4-BE49-F238E27FC236}">
                    <a16:creationId xmlns:a16="http://schemas.microsoft.com/office/drawing/2014/main" id="{3F33D723-11EC-CE2E-F507-92A519BE6E46}"/>
                  </a:ext>
                </a:extLst>
              </p:cNvPr>
              <p:cNvSpPr>
                <a:spLocks noChangeShapeType="1"/>
              </p:cNvSpPr>
              <p:nvPr/>
            </p:nvSpPr>
            <p:spPr bwMode="auto">
              <a:xfrm>
                <a:off x="1089" y="1874"/>
                <a:ext cx="205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48" name="Line 7">
                <a:extLst>
                  <a:ext uri="{FF2B5EF4-FFF2-40B4-BE49-F238E27FC236}">
                    <a16:creationId xmlns:a16="http://schemas.microsoft.com/office/drawing/2014/main" id="{F56239F6-C5C8-DD83-C8DC-083C08CFB4A4}"/>
                  </a:ext>
                </a:extLst>
              </p:cNvPr>
              <p:cNvSpPr>
                <a:spLocks noChangeShapeType="1"/>
              </p:cNvSpPr>
              <p:nvPr/>
            </p:nvSpPr>
            <p:spPr bwMode="auto">
              <a:xfrm>
                <a:off x="2518" y="1066"/>
                <a:ext cx="0" cy="155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49" name="Line 8">
                <a:extLst>
                  <a:ext uri="{FF2B5EF4-FFF2-40B4-BE49-F238E27FC236}">
                    <a16:creationId xmlns:a16="http://schemas.microsoft.com/office/drawing/2014/main" id="{16048290-A8EA-8FF7-6809-EDA4E1631E5C}"/>
                  </a:ext>
                </a:extLst>
              </p:cNvPr>
              <p:cNvSpPr>
                <a:spLocks noChangeShapeType="1"/>
              </p:cNvSpPr>
              <p:nvPr/>
            </p:nvSpPr>
            <p:spPr bwMode="auto">
              <a:xfrm flipV="1">
                <a:off x="1570" y="1535"/>
                <a:ext cx="0" cy="338"/>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91150" name="Line 9">
                <a:extLst>
                  <a:ext uri="{FF2B5EF4-FFF2-40B4-BE49-F238E27FC236}">
                    <a16:creationId xmlns:a16="http://schemas.microsoft.com/office/drawing/2014/main" id="{1B0FA5E7-7C25-8EAE-9236-0C88E85B434F}"/>
                  </a:ext>
                </a:extLst>
              </p:cNvPr>
              <p:cNvSpPr>
                <a:spLocks noChangeShapeType="1"/>
              </p:cNvSpPr>
              <p:nvPr/>
            </p:nvSpPr>
            <p:spPr bwMode="auto">
              <a:xfrm>
                <a:off x="1411" y="2348"/>
                <a:ext cx="33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51" name="Line 10">
                <a:extLst>
                  <a:ext uri="{FF2B5EF4-FFF2-40B4-BE49-F238E27FC236}">
                    <a16:creationId xmlns:a16="http://schemas.microsoft.com/office/drawing/2014/main" id="{7A5B5B08-72B6-797B-27B6-6FFD916D66C0}"/>
                  </a:ext>
                </a:extLst>
              </p:cNvPr>
              <p:cNvSpPr>
                <a:spLocks noChangeShapeType="1"/>
              </p:cNvSpPr>
              <p:nvPr/>
            </p:nvSpPr>
            <p:spPr bwMode="auto">
              <a:xfrm>
                <a:off x="1743" y="2252"/>
                <a:ext cx="0" cy="203"/>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52" name="Line 11">
                <a:extLst>
                  <a:ext uri="{FF2B5EF4-FFF2-40B4-BE49-F238E27FC236}">
                    <a16:creationId xmlns:a16="http://schemas.microsoft.com/office/drawing/2014/main" id="{D5D86810-E391-C8B3-1685-ECB1FAC716E6}"/>
                  </a:ext>
                </a:extLst>
              </p:cNvPr>
              <p:cNvSpPr>
                <a:spLocks noChangeShapeType="1"/>
              </p:cNvSpPr>
              <p:nvPr/>
            </p:nvSpPr>
            <p:spPr bwMode="auto">
              <a:xfrm>
                <a:off x="1954" y="2155"/>
                <a:ext cx="0" cy="36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53" name="Line 12">
                <a:extLst>
                  <a:ext uri="{FF2B5EF4-FFF2-40B4-BE49-F238E27FC236}">
                    <a16:creationId xmlns:a16="http://schemas.microsoft.com/office/drawing/2014/main" id="{5FEF0577-80FB-E3FD-B36F-AEBB7FD70E6C}"/>
                  </a:ext>
                </a:extLst>
              </p:cNvPr>
              <p:cNvSpPr>
                <a:spLocks noChangeShapeType="1"/>
              </p:cNvSpPr>
              <p:nvPr/>
            </p:nvSpPr>
            <p:spPr bwMode="auto">
              <a:xfrm>
                <a:off x="1964" y="2225"/>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54" name="Line 13">
                <a:extLst>
                  <a:ext uri="{FF2B5EF4-FFF2-40B4-BE49-F238E27FC236}">
                    <a16:creationId xmlns:a16="http://schemas.microsoft.com/office/drawing/2014/main" id="{AEEF6673-FE61-68A8-91EF-6A7582C30462}"/>
                  </a:ext>
                </a:extLst>
              </p:cNvPr>
              <p:cNvSpPr>
                <a:spLocks noChangeShapeType="1"/>
              </p:cNvSpPr>
              <p:nvPr/>
            </p:nvSpPr>
            <p:spPr bwMode="auto">
              <a:xfrm>
                <a:off x="1970" y="2452"/>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55" name="Line 14">
                <a:extLst>
                  <a:ext uri="{FF2B5EF4-FFF2-40B4-BE49-F238E27FC236}">
                    <a16:creationId xmlns:a16="http://schemas.microsoft.com/office/drawing/2014/main" id="{3548C0F4-FECF-C94B-85B9-EA14B2585AF0}"/>
                  </a:ext>
                </a:extLst>
              </p:cNvPr>
              <p:cNvSpPr>
                <a:spLocks noChangeShapeType="1"/>
              </p:cNvSpPr>
              <p:nvPr/>
            </p:nvSpPr>
            <p:spPr bwMode="auto">
              <a:xfrm>
                <a:off x="1838" y="2257"/>
                <a:ext cx="0" cy="20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56" name="Line 15">
                <a:extLst>
                  <a:ext uri="{FF2B5EF4-FFF2-40B4-BE49-F238E27FC236}">
                    <a16:creationId xmlns:a16="http://schemas.microsoft.com/office/drawing/2014/main" id="{DC66AC85-1EA5-B120-C17E-8EC41AC5CD15}"/>
                  </a:ext>
                </a:extLst>
              </p:cNvPr>
              <p:cNvSpPr>
                <a:spLocks noChangeShapeType="1"/>
              </p:cNvSpPr>
              <p:nvPr/>
            </p:nvSpPr>
            <p:spPr bwMode="auto">
              <a:xfrm flipV="1">
                <a:off x="2121" y="2452"/>
                <a:ext cx="0" cy="17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57" name="Text Box 16">
                <a:extLst>
                  <a:ext uri="{FF2B5EF4-FFF2-40B4-BE49-F238E27FC236}">
                    <a16:creationId xmlns:a16="http://schemas.microsoft.com/office/drawing/2014/main" id="{CD1EB602-B529-54BA-DC17-674739A9892C}"/>
                  </a:ext>
                </a:extLst>
              </p:cNvPr>
              <p:cNvSpPr txBox="1">
                <a:spLocks noChangeArrowheads="1"/>
              </p:cNvSpPr>
              <p:nvPr/>
            </p:nvSpPr>
            <p:spPr bwMode="auto">
              <a:xfrm>
                <a:off x="1018" y="2225"/>
                <a:ext cx="483"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V</a:t>
                </a:r>
                <a:r>
                  <a:rPr lang="en-US" altLang="en-US" baseline="-25000"/>
                  <a:t>DD</a:t>
                </a:r>
                <a:endParaRPr lang="ru-RU" altLang="en-US"/>
              </a:p>
            </p:txBody>
          </p:sp>
          <p:sp>
            <p:nvSpPr>
              <p:cNvPr id="91158" name="Line 17">
                <a:extLst>
                  <a:ext uri="{FF2B5EF4-FFF2-40B4-BE49-F238E27FC236}">
                    <a16:creationId xmlns:a16="http://schemas.microsoft.com/office/drawing/2014/main" id="{E18274A8-9B03-1080-0776-A5E806E18C17}"/>
                  </a:ext>
                </a:extLst>
              </p:cNvPr>
              <p:cNvSpPr>
                <a:spLocks noChangeShapeType="1"/>
              </p:cNvSpPr>
              <p:nvPr/>
            </p:nvSpPr>
            <p:spPr bwMode="auto">
              <a:xfrm>
                <a:off x="1843" y="1438"/>
                <a:ext cx="0" cy="202"/>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59" name="Line 18">
                <a:extLst>
                  <a:ext uri="{FF2B5EF4-FFF2-40B4-BE49-F238E27FC236}">
                    <a16:creationId xmlns:a16="http://schemas.microsoft.com/office/drawing/2014/main" id="{F9BCD8B8-5F71-4FA5-FF41-D739CF10F08E}"/>
                  </a:ext>
                </a:extLst>
              </p:cNvPr>
              <p:cNvSpPr>
                <a:spLocks noChangeShapeType="1"/>
              </p:cNvSpPr>
              <p:nvPr/>
            </p:nvSpPr>
            <p:spPr bwMode="auto">
              <a:xfrm>
                <a:off x="1944" y="1340"/>
                <a:ext cx="0" cy="366"/>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60" name="Line 19">
                <a:extLst>
                  <a:ext uri="{FF2B5EF4-FFF2-40B4-BE49-F238E27FC236}">
                    <a16:creationId xmlns:a16="http://schemas.microsoft.com/office/drawing/2014/main" id="{1066F7EE-69B9-B30C-FA5A-D167A8401975}"/>
                  </a:ext>
                </a:extLst>
              </p:cNvPr>
              <p:cNvSpPr>
                <a:spLocks noChangeShapeType="1"/>
              </p:cNvSpPr>
              <p:nvPr/>
            </p:nvSpPr>
            <p:spPr bwMode="auto">
              <a:xfrm>
                <a:off x="1954" y="1411"/>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61" name="Line 20">
                <a:extLst>
                  <a:ext uri="{FF2B5EF4-FFF2-40B4-BE49-F238E27FC236}">
                    <a16:creationId xmlns:a16="http://schemas.microsoft.com/office/drawing/2014/main" id="{F00AFBBF-A8FA-8B72-BE22-A9990D7966F8}"/>
                  </a:ext>
                </a:extLst>
              </p:cNvPr>
              <p:cNvSpPr>
                <a:spLocks noChangeShapeType="1"/>
              </p:cNvSpPr>
              <p:nvPr/>
            </p:nvSpPr>
            <p:spPr bwMode="auto">
              <a:xfrm>
                <a:off x="1960" y="1638"/>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62" name="Line 21">
                <a:extLst>
                  <a:ext uri="{FF2B5EF4-FFF2-40B4-BE49-F238E27FC236}">
                    <a16:creationId xmlns:a16="http://schemas.microsoft.com/office/drawing/2014/main" id="{778FAF8D-4A10-FB59-C52B-292BCD8B6D08}"/>
                  </a:ext>
                </a:extLst>
              </p:cNvPr>
              <p:cNvSpPr>
                <a:spLocks noChangeShapeType="1"/>
              </p:cNvSpPr>
              <p:nvPr/>
            </p:nvSpPr>
            <p:spPr bwMode="auto">
              <a:xfrm flipV="1">
                <a:off x="2115" y="1230"/>
                <a:ext cx="0" cy="17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63" name="Line 22">
                <a:extLst>
                  <a:ext uri="{FF2B5EF4-FFF2-40B4-BE49-F238E27FC236}">
                    <a16:creationId xmlns:a16="http://schemas.microsoft.com/office/drawing/2014/main" id="{D42EBA64-F577-4A8D-8845-DF38A1ACB7A2}"/>
                  </a:ext>
                </a:extLst>
              </p:cNvPr>
              <p:cNvSpPr>
                <a:spLocks noChangeShapeType="1"/>
              </p:cNvSpPr>
              <p:nvPr/>
            </p:nvSpPr>
            <p:spPr bwMode="auto">
              <a:xfrm flipH="1" flipV="1">
                <a:off x="2111" y="1639"/>
                <a:ext cx="10" cy="58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64" name="Line 23">
                <a:extLst>
                  <a:ext uri="{FF2B5EF4-FFF2-40B4-BE49-F238E27FC236}">
                    <a16:creationId xmlns:a16="http://schemas.microsoft.com/office/drawing/2014/main" id="{3196C224-2F81-0687-3376-63472EAE70F6}"/>
                  </a:ext>
                </a:extLst>
              </p:cNvPr>
              <p:cNvSpPr>
                <a:spLocks noChangeShapeType="1"/>
              </p:cNvSpPr>
              <p:nvPr/>
            </p:nvSpPr>
            <p:spPr bwMode="auto">
              <a:xfrm>
                <a:off x="2115" y="1225"/>
                <a:ext cx="399"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91165" name="Line 24">
                <a:extLst>
                  <a:ext uri="{FF2B5EF4-FFF2-40B4-BE49-F238E27FC236}">
                    <a16:creationId xmlns:a16="http://schemas.microsoft.com/office/drawing/2014/main" id="{B7AEC7BD-FA81-E0CA-049C-75A5BAD050AB}"/>
                  </a:ext>
                </a:extLst>
              </p:cNvPr>
              <p:cNvSpPr>
                <a:spLocks noChangeShapeType="1"/>
              </p:cNvSpPr>
              <p:nvPr/>
            </p:nvSpPr>
            <p:spPr bwMode="auto">
              <a:xfrm>
                <a:off x="1563" y="1535"/>
                <a:ext cx="28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66" name="Line 25">
                <a:extLst>
                  <a:ext uri="{FF2B5EF4-FFF2-40B4-BE49-F238E27FC236}">
                    <a16:creationId xmlns:a16="http://schemas.microsoft.com/office/drawing/2014/main" id="{FA5551B8-ADA0-54E6-0CC3-FEA12B25880C}"/>
                  </a:ext>
                </a:extLst>
              </p:cNvPr>
              <p:cNvSpPr>
                <a:spLocks noChangeShapeType="1"/>
              </p:cNvSpPr>
              <p:nvPr/>
            </p:nvSpPr>
            <p:spPr bwMode="auto">
              <a:xfrm flipV="1">
                <a:off x="1834" y="2217"/>
                <a:ext cx="76" cy="4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67" name="Line 26">
                <a:extLst>
                  <a:ext uri="{FF2B5EF4-FFF2-40B4-BE49-F238E27FC236}">
                    <a16:creationId xmlns:a16="http://schemas.microsoft.com/office/drawing/2014/main" id="{ABD3EF8B-8364-9554-C940-9215E1E69C6C}"/>
                  </a:ext>
                </a:extLst>
              </p:cNvPr>
              <p:cNvSpPr>
                <a:spLocks noChangeShapeType="1"/>
              </p:cNvSpPr>
              <p:nvPr/>
            </p:nvSpPr>
            <p:spPr bwMode="auto">
              <a:xfrm flipH="1" flipV="1">
                <a:off x="1840" y="2188"/>
                <a:ext cx="85" cy="2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68" name="Text Box 27">
                <a:extLst>
                  <a:ext uri="{FF2B5EF4-FFF2-40B4-BE49-F238E27FC236}">
                    <a16:creationId xmlns:a16="http://schemas.microsoft.com/office/drawing/2014/main" id="{B24F68C5-605E-A768-2804-4812C9859B9E}"/>
                  </a:ext>
                </a:extLst>
              </p:cNvPr>
              <p:cNvSpPr txBox="1">
                <a:spLocks noChangeArrowheads="1"/>
              </p:cNvSpPr>
              <p:nvPr/>
            </p:nvSpPr>
            <p:spPr bwMode="auto">
              <a:xfrm>
                <a:off x="384" y="1672"/>
                <a:ext cx="966"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Word line</a:t>
                </a:r>
                <a:endParaRPr lang="ru-RU" altLang="en-US"/>
              </a:p>
            </p:txBody>
          </p:sp>
          <p:sp>
            <p:nvSpPr>
              <p:cNvPr id="91169" name="Text Box 28">
                <a:extLst>
                  <a:ext uri="{FF2B5EF4-FFF2-40B4-BE49-F238E27FC236}">
                    <a16:creationId xmlns:a16="http://schemas.microsoft.com/office/drawing/2014/main" id="{90CC12D3-69C4-FCA7-AE54-4CD19411C00A}"/>
                  </a:ext>
                </a:extLst>
              </p:cNvPr>
              <p:cNvSpPr txBox="1">
                <a:spLocks noChangeArrowheads="1"/>
              </p:cNvSpPr>
              <p:nvPr/>
            </p:nvSpPr>
            <p:spPr bwMode="auto">
              <a:xfrm>
                <a:off x="2538" y="1008"/>
                <a:ext cx="966"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Bit line</a:t>
                </a:r>
                <a:endParaRPr lang="ru-RU" altLang="en-US"/>
              </a:p>
            </p:txBody>
          </p:sp>
        </p:grpSp>
        <p:sp>
          <p:nvSpPr>
            <p:cNvPr id="91144" name="Text Box 31">
              <a:extLst>
                <a:ext uri="{FF2B5EF4-FFF2-40B4-BE49-F238E27FC236}">
                  <a16:creationId xmlns:a16="http://schemas.microsoft.com/office/drawing/2014/main" id="{BF76EFF8-28CA-4994-EBB0-1BCB8CDE9BC3}"/>
                </a:ext>
              </a:extLst>
            </p:cNvPr>
            <p:cNvSpPr txBox="1">
              <a:spLocks noChangeArrowheads="1"/>
            </p:cNvSpPr>
            <p:nvPr/>
          </p:nvSpPr>
          <p:spPr bwMode="auto">
            <a:xfrm>
              <a:off x="3205163" y="4068763"/>
              <a:ext cx="2663825" cy="670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Threshold control</a:t>
              </a:r>
            </a:p>
            <a:p>
              <a:pPr eaLnBrk="1" hangingPunct="1"/>
              <a:r>
                <a:rPr lang="en-US" altLang="en-US" sz="1600"/>
                <a:t>with two transistors</a:t>
              </a:r>
              <a:endParaRPr lang="ru-RU" altLang="en-US" sz="1600"/>
            </a:p>
          </p:txBody>
        </p:sp>
        <p:sp>
          <p:nvSpPr>
            <p:cNvPr id="91145" name="TextBox 32">
              <a:extLst>
                <a:ext uri="{FF2B5EF4-FFF2-40B4-BE49-F238E27FC236}">
                  <a16:creationId xmlns:a16="http://schemas.microsoft.com/office/drawing/2014/main" id="{5280236E-D7EF-0808-25FC-1C3C7426C667}"/>
                </a:ext>
              </a:extLst>
            </p:cNvPr>
            <p:cNvSpPr txBox="1">
              <a:spLocks noChangeArrowheads="1"/>
            </p:cNvSpPr>
            <p:nvPr/>
          </p:nvSpPr>
          <p:spPr bwMode="auto">
            <a:xfrm>
              <a:off x="3000364" y="2928934"/>
              <a:ext cx="571504" cy="423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Т1</a:t>
              </a:r>
              <a:endParaRPr lang="en-GB" altLang="en-US"/>
            </a:p>
          </p:txBody>
        </p:sp>
      </p:grpSp>
      <p:sp>
        <p:nvSpPr>
          <p:cNvPr id="91142" name="TextBox 31">
            <a:extLst>
              <a:ext uri="{FF2B5EF4-FFF2-40B4-BE49-F238E27FC236}">
                <a16:creationId xmlns:a16="http://schemas.microsoft.com/office/drawing/2014/main" id="{F0505802-6B86-2852-E087-0DB173486612}"/>
              </a:ext>
            </a:extLst>
          </p:cNvPr>
          <p:cNvSpPr txBox="1">
            <a:spLocks noChangeArrowheads="1"/>
          </p:cNvSpPr>
          <p:nvPr/>
        </p:nvSpPr>
        <p:spPr bwMode="auto">
          <a:xfrm>
            <a:off x="4595813" y="2143125"/>
            <a:ext cx="571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Т</a:t>
            </a:r>
            <a:r>
              <a:rPr lang="en-US" altLang="en-US"/>
              <a:t>2</a:t>
            </a:r>
            <a:endParaRPr lang="en-GB"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9F77144D-9DF1-F2B6-0D26-1C0CBE34022E}"/>
              </a:ext>
            </a:extLst>
          </p:cNvPr>
          <p:cNvSpPr>
            <a:spLocks noGrp="1" noChangeArrowheads="1"/>
          </p:cNvSpPr>
          <p:nvPr>
            <p:ph type="title"/>
          </p:nvPr>
        </p:nvSpPr>
        <p:spPr/>
        <p:txBody>
          <a:bodyPr/>
          <a:lstStyle/>
          <a:p>
            <a:r>
              <a:rPr lang="en-US" altLang="en-US"/>
              <a:t>Examples of EEPROM IC</a:t>
            </a:r>
            <a:endParaRPr lang="ru-RU" altLang="en-US"/>
          </a:p>
        </p:txBody>
      </p:sp>
      <p:graphicFrame>
        <p:nvGraphicFramePr>
          <p:cNvPr id="188" name="Table 187">
            <a:extLst>
              <a:ext uri="{FF2B5EF4-FFF2-40B4-BE49-F238E27FC236}">
                <a16:creationId xmlns:a16="http://schemas.microsoft.com/office/drawing/2014/main" id="{41402D15-95DE-451C-9B9F-F4065697F983}"/>
              </a:ext>
            </a:extLst>
          </p:cNvPr>
          <p:cNvGraphicFramePr>
            <a:graphicFrameLocks noGrp="1"/>
          </p:cNvGraphicFramePr>
          <p:nvPr/>
        </p:nvGraphicFramePr>
        <p:xfrm>
          <a:off x="2927350" y="4814888"/>
          <a:ext cx="6096000" cy="9906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219347">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dirty="0">
                          <a:ln>
                            <a:noFill/>
                          </a:ln>
                          <a:solidFill>
                            <a:schemeClr val="tx1"/>
                          </a:solidFill>
                          <a:effectLst/>
                          <a:latin typeface="Arial" pitchFamily="34" charset="0"/>
                          <a:cs typeface="Times New Roman" pitchFamily="18" charset="0"/>
                        </a:rPr>
                        <a:t>~CS</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a:ln>
                            <a:noFill/>
                          </a:ln>
                          <a:solidFill>
                            <a:schemeClr val="tx1"/>
                          </a:solidFill>
                          <a:effectLst/>
                          <a:latin typeface="Arial" pitchFamily="34" charset="0"/>
                          <a:cs typeface="Times New Roman" pitchFamily="18" charset="0"/>
                        </a:rPr>
                        <a:t>~OE</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dirty="0">
                          <a:ln>
                            <a:noFill/>
                          </a:ln>
                          <a:solidFill>
                            <a:schemeClr val="tx1"/>
                          </a:solidFill>
                          <a:effectLst/>
                          <a:latin typeface="Arial" pitchFamily="34" charset="0"/>
                          <a:cs typeface="Times New Roman" pitchFamily="18" charset="0"/>
                        </a:rPr>
                        <a:t>~WE</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50" b="0" i="0" u="none" strike="noStrike" cap="none" normalizeH="0" baseline="0" dirty="0">
                          <a:ln>
                            <a:noFill/>
                          </a:ln>
                          <a:solidFill>
                            <a:schemeClr val="tx1"/>
                          </a:solidFill>
                          <a:effectLst/>
                          <a:latin typeface="Arial" pitchFamily="34" charset="0"/>
                          <a:cs typeface="Times New Roman" pitchFamily="18" charset="0"/>
                        </a:rPr>
                        <a:t>Inputs/Outputs</a:t>
                      </a:r>
                      <a:endParaRPr kumimoji="0" lang="en-US" sz="105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50" b="0" i="0" u="none" strike="noStrike" cap="none" normalizeH="0" baseline="0">
                          <a:ln>
                            <a:noFill/>
                          </a:ln>
                          <a:solidFill>
                            <a:schemeClr val="tx1"/>
                          </a:solidFill>
                          <a:effectLst/>
                          <a:latin typeface="Arial" pitchFamily="34" charset="0"/>
                          <a:cs typeface="Times New Roman" pitchFamily="18" charset="0"/>
                        </a:rPr>
                        <a:t>Mode</a:t>
                      </a:r>
                      <a:endParaRPr kumimoji="0" lang="en-US" sz="105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0"/>
                  </a:ext>
                </a:extLst>
              </a:tr>
              <a:tr h="21934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a:ln>
                            <a:noFill/>
                          </a:ln>
                          <a:solidFill>
                            <a:schemeClr val="tx1"/>
                          </a:solidFill>
                          <a:effectLst/>
                          <a:latin typeface="Arial" pitchFamily="34" charset="0"/>
                          <a:cs typeface="Times New Roman" pitchFamily="18" charset="0"/>
                        </a:rPr>
                        <a:t>1</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a:ln>
                            <a:noFill/>
                          </a:ln>
                          <a:solidFill>
                            <a:schemeClr val="tx1"/>
                          </a:solidFill>
                          <a:effectLst/>
                          <a:latin typeface="Arial" pitchFamily="34" charset="0"/>
                          <a:cs typeface="Times New Roman" pitchFamily="18" charset="0"/>
                        </a:rPr>
                        <a:t>x</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a:ln>
                            <a:noFill/>
                          </a:ln>
                          <a:solidFill>
                            <a:schemeClr val="tx1"/>
                          </a:solidFill>
                          <a:effectLst/>
                          <a:latin typeface="Arial" pitchFamily="34" charset="0"/>
                          <a:cs typeface="Times New Roman" pitchFamily="18" charset="0"/>
                        </a:rPr>
                        <a:t>x</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50" b="0" i="0" u="none" strike="noStrike" cap="none" normalizeH="0" baseline="0">
                          <a:ln>
                            <a:noFill/>
                          </a:ln>
                          <a:solidFill>
                            <a:schemeClr val="tx1"/>
                          </a:solidFill>
                          <a:effectLst/>
                          <a:latin typeface="Arial" pitchFamily="34" charset="0"/>
                          <a:cs typeface="Times New Roman" pitchFamily="18" charset="0"/>
                        </a:rPr>
                        <a:t>z</a:t>
                      </a:r>
                      <a:endParaRPr kumimoji="0" lang="en-US" sz="105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50" b="0" i="0" u="none" strike="noStrike" cap="none" normalizeH="0" baseline="0">
                          <a:ln>
                            <a:noFill/>
                          </a:ln>
                          <a:solidFill>
                            <a:schemeClr val="tx1"/>
                          </a:solidFill>
                          <a:effectLst/>
                          <a:latin typeface="Arial" pitchFamily="34" charset="0"/>
                          <a:cs typeface="Times New Roman" pitchFamily="18" charset="0"/>
                        </a:rPr>
                        <a:t>Not Selected</a:t>
                      </a:r>
                      <a:endParaRPr kumimoji="0" lang="en-US" sz="105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1"/>
                  </a:ext>
                </a:extLst>
              </a:tr>
              <a:tr h="212701">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dirty="0">
                          <a:ln>
                            <a:noFill/>
                          </a:ln>
                          <a:solidFill>
                            <a:schemeClr val="tx1"/>
                          </a:solidFill>
                          <a:effectLst/>
                          <a:latin typeface="Arial" pitchFamily="34" charset="0"/>
                          <a:cs typeface="Times New Roman" pitchFamily="18" charset="0"/>
                        </a:rPr>
                        <a:t>0</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dirty="0">
                          <a:ln>
                            <a:noFill/>
                          </a:ln>
                          <a:solidFill>
                            <a:schemeClr val="tx1"/>
                          </a:solidFill>
                          <a:effectLst/>
                          <a:latin typeface="Arial" pitchFamily="34" charset="0"/>
                          <a:cs typeface="Times New Roman" pitchFamily="18" charset="0"/>
                        </a:rPr>
                        <a:t>1</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dirty="0">
                          <a:ln>
                            <a:noFill/>
                          </a:ln>
                          <a:solidFill>
                            <a:schemeClr val="tx1"/>
                          </a:solidFill>
                          <a:effectLst/>
                          <a:latin typeface="Arial" pitchFamily="34" charset="0"/>
                          <a:cs typeface="Times New Roman" pitchFamily="18" charset="0"/>
                        </a:rPr>
                        <a:t>0</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a:ln>
                            <a:noFill/>
                          </a:ln>
                          <a:solidFill>
                            <a:schemeClr val="tx1"/>
                          </a:solidFill>
                          <a:effectLst/>
                          <a:latin typeface="Arial" pitchFamily="34" charset="0"/>
                          <a:cs typeface="Times New Roman" pitchFamily="18" charset="0"/>
                        </a:rPr>
                        <a:t>Inputs</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dirty="0">
                          <a:ln>
                            <a:noFill/>
                          </a:ln>
                          <a:solidFill>
                            <a:schemeClr val="tx1"/>
                          </a:solidFill>
                          <a:effectLst/>
                          <a:latin typeface="Arial" pitchFamily="34" charset="0"/>
                          <a:cs typeface="Times New Roman" pitchFamily="18" charset="0"/>
                        </a:rPr>
                        <a:t>Write</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2"/>
                  </a:ext>
                </a:extLst>
              </a:tr>
              <a:tr h="212701">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a:ln>
                            <a:noFill/>
                          </a:ln>
                          <a:solidFill>
                            <a:schemeClr val="tx1"/>
                          </a:solidFill>
                          <a:effectLst/>
                          <a:latin typeface="Arial" pitchFamily="34" charset="0"/>
                          <a:cs typeface="Times New Roman" pitchFamily="18" charset="0"/>
                        </a:rPr>
                        <a:t>0</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a:ln>
                            <a:noFill/>
                          </a:ln>
                          <a:solidFill>
                            <a:schemeClr val="tx1"/>
                          </a:solidFill>
                          <a:effectLst/>
                          <a:latin typeface="Arial" pitchFamily="34" charset="0"/>
                          <a:cs typeface="Times New Roman" pitchFamily="18" charset="0"/>
                        </a:rPr>
                        <a:t>0</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a:ln>
                            <a:noFill/>
                          </a:ln>
                          <a:solidFill>
                            <a:schemeClr val="tx1"/>
                          </a:solidFill>
                          <a:effectLst/>
                          <a:latin typeface="Arial" pitchFamily="34" charset="0"/>
                          <a:cs typeface="Times New Roman" pitchFamily="18" charset="0"/>
                        </a:rPr>
                        <a:t>1</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dirty="0">
                          <a:ln>
                            <a:noFill/>
                          </a:ln>
                          <a:solidFill>
                            <a:schemeClr val="tx1"/>
                          </a:solidFill>
                          <a:effectLst/>
                          <a:latin typeface="Arial" pitchFamily="34" charset="0"/>
                          <a:cs typeface="Times New Roman" pitchFamily="18" charset="0"/>
                        </a:rPr>
                        <a:t>Outputs</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tab pos="-342900" algn="l"/>
                        </a:tabLst>
                      </a:pPr>
                      <a:r>
                        <a:rPr kumimoji="0" lang="en-US" sz="1000" b="0" i="0" u="none" strike="noStrike" cap="none" normalizeH="0" baseline="0" dirty="0">
                          <a:ln>
                            <a:noFill/>
                          </a:ln>
                          <a:solidFill>
                            <a:schemeClr val="tx1"/>
                          </a:solidFill>
                          <a:effectLst/>
                          <a:latin typeface="Arial" pitchFamily="34" charset="0"/>
                          <a:cs typeface="Times New Roman" pitchFamily="18" charset="0"/>
                        </a:rPr>
                        <a:t>Read</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3"/>
                  </a:ext>
                </a:extLst>
              </a:tr>
            </a:tbl>
          </a:graphicData>
        </a:graphic>
      </p:graphicFrame>
      <p:grpSp>
        <p:nvGrpSpPr>
          <p:cNvPr id="92195" name="Group 192">
            <a:extLst>
              <a:ext uri="{FF2B5EF4-FFF2-40B4-BE49-F238E27FC236}">
                <a16:creationId xmlns:a16="http://schemas.microsoft.com/office/drawing/2014/main" id="{8603EDEC-6026-BA98-BD87-E9174E9924D4}"/>
              </a:ext>
            </a:extLst>
          </p:cNvPr>
          <p:cNvGrpSpPr>
            <a:grpSpLocks/>
          </p:cNvGrpSpPr>
          <p:nvPr/>
        </p:nvGrpSpPr>
        <p:grpSpPr bwMode="auto">
          <a:xfrm>
            <a:off x="2640013" y="500063"/>
            <a:ext cx="6646862" cy="4318000"/>
            <a:chOff x="1116013" y="500063"/>
            <a:chExt cx="6646862" cy="4318000"/>
          </a:xfrm>
        </p:grpSpPr>
        <p:sp>
          <p:nvSpPr>
            <p:cNvPr id="81010" name="Rectangle 145">
              <a:extLst>
                <a:ext uri="{FF2B5EF4-FFF2-40B4-BE49-F238E27FC236}">
                  <a16:creationId xmlns:a16="http://schemas.microsoft.com/office/drawing/2014/main" id="{468055EE-F02F-447E-BB3F-8DFCC747CB44}"/>
                </a:ext>
              </a:extLst>
            </p:cNvPr>
            <p:cNvSpPr>
              <a:spLocks noChangeArrowheads="1"/>
            </p:cNvSpPr>
            <p:nvPr/>
          </p:nvSpPr>
          <p:spPr bwMode="auto">
            <a:xfrm>
              <a:off x="4013200" y="1190625"/>
              <a:ext cx="1003300" cy="3503613"/>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endParaRPr lang="en-US" sz="1600"/>
            </a:p>
          </p:txBody>
        </p:sp>
        <p:sp>
          <p:nvSpPr>
            <p:cNvPr id="92197" name="Line 146">
              <a:extLst>
                <a:ext uri="{FF2B5EF4-FFF2-40B4-BE49-F238E27FC236}">
                  <a16:creationId xmlns:a16="http://schemas.microsoft.com/office/drawing/2014/main" id="{3AA32A06-1F4B-12BB-ACD4-5ED480AB688D}"/>
                </a:ext>
              </a:extLst>
            </p:cNvPr>
            <p:cNvSpPr>
              <a:spLocks noChangeShapeType="1"/>
            </p:cNvSpPr>
            <p:nvPr/>
          </p:nvSpPr>
          <p:spPr bwMode="auto">
            <a:xfrm>
              <a:off x="3582988" y="1577975"/>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98" name="Line 147">
              <a:extLst>
                <a:ext uri="{FF2B5EF4-FFF2-40B4-BE49-F238E27FC236}">
                  <a16:creationId xmlns:a16="http://schemas.microsoft.com/office/drawing/2014/main" id="{99E7999F-B771-99D2-42A4-A915AC685B91}"/>
                </a:ext>
              </a:extLst>
            </p:cNvPr>
            <p:cNvSpPr>
              <a:spLocks noChangeShapeType="1"/>
            </p:cNvSpPr>
            <p:nvPr/>
          </p:nvSpPr>
          <p:spPr bwMode="auto">
            <a:xfrm>
              <a:off x="3582988" y="1746250"/>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99" name="Line 148">
              <a:extLst>
                <a:ext uri="{FF2B5EF4-FFF2-40B4-BE49-F238E27FC236}">
                  <a16:creationId xmlns:a16="http://schemas.microsoft.com/office/drawing/2014/main" id="{A30C0AC3-BA31-5D84-7429-521B1EE322F4}"/>
                </a:ext>
              </a:extLst>
            </p:cNvPr>
            <p:cNvSpPr>
              <a:spLocks noChangeShapeType="1"/>
            </p:cNvSpPr>
            <p:nvPr/>
          </p:nvSpPr>
          <p:spPr bwMode="auto">
            <a:xfrm>
              <a:off x="3570288" y="1912938"/>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0" name="Line 149">
              <a:extLst>
                <a:ext uri="{FF2B5EF4-FFF2-40B4-BE49-F238E27FC236}">
                  <a16:creationId xmlns:a16="http://schemas.microsoft.com/office/drawing/2014/main" id="{10044923-6FA5-E563-0207-AE0AF5FA7617}"/>
                </a:ext>
              </a:extLst>
            </p:cNvPr>
            <p:cNvSpPr>
              <a:spLocks noChangeShapeType="1"/>
            </p:cNvSpPr>
            <p:nvPr/>
          </p:nvSpPr>
          <p:spPr bwMode="auto">
            <a:xfrm>
              <a:off x="3582988" y="2081213"/>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1" name="Line 150">
              <a:extLst>
                <a:ext uri="{FF2B5EF4-FFF2-40B4-BE49-F238E27FC236}">
                  <a16:creationId xmlns:a16="http://schemas.microsoft.com/office/drawing/2014/main" id="{71CA67CD-7DB8-285A-590C-9A7C6E0C4CDC}"/>
                </a:ext>
              </a:extLst>
            </p:cNvPr>
            <p:cNvSpPr>
              <a:spLocks noChangeShapeType="1"/>
            </p:cNvSpPr>
            <p:nvPr/>
          </p:nvSpPr>
          <p:spPr bwMode="auto">
            <a:xfrm>
              <a:off x="3582988" y="2238375"/>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2" name="Line 151">
              <a:extLst>
                <a:ext uri="{FF2B5EF4-FFF2-40B4-BE49-F238E27FC236}">
                  <a16:creationId xmlns:a16="http://schemas.microsoft.com/office/drawing/2014/main" id="{41F6FC78-6602-9E8A-E2B2-CFCC36F1DBF7}"/>
                </a:ext>
              </a:extLst>
            </p:cNvPr>
            <p:cNvSpPr>
              <a:spLocks noChangeShapeType="1"/>
            </p:cNvSpPr>
            <p:nvPr/>
          </p:nvSpPr>
          <p:spPr bwMode="auto">
            <a:xfrm>
              <a:off x="3582988" y="2406650"/>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3" name="Line 152">
              <a:extLst>
                <a:ext uri="{FF2B5EF4-FFF2-40B4-BE49-F238E27FC236}">
                  <a16:creationId xmlns:a16="http://schemas.microsoft.com/office/drawing/2014/main" id="{922D48FE-51D9-3624-5EA1-1B283C0A7DA5}"/>
                </a:ext>
              </a:extLst>
            </p:cNvPr>
            <p:cNvSpPr>
              <a:spLocks noChangeShapeType="1"/>
            </p:cNvSpPr>
            <p:nvPr/>
          </p:nvSpPr>
          <p:spPr bwMode="auto">
            <a:xfrm>
              <a:off x="3582988" y="2573338"/>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4" name="Line 153">
              <a:extLst>
                <a:ext uri="{FF2B5EF4-FFF2-40B4-BE49-F238E27FC236}">
                  <a16:creationId xmlns:a16="http://schemas.microsoft.com/office/drawing/2014/main" id="{B0BAB133-73D9-D5C4-A61E-67B83774D24C}"/>
                </a:ext>
              </a:extLst>
            </p:cNvPr>
            <p:cNvSpPr>
              <a:spLocks noChangeShapeType="1"/>
            </p:cNvSpPr>
            <p:nvPr/>
          </p:nvSpPr>
          <p:spPr bwMode="auto">
            <a:xfrm>
              <a:off x="3582988" y="2752725"/>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5" name="Line 154">
              <a:extLst>
                <a:ext uri="{FF2B5EF4-FFF2-40B4-BE49-F238E27FC236}">
                  <a16:creationId xmlns:a16="http://schemas.microsoft.com/office/drawing/2014/main" id="{4D966FBC-530F-B74B-95DA-28BABAC65DD6}"/>
                </a:ext>
              </a:extLst>
            </p:cNvPr>
            <p:cNvSpPr>
              <a:spLocks noChangeShapeType="1"/>
            </p:cNvSpPr>
            <p:nvPr/>
          </p:nvSpPr>
          <p:spPr bwMode="auto">
            <a:xfrm>
              <a:off x="3582988" y="2908300"/>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6" name="Line 155">
              <a:extLst>
                <a:ext uri="{FF2B5EF4-FFF2-40B4-BE49-F238E27FC236}">
                  <a16:creationId xmlns:a16="http://schemas.microsoft.com/office/drawing/2014/main" id="{B950F746-73B6-42E6-300A-BC5CFAF147AC}"/>
                </a:ext>
              </a:extLst>
            </p:cNvPr>
            <p:cNvSpPr>
              <a:spLocks noChangeShapeType="1"/>
            </p:cNvSpPr>
            <p:nvPr/>
          </p:nvSpPr>
          <p:spPr bwMode="auto">
            <a:xfrm>
              <a:off x="3582988" y="3076575"/>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7" name="Line 156">
              <a:extLst>
                <a:ext uri="{FF2B5EF4-FFF2-40B4-BE49-F238E27FC236}">
                  <a16:creationId xmlns:a16="http://schemas.microsoft.com/office/drawing/2014/main" id="{5AC3B578-7F9F-34B3-DC9C-D79687EDB82E}"/>
                </a:ext>
              </a:extLst>
            </p:cNvPr>
            <p:cNvSpPr>
              <a:spLocks noChangeShapeType="1"/>
            </p:cNvSpPr>
            <p:nvPr/>
          </p:nvSpPr>
          <p:spPr bwMode="auto">
            <a:xfrm>
              <a:off x="3582988" y="3255963"/>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8" name="Line 157">
              <a:extLst>
                <a:ext uri="{FF2B5EF4-FFF2-40B4-BE49-F238E27FC236}">
                  <a16:creationId xmlns:a16="http://schemas.microsoft.com/office/drawing/2014/main" id="{57943AF4-2B60-D693-F9AA-0C13097776B8}"/>
                </a:ext>
              </a:extLst>
            </p:cNvPr>
            <p:cNvSpPr>
              <a:spLocks noChangeShapeType="1"/>
            </p:cNvSpPr>
            <p:nvPr/>
          </p:nvSpPr>
          <p:spPr bwMode="auto">
            <a:xfrm>
              <a:off x="3582988" y="3422650"/>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9" name="Line 158">
              <a:extLst>
                <a:ext uri="{FF2B5EF4-FFF2-40B4-BE49-F238E27FC236}">
                  <a16:creationId xmlns:a16="http://schemas.microsoft.com/office/drawing/2014/main" id="{328CA718-79D2-B12E-37B6-35714570EA23}"/>
                </a:ext>
              </a:extLst>
            </p:cNvPr>
            <p:cNvSpPr>
              <a:spLocks noChangeShapeType="1"/>
            </p:cNvSpPr>
            <p:nvPr/>
          </p:nvSpPr>
          <p:spPr bwMode="auto">
            <a:xfrm>
              <a:off x="3582988" y="3579813"/>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10" name="Line 159">
              <a:extLst>
                <a:ext uri="{FF2B5EF4-FFF2-40B4-BE49-F238E27FC236}">
                  <a16:creationId xmlns:a16="http://schemas.microsoft.com/office/drawing/2014/main" id="{0E0F5FCA-9B99-DF90-894D-F09E8CFA1500}"/>
                </a:ext>
              </a:extLst>
            </p:cNvPr>
            <p:cNvSpPr>
              <a:spLocks noChangeShapeType="1"/>
            </p:cNvSpPr>
            <p:nvPr/>
          </p:nvSpPr>
          <p:spPr bwMode="auto">
            <a:xfrm>
              <a:off x="3582988" y="3759200"/>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11" name="Line 160">
              <a:extLst>
                <a:ext uri="{FF2B5EF4-FFF2-40B4-BE49-F238E27FC236}">
                  <a16:creationId xmlns:a16="http://schemas.microsoft.com/office/drawing/2014/main" id="{732177E1-8F6F-823E-0601-2D509E664E54}"/>
                </a:ext>
              </a:extLst>
            </p:cNvPr>
            <p:cNvSpPr>
              <a:spLocks noChangeShapeType="1"/>
            </p:cNvSpPr>
            <p:nvPr/>
          </p:nvSpPr>
          <p:spPr bwMode="auto">
            <a:xfrm>
              <a:off x="3582988" y="3916363"/>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12" name="Line 161">
              <a:extLst>
                <a:ext uri="{FF2B5EF4-FFF2-40B4-BE49-F238E27FC236}">
                  <a16:creationId xmlns:a16="http://schemas.microsoft.com/office/drawing/2014/main" id="{0ACA5AA5-428F-EB86-FDE4-D4CE9BBDADDD}"/>
                </a:ext>
              </a:extLst>
            </p:cNvPr>
            <p:cNvSpPr>
              <a:spLocks noChangeShapeType="1"/>
            </p:cNvSpPr>
            <p:nvPr/>
          </p:nvSpPr>
          <p:spPr bwMode="auto">
            <a:xfrm>
              <a:off x="3582988" y="4084638"/>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13" name="Text Box 162">
              <a:extLst>
                <a:ext uri="{FF2B5EF4-FFF2-40B4-BE49-F238E27FC236}">
                  <a16:creationId xmlns:a16="http://schemas.microsoft.com/office/drawing/2014/main" id="{9EA3288D-0027-C6E3-38A1-2194B174476B}"/>
                </a:ext>
              </a:extLst>
            </p:cNvPr>
            <p:cNvSpPr txBox="1">
              <a:spLocks noChangeArrowheads="1"/>
            </p:cNvSpPr>
            <p:nvPr/>
          </p:nvSpPr>
          <p:spPr bwMode="auto">
            <a:xfrm>
              <a:off x="3965575" y="1431925"/>
              <a:ext cx="57467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A0</a:t>
              </a:r>
            </a:p>
          </p:txBody>
        </p:sp>
        <p:sp>
          <p:nvSpPr>
            <p:cNvPr id="92214" name="Text Box 163">
              <a:extLst>
                <a:ext uri="{FF2B5EF4-FFF2-40B4-BE49-F238E27FC236}">
                  <a16:creationId xmlns:a16="http://schemas.microsoft.com/office/drawing/2014/main" id="{6560BCD0-C59B-22D6-8F0E-085FCF95B2AB}"/>
                </a:ext>
              </a:extLst>
            </p:cNvPr>
            <p:cNvSpPr txBox="1">
              <a:spLocks noChangeArrowheads="1"/>
            </p:cNvSpPr>
            <p:nvPr/>
          </p:nvSpPr>
          <p:spPr bwMode="auto">
            <a:xfrm>
              <a:off x="3965575" y="1254125"/>
              <a:ext cx="5746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WE</a:t>
              </a:r>
            </a:p>
          </p:txBody>
        </p:sp>
        <p:sp>
          <p:nvSpPr>
            <p:cNvPr id="92215" name="Text Box 164">
              <a:extLst>
                <a:ext uri="{FF2B5EF4-FFF2-40B4-BE49-F238E27FC236}">
                  <a16:creationId xmlns:a16="http://schemas.microsoft.com/office/drawing/2014/main" id="{7CA2BD79-D33B-A4E5-0D7F-DFA67E3DEE5D}"/>
                </a:ext>
              </a:extLst>
            </p:cNvPr>
            <p:cNvSpPr txBox="1">
              <a:spLocks noChangeArrowheads="1"/>
            </p:cNvSpPr>
            <p:nvPr/>
          </p:nvSpPr>
          <p:spPr bwMode="auto">
            <a:xfrm>
              <a:off x="3965575" y="1611313"/>
              <a:ext cx="57467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a:t>
              </a:r>
            </a:p>
          </p:txBody>
        </p:sp>
        <p:sp>
          <p:nvSpPr>
            <p:cNvPr id="92216" name="Text Box 165">
              <a:extLst>
                <a:ext uri="{FF2B5EF4-FFF2-40B4-BE49-F238E27FC236}">
                  <a16:creationId xmlns:a16="http://schemas.microsoft.com/office/drawing/2014/main" id="{B9FA0508-4F74-86A7-7824-4BEB997D5CBB}"/>
                </a:ext>
              </a:extLst>
            </p:cNvPr>
            <p:cNvSpPr txBox="1">
              <a:spLocks noChangeArrowheads="1"/>
            </p:cNvSpPr>
            <p:nvPr/>
          </p:nvSpPr>
          <p:spPr bwMode="auto">
            <a:xfrm>
              <a:off x="3965575" y="1779588"/>
              <a:ext cx="57467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A2</a:t>
              </a:r>
            </a:p>
          </p:txBody>
        </p:sp>
        <p:sp>
          <p:nvSpPr>
            <p:cNvPr id="92217" name="Text Box 166">
              <a:extLst>
                <a:ext uri="{FF2B5EF4-FFF2-40B4-BE49-F238E27FC236}">
                  <a16:creationId xmlns:a16="http://schemas.microsoft.com/office/drawing/2014/main" id="{79E5ABEF-F23F-3B7C-BCB9-063454C2FB42}"/>
                </a:ext>
              </a:extLst>
            </p:cNvPr>
            <p:cNvSpPr txBox="1">
              <a:spLocks noChangeArrowheads="1"/>
            </p:cNvSpPr>
            <p:nvPr/>
          </p:nvSpPr>
          <p:spPr bwMode="auto">
            <a:xfrm>
              <a:off x="3965575" y="1936750"/>
              <a:ext cx="5746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A3</a:t>
              </a:r>
            </a:p>
          </p:txBody>
        </p:sp>
        <p:sp>
          <p:nvSpPr>
            <p:cNvPr id="92218" name="Text Box 167">
              <a:extLst>
                <a:ext uri="{FF2B5EF4-FFF2-40B4-BE49-F238E27FC236}">
                  <a16:creationId xmlns:a16="http://schemas.microsoft.com/office/drawing/2014/main" id="{BA021996-1F9E-0D43-7F90-D50E1979503D}"/>
                </a:ext>
              </a:extLst>
            </p:cNvPr>
            <p:cNvSpPr txBox="1">
              <a:spLocks noChangeArrowheads="1"/>
            </p:cNvSpPr>
            <p:nvPr/>
          </p:nvSpPr>
          <p:spPr bwMode="auto">
            <a:xfrm>
              <a:off x="3965575" y="2092325"/>
              <a:ext cx="5746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A4</a:t>
              </a:r>
            </a:p>
          </p:txBody>
        </p:sp>
        <p:sp>
          <p:nvSpPr>
            <p:cNvPr id="92219" name="Text Box 168">
              <a:extLst>
                <a:ext uri="{FF2B5EF4-FFF2-40B4-BE49-F238E27FC236}">
                  <a16:creationId xmlns:a16="http://schemas.microsoft.com/office/drawing/2014/main" id="{E2529201-3A86-504E-064A-50D99C7A9B28}"/>
                </a:ext>
              </a:extLst>
            </p:cNvPr>
            <p:cNvSpPr txBox="1">
              <a:spLocks noChangeArrowheads="1"/>
            </p:cNvSpPr>
            <p:nvPr/>
          </p:nvSpPr>
          <p:spPr bwMode="auto">
            <a:xfrm>
              <a:off x="3976688" y="2249488"/>
              <a:ext cx="576262"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A5</a:t>
              </a:r>
            </a:p>
          </p:txBody>
        </p:sp>
        <p:sp>
          <p:nvSpPr>
            <p:cNvPr id="92220" name="Text Box 169">
              <a:extLst>
                <a:ext uri="{FF2B5EF4-FFF2-40B4-BE49-F238E27FC236}">
                  <a16:creationId xmlns:a16="http://schemas.microsoft.com/office/drawing/2014/main" id="{E1073D16-1ACF-AF00-693D-35B67DE2F04E}"/>
                </a:ext>
              </a:extLst>
            </p:cNvPr>
            <p:cNvSpPr txBox="1">
              <a:spLocks noChangeArrowheads="1"/>
            </p:cNvSpPr>
            <p:nvPr/>
          </p:nvSpPr>
          <p:spPr bwMode="auto">
            <a:xfrm>
              <a:off x="3976688" y="2416175"/>
              <a:ext cx="57626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A6</a:t>
              </a:r>
            </a:p>
          </p:txBody>
        </p:sp>
        <p:sp>
          <p:nvSpPr>
            <p:cNvPr id="92221" name="Text Box 170">
              <a:extLst>
                <a:ext uri="{FF2B5EF4-FFF2-40B4-BE49-F238E27FC236}">
                  <a16:creationId xmlns:a16="http://schemas.microsoft.com/office/drawing/2014/main" id="{0B2BE7AB-786C-A3B5-3C27-6F2580C1F552}"/>
                </a:ext>
              </a:extLst>
            </p:cNvPr>
            <p:cNvSpPr txBox="1">
              <a:spLocks noChangeArrowheads="1"/>
            </p:cNvSpPr>
            <p:nvPr/>
          </p:nvSpPr>
          <p:spPr bwMode="auto">
            <a:xfrm>
              <a:off x="3963988" y="2606675"/>
              <a:ext cx="57626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A7</a:t>
              </a:r>
            </a:p>
          </p:txBody>
        </p:sp>
        <p:sp>
          <p:nvSpPr>
            <p:cNvPr id="92222" name="Text Box 171">
              <a:extLst>
                <a:ext uri="{FF2B5EF4-FFF2-40B4-BE49-F238E27FC236}">
                  <a16:creationId xmlns:a16="http://schemas.microsoft.com/office/drawing/2014/main" id="{27C26DE6-665E-98DB-3901-DEC823454AD1}"/>
                </a:ext>
              </a:extLst>
            </p:cNvPr>
            <p:cNvSpPr txBox="1">
              <a:spLocks noChangeArrowheads="1"/>
            </p:cNvSpPr>
            <p:nvPr/>
          </p:nvSpPr>
          <p:spPr bwMode="auto">
            <a:xfrm>
              <a:off x="3965575" y="2763838"/>
              <a:ext cx="57467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A8</a:t>
              </a:r>
            </a:p>
          </p:txBody>
        </p:sp>
        <p:sp>
          <p:nvSpPr>
            <p:cNvPr id="92223" name="Text Box 172">
              <a:extLst>
                <a:ext uri="{FF2B5EF4-FFF2-40B4-BE49-F238E27FC236}">
                  <a16:creationId xmlns:a16="http://schemas.microsoft.com/office/drawing/2014/main" id="{B7802541-2724-C2E1-BE90-88CA5DEFF270}"/>
                </a:ext>
              </a:extLst>
            </p:cNvPr>
            <p:cNvSpPr txBox="1">
              <a:spLocks noChangeArrowheads="1"/>
            </p:cNvSpPr>
            <p:nvPr/>
          </p:nvSpPr>
          <p:spPr bwMode="auto">
            <a:xfrm>
              <a:off x="3965575" y="2908300"/>
              <a:ext cx="5746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A9</a:t>
              </a:r>
            </a:p>
          </p:txBody>
        </p:sp>
        <p:sp>
          <p:nvSpPr>
            <p:cNvPr id="92224" name="Text Box 173">
              <a:extLst>
                <a:ext uri="{FF2B5EF4-FFF2-40B4-BE49-F238E27FC236}">
                  <a16:creationId xmlns:a16="http://schemas.microsoft.com/office/drawing/2014/main" id="{F991282B-AED3-9DA0-B138-49151678B39F}"/>
                </a:ext>
              </a:extLst>
            </p:cNvPr>
            <p:cNvSpPr txBox="1">
              <a:spLocks noChangeArrowheads="1"/>
            </p:cNvSpPr>
            <p:nvPr/>
          </p:nvSpPr>
          <p:spPr bwMode="auto">
            <a:xfrm>
              <a:off x="3952875" y="3087688"/>
              <a:ext cx="57467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A10</a:t>
              </a:r>
            </a:p>
          </p:txBody>
        </p:sp>
        <p:sp>
          <p:nvSpPr>
            <p:cNvPr id="92225" name="Text Box 174">
              <a:extLst>
                <a:ext uri="{FF2B5EF4-FFF2-40B4-BE49-F238E27FC236}">
                  <a16:creationId xmlns:a16="http://schemas.microsoft.com/office/drawing/2014/main" id="{7B0DAC1B-4910-5C8D-43C2-ECD23F46850A}"/>
                </a:ext>
              </a:extLst>
            </p:cNvPr>
            <p:cNvSpPr txBox="1">
              <a:spLocks noChangeArrowheads="1"/>
            </p:cNvSpPr>
            <p:nvPr/>
          </p:nvSpPr>
          <p:spPr bwMode="auto">
            <a:xfrm>
              <a:off x="3951288" y="3255963"/>
              <a:ext cx="576262"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A11</a:t>
              </a:r>
            </a:p>
          </p:txBody>
        </p:sp>
        <p:sp>
          <p:nvSpPr>
            <p:cNvPr id="92226" name="Text Box 175">
              <a:extLst>
                <a:ext uri="{FF2B5EF4-FFF2-40B4-BE49-F238E27FC236}">
                  <a16:creationId xmlns:a16="http://schemas.microsoft.com/office/drawing/2014/main" id="{1CB13ED1-4FCF-BB8E-23B7-568B779DE43E}"/>
                </a:ext>
              </a:extLst>
            </p:cNvPr>
            <p:cNvSpPr txBox="1">
              <a:spLocks noChangeArrowheads="1"/>
            </p:cNvSpPr>
            <p:nvPr/>
          </p:nvSpPr>
          <p:spPr bwMode="auto">
            <a:xfrm>
              <a:off x="3963988" y="3422650"/>
              <a:ext cx="57467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A12</a:t>
              </a:r>
            </a:p>
          </p:txBody>
        </p:sp>
        <p:sp>
          <p:nvSpPr>
            <p:cNvPr id="92227" name="Text Box 176">
              <a:extLst>
                <a:ext uri="{FF2B5EF4-FFF2-40B4-BE49-F238E27FC236}">
                  <a16:creationId xmlns:a16="http://schemas.microsoft.com/office/drawing/2014/main" id="{D2548693-F7D4-066E-1979-6E6E9A51D8E1}"/>
                </a:ext>
              </a:extLst>
            </p:cNvPr>
            <p:cNvSpPr txBox="1">
              <a:spLocks noChangeArrowheads="1"/>
            </p:cNvSpPr>
            <p:nvPr/>
          </p:nvSpPr>
          <p:spPr bwMode="auto">
            <a:xfrm>
              <a:off x="3976688" y="3579813"/>
              <a:ext cx="576262"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A13</a:t>
              </a:r>
            </a:p>
          </p:txBody>
        </p:sp>
        <p:sp>
          <p:nvSpPr>
            <p:cNvPr id="92228" name="Text Box 177">
              <a:extLst>
                <a:ext uri="{FF2B5EF4-FFF2-40B4-BE49-F238E27FC236}">
                  <a16:creationId xmlns:a16="http://schemas.microsoft.com/office/drawing/2014/main" id="{C9508601-194C-E9B2-BC93-3637BDE3AA96}"/>
                </a:ext>
              </a:extLst>
            </p:cNvPr>
            <p:cNvSpPr txBox="1">
              <a:spLocks noChangeArrowheads="1"/>
            </p:cNvSpPr>
            <p:nvPr/>
          </p:nvSpPr>
          <p:spPr bwMode="auto">
            <a:xfrm>
              <a:off x="3976688" y="3759200"/>
              <a:ext cx="57626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A14</a:t>
              </a:r>
            </a:p>
          </p:txBody>
        </p:sp>
        <p:sp>
          <p:nvSpPr>
            <p:cNvPr id="92229" name="Text Box 178">
              <a:extLst>
                <a:ext uri="{FF2B5EF4-FFF2-40B4-BE49-F238E27FC236}">
                  <a16:creationId xmlns:a16="http://schemas.microsoft.com/office/drawing/2014/main" id="{B316F276-B5FB-93FD-7434-B7F87F81EB85}"/>
                </a:ext>
              </a:extLst>
            </p:cNvPr>
            <p:cNvSpPr txBox="1">
              <a:spLocks noChangeArrowheads="1"/>
            </p:cNvSpPr>
            <p:nvPr/>
          </p:nvSpPr>
          <p:spPr bwMode="auto">
            <a:xfrm>
              <a:off x="3963988" y="3927475"/>
              <a:ext cx="57626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A15</a:t>
              </a:r>
            </a:p>
          </p:txBody>
        </p:sp>
        <p:sp>
          <p:nvSpPr>
            <p:cNvPr id="92230" name="Line 179">
              <a:extLst>
                <a:ext uri="{FF2B5EF4-FFF2-40B4-BE49-F238E27FC236}">
                  <a16:creationId xmlns:a16="http://schemas.microsoft.com/office/drawing/2014/main" id="{6112D358-98D2-FF32-E955-DD624CE9DE71}"/>
                </a:ext>
              </a:extLst>
            </p:cNvPr>
            <p:cNvSpPr>
              <a:spLocks noChangeShapeType="1"/>
            </p:cNvSpPr>
            <p:nvPr/>
          </p:nvSpPr>
          <p:spPr bwMode="auto">
            <a:xfrm>
              <a:off x="3568700" y="4386263"/>
              <a:ext cx="3381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1" name="Line 180">
              <a:extLst>
                <a:ext uri="{FF2B5EF4-FFF2-40B4-BE49-F238E27FC236}">
                  <a16:creationId xmlns:a16="http://schemas.microsoft.com/office/drawing/2014/main" id="{18321485-2983-CBDA-6A89-66489DA42A5F}"/>
                </a:ext>
              </a:extLst>
            </p:cNvPr>
            <p:cNvSpPr>
              <a:spLocks noChangeShapeType="1"/>
            </p:cNvSpPr>
            <p:nvPr/>
          </p:nvSpPr>
          <p:spPr bwMode="auto">
            <a:xfrm>
              <a:off x="3568700" y="4573588"/>
              <a:ext cx="3381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2" name="Line 181">
              <a:extLst>
                <a:ext uri="{FF2B5EF4-FFF2-40B4-BE49-F238E27FC236}">
                  <a16:creationId xmlns:a16="http://schemas.microsoft.com/office/drawing/2014/main" id="{A21A55DC-41C9-96E8-D065-DD10B097E8FF}"/>
                </a:ext>
              </a:extLst>
            </p:cNvPr>
            <p:cNvSpPr>
              <a:spLocks noChangeShapeType="1"/>
            </p:cNvSpPr>
            <p:nvPr/>
          </p:nvSpPr>
          <p:spPr bwMode="auto">
            <a:xfrm>
              <a:off x="5016500" y="208280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3" name="Line 182">
              <a:extLst>
                <a:ext uri="{FF2B5EF4-FFF2-40B4-BE49-F238E27FC236}">
                  <a16:creationId xmlns:a16="http://schemas.microsoft.com/office/drawing/2014/main" id="{95B6AA82-49AE-EEDF-B6F5-AAB3B198D590}"/>
                </a:ext>
              </a:extLst>
            </p:cNvPr>
            <p:cNvSpPr>
              <a:spLocks noChangeShapeType="1"/>
            </p:cNvSpPr>
            <p:nvPr/>
          </p:nvSpPr>
          <p:spPr bwMode="auto">
            <a:xfrm>
              <a:off x="5016500" y="2262188"/>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4" name="Line 183">
              <a:extLst>
                <a:ext uri="{FF2B5EF4-FFF2-40B4-BE49-F238E27FC236}">
                  <a16:creationId xmlns:a16="http://schemas.microsoft.com/office/drawing/2014/main" id="{E39BD7DA-E99D-A5AD-CAEC-56FBCE5996C6}"/>
                </a:ext>
              </a:extLst>
            </p:cNvPr>
            <p:cNvSpPr>
              <a:spLocks noChangeShapeType="1"/>
            </p:cNvSpPr>
            <p:nvPr/>
          </p:nvSpPr>
          <p:spPr bwMode="auto">
            <a:xfrm>
              <a:off x="5016500" y="245110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5" name="Line 184">
              <a:extLst>
                <a:ext uri="{FF2B5EF4-FFF2-40B4-BE49-F238E27FC236}">
                  <a16:creationId xmlns:a16="http://schemas.microsoft.com/office/drawing/2014/main" id="{C14F818C-A7BC-EA7D-98E3-537A2C5E5CB8}"/>
                </a:ext>
              </a:extLst>
            </p:cNvPr>
            <p:cNvSpPr>
              <a:spLocks noChangeShapeType="1"/>
            </p:cNvSpPr>
            <p:nvPr/>
          </p:nvSpPr>
          <p:spPr bwMode="auto">
            <a:xfrm>
              <a:off x="5016500" y="2652713"/>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6" name="Line 185">
              <a:extLst>
                <a:ext uri="{FF2B5EF4-FFF2-40B4-BE49-F238E27FC236}">
                  <a16:creationId xmlns:a16="http://schemas.microsoft.com/office/drawing/2014/main" id="{8C3B8835-CE33-32D3-4EC1-95BDE875BBE4}"/>
                </a:ext>
              </a:extLst>
            </p:cNvPr>
            <p:cNvSpPr>
              <a:spLocks noChangeShapeType="1"/>
            </p:cNvSpPr>
            <p:nvPr/>
          </p:nvSpPr>
          <p:spPr bwMode="auto">
            <a:xfrm>
              <a:off x="5016500" y="2854325"/>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7" name="Line 186">
              <a:extLst>
                <a:ext uri="{FF2B5EF4-FFF2-40B4-BE49-F238E27FC236}">
                  <a16:creationId xmlns:a16="http://schemas.microsoft.com/office/drawing/2014/main" id="{DFF2BF5C-2310-520F-FDDD-6D7602036DB3}"/>
                </a:ext>
              </a:extLst>
            </p:cNvPr>
            <p:cNvSpPr>
              <a:spLocks noChangeShapeType="1"/>
            </p:cNvSpPr>
            <p:nvPr/>
          </p:nvSpPr>
          <p:spPr bwMode="auto">
            <a:xfrm>
              <a:off x="5016500" y="3043238"/>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8" name="Line 187">
              <a:extLst>
                <a:ext uri="{FF2B5EF4-FFF2-40B4-BE49-F238E27FC236}">
                  <a16:creationId xmlns:a16="http://schemas.microsoft.com/office/drawing/2014/main" id="{9DB08E5D-826F-48FC-6849-8A19A43BD9DA}"/>
                </a:ext>
              </a:extLst>
            </p:cNvPr>
            <p:cNvSpPr>
              <a:spLocks noChangeShapeType="1"/>
            </p:cNvSpPr>
            <p:nvPr/>
          </p:nvSpPr>
          <p:spPr bwMode="auto">
            <a:xfrm>
              <a:off x="5016500" y="324485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9" name="Line 188">
              <a:extLst>
                <a:ext uri="{FF2B5EF4-FFF2-40B4-BE49-F238E27FC236}">
                  <a16:creationId xmlns:a16="http://schemas.microsoft.com/office/drawing/2014/main" id="{03CF3A1D-9BF1-E954-EA15-1E0896ECD3CD}"/>
                </a:ext>
              </a:extLst>
            </p:cNvPr>
            <p:cNvSpPr>
              <a:spLocks noChangeShapeType="1"/>
            </p:cNvSpPr>
            <p:nvPr/>
          </p:nvSpPr>
          <p:spPr bwMode="auto">
            <a:xfrm>
              <a:off x="5016500" y="343535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40" name="Oval 189">
              <a:extLst>
                <a:ext uri="{FF2B5EF4-FFF2-40B4-BE49-F238E27FC236}">
                  <a16:creationId xmlns:a16="http://schemas.microsoft.com/office/drawing/2014/main" id="{5FFCF790-54FD-5D12-2D19-31AFDC265452}"/>
                </a:ext>
              </a:extLst>
            </p:cNvPr>
            <p:cNvSpPr>
              <a:spLocks noChangeArrowheads="1"/>
            </p:cNvSpPr>
            <p:nvPr/>
          </p:nvSpPr>
          <p:spPr bwMode="auto">
            <a:xfrm>
              <a:off x="3905250" y="4340225"/>
              <a:ext cx="107950" cy="101600"/>
            </a:xfrm>
            <a:prstGeom prst="ellipse">
              <a:avLst/>
            </a:prstGeom>
            <a:solidFill>
              <a:srgbClr val="FFFFFF"/>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2241" name="Oval 190">
              <a:extLst>
                <a:ext uri="{FF2B5EF4-FFF2-40B4-BE49-F238E27FC236}">
                  <a16:creationId xmlns:a16="http://schemas.microsoft.com/office/drawing/2014/main" id="{E8BAFB53-9AE3-4E63-0E22-1E083B428577}"/>
                </a:ext>
              </a:extLst>
            </p:cNvPr>
            <p:cNvSpPr>
              <a:spLocks noChangeArrowheads="1"/>
            </p:cNvSpPr>
            <p:nvPr/>
          </p:nvSpPr>
          <p:spPr bwMode="auto">
            <a:xfrm>
              <a:off x="3905250" y="4530725"/>
              <a:ext cx="107950" cy="101600"/>
            </a:xfrm>
            <a:prstGeom prst="ellipse">
              <a:avLst/>
            </a:prstGeom>
            <a:solidFill>
              <a:srgbClr val="FFFFFF"/>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2242" name="Text Box 191">
              <a:extLst>
                <a:ext uri="{FF2B5EF4-FFF2-40B4-BE49-F238E27FC236}">
                  <a16:creationId xmlns:a16="http://schemas.microsoft.com/office/drawing/2014/main" id="{ADFDFC55-993D-9A32-D944-E6C0170E4A4C}"/>
                </a:ext>
              </a:extLst>
            </p:cNvPr>
            <p:cNvSpPr txBox="1">
              <a:spLocks noChangeArrowheads="1"/>
            </p:cNvSpPr>
            <p:nvPr/>
          </p:nvSpPr>
          <p:spPr bwMode="auto">
            <a:xfrm>
              <a:off x="4586288" y="1947863"/>
              <a:ext cx="576262"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Q0</a:t>
              </a:r>
            </a:p>
          </p:txBody>
        </p:sp>
        <p:sp>
          <p:nvSpPr>
            <p:cNvPr id="92243" name="Text Box 192">
              <a:extLst>
                <a:ext uri="{FF2B5EF4-FFF2-40B4-BE49-F238E27FC236}">
                  <a16:creationId xmlns:a16="http://schemas.microsoft.com/office/drawing/2014/main" id="{396C936A-043E-F649-A580-812CDD2E3248}"/>
                </a:ext>
              </a:extLst>
            </p:cNvPr>
            <p:cNvSpPr txBox="1">
              <a:spLocks noChangeArrowheads="1"/>
            </p:cNvSpPr>
            <p:nvPr/>
          </p:nvSpPr>
          <p:spPr bwMode="auto">
            <a:xfrm>
              <a:off x="4586288" y="2125663"/>
              <a:ext cx="576262"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Q1</a:t>
              </a:r>
            </a:p>
          </p:txBody>
        </p:sp>
        <p:sp>
          <p:nvSpPr>
            <p:cNvPr id="92244" name="Text Box 193">
              <a:extLst>
                <a:ext uri="{FF2B5EF4-FFF2-40B4-BE49-F238E27FC236}">
                  <a16:creationId xmlns:a16="http://schemas.microsoft.com/office/drawing/2014/main" id="{6D77A591-A3CD-BC40-6DA2-4EA4CED40558}"/>
                </a:ext>
              </a:extLst>
            </p:cNvPr>
            <p:cNvSpPr txBox="1">
              <a:spLocks noChangeArrowheads="1"/>
            </p:cNvSpPr>
            <p:nvPr/>
          </p:nvSpPr>
          <p:spPr bwMode="auto">
            <a:xfrm>
              <a:off x="4586288" y="2316163"/>
              <a:ext cx="576262"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Q2</a:t>
              </a:r>
            </a:p>
          </p:txBody>
        </p:sp>
        <p:sp>
          <p:nvSpPr>
            <p:cNvPr id="92245" name="Text Box 194">
              <a:extLst>
                <a:ext uri="{FF2B5EF4-FFF2-40B4-BE49-F238E27FC236}">
                  <a16:creationId xmlns:a16="http://schemas.microsoft.com/office/drawing/2014/main" id="{512E7938-D716-709B-6A19-129F84A77BD3}"/>
                </a:ext>
              </a:extLst>
            </p:cNvPr>
            <p:cNvSpPr txBox="1">
              <a:spLocks noChangeArrowheads="1"/>
            </p:cNvSpPr>
            <p:nvPr/>
          </p:nvSpPr>
          <p:spPr bwMode="auto">
            <a:xfrm>
              <a:off x="4586288" y="2528888"/>
              <a:ext cx="576262"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Q3</a:t>
              </a:r>
            </a:p>
          </p:txBody>
        </p:sp>
        <p:sp>
          <p:nvSpPr>
            <p:cNvPr id="92246" name="Text Box 195">
              <a:extLst>
                <a:ext uri="{FF2B5EF4-FFF2-40B4-BE49-F238E27FC236}">
                  <a16:creationId xmlns:a16="http://schemas.microsoft.com/office/drawing/2014/main" id="{8974DA08-6D23-ED3F-8B3E-2B6EA40E4575}"/>
                </a:ext>
              </a:extLst>
            </p:cNvPr>
            <p:cNvSpPr txBox="1">
              <a:spLocks noChangeArrowheads="1"/>
            </p:cNvSpPr>
            <p:nvPr/>
          </p:nvSpPr>
          <p:spPr bwMode="auto">
            <a:xfrm>
              <a:off x="4598988" y="2719388"/>
              <a:ext cx="57467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Q4</a:t>
              </a:r>
            </a:p>
          </p:txBody>
        </p:sp>
        <p:sp>
          <p:nvSpPr>
            <p:cNvPr id="92247" name="Text Box 196">
              <a:extLst>
                <a:ext uri="{FF2B5EF4-FFF2-40B4-BE49-F238E27FC236}">
                  <a16:creationId xmlns:a16="http://schemas.microsoft.com/office/drawing/2014/main" id="{4DC35123-EC7E-0E95-0633-3FF99A9EC294}"/>
                </a:ext>
              </a:extLst>
            </p:cNvPr>
            <p:cNvSpPr txBox="1">
              <a:spLocks noChangeArrowheads="1"/>
            </p:cNvSpPr>
            <p:nvPr/>
          </p:nvSpPr>
          <p:spPr bwMode="auto">
            <a:xfrm>
              <a:off x="4598988" y="2932113"/>
              <a:ext cx="576262"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Q5</a:t>
              </a:r>
            </a:p>
          </p:txBody>
        </p:sp>
        <p:sp>
          <p:nvSpPr>
            <p:cNvPr id="92248" name="Text Box 197">
              <a:extLst>
                <a:ext uri="{FF2B5EF4-FFF2-40B4-BE49-F238E27FC236}">
                  <a16:creationId xmlns:a16="http://schemas.microsoft.com/office/drawing/2014/main" id="{74427966-7AD9-3FD9-40F9-2C3B2FD529AF}"/>
                </a:ext>
              </a:extLst>
            </p:cNvPr>
            <p:cNvSpPr txBox="1">
              <a:spLocks noChangeArrowheads="1"/>
            </p:cNvSpPr>
            <p:nvPr/>
          </p:nvSpPr>
          <p:spPr bwMode="auto">
            <a:xfrm>
              <a:off x="4598988" y="3121025"/>
              <a:ext cx="5746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Q6</a:t>
              </a:r>
            </a:p>
          </p:txBody>
        </p:sp>
        <p:sp>
          <p:nvSpPr>
            <p:cNvPr id="92249" name="Text Box 198">
              <a:extLst>
                <a:ext uri="{FF2B5EF4-FFF2-40B4-BE49-F238E27FC236}">
                  <a16:creationId xmlns:a16="http://schemas.microsoft.com/office/drawing/2014/main" id="{B59D867F-5E6B-7FDF-D50F-E55BAA7DA82D}"/>
                </a:ext>
              </a:extLst>
            </p:cNvPr>
            <p:cNvSpPr txBox="1">
              <a:spLocks noChangeArrowheads="1"/>
            </p:cNvSpPr>
            <p:nvPr/>
          </p:nvSpPr>
          <p:spPr bwMode="auto">
            <a:xfrm>
              <a:off x="4611688" y="3322638"/>
              <a:ext cx="5746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Q7</a:t>
              </a:r>
            </a:p>
          </p:txBody>
        </p:sp>
        <p:sp>
          <p:nvSpPr>
            <p:cNvPr id="92250" name="Text Box 199">
              <a:extLst>
                <a:ext uri="{FF2B5EF4-FFF2-40B4-BE49-F238E27FC236}">
                  <a16:creationId xmlns:a16="http://schemas.microsoft.com/office/drawing/2014/main" id="{2CBA1959-6F6B-F1BF-D306-FAB6B2DBB483}"/>
                </a:ext>
              </a:extLst>
            </p:cNvPr>
            <p:cNvSpPr txBox="1">
              <a:spLocks noChangeArrowheads="1"/>
            </p:cNvSpPr>
            <p:nvPr/>
          </p:nvSpPr>
          <p:spPr bwMode="auto">
            <a:xfrm>
              <a:off x="4013200" y="4248150"/>
              <a:ext cx="576263"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CS</a:t>
              </a:r>
            </a:p>
          </p:txBody>
        </p:sp>
        <p:sp>
          <p:nvSpPr>
            <p:cNvPr id="92251" name="Text Box 200">
              <a:extLst>
                <a:ext uri="{FF2B5EF4-FFF2-40B4-BE49-F238E27FC236}">
                  <a16:creationId xmlns:a16="http://schemas.microsoft.com/office/drawing/2014/main" id="{36B2C8EF-1F96-4778-8393-46B5BD21C2F1}"/>
                </a:ext>
              </a:extLst>
            </p:cNvPr>
            <p:cNvSpPr txBox="1">
              <a:spLocks noChangeArrowheads="1"/>
            </p:cNvSpPr>
            <p:nvPr/>
          </p:nvSpPr>
          <p:spPr bwMode="auto">
            <a:xfrm>
              <a:off x="4013200" y="4416425"/>
              <a:ext cx="57626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OE</a:t>
              </a:r>
            </a:p>
          </p:txBody>
        </p:sp>
        <p:sp>
          <p:nvSpPr>
            <p:cNvPr id="92252" name="Line 201">
              <a:extLst>
                <a:ext uri="{FF2B5EF4-FFF2-40B4-BE49-F238E27FC236}">
                  <a16:creationId xmlns:a16="http://schemas.microsoft.com/office/drawing/2014/main" id="{8E243FD4-66C0-6B4B-2E4F-260FBC79D006}"/>
                </a:ext>
              </a:extLst>
            </p:cNvPr>
            <p:cNvSpPr>
              <a:spLocks noChangeShapeType="1"/>
            </p:cNvSpPr>
            <p:nvPr/>
          </p:nvSpPr>
          <p:spPr bwMode="auto">
            <a:xfrm>
              <a:off x="3582988" y="1397000"/>
              <a:ext cx="3381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53" name="Oval 202">
              <a:extLst>
                <a:ext uri="{FF2B5EF4-FFF2-40B4-BE49-F238E27FC236}">
                  <a16:creationId xmlns:a16="http://schemas.microsoft.com/office/drawing/2014/main" id="{A208E03A-68AC-13B7-0407-214212370080}"/>
                </a:ext>
              </a:extLst>
            </p:cNvPr>
            <p:cNvSpPr>
              <a:spLocks noChangeArrowheads="1"/>
            </p:cNvSpPr>
            <p:nvPr/>
          </p:nvSpPr>
          <p:spPr bwMode="auto">
            <a:xfrm>
              <a:off x="3906838" y="1349375"/>
              <a:ext cx="109537" cy="101600"/>
            </a:xfrm>
            <a:prstGeom prst="ellipse">
              <a:avLst/>
            </a:prstGeom>
            <a:solidFill>
              <a:srgbClr val="FFFFFF"/>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2254" name="Text Box 203">
              <a:extLst>
                <a:ext uri="{FF2B5EF4-FFF2-40B4-BE49-F238E27FC236}">
                  <a16:creationId xmlns:a16="http://schemas.microsoft.com/office/drawing/2014/main" id="{FF6622E7-849A-5FC8-0E8F-6131FBF61571}"/>
                </a:ext>
              </a:extLst>
            </p:cNvPr>
            <p:cNvSpPr txBox="1">
              <a:spLocks noChangeArrowheads="1"/>
            </p:cNvSpPr>
            <p:nvPr/>
          </p:nvSpPr>
          <p:spPr bwMode="auto">
            <a:xfrm>
              <a:off x="4048125" y="803275"/>
              <a:ext cx="100488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128K</a:t>
              </a:r>
              <a:r>
                <a:rPr lang="ru-RU" altLang="en-US" sz="1600">
                  <a:sym typeface="Symbol" panose="05050102010706020507" pitchFamily="18" charset="2"/>
                </a:rPr>
                <a:t></a:t>
              </a:r>
              <a:r>
                <a:rPr lang="ru-RU" altLang="en-US" sz="1600"/>
                <a:t>8</a:t>
              </a:r>
            </a:p>
          </p:txBody>
        </p:sp>
        <p:sp>
          <p:nvSpPr>
            <p:cNvPr id="92255" name="Line 214">
              <a:extLst>
                <a:ext uri="{FF2B5EF4-FFF2-40B4-BE49-F238E27FC236}">
                  <a16:creationId xmlns:a16="http://schemas.microsoft.com/office/drawing/2014/main" id="{6947A001-A908-D4E7-575C-7C8269CBA5C3}"/>
                </a:ext>
              </a:extLst>
            </p:cNvPr>
            <p:cNvSpPr>
              <a:spLocks noChangeShapeType="1"/>
            </p:cNvSpPr>
            <p:nvPr/>
          </p:nvSpPr>
          <p:spPr bwMode="auto">
            <a:xfrm>
              <a:off x="3578225" y="4243388"/>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56" name="Text Box 215">
              <a:extLst>
                <a:ext uri="{FF2B5EF4-FFF2-40B4-BE49-F238E27FC236}">
                  <a16:creationId xmlns:a16="http://schemas.microsoft.com/office/drawing/2014/main" id="{7FEF81A8-352C-9B65-226E-27DCEDF12456}"/>
                </a:ext>
              </a:extLst>
            </p:cNvPr>
            <p:cNvSpPr txBox="1">
              <a:spLocks noChangeArrowheads="1"/>
            </p:cNvSpPr>
            <p:nvPr/>
          </p:nvSpPr>
          <p:spPr bwMode="auto">
            <a:xfrm>
              <a:off x="3973513" y="4095750"/>
              <a:ext cx="5746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A16</a:t>
              </a:r>
            </a:p>
          </p:txBody>
        </p:sp>
        <p:grpSp>
          <p:nvGrpSpPr>
            <p:cNvPr id="92257" name="Group 188">
              <a:extLst>
                <a:ext uri="{FF2B5EF4-FFF2-40B4-BE49-F238E27FC236}">
                  <a16:creationId xmlns:a16="http://schemas.microsoft.com/office/drawing/2014/main" id="{0D5B0C06-B2D5-3E96-5C68-3DA591F0A2EA}"/>
                </a:ext>
              </a:extLst>
            </p:cNvPr>
            <p:cNvGrpSpPr>
              <a:grpSpLocks/>
            </p:cNvGrpSpPr>
            <p:nvPr/>
          </p:nvGrpSpPr>
          <p:grpSpPr bwMode="auto">
            <a:xfrm>
              <a:off x="5884863" y="500063"/>
              <a:ext cx="1878012" cy="4268787"/>
              <a:chOff x="5884863" y="500063"/>
              <a:chExt cx="1878012" cy="4268787"/>
            </a:xfrm>
          </p:grpSpPr>
          <p:sp>
            <p:nvSpPr>
              <p:cNvPr id="92315" name="Text Box 34">
                <a:extLst>
                  <a:ext uri="{FF2B5EF4-FFF2-40B4-BE49-F238E27FC236}">
                    <a16:creationId xmlns:a16="http://schemas.microsoft.com/office/drawing/2014/main" id="{70A9539F-11A4-AD0F-9E57-A17C1E745B27}"/>
                  </a:ext>
                </a:extLst>
              </p:cNvPr>
              <p:cNvSpPr txBox="1">
                <a:spLocks noChangeArrowheads="1"/>
              </p:cNvSpPr>
              <p:nvPr/>
            </p:nvSpPr>
            <p:spPr bwMode="auto">
              <a:xfrm>
                <a:off x="6351588" y="500063"/>
                <a:ext cx="1003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512K</a:t>
                </a:r>
                <a:r>
                  <a:rPr lang="ru-RU" altLang="en-US" sz="1600">
                    <a:sym typeface="Symbol" panose="05050102010706020507" pitchFamily="18" charset="2"/>
                  </a:rPr>
                  <a:t></a:t>
                </a:r>
                <a:r>
                  <a:rPr lang="ru-RU" altLang="en-US" sz="1600"/>
                  <a:t>8</a:t>
                </a:r>
              </a:p>
            </p:txBody>
          </p:sp>
          <p:sp>
            <p:nvSpPr>
              <p:cNvPr id="80947" name="Rectangle 82">
                <a:extLst>
                  <a:ext uri="{FF2B5EF4-FFF2-40B4-BE49-F238E27FC236}">
                    <a16:creationId xmlns:a16="http://schemas.microsoft.com/office/drawing/2014/main" id="{8FC62F8A-352C-4275-B4DE-044F2964B2C1}"/>
                  </a:ext>
                </a:extLst>
              </p:cNvPr>
              <p:cNvSpPr>
                <a:spLocks noChangeArrowheads="1"/>
              </p:cNvSpPr>
              <p:nvPr/>
            </p:nvSpPr>
            <p:spPr bwMode="auto">
              <a:xfrm>
                <a:off x="6329363" y="812800"/>
                <a:ext cx="1006475" cy="3840163"/>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endParaRPr lang="en-US" sz="1600"/>
              </a:p>
            </p:txBody>
          </p:sp>
          <p:sp>
            <p:nvSpPr>
              <p:cNvPr id="92317" name="Line 83">
                <a:extLst>
                  <a:ext uri="{FF2B5EF4-FFF2-40B4-BE49-F238E27FC236}">
                    <a16:creationId xmlns:a16="http://schemas.microsoft.com/office/drawing/2014/main" id="{736740A9-A56F-07A8-8048-07AA4389D975}"/>
                  </a:ext>
                </a:extLst>
              </p:cNvPr>
              <p:cNvSpPr>
                <a:spLocks noChangeShapeType="1"/>
              </p:cNvSpPr>
              <p:nvPr/>
            </p:nvSpPr>
            <p:spPr bwMode="auto">
              <a:xfrm>
                <a:off x="5899150" y="1323975"/>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18" name="Line 84">
                <a:extLst>
                  <a:ext uri="{FF2B5EF4-FFF2-40B4-BE49-F238E27FC236}">
                    <a16:creationId xmlns:a16="http://schemas.microsoft.com/office/drawing/2014/main" id="{664461E3-86E4-4E4E-36EE-6E950C5FC977}"/>
                  </a:ext>
                </a:extLst>
              </p:cNvPr>
              <p:cNvSpPr>
                <a:spLocks noChangeShapeType="1"/>
              </p:cNvSpPr>
              <p:nvPr/>
            </p:nvSpPr>
            <p:spPr bwMode="auto">
              <a:xfrm>
                <a:off x="5899150" y="1489075"/>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19" name="Line 85">
                <a:extLst>
                  <a:ext uri="{FF2B5EF4-FFF2-40B4-BE49-F238E27FC236}">
                    <a16:creationId xmlns:a16="http://schemas.microsoft.com/office/drawing/2014/main" id="{6D8DB008-1AAB-44BF-3494-51F59C1ACB7D}"/>
                  </a:ext>
                </a:extLst>
              </p:cNvPr>
              <p:cNvSpPr>
                <a:spLocks noChangeShapeType="1"/>
              </p:cNvSpPr>
              <p:nvPr/>
            </p:nvSpPr>
            <p:spPr bwMode="auto">
              <a:xfrm>
                <a:off x="5886450" y="1652588"/>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0" name="Line 86">
                <a:extLst>
                  <a:ext uri="{FF2B5EF4-FFF2-40B4-BE49-F238E27FC236}">
                    <a16:creationId xmlns:a16="http://schemas.microsoft.com/office/drawing/2014/main" id="{9EAE70CA-14E5-77C3-41DA-242D2A8E17F0}"/>
                  </a:ext>
                </a:extLst>
              </p:cNvPr>
              <p:cNvSpPr>
                <a:spLocks noChangeShapeType="1"/>
              </p:cNvSpPr>
              <p:nvPr/>
            </p:nvSpPr>
            <p:spPr bwMode="auto">
              <a:xfrm>
                <a:off x="5899150" y="181610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1" name="Line 87">
                <a:extLst>
                  <a:ext uri="{FF2B5EF4-FFF2-40B4-BE49-F238E27FC236}">
                    <a16:creationId xmlns:a16="http://schemas.microsoft.com/office/drawing/2014/main" id="{B3E9A045-A16D-4197-6EC2-2C3588F871AA}"/>
                  </a:ext>
                </a:extLst>
              </p:cNvPr>
              <p:cNvSpPr>
                <a:spLocks noChangeShapeType="1"/>
              </p:cNvSpPr>
              <p:nvPr/>
            </p:nvSpPr>
            <p:spPr bwMode="auto">
              <a:xfrm>
                <a:off x="5899150" y="1970088"/>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2" name="Line 88">
                <a:extLst>
                  <a:ext uri="{FF2B5EF4-FFF2-40B4-BE49-F238E27FC236}">
                    <a16:creationId xmlns:a16="http://schemas.microsoft.com/office/drawing/2014/main" id="{38E8DB74-EF72-F32B-51E2-FC7BA5913621}"/>
                  </a:ext>
                </a:extLst>
              </p:cNvPr>
              <p:cNvSpPr>
                <a:spLocks noChangeShapeType="1"/>
              </p:cNvSpPr>
              <p:nvPr/>
            </p:nvSpPr>
            <p:spPr bwMode="auto">
              <a:xfrm>
                <a:off x="5899150" y="213360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3" name="Line 89">
                <a:extLst>
                  <a:ext uri="{FF2B5EF4-FFF2-40B4-BE49-F238E27FC236}">
                    <a16:creationId xmlns:a16="http://schemas.microsoft.com/office/drawing/2014/main" id="{8E20CE79-680C-65C6-5005-A2B8D572491F}"/>
                  </a:ext>
                </a:extLst>
              </p:cNvPr>
              <p:cNvSpPr>
                <a:spLocks noChangeShapeType="1"/>
              </p:cNvSpPr>
              <p:nvPr/>
            </p:nvSpPr>
            <p:spPr bwMode="auto">
              <a:xfrm>
                <a:off x="5899150" y="229870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4" name="Line 90">
                <a:extLst>
                  <a:ext uri="{FF2B5EF4-FFF2-40B4-BE49-F238E27FC236}">
                    <a16:creationId xmlns:a16="http://schemas.microsoft.com/office/drawing/2014/main" id="{FA038826-D3DF-F399-0A85-0BE628DCCFB8}"/>
                  </a:ext>
                </a:extLst>
              </p:cNvPr>
              <p:cNvSpPr>
                <a:spLocks noChangeShapeType="1"/>
              </p:cNvSpPr>
              <p:nvPr/>
            </p:nvSpPr>
            <p:spPr bwMode="auto">
              <a:xfrm>
                <a:off x="5899150" y="2473325"/>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5" name="Line 91">
                <a:extLst>
                  <a:ext uri="{FF2B5EF4-FFF2-40B4-BE49-F238E27FC236}">
                    <a16:creationId xmlns:a16="http://schemas.microsoft.com/office/drawing/2014/main" id="{DC4661BA-8ABA-5DDB-3FBB-7DE48A4B7101}"/>
                  </a:ext>
                </a:extLst>
              </p:cNvPr>
              <p:cNvSpPr>
                <a:spLocks noChangeShapeType="1"/>
              </p:cNvSpPr>
              <p:nvPr/>
            </p:nvSpPr>
            <p:spPr bwMode="auto">
              <a:xfrm>
                <a:off x="5899150" y="2625725"/>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6" name="Line 92">
                <a:extLst>
                  <a:ext uri="{FF2B5EF4-FFF2-40B4-BE49-F238E27FC236}">
                    <a16:creationId xmlns:a16="http://schemas.microsoft.com/office/drawing/2014/main" id="{16D254EC-D818-8BAA-1CC0-9457D10B4E84}"/>
                  </a:ext>
                </a:extLst>
              </p:cNvPr>
              <p:cNvSpPr>
                <a:spLocks noChangeShapeType="1"/>
              </p:cNvSpPr>
              <p:nvPr/>
            </p:nvSpPr>
            <p:spPr bwMode="auto">
              <a:xfrm>
                <a:off x="5899150" y="2790825"/>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7" name="Line 93">
                <a:extLst>
                  <a:ext uri="{FF2B5EF4-FFF2-40B4-BE49-F238E27FC236}">
                    <a16:creationId xmlns:a16="http://schemas.microsoft.com/office/drawing/2014/main" id="{1AAC08E3-8A76-450C-2B4F-2B304BC03494}"/>
                  </a:ext>
                </a:extLst>
              </p:cNvPr>
              <p:cNvSpPr>
                <a:spLocks noChangeShapeType="1"/>
              </p:cNvSpPr>
              <p:nvPr/>
            </p:nvSpPr>
            <p:spPr bwMode="auto">
              <a:xfrm>
                <a:off x="5899150" y="296545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8" name="Line 94">
                <a:extLst>
                  <a:ext uri="{FF2B5EF4-FFF2-40B4-BE49-F238E27FC236}">
                    <a16:creationId xmlns:a16="http://schemas.microsoft.com/office/drawing/2014/main" id="{571A516F-E490-607B-643F-038AF72115CD}"/>
                  </a:ext>
                </a:extLst>
              </p:cNvPr>
              <p:cNvSpPr>
                <a:spLocks noChangeShapeType="1"/>
              </p:cNvSpPr>
              <p:nvPr/>
            </p:nvSpPr>
            <p:spPr bwMode="auto">
              <a:xfrm>
                <a:off x="5899150" y="3128963"/>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9" name="Line 95">
                <a:extLst>
                  <a:ext uri="{FF2B5EF4-FFF2-40B4-BE49-F238E27FC236}">
                    <a16:creationId xmlns:a16="http://schemas.microsoft.com/office/drawing/2014/main" id="{19D6CFB4-810F-D4DA-17E8-9ADD85C0ED4B}"/>
                  </a:ext>
                </a:extLst>
              </p:cNvPr>
              <p:cNvSpPr>
                <a:spLocks noChangeShapeType="1"/>
              </p:cNvSpPr>
              <p:nvPr/>
            </p:nvSpPr>
            <p:spPr bwMode="auto">
              <a:xfrm>
                <a:off x="5899150" y="328295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30" name="Line 96">
                <a:extLst>
                  <a:ext uri="{FF2B5EF4-FFF2-40B4-BE49-F238E27FC236}">
                    <a16:creationId xmlns:a16="http://schemas.microsoft.com/office/drawing/2014/main" id="{69EB01CC-DB5C-C5B2-2CF2-21A5B122DE0E}"/>
                  </a:ext>
                </a:extLst>
              </p:cNvPr>
              <p:cNvSpPr>
                <a:spLocks noChangeShapeType="1"/>
              </p:cNvSpPr>
              <p:nvPr/>
            </p:nvSpPr>
            <p:spPr bwMode="auto">
              <a:xfrm>
                <a:off x="5899150" y="3457575"/>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31" name="Line 97">
                <a:extLst>
                  <a:ext uri="{FF2B5EF4-FFF2-40B4-BE49-F238E27FC236}">
                    <a16:creationId xmlns:a16="http://schemas.microsoft.com/office/drawing/2014/main" id="{255FCB60-6EFD-73B3-E440-AAA1C70CCCB4}"/>
                  </a:ext>
                </a:extLst>
              </p:cNvPr>
              <p:cNvSpPr>
                <a:spLocks noChangeShapeType="1"/>
              </p:cNvSpPr>
              <p:nvPr/>
            </p:nvSpPr>
            <p:spPr bwMode="auto">
              <a:xfrm>
                <a:off x="5899150" y="3654425"/>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32" name="Line 98">
                <a:extLst>
                  <a:ext uri="{FF2B5EF4-FFF2-40B4-BE49-F238E27FC236}">
                    <a16:creationId xmlns:a16="http://schemas.microsoft.com/office/drawing/2014/main" id="{6A800E96-BE79-1C4C-9CA1-6E0274092284}"/>
                  </a:ext>
                </a:extLst>
              </p:cNvPr>
              <p:cNvSpPr>
                <a:spLocks noChangeShapeType="1"/>
              </p:cNvSpPr>
              <p:nvPr/>
            </p:nvSpPr>
            <p:spPr bwMode="auto">
              <a:xfrm>
                <a:off x="5899150" y="382905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33" name="Line 99">
                <a:extLst>
                  <a:ext uri="{FF2B5EF4-FFF2-40B4-BE49-F238E27FC236}">
                    <a16:creationId xmlns:a16="http://schemas.microsoft.com/office/drawing/2014/main" id="{BE5E58E6-30E5-2569-D463-CEACD0E91842}"/>
                  </a:ext>
                </a:extLst>
              </p:cNvPr>
              <p:cNvSpPr>
                <a:spLocks noChangeShapeType="1"/>
              </p:cNvSpPr>
              <p:nvPr/>
            </p:nvSpPr>
            <p:spPr bwMode="auto">
              <a:xfrm>
                <a:off x="5899150" y="3992563"/>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34" name="Line 100">
                <a:extLst>
                  <a:ext uri="{FF2B5EF4-FFF2-40B4-BE49-F238E27FC236}">
                    <a16:creationId xmlns:a16="http://schemas.microsoft.com/office/drawing/2014/main" id="{E38916B3-D230-E5BC-DCF8-5B0D15815CA5}"/>
                  </a:ext>
                </a:extLst>
              </p:cNvPr>
              <p:cNvSpPr>
                <a:spLocks noChangeShapeType="1"/>
              </p:cNvSpPr>
              <p:nvPr/>
            </p:nvSpPr>
            <p:spPr bwMode="auto">
              <a:xfrm>
                <a:off x="5899150" y="4179888"/>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35" name="Text Box 101">
                <a:extLst>
                  <a:ext uri="{FF2B5EF4-FFF2-40B4-BE49-F238E27FC236}">
                    <a16:creationId xmlns:a16="http://schemas.microsoft.com/office/drawing/2014/main" id="{9131EEB6-9460-3A5A-BF24-52769919B2B9}"/>
                  </a:ext>
                </a:extLst>
              </p:cNvPr>
              <p:cNvSpPr txBox="1">
                <a:spLocks noChangeArrowheads="1"/>
              </p:cNvSpPr>
              <p:nvPr/>
            </p:nvSpPr>
            <p:spPr bwMode="auto">
              <a:xfrm>
                <a:off x="6281738" y="1182688"/>
                <a:ext cx="57467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a:t>
                </a:r>
              </a:p>
            </p:txBody>
          </p:sp>
          <p:sp>
            <p:nvSpPr>
              <p:cNvPr id="92336" name="Text Box 102">
                <a:extLst>
                  <a:ext uri="{FF2B5EF4-FFF2-40B4-BE49-F238E27FC236}">
                    <a16:creationId xmlns:a16="http://schemas.microsoft.com/office/drawing/2014/main" id="{9FDCA6A2-CF6F-E07E-EF40-AE64571FB336}"/>
                  </a:ext>
                </a:extLst>
              </p:cNvPr>
              <p:cNvSpPr txBox="1">
                <a:spLocks noChangeArrowheads="1"/>
              </p:cNvSpPr>
              <p:nvPr/>
            </p:nvSpPr>
            <p:spPr bwMode="auto">
              <a:xfrm>
                <a:off x="6286500" y="857250"/>
                <a:ext cx="5746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WE</a:t>
                </a:r>
              </a:p>
            </p:txBody>
          </p:sp>
          <p:sp>
            <p:nvSpPr>
              <p:cNvPr id="92337" name="Text Box 103">
                <a:extLst>
                  <a:ext uri="{FF2B5EF4-FFF2-40B4-BE49-F238E27FC236}">
                    <a16:creationId xmlns:a16="http://schemas.microsoft.com/office/drawing/2014/main" id="{9DFE584A-EE36-8600-27A6-C5E4DCC39ED5}"/>
                  </a:ext>
                </a:extLst>
              </p:cNvPr>
              <p:cNvSpPr txBox="1">
                <a:spLocks noChangeArrowheads="1"/>
              </p:cNvSpPr>
              <p:nvPr/>
            </p:nvSpPr>
            <p:spPr bwMode="auto">
              <a:xfrm>
                <a:off x="6281738" y="1357313"/>
                <a:ext cx="57467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A2</a:t>
                </a:r>
              </a:p>
            </p:txBody>
          </p:sp>
          <p:sp>
            <p:nvSpPr>
              <p:cNvPr id="92338" name="Text Box 104">
                <a:extLst>
                  <a:ext uri="{FF2B5EF4-FFF2-40B4-BE49-F238E27FC236}">
                    <a16:creationId xmlns:a16="http://schemas.microsoft.com/office/drawing/2014/main" id="{0244C9D8-E014-52A9-290B-B00374F21DA0}"/>
                  </a:ext>
                </a:extLst>
              </p:cNvPr>
              <p:cNvSpPr txBox="1">
                <a:spLocks noChangeArrowheads="1"/>
              </p:cNvSpPr>
              <p:nvPr/>
            </p:nvSpPr>
            <p:spPr bwMode="auto">
              <a:xfrm>
                <a:off x="6281738" y="1520825"/>
                <a:ext cx="574675"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A3</a:t>
                </a:r>
              </a:p>
            </p:txBody>
          </p:sp>
          <p:sp>
            <p:nvSpPr>
              <p:cNvPr id="92339" name="Text Box 105">
                <a:extLst>
                  <a:ext uri="{FF2B5EF4-FFF2-40B4-BE49-F238E27FC236}">
                    <a16:creationId xmlns:a16="http://schemas.microsoft.com/office/drawing/2014/main" id="{6CA1F16C-D97F-7513-1A43-DD23A06A25EA}"/>
                  </a:ext>
                </a:extLst>
              </p:cNvPr>
              <p:cNvSpPr txBox="1">
                <a:spLocks noChangeArrowheads="1"/>
              </p:cNvSpPr>
              <p:nvPr/>
            </p:nvSpPr>
            <p:spPr bwMode="auto">
              <a:xfrm>
                <a:off x="6281738" y="1674813"/>
                <a:ext cx="57467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A4</a:t>
                </a:r>
              </a:p>
            </p:txBody>
          </p:sp>
          <p:sp>
            <p:nvSpPr>
              <p:cNvPr id="92340" name="Text Box 106">
                <a:extLst>
                  <a:ext uri="{FF2B5EF4-FFF2-40B4-BE49-F238E27FC236}">
                    <a16:creationId xmlns:a16="http://schemas.microsoft.com/office/drawing/2014/main" id="{D4A81586-5E74-6F8C-FE03-D9EDE78BE929}"/>
                  </a:ext>
                </a:extLst>
              </p:cNvPr>
              <p:cNvSpPr txBox="1">
                <a:spLocks noChangeArrowheads="1"/>
              </p:cNvSpPr>
              <p:nvPr/>
            </p:nvSpPr>
            <p:spPr bwMode="auto">
              <a:xfrm>
                <a:off x="6281738" y="1827213"/>
                <a:ext cx="574675"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A5</a:t>
                </a:r>
              </a:p>
            </p:txBody>
          </p:sp>
          <p:sp>
            <p:nvSpPr>
              <p:cNvPr id="92341" name="Text Box 107">
                <a:extLst>
                  <a:ext uri="{FF2B5EF4-FFF2-40B4-BE49-F238E27FC236}">
                    <a16:creationId xmlns:a16="http://schemas.microsoft.com/office/drawing/2014/main" id="{63D00661-6AF3-9ABC-5C54-6EE62105D87F}"/>
                  </a:ext>
                </a:extLst>
              </p:cNvPr>
              <p:cNvSpPr txBox="1">
                <a:spLocks noChangeArrowheads="1"/>
              </p:cNvSpPr>
              <p:nvPr/>
            </p:nvSpPr>
            <p:spPr bwMode="auto">
              <a:xfrm>
                <a:off x="6292850" y="1981200"/>
                <a:ext cx="5762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A6</a:t>
                </a:r>
              </a:p>
            </p:txBody>
          </p:sp>
          <p:sp>
            <p:nvSpPr>
              <p:cNvPr id="92342" name="Text Box 108">
                <a:extLst>
                  <a:ext uri="{FF2B5EF4-FFF2-40B4-BE49-F238E27FC236}">
                    <a16:creationId xmlns:a16="http://schemas.microsoft.com/office/drawing/2014/main" id="{E54FE793-BF5C-0BF0-585D-CD9364F1E5E0}"/>
                  </a:ext>
                </a:extLst>
              </p:cNvPr>
              <p:cNvSpPr txBox="1">
                <a:spLocks noChangeArrowheads="1"/>
              </p:cNvSpPr>
              <p:nvPr/>
            </p:nvSpPr>
            <p:spPr bwMode="auto">
              <a:xfrm>
                <a:off x="6292850" y="2144713"/>
                <a:ext cx="57626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A7</a:t>
                </a:r>
              </a:p>
            </p:txBody>
          </p:sp>
          <p:sp>
            <p:nvSpPr>
              <p:cNvPr id="92343" name="Text Box 109">
                <a:extLst>
                  <a:ext uri="{FF2B5EF4-FFF2-40B4-BE49-F238E27FC236}">
                    <a16:creationId xmlns:a16="http://schemas.microsoft.com/office/drawing/2014/main" id="{F5489153-3142-FFA2-56C8-C2CDA43A438B}"/>
                  </a:ext>
                </a:extLst>
              </p:cNvPr>
              <p:cNvSpPr txBox="1">
                <a:spLocks noChangeArrowheads="1"/>
              </p:cNvSpPr>
              <p:nvPr/>
            </p:nvSpPr>
            <p:spPr bwMode="auto">
              <a:xfrm>
                <a:off x="6292850" y="2330450"/>
                <a:ext cx="576263"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A8</a:t>
                </a:r>
              </a:p>
            </p:txBody>
          </p:sp>
          <p:sp>
            <p:nvSpPr>
              <p:cNvPr id="92344" name="Text Box 110">
                <a:extLst>
                  <a:ext uri="{FF2B5EF4-FFF2-40B4-BE49-F238E27FC236}">
                    <a16:creationId xmlns:a16="http://schemas.microsoft.com/office/drawing/2014/main" id="{D69C8477-9462-45D1-8C93-C1D3BB971618}"/>
                  </a:ext>
                </a:extLst>
              </p:cNvPr>
              <p:cNvSpPr txBox="1">
                <a:spLocks noChangeArrowheads="1"/>
              </p:cNvSpPr>
              <p:nvPr/>
            </p:nvSpPr>
            <p:spPr bwMode="auto">
              <a:xfrm>
                <a:off x="6281738" y="2484438"/>
                <a:ext cx="57467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A9</a:t>
                </a:r>
              </a:p>
            </p:txBody>
          </p:sp>
          <p:sp>
            <p:nvSpPr>
              <p:cNvPr id="92345" name="Text Box 111">
                <a:extLst>
                  <a:ext uri="{FF2B5EF4-FFF2-40B4-BE49-F238E27FC236}">
                    <a16:creationId xmlns:a16="http://schemas.microsoft.com/office/drawing/2014/main" id="{6B196E85-9880-BAD0-FAE2-CE46FBA629E1}"/>
                  </a:ext>
                </a:extLst>
              </p:cNvPr>
              <p:cNvSpPr txBox="1">
                <a:spLocks noChangeArrowheads="1"/>
              </p:cNvSpPr>
              <p:nvPr/>
            </p:nvSpPr>
            <p:spPr bwMode="auto">
              <a:xfrm>
                <a:off x="6281738" y="2625725"/>
                <a:ext cx="574675"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A10</a:t>
                </a:r>
              </a:p>
            </p:txBody>
          </p:sp>
          <p:sp>
            <p:nvSpPr>
              <p:cNvPr id="92346" name="Text Box 112">
                <a:extLst>
                  <a:ext uri="{FF2B5EF4-FFF2-40B4-BE49-F238E27FC236}">
                    <a16:creationId xmlns:a16="http://schemas.microsoft.com/office/drawing/2014/main" id="{4F379B5F-CD47-7528-86C6-A25874C33FFA}"/>
                  </a:ext>
                </a:extLst>
              </p:cNvPr>
              <p:cNvSpPr txBox="1">
                <a:spLocks noChangeArrowheads="1"/>
              </p:cNvSpPr>
              <p:nvPr/>
            </p:nvSpPr>
            <p:spPr bwMode="auto">
              <a:xfrm>
                <a:off x="6281738" y="2800350"/>
                <a:ext cx="574675"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A11</a:t>
                </a:r>
              </a:p>
            </p:txBody>
          </p:sp>
          <p:sp>
            <p:nvSpPr>
              <p:cNvPr id="92347" name="Text Box 113">
                <a:extLst>
                  <a:ext uri="{FF2B5EF4-FFF2-40B4-BE49-F238E27FC236}">
                    <a16:creationId xmlns:a16="http://schemas.microsoft.com/office/drawing/2014/main" id="{E1D86185-917B-4DB2-174B-8C770EC655BA}"/>
                  </a:ext>
                </a:extLst>
              </p:cNvPr>
              <p:cNvSpPr txBox="1">
                <a:spLocks noChangeArrowheads="1"/>
              </p:cNvSpPr>
              <p:nvPr/>
            </p:nvSpPr>
            <p:spPr bwMode="auto">
              <a:xfrm>
                <a:off x="6292850" y="2965450"/>
                <a:ext cx="5762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A12</a:t>
                </a:r>
              </a:p>
            </p:txBody>
          </p:sp>
          <p:sp>
            <p:nvSpPr>
              <p:cNvPr id="92348" name="Text Box 114">
                <a:extLst>
                  <a:ext uri="{FF2B5EF4-FFF2-40B4-BE49-F238E27FC236}">
                    <a16:creationId xmlns:a16="http://schemas.microsoft.com/office/drawing/2014/main" id="{FC947A93-332E-CF84-3695-07836DC1E59A}"/>
                  </a:ext>
                </a:extLst>
              </p:cNvPr>
              <p:cNvSpPr txBox="1">
                <a:spLocks noChangeArrowheads="1"/>
              </p:cNvSpPr>
              <p:nvPr/>
            </p:nvSpPr>
            <p:spPr bwMode="auto">
              <a:xfrm>
                <a:off x="6305550" y="3128963"/>
                <a:ext cx="57467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A13</a:t>
                </a:r>
              </a:p>
            </p:txBody>
          </p:sp>
          <p:sp>
            <p:nvSpPr>
              <p:cNvPr id="92349" name="Text Box 115">
                <a:extLst>
                  <a:ext uri="{FF2B5EF4-FFF2-40B4-BE49-F238E27FC236}">
                    <a16:creationId xmlns:a16="http://schemas.microsoft.com/office/drawing/2014/main" id="{D17B630F-5F67-80B3-8EBF-66107739CCC7}"/>
                  </a:ext>
                </a:extLst>
              </p:cNvPr>
              <p:cNvSpPr txBox="1">
                <a:spLocks noChangeArrowheads="1"/>
              </p:cNvSpPr>
              <p:nvPr/>
            </p:nvSpPr>
            <p:spPr bwMode="auto">
              <a:xfrm>
                <a:off x="6292850" y="3308350"/>
                <a:ext cx="5762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A14</a:t>
                </a:r>
              </a:p>
            </p:txBody>
          </p:sp>
          <p:sp>
            <p:nvSpPr>
              <p:cNvPr id="92350" name="Text Box 116">
                <a:extLst>
                  <a:ext uri="{FF2B5EF4-FFF2-40B4-BE49-F238E27FC236}">
                    <a16:creationId xmlns:a16="http://schemas.microsoft.com/office/drawing/2014/main" id="{E9FFE0A4-EEE6-5FC3-2D6A-1524FA90E064}"/>
                  </a:ext>
                </a:extLst>
              </p:cNvPr>
              <p:cNvSpPr txBox="1">
                <a:spLocks noChangeArrowheads="1"/>
              </p:cNvSpPr>
              <p:nvPr/>
            </p:nvSpPr>
            <p:spPr bwMode="auto">
              <a:xfrm>
                <a:off x="6292850" y="3489325"/>
                <a:ext cx="576263"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A15</a:t>
                </a:r>
              </a:p>
            </p:txBody>
          </p:sp>
          <p:sp>
            <p:nvSpPr>
              <p:cNvPr id="92351" name="Text Box 117">
                <a:extLst>
                  <a:ext uri="{FF2B5EF4-FFF2-40B4-BE49-F238E27FC236}">
                    <a16:creationId xmlns:a16="http://schemas.microsoft.com/office/drawing/2014/main" id="{BC294A5A-D233-465F-65EA-2049A75C9BCC}"/>
                  </a:ext>
                </a:extLst>
              </p:cNvPr>
              <p:cNvSpPr txBox="1">
                <a:spLocks noChangeArrowheads="1"/>
              </p:cNvSpPr>
              <p:nvPr/>
            </p:nvSpPr>
            <p:spPr bwMode="auto">
              <a:xfrm>
                <a:off x="6292850" y="3665538"/>
                <a:ext cx="57626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A16</a:t>
                </a:r>
              </a:p>
            </p:txBody>
          </p:sp>
          <p:sp>
            <p:nvSpPr>
              <p:cNvPr id="92352" name="Text Box 118">
                <a:extLst>
                  <a:ext uri="{FF2B5EF4-FFF2-40B4-BE49-F238E27FC236}">
                    <a16:creationId xmlns:a16="http://schemas.microsoft.com/office/drawing/2014/main" id="{E3AD9D78-EC3C-AE8D-9A52-2844A24DACCB}"/>
                  </a:ext>
                </a:extLst>
              </p:cNvPr>
              <p:cNvSpPr txBox="1">
                <a:spLocks noChangeArrowheads="1"/>
              </p:cNvSpPr>
              <p:nvPr/>
            </p:nvSpPr>
            <p:spPr bwMode="auto">
              <a:xfrm>
                <a:off x="6305550" y="3840163"/>
                <a:ext cx="57467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A17</a:t>
                </a:r>
              </a:p>
            </p:txBody>
          </p:sp>
          <p:sp>
            <p:nvSpPr>
              <p:cNvPr id="92353" name="Text Box 119">
                <a:extLst>
                  <a:ext uri="{FF2B5EF4-FFF2-40B4-BE49-F238E27FC236}">
                    <a16:creationId xmlns:a16="http://schemas.microsoft.com/office/drawing/2014/main" id="{1D073445-0B87-E772-4E45-6E3DAC7867C7}"/>
                  </a:ext>
                </a:extLst>
              </p:cNvPr>
              <p:cNvSpPr txBox="1">
                <a:spLocks noChangeArrowheads="1"/>
              </p:cNvSpPr>
              <p:nvPr/>
            </p:nvSpPr>
            <p:spPr bwMode="auto">
              <a:xfrm>
                <a:off x="6305550" y="4037013"/>
                <a:ext cx="57467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A18</a:t>
                </a:r>
              </a:p>
            </p:txBody>
          </p:sp>
          <p:sp>
            <p:nvSpPr>
              <p:cNvPr id="92354" name="Line 120">
                <a:extLst>
                  <a:ext uri="{FF2B5EF4-FFF2-40B4-BE49-F238E27FC236}">
                    <a16:creationId xmlns:a16="http://schemas.microsoft.com/office/drawing/2014/main" id="{D2863734-823C-CF80-E1DE-E55CBF190EE7}"/>
                  </a:ext>
                </a:extLst>
              </p:cNvPr>
              <p:cNvSpPr>
                <a:spLocks noChangeShapeType="1"/>
              </p:cNvSpPr>
              <p:nvPr/>
            </p:nvSpPr>
            <p:spPr bwMode="auto">
              <a:xfrm>
                <a:off x="5899150" y="4179888"/>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55" name="Line 121">
                <a:extLst>
                  <a:ext uri="{FF2B5EF4-FFF2-40B4-BE49-F238E27FC236}">
                    <a16:creationId xmlns:a16="http://schemas.microsoft.com/office/drawing/2014/main" id="{7CD7BD2C-7279-84B5-E165-72EC3917B785}"/>
                  </a:ext>
                </a:extLst>
              </p:cNvPr>
              <p:cNvSpPr>
                <a:spLocks noChangeShapeType="1"/>
              </p:cNvSpPr>
              <p:nvPr/>
            </p:nvSpPr>
            <p:spPr bwMode="auto">
              <a:xfrm>
                <a:off x="5884863" y="4313238"/>
                <a:ext cx="3381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56" name="Line 122">
                <a:extLst>
                  <a:ext uri="{FF2B5EF4-FFF2-40B4-BE49-F238E27FC236}">
                    <a16:creationId xmlns:a16="http://schemas.microsoft.com/office/drawing/2014/main" id="{F2C8A01E-0BE7-02A6-8DAC-ACC9BE4D5F0B}"/>
                  </a:ext>
                </a:extLst>
              </p:cNvPr>
              <p:cNvSpPr>
                <a:spLocks noChangeShapeType="1"/>
              </p:cNvSpPr>
              <p:nvPr/>
            </p:nvSpPr>
            <p:spPr bwMode="auto">
              <a:xfrm>
                <a:off x="5884863" y="4494213"/>
                <a:ext cx="3381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57" name="Line 123">
                <a:extLst>
                  <a:ext uri="{FF2B5EF4-FFF2-40B4-BE49-F238E27FC236}">
                    <a16:creationId xmlns:a16="http://schemas.microsoft.com/office/drawing/2014/main" id="{839DB2A5-AA9F-B024-F040-E6B819C729BC}"/>
                  </a:ext>
                </a:extLst>
              </p:cNvPr>
              <p:cNvSpPr>
                <a:spLocks noChangeShapeType="1"/>
              </p:cNvSpPr>
              <p:nvPr/>
            </p:nvSpPr>
            <p:spPr bwMode="auto">
              <a:xfrm>
                <a:off x="7332663" y="1804988"/>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58" name="Line 124">
                <a:extLst>
                  <a:ext uri="{FF2B5EF4-FFF2-40B4-BE49-F238E27FC236}">
                    <a16:creationId xmlns:a16="http://schemas.microsoft.com/office/drawing/2014/main" id="{DC3C8E6A-40D9-5308-1B59-352D737CFFC7}"/>
                  </a:ext>
                </a:extLst>
              </p:cNvPr>
              <p:cNvSpPr>
                <a:spLocks noChangeShapeType="1"/>
              </p:cNvSpPr>
              <p:nvPr/>
            </p:nvSpPr>
            <p:spPr bwMode="auto">
              <a:xfrm>
                <a:off x="7332663" y="1981200"/>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59" name="Line 125">
                <a:extLst>
                  <a:ext uri="{FF2B5EF4-FFF2-40B4-BE49-F238E27FC236}">
                    <a16:creationId xmlns:a16="http://schemas.microsoft.com/office/drawing/2014/main" id="{290430DA-8AF0-0E44-908E-CED74B3CDD1A}"/>
                  </a:ext>
                </a:extLst>
              </p:cNvPr>
              <p:cNvSpPr>
                <a:spLocks noChangeShapeType="1"/>
              </p:cNvSpPr>
              <p:nvPr/>
            </p:nvSpPr>
            <p:spPr bwMode="auto">
              <a:xfrm>
                <a:off x="7332663" y="2166938"/>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60" name="Line 126">
                <a:extLst>
                  <a:ext uri="{FF2B5EF4-FFF2-40B4-BE49-F238E27FC236}">
                    <a16:creationId xmlns:a16="http://schemas.microsoft.com/office/drawing/2014/main" id="{38C438F0-D42D-C014-C6E3-7F96FCA603CE}"/>
                  </a:ext>
                </a:extLst>
              </p:cNvPr>
              <p:cNvSpPr>
                <a:spLocks noChangeShapeType="1"/>
              </p:cNvSpPr>
              <p:nvPr/>
            </p:nvSpPr>
            <p:spPr bwMode="auto">
              <a:xfrm>
                <a:off x="7332663" y="2363788"/>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61" name="Line 127">
                <a:extLst>
                  <a:ext uri="{FF2B5EF4-FFF2-40B4-BE49-F238E27FC236}">
                    <a16:creationId xmlns:a16="http://schemas.microsoft.com/office/drawing/2014/main" id="{2F9C4514-12BB-1C0C-2244-115859693A9C}"/>
                  </a:ext>
                </a:extLst>
              </p:cNvPr>
              <p:cNvSpPr>
                <a:spLocks noChangeShapeType="1"/>
              </p:cNvSpPr>
              <p:nvPr/>
            </p:nvSpPr>
            <p:spPr bwMode="auto">
              <a:xfrm>
                <a:off x="7332663" y="2560638"/>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62" name="Line 128">
                <a:extLst>
                  <a:ext uri="{FF2B5EF4-FFF2-40B4-BE49-F238E27FC236}">
                    <a16:creationId xmlns:a16="http://schemas.microsoft.com/office/drawing/2014/main" id="{585D2E69-CDAE-CB24-45F3-E552B1D46812}"/>
                  </a:ext>
                </a:extLst>
              </p:cNvPr>
              <p:cNvSpPr>
                <a:spLocks noChangeShapeType="1"/>
              </p:cNvSpPr>
              <p:nvPr/>
            </p:nvSpPr>
            <p:spPr bwMode="auto">
              <a:xfrm>
                <a:off x="7332663" y="2746375"/>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63" name="Line 129">
                <a:extLst>
                  <a:ext uri="{FF2B5EF4-FFF2-40B4-BE49-F238E27FC236}">
                    <a16:creationId xmlns:a16="http://schemas.microsoft.com/office/drawing/2014/main" id="{62A4C51F-1BA0-E09C-FB45-DEE5E7AE14FB}"/>
                  </a:ext>
                </a:extLst>
              </p:cNvPr>
              <p:cNvSpPr>
                <a:spLocks noChangeShapeType="1"/>
              </p:cNvSpPr>
              <p:nvPr/>
            </p:nvSpPr>
            <p:spPr bwMode="auto">
              <a:xfrm>
                <a:off x="7332663" y="2943225"/>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64" name="Line 130">
                <a:extLst>
                  <a:ext uri="{FF2B5EF4-FFF2-40B4-BE49-F238E27FC236}">
                    <a16:creationId xmlns:a16="http://schemas.microsoft.com/office/drawing/2014/main" id="{ADCFAB4B-046C-CD95-5F2C-1C68EF52CD98}"/>
                  </a:ext>
                </a:extLst>
              </p:cNvPr>
              <p:cNvSpPr>
                <a:spLocks noChangeShapeType="1"/>
              </p:cNvSpPr>
              <p:nvPr/>
            </p:nvSpPr>
            <p:spPr bwMode="auto">
              <a:xfrm>
                <a:off x="7332663" y="3128963"/>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65" name="Oval 131">
                <a:extLst>
                  <a:ext uri="{FF2B5EF4-FFF2-40B4-BE49-F238E27FC236}">
                    <a16:creationId xmlns:a16="http://schemas.microsoft.com/office/drawing/2014/main" id="{19D91DF7-FB4F-D026-BD67-6D52D6EEE8EA}"/>
                  </a:ext>
                </a:extLst>
              </p:cNvPr>
              <p:cNvSpPr>
                <a:spLocks noChangeArrowheads="1"/>
              </p:cNvSpPr>
              <p:nvPr/>
            </p:nvSpPr>
            <p:spPr bwMode="auto">
              <a:xfrm>
                <a:off x="6221413" y="4267200"/>
                <a:ext cx="107950" cy="100013"/>
              </a:xfrm>
              <a:prstGeom prst="ellipse">
                <a:avLst/>
              </a:prstGeom>
              <a:solidFill>
                <a:srgbClr val="FFFFFF"/>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2366" name="Oval 132">
                <a:extLst>
                  <a:ext uri="{FF2B5EF4-FFF2-40B4-BE49-F238E27FC236}">
                    <a16:creationId xmlns:a16="http://schemas.microsoft.com/office/drawing/2014/main" id="{973D4C04-EDCB-0AA6-4092-98A33D664DAD}"/>
                  </a:ext>
                </a:extLst>
              </p:cNvPr>
              <p:cNvSpPr>
                <a:spLocks noChangeArrowheads="1"/>
              </p:cNvSpPr>
              <p:nvPr/>
            </p:nvSpPr>
            <p:spPr bwMode="auto">
              <a:xfrm>
                <a:off x="6221413" y="4452938"/>
                <a:ext cx="107950" cy="100012"/>
              </a:xfrm>
              <a:prstGeom prst="ellipse">
                <a:avLst/>
              </a:prstGeom>
              <a:solidFill>
                <a:srgbClr val="FFFFFF"/>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2367" name="Text Box 133">
                <a:extLst>
                  <a:ext uri="{FF2B5EF4-FFF2-40B4-BE49-F238E27FC236}">
                    <a16:creationId xmlns:a16="http://schemas.microsoft.com/office/drawing/2014/main" id="{F969517C-1D0F-BF36-D737-1FB18BD7ED3B}"/>
                  </a:ext>
                </a:extLst>
              </p:cNvPr>
              <p:cNvSpPr txBox="1">
                <a:spLocks noChangeArrowheads="1"/>
              </p:cNvSpPr>
              <p:nvPr/>
            </p:nvSpPr>
            <p:spPr bwMode="auto">
              <a:xfrm>
                <a:off x="6902450" y="1685925"/>
                <a:ext cx="576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Q0</a:t>
                </a:r>
              </a:p>
            </p:txBody>
          </p:sp>
          <p:sp>
            <p:nvSpPr>
              <p:cNvPr id="92368" name="Text Box 134">
                <a:extLst>
                  <a:ext uri="{FF2B5EF4-FFF2-40B4-BE49-F238E27FC236}">
                    <a16:creationId xmlns:a16="http://schemas.microsoft.com/office/drawing/2014/main" id="{C191EA9E-62A1-AE79-38C0-1098FC43F74F}"/>
                  </a:ext>
                </a:extLst>
              </p:cNvPr>
              <p:cNvSpPr txBox="1">
                <a:spLocks noChangeArrowheads="1"/>
              </p:cNvSpPr>
              <p:nvPr/>
            </p:nvSpPr>
            <p:spPr bwMode="auto">
              <a:xfrm>
                <a:off x="6902450" y="1860550"/>
                <a:ext cx="576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Q1</a:t>
                </a:r>
              </a:p>
            </p:txBody>
          </p:sp>
          <p:sp>
            <p:nvSpPr>
              <p:cNvPr id="92369" name="Text Box 135">
                <a:extLst>
                  <a:ext uri="{FF2B5EF4-FFF2-40B4-BE49-F238E27FC236}">
                    <a16:creationId xmlns:a16="http://schemas.microsoft.com/office/drawing/2014/main" id="{5F2D999D-D43C-541E-E342-332FEACB7DEE}"/>
                  </a:ext>
                </a:extLst>
              </p:cNvPr>
              <p:cNvSpPr txBox="1">
                <a:spLocks noChangeArrowheads="1"/>
              </p:cNvSpPr>
              <p:nvPr/>
            </p:nvSpPr>
            <p:spPr bwMode="auto">
              <a:xfrm>
                <a:off x="6902450" y="2046288"/>
                <a:ext cx="576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Q2</a:t>
                </a:r>
              </a:p>
            </p:txBody>
          </p:sp>
          <p:sp>
            <p:nvSpPr>
              <p:cNvPr id="92370" name="Text Box 136">
                <a:extLst>
                  <a:ext uri="{FF2B5EF4-FFF2-40B4-BE49-F238E27FC236}">
                    <a16:creationId xmlns:a16="http://schemas.microsoft.com/office/drawing/2014/main" id="{A2C1C181-D9B8-A0E7-183C-D51346F52084}"/>
                  </a:ext>
                </a:extLst>
              </p:cNvPr>
              <p:cNvSpPr txBox="1">
                <a:spLocks noChangeArrowheads="1"/>
              </p:cNvSpPr>
              <p:nvPr/>
            </p:nvSpPr>
            <p:spPr bwMode="auto">
              <a:xfrm>
                <a:off x="6902450" y="2254250"/>
                <a:ext cx="576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Q3</a:t>
                </a:r>
              </a:p>
            </p:txBody>
          </p:sp>
          <p:sp>
            <p:nvSpPr>
              <p:cNvPr id="92371" name="Text Box 137">
                <a:extLst>
                  <a:ext uri="{FF2B5EF4-FFF2-40B4-BE49-F238E27FC236}">
                    <a16:creationId xmlns:a16="http://schemas.microsoft.com/office/drawing/2014/main" id="{AA9289B7-D1C8-C63E-1A9E-FEA67E2DBDDF}"/>
                  </a:ext>
                </a:extLst>
              </p:cNvPr>
              <p:cNvSpPr txBox="1">
                <a:spLocks noChangeArrowheads="1"/>
              </p:cNvSpPr>
              <p:nvPr/>
            </p:nvSpPr>
            <p:spPr bwMode="auto">
              <a:xfrm>
                <a:off x="6915150" y="2439988"/>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Q4</a:t>
                </a:r>
              </a:p>
            </p:txBody>
          </p:sp>
          <p:sp>
            <p:nvSpPr>
              <p:cNvPr id="92372" name="Text Box 138">
                <a:extLst>
                  <a:ext uri="{FF2B5EF4-FFF2-40B4-BE49-F238E27FC236}">
                    <a16:creationId xmlns:a16="http://schemas.microsoft.com/office/drawing/2014/main" id="{C7871C26-5E8E-6C5A-753C-00CFCC147810}"/>
                  </a:ext>
                </a:extLst>
              </p:cNvPr>
              <p:cNvSpPr txBox="1">
                <a:spLocks noChangeArrowheads="1"/>
              </p:cNvSpPr>
              <p:nvPr/>
            </p:nvSpPr>
            <p:spPr bwMode="auto">
              <a:xfrm>
                <a:off x="6915150" y="2647950"/>
                <a:ext cx="576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Q5</a:t>
                </a:r>
              </a:p>
            </p:txBody>
          </p:sp>
          <p:sp>
            <p:nvSpPr>
              <p:cNvPr id="92373" name="Text Box 139">
                <a:extLst>
                  <a:ext uri="{FF2B5EF4-FFF2-40B4-BE49-F238E27FC236}">
                    <a16:creationId xmlns:a16="http://schemas.microsoft.com/office/drawing/2014/main" id="{E48DD796-FFA5-5E22-F5C9-9EB74A0B1552}"/>
                  </a:ext>
                </a:extLst>
              </p:cNvPr>
              <p:cNvSpPr txBox="1">
                <a:spLocks noChangeArrowheads="1"/>
              </p:cNvSpPr>
              <p:nvPr/>
            </p:nvSpPr>
            <p:spPr bwMode="auto">
              <a:xfrm>
                <a:off x="6915150" y="2833688"/>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Q6</a:t>
                </a:r>
              </a:p>
            </p:txBody>
          </p:sp>
          <p:sp>
            <p:nvSpPr>
              <p:cNvPr id="92374" name="Text Box 140">
                <a:extLst>
                  <a:ext uri="{FF2B5EF4-FFF2-40B4-BE49-F238E27FC236}">
                    <a16:creationId xmlns:a16="http://schemas.microsoft.com/office/drawing/2014/main" id="{F08B09D1-4FF3-7AF9-925A-00EFBBDFA3E1}"/>
                  </a:ext>
                </a:extLst>
              </p:cNvPr>
              <p:cNvSpPr txBox="1">
                <a:spLocks noChangeArrowheads="1"/>
              </p:cNvSpPr>
              <p:nvPr/>
            </p:nvSpPr>
            <p:spPr bwMode="auto">
              <a:xfrm>
                <a:off x="6915150" y="3030538"/>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Q7</a:t>
                </a:r>
              </a:p>
            </p:txBody>
          </p:sp>
          <p:sp>
            <p:nvSpPr>
              <p:cNvPr id="92375" name="Text Box 141">
                <a:extLst>
                  <a:ext uri="{FF2B5EF4-FFF2-40B4-BE49-F238E27FC236}">
                    <a16:creationId xmlns:a16="http://schemas.microsoft.com/office/drawing/2014/main" id="{946655B6-7BB6-6FD2-4D77-3260570409C3}"/>
                  </a:ext>
                </a:extLst>
              </p:cNvPr>
              <p:cNvSpPr txBox="1">
                <a:spLocks noChangeArrowheads="1"/>
              </p:cNvSpPr>
              <p:nvPr/>
            </p:nvSpPr>
            <p:spPr bwMode="auto">
              <a:xfrm>
                <a:off x="6329363" y="4210050"/>
                <a:ext cx="5762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CS</a:t>
                </a:r>
              </a:p>
            </p:txBody>
          </p:sp>
          <p:sp>
            <p:nvSpPr>
              <p:cNvPr id="92376" name="Text Box 142">
                <a:extLst>
                  <a:ext uri="{FF2B5EF4-FFF2-40B4-BE49-F238E27FC236}">
                    <a16:creationId xmlns:a16="http://schemas.microsoft.com/office/drawing/2014/main" id="{B84E57E5-9211-4AA6-1C48-965F36C16645}"/>
                  </a:ext>
                </a:extLst>
              </p:cNvPr>
              <p:cNvSpPr txBox="1">
                <a:spLocks noChangeArrowheads="1"/>
              </p:cNvSpPr>
              <p:nvPr/>
            </p:nvSpPr>
            <p:spPr bwMode="auto">
              <a:xfrm>
                <a:off x="6329363" y="4375150"/>
                <a:ext cx="5762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OE</a:t>
                </a:r>
              </a:p>
            </p:txBody>
          </p:sp>
          <p:sp>
            <p:nvSpPr>
              <p:cNvPr id="92377" name="Line 143">
                <a:extLst>
                  <a:ext uri="{FF2B5EF4-FFF2-40B4-BE49-F238E27FC236}">
                    <a16:creationId xmlns:a16="http://schemas.microsoft.com/office/drawing/2014/main" id="{09BDE909-9545-0A67-5317-5C2E998F25B2}"/>
                  </a:ext>
                </a:extLst>
              </p:cNvPr>
              <p:cNvSpPr>
                <a:spLocks noChangeShapeType="1"/>
              </p:cNvSpPr>
              <p:nvPr/>
            </p:nvSpPr>
            <p:spPr bwMode="auto">
              <a:xfrm>
                <a:off x="5899150" y="995363"/>
                <a:ext cx="3381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78" name="Oval 144">
                <a:extLst>
                  <a:ext uri="{FF2B5EF4-FFF2-40B4-BE49-F238E27FC236}">
                    <a16:creationId xmlns:a16="http://schemas.microsoft.com/office/drawing/2014/main" id="{934A600A-D41F-9D6E-B860-CF174A0BC5CD}"/>
                  </a:ext>
                </a:extLst>
              </p:cNvPr>
              <p:cNvSpPr>
                <a:spLocks noChangeArrowheads="1"/>
              </p:cNvSpPr>
              <p:nvPr/>
            </p:nvSpPr>
            <p:spPr bwMode="auto">
              <a:xfrm>
                <a:off x="6223000" y="949325"/>
                <a:ext cx="109538" cy="98425"/>
              </a:xfrm>
              <a:prstGeom prst="ellipse">
                <a:avLst/>
              </a:prstGeom>
              <a:solidFill>
                <a:srgbClr val="FFFFFF"/>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2379" name="Line 83">
                <a:extLst>
                  <a:ext uri="{FF2B5EF4-FFF2-40B4-BE49-F238E27FC236}">
                    <a16:creationId xmlns:a16="http://schemas.microsoft.com/office/drawing/2014/main" id="{DA2401E3-2228-8DA0-59DC-68C5782FD838}"/>
                  </a:ext>
                </a:extLst>
              </p:cNvPr>
              <p:cNvSpPr>
                <a:spLocks noChangeShapeType="1"/>
              </p:cNvSpPr>
              <p:nvPr/>
            </p:nvSpPr>
            <p:spPr bwMode="auto">
              <a:xfrm>
                <a:off x="5910263" y="1176338"/>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80" name="Text Box 103">
                <a:extLst>
                  <a:ext uri="{FF2B5EF4-FFF2-40B4-BE49-F238E27FC236}">
                    <a16:creationId xmlns:a16="http://schemas.microsoft.com/office/drawing/2014/main" id="{A77A07FB-2B52-53CF-5D36-4BB4132B9004}"/>
                  </a:ext>
                </a:extLst>
              </p:cNvPr>
              <p:cNvSpPr txBox="1">
                <a:spLocks noChangeArrowheads="1"/>
              </p:cNvSpPr>
              <p:nvPr/>
            </p:nvSpPr>
            <p:spPr bwMode="auto">
              <a:xfrm>
                <a:off x="6276975" y="1023938"/>
                <a:ext cx="57467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a:t>
                </a:r>
                <a:r>
                  <a:rPr lang="en-US" altLang="en-US" sz="1200"/>
                  <a:t>0</a:t>
                </a:r>
                <a:endParaRPr lang="ru-RU" altLang="en-US" sz="1200"/>
              </a:p>
            </p:txBody>
          </p:sp>
        </p:grpSp>
        <p:sp>
          <p:nvSpPr>
            <p:cNvPr id="80900" name="Rectangle 35">
              <a:extLst>
                <a:ext uri="{FF2B5EF4-FFF2-40B4-BE49-F238E27FC236}">
                  <a16:creationId xmlns:a16="http://schemas.microsoft.com/office/drawing/2014/main" id="{B3A6ABF0-ED11-4B80-855A-322D0D22C77D}"/>
                </a:ext>
              </a:extLst>
            </p:cNvPr>
            <p:cNvSpPr>
              <a:spLocks noChangeArrowheads="1"/>
            </p:cNvSpPr>
            <p:nvPr/>
          </p:nvSpPr>
          <p:spPr bwMode="auto">
            <a:xfrm>
              <a:off x="1560513" y="1239838"/>
              <a:ext cx="1003300" cy="3382962"/>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endParaRPr lang="en-US" sz="1600"/>
            </a:p>
          </p:txBody>
        </p:sp>
        <p:sp>
          <p:nvSpPr>
            <p:cNvPr id="92259" name="Line 36">
              <a:extLst>
                <a:ext uri="{FF2B5EF4-FFF2-40B4-BE49-F238E27FC236}">
                  <a16:creationId xmlns:a16="http://schemas.microsoft.com/office/drawing/2014/main" id="{C7D06790-6FD6-661A-41CA-DED842E76E9A}"/>
                </a:ext>
              </a:extLst>
            </p:cNvPr>
            <p:cNvSpPr>
              <a:spLocks noChangeShapeType="1"/>
            </p:cNvSpPr>
            <p:nvPr/>
          </p:nvSpPr>
          <p:spPr bwMode="auto">
            <a:xfrm>
              <a:off x="1130300" y="161765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0" name="Line 37">
              <a:extLst>
                <a:ext uri="{FF2B5EF4-FFF2-40B4-BE49-F238E27FC236}">
                  <a16:creationId xmlns:a16="http://schemas.microsoft.com/office/drawing/2014/main" id="{3B6A4B6D-5736-BF46-9C1C-76F613154E76}"/>
                </a:ext>
              </a:extLst>
            </p:cNvPr>
            <p:cNvSpPr>
              <a:spLocks noChangeShapeType="1"/>
            </p:cNvSpPr>
            <p:nvPr/>
          </p:nvSpPr>
          <p:spPr bwMode="auto">
            <a:xfrm>
              <a:off x="1130300" y="178275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1" name="Line 38">
              <a:extLst>
                <a:ext uri="{FF2B5EF4-FFF2-40B4-BE49-F238E27FC236}">
                  <a16:creationId xmlns:a16="http://schemas.microsoft.com/office/drawing/2014/main" id="{014429AF-C5FC-2561-764C-AE1E8B50D179}"/>
                </a:ext>
              </a:extLst>
            </p:cNvPr>
            <p:cNvSpPr>
              <a:spLocks noChangeShapeType="1"/>
            </p:cNvSpPr>
            <p:nvPr/>
          </p:nvSpPr>
          <p:spPr bwMode="auto">
            <a:xfrm>
              <a:off x="1119188" y="1946263"/>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2" name="Line 39">
              <a:extLst>
                <a:ext uri="{FF2B5EF4-FFF2-40B4-BE49-F238E27FC236}">
                  <a16:creationId xmlns:a16="http://schemas.microsoft.com/office/drawing/2014/main" id="{28C2F07E-775A-10D3-2E45-74C811238080}"/>
                </a:ext>
              </a:extLst>
            </p:cNvPr>
            <p:cNvSpPr>
              <a:spLocks noChangeShapeType="1"/>
            </p:cNvSpPr>
            <p:nvPr/>
          </p:nvSpPr>
          <p:spPr bwMode="auto">
            <a:xfrm>
              <a:off x="1130300" y="2109775"/>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3" name="Line 40">
              <a:extLst>
                <a:ext uri="{FF2B5EF4-FFF2-40B4-BE49-F238E27FC236}">
                  <a16:creationId xmlns:a16="http://schemas.microsoft.com/office/drawing/2014/main" id="{6E7D6FEA-E7B8-9E1D-4CDA-FED1B28915DD}"/>
                </a:ext>
              </a:extLst>
            </p:cNvPr>
            <p:cNvSpPr>
              <a:spLocks noChangeShapeType="1"/>
            </p:cNvSpPr>
            <p:nvPr/>
          </p:nvSpPr>
          <p:spPr bwMode="auto">
            <a:xfrm>
              <a:off x="1130300" y="2263763"/>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4" name="Line 41">
              <a:extLst>
                <a:ext uri="{FF2B5EF4-FFF2-40B4-BE49-F238E27FC236}">
                  <a16:creationId xmlns:a16="http://schemas.microsoft.com/office/drawing/2014/main" id="{87A1161C-D729-5B10-B438-A513FE848FC3}"/>
                </a:ext>
              </a:extLst>
            </p:cNvPr>
            <p:cNvSpPr>
              <a:spLocks noChangeShapeType="1"/>
            </p:cNvSpPr>
            <p:nvPr/>
          </p:nvSpPr>
          <p:spPr bwMode="auto">
            <a:xfrm>
              <a:off x="1130300" y="2427275"/>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5" name="Line 42">
              <a:extLst>
                <a:ext uri="{FF2B5EF4-FFF2-40B4-BE49-F238E27FC236}">
                  <a16:creationId xmlns:a16="http://schemas.microsoft.com/office/drawing/2014/main" id="{F087449B-DD33-C8CF-591B-C82EF92D97C9}"/>
                </a:ext>
              </a:extLst>
            </p:cNvPr>
            <p:cNvSpPr>
              <a:spLocks noChangeShapeType="1"/>
            </p:cNvSpPr>
            <p:nvPr/>
          </p:nvSpPr>
          <p:spPr bwMode="auto">
            <a:xfrm>
              <a:off x="1130300" y="2592375"/>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6" name="Line 43">
              <a:extLst>
                <a:ext uri="{FF2B5EF4-FFF2-40B4-BE49-F238E27FC236}">
                  <a16:creationId xmlns:a16="http://schemas.microsoft.com/office/drawing/2014/main" id="{2536BAC9-4CBE-53C0-AEA4-7CF85389716F}"/>
                </a:ext>
              </a:extLst>
            </p:cNvPr>
            <p:cNvSpPr>
              <a:spLocks noChangeShapeType="1"/>
            </p:cNvSpPr>
            <p:nvPr/>
          </p:nvSpPr>
          <p:spPr bwMode="auto">
            <a:xfrm>
              <a:off x="1130300" y="276700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7" name="Line 44">
              <a:extLst>
                <a:ext uri="{FF2B5EF4-FFF2-40B4-BE49-F238E27FC236}">
                  <a16:creationId xmlns:a16="http://schemas.microsoft.com/office/drawing/2014/main" id="{67301BF7-BCC7-9894-9CE8-1B203A4754CC}"/>
                </a:ext>
              </a:extLst>
            </p:cNvPr>
            <p:cNvSpPr>
              <a:spLocks noChangeShapeType="1"/>
            </p:cNvSpPr>
            <p:nvPr/>
          </p:nvSpPr>
          <p:spPr bwMode="auto">
            <a:xfrm>
              <a:off x="1130300" y="291940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8" name="Line 45">
              <a:extLst>
                <a:ext uri="{FF2B5EF4-FFF2-40B4-BE49-F238E27FC236}">
                  <a16:creationId xmlns:a16="http://schemas.microsoft.com/office/drawing/2014/main" id="{689B21F3-ACF4-0205-9930-DB7A5B927760}"/>
                </a:ext>
              </a:extLst>
            </p:cNvPr>
            <p:cNvSpPr>
              <a:spLocks noChangeShapeType="1"/>
            </p:cNvSpPr>
            <p:nvPr/>
          </p:nvSpPr>
          <p:spPr bwMode="auto">
            <a:xfrm>
              <a:off x="1130300" y="3084500"/>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9" name="Line 46">
              <a:extLst>
                <a:ext uri="{FF2B5EF4-FFF2-40B4-BE49-F238E27FC236}">
                  <a16:creationId xmlns:a16="http://schemas.microsoft.com/office/drawing/2014/main" id="{56065EF7-C2B1-7F06-3804-A75544D180EE}"/>
                </a:ext>
              </a:extLst>
            </p:cNvPr>
            <p:cNvSpPr>
              <a:spLocks noChangeShapeType="1"/>
            </p:cNvSpPr>
            <p:nvPr/>
          </p:nvSpPr>
          <p:spPr bwMode="auto">
            <a:xfrm>
              <a:off x="1130300" y="3225788"/>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70" name="Line 47">
              <a:extLst>
                <a:ext uri="{FF2B5EF4-FFF2-40B4-BE49-F238E27FC236}">
                  <a16:creationId xmlns:a16="http://schemas.microsoft.com/office/drawing/2014/main" id="{824B94F8-5D65-2565-4075-F4AEA3060112}"/>
                </a:ext>
              </a:extLst>
            </p:cNvPr>
            <p:cNvSpPr>
              <a:spLocks noChangeShapeType="1"/>
            </p:cNvSpPr>
            <p:nvPr/>
          </p:nvSpPr>
          <p:spPr bwMode="auto">
            <a:xfrm>
              <a:off x="1130300" y="3379775"/>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71" name="Line 48">
              <a:extLst>
                <a:ext uri="{FF2B5EF4-FFF2-40B4-BE49-F238E27FC236}">
                  <a16:creationId xmlns:a16="http://schemas.microsoft.com/office/drawing/2014/main" id="{B56FB3C7-5925-ABFA-20E0-9E9FD1D28F8C}"/>
                </a:ext>
              </a:extLst>
            </p:cNvPr>
            <p:cNvSpPr>
              <a:spLocks noChangeShapeType="1"/>
            </p:cNvSpPr>
            <p:nvPr/>
          </p:nvSpPr>
          <p:spPr bwMode="auto">
            <a:xfrm>
              <a:off x="1130300" y="3532175"/>
              <a:ext cx="430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72" name="Line 49">
              <a:extLst>
                <a:ext uri="{FF2B5EF4-FFF2-40B4-BE49-F238E27FC236}">
                  <a16:creationId xmlns:a16="http://schemas.microsoft.com/office/drawing/2014/main" id="{B9A8F046-13EF-1EC4-1F9F-ABFDACBEDA9A}"/>
                </a:ext>
              </a:extLst>
            </p:cNvPr>
            <p:cNvSpPr>
              <a:spLocks noChangeShapeType="1"/>
            </p:cNvSpPr>
            <p:nvPr/>
          </p:nvSpPr>
          <p:spPr bwMode="auto">
            <a:xfrm>
              <a:off x="1119188" y="3686163"/>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73" name="Text Box 50">
              <a:extLst>
                <a:ext uri="{FF2B5EF4-FFF2-40B4-BE49-F238E27FC236}">
                  <a16:creationId xmlns:a16="http://schemas.microsoft.com/office/drawing/2014/main" id="{98EACE78-6975-E2A0-5D46-87C6FB196854}"/>
                </a:ext>
              </a:extLst>
            </p:cNvPr>
            <p:cNvSpPr txBox="1">
              <a:spLocks noChangeArrowheads="1"/>
            </p:cNvSpPr>
            <p:nvPr/>
          </p:nvSpPr>
          <p:spPr bwMode="auto">
            <a:xfrm>
              <a:off x="1512888" y="1476363"/>
              <a:ext cx="57626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A0</a:t>
              </a:r>
            </a:p>
          </p:txBody>
        </p:sp>
        <p:sp>
          <p:nvSpPr>
            <p:cNvPr id="92274" name="Text Box 51">
              <a:extLst>
                <a:ext uri="{FF2B5EF4-FFF2-40B4-BE49-F238E27FC236}">
                  <a16:creationId xmlns:a16="http://schemas.microsoft.com/office/drawing/2014/main" id="{B6073A00-2099-85E2-215A-DC2E606FA58D}"/>
                </a:ext>
              </a:extLst>
            </p:cNvPr>
            <p:cNvSpPr txBox="1">
              <a:spLocks noChangeArrowheads="1"/>
            </p:cNvSpPr>
            <p:nvPr/>
          </p:nvSpPr>
          <p:spPr bwMode="auto">
            <a:xfrm>
              <a:off x="1512888" y="1301738"/>
              <a:ext cx="57626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WE</a:t>
              </a:r>
            </a:p>
          </p:txBody>
        </p:sp>
        <p:sp>
          <p:nvSpPr>
            <p:cNvPr id="92275" name="Text Box 52">
              <a:extLst>
                <a:ext uri="{FF2B5EF4-FFF2-40B4-BE49-F238E27FC236}">
                  <a16:creationId xmlns:a16="http://schemas.microsoft.com/office/drawing/2014/main" id="{FEA529BC-A81C-4813-F5E3-A7377D61E0DC}"/>
                </a:ext>
              </a:extLst>
            </p:cNvPr>
            <p:cNvSpPr txBox="1">
              <a:spLocks noChangeArrowheads="1"/>
            </p:cNvSpPr>
            <p:nvPr/>
          </p:nvSpPr>
          <p:spPr bwMode="auto">
            <a:xfrm>
              <a:off x="1512888" y="1650988"/>
              <a:ext cx="57626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a:t>
              </a:r>
            </a:p>
          </p:txBody>
        </p:sp>
        <p:sp>
          <p:nvSpPr>
            <p:cNvPr id="92276" name="Text Box 53">
              <a:extLst>
                <a:ext uri="{FF2B5EF4-FFF2-40B4-BE49-F238E27FC236}">
                  <a16:creationId xmlns:a16="http://schemas.microsoft.com/office/drawing/2014/main" id="{66FA2458-0418-F349-922A-EE96EC2E4CC0}"/>
                </a:ext>
              </a:extLst>
            </p:cNvPr>
            <p:cNvSpPr txBox="1">
              <a:spLocks noChangeArrowheads="1"/>
            </p:cNvSpPr>
            <p:nvPr/>
          </p:nvSpPr>
          <p:spPr bwMode="auto">
            <a:xfrm>
              <a:off x="1512888" y="1814500"/>
              <a:ext cx="576262"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A2</a:t>
              </a:r>
            </a:p>
          </p:txBody>
        </p:sp>
        <p:sp>
          <p:nvSpPr>
            <p:cNvPr id="92277" name="Text Box 54">
              <a:extLst>
                <a:ext uri="{FF2B5EF4-FFF2-40B4-BE49-F238E27FC236}">
                  <a16:creationId xmlns:a16="http://schemas.microsoft.com/office/drawing/2014/main" id="{6F1625A8-4A35-54C0-12FA-830EABE58DE5}"/>
                </a:ext>
              </a:extLst>
            </p:cNvPr>
            <p:cNvSpPr txBox="1">
              <a:spLocks noChangeArrowheads="1"/>
            </p:cNvSpPr>
            <p:nvPr/>
          </p:nvSpPr>
          <p:spPr bwMode="auto">
            <a:xfrm>
              <a:off x="1512888" y="1968488"/>
              <a:ext cx="57626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A3</a:t>
              </a:r>
            </a:p>
          </p:txBody>
        </p:sp>
        <p:sp>
          <p:nvSpPr>
            <p:cNvPr id="92278" name="Text Box 55">
              <a:extLst>
                <a:ext uri="{FF2B5EF4-FFF2-40B4-BE49-F238E27FC236}">
                  <a16:creationId xmlns:a16="http://schemas.microsoft.com/office/drawing/2014/main" id="{8F465A16-8C8F-16EF-9A7D-46E3E4E21147}"/>
                </a:ext>
              </a:extLst>
            </p:cNvPr>
            <p:cNvSpPr txBox="1">
              <a:spLocks noChangeArrowheads="1"/>
            </p:cNvSpPr>
            <p:nvPr/>
          </p:nvSpPr>
          <p:spPr bwMode="auto">
            <a:xfrm>
              <a:off x="1512888" y="2120888"/>
              <a:ext cx="576262"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A4</a:t>
              </a:r>
            </a:p>
          </p:txBody>
        </p:sp>
        <p:sp>
          <p:nvSpPr>
            <p:cNvPr id="92279" name="Text Box 56">
              <a:extLst>
                <a:ext uri="{FF2B5EF4-FFF2-40B4-BE49-F238E27FC236}">
                  <a16:creationId xmlns:a16="http://schemas.microsoft.com/office/drawing/2014/main" id="{E9038354-B027-33B8-0BBA-BC460AAC63C2}"/>
                </a:ext>
              </a:extLst>
            </p:cNvPr>
            <p:cNvSpPr txBox="1">
              <a:spLocks noChangeArrowheads="1"/>
            </p:cNvSpPr>
            <p:nvPr/>
          </p:nvSpPr>
          <p:spPr bwMode="auto">
            <a:xfrm>
              <a:off x="1524000" y="2274875"/>
              <a:ext cx="5762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A5</a:t>
              </a:r>
            </a:p>
          </p:txBody>
        </p:sp>
        <p:sp>
          <p:nvSpPr>
            <p:cNvPr id="92280" name="Text Box 57">
              <a:extLst>
                <a:ext uri="{FF2B5EF4-FFF2-40B4-BE49-F238E27FC236}">
                  <a16:creationId xmlns:a16="http://schemas.microsoft.com/office/drawing/2014/main" id="{4B450764-301E-C7A5-1739-DC174DDA3BCC}"/>
                </a:ext>
              </a:extLst>
            </p:cNvPr>
            <p:cNvSpPr txBox="1">
              <a:spLocks noChangeArrowheads="1"/>
            </p:cNvSpPr>
            <p:nvPr/>
          </p:nvSpPr>
          <p:spPr bwMode="auto">
            <a:xfrm>
              <a:off x="1524000" y="2438388"/>
              <a:ext cx="57626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A6</a:t>
              </a:r>
            </a:p>
          </p:txBody>
        </p:sp>
        <p:sp>
          <p:nvSpPr>
            <p:cNvPr id="92281" name="Text Box 58">
              <a:extLst>
                <a:ext uri="{FF2B5EF4-FFF2-40B4-BE49-F238E27FC236}">
                  <a16:creationId xmlns:a16="http://schemas.microsoft.com/office/drawing/2014/main" id="{55B42B15-16E7-7413-F686-3D235E718B2A}"/>
                </a:ext>
              </a:extLst>
            </p:cNvPr>
            <p:cNvSpPr txBox="1">
              <a:spLocks noChangeArrowheads="1"/>
            </p:cNvSpPr>
            <p:nvPr/>
          </p:nvSpPr>
          <p:spPr bwMode="auto">
            <a:xfrm>
              <a:off x="1525588" y="2752713"/>
              <a:ext cx="57626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A8</a:t>
              </a:r>
            </a:p>
          </p:txBody>
        </p:sp>
        <p:sp>
          <p:nvSpPr>
            <p:cNvPr id="92282" name="Text Box 59">
              <a:extLst>
                <a:ext uri="{FF2B5EF4-FFF2-40B4-BE49-F238E27FC236}">
                  <a16:creationId xmlns:a16="http://schemas.microsoft.com/office/drawing/2014/main" id="{5FA40A6D-5FF8-D7EF-9347-9BF48E312B72}"/>
                </a:ext>
              </a:extLst>
            </p:cNvPr>
            <p:cNvSpPr txBox="1">
              <a:spLocks noChangeArrowheads="1"/>
            </p:cNvSpPr>
            <p:nvPr/>
          </p:nvSpPr>
          <p:spPr bwMode="auto">
            <a:xfrm>
              <a:off x="1512888" y="2919400"/>
              <a:ext cx="576262"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A9</a:t>
              </a:r>
            </a:p>
          </p:txBody>
        </p:sp>
        <p:sp>
          <p:nvSpPr>
            <p:cNvPr id="92283" name="Text Box 60">
              <a:extLst>
                <a:ext uri="{FF2B5EF4-FFF2-40B4-BE49-F238E27FC236}">
                  <a16:creationId xmlns:a16="http://schemas.microsoft.com/office/drawing/2014/main" id="{0A7E4177-8173-EB5C-0BA4-7A4093975880}"/>
                </a:ext>
              </a:extLst>
            </p:cNvPr>
            <p:cNvSpPr txBox="1">
              <a:spLocks noChangeArrowheads="1"/>
            </p:cNvSpPr>
            <p:nvPr/>
          </p:nvSpPr>
          <p:spPr bwMode="auto">
            <a:xfrm>
              <a:off x="1512888" y="3094025"/>
              <a:ext cx="576262"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A10</a:t>
              </a:r>
            </a:p>
          </p:txBody>
        </p:sp>
        <p:sp>
          <p:nvSpPr>
            <p:cNvPr id="92284" name="Text Box 61">
              <a:extLst>
                <a:ext uri="{FF2B5EF4-FFF2-40B4-BE49-F238E27FC236}">
                  <a16:creationId xmlns:a16="http://schemas.microsoft.com/office/drawing/2014/main" id="{B46917AE-8F22-8C38-B216-F71F924DD4FA}"/>
                </a:ext>
              </a:extLst>
            </p:cNvPr>
            <p:cNvSpPr txBox="1">
              <a:spLocks noChangeArrowheads="1"/>
            </p:cNvSpPr>
            <p:nvPr/>
          </p:nvSpPr>
          <p:spPr bwMode="auto">
            <a:xfrm>
              <a:off x="1511300" y="3259125"/>
              <a:ext cx="5762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A11</a:t>
              </a:r>
            </a:p>
          </p:txBody>
        </p:sp>
        <p:sp>
          <p:nvSpPr>
            <p:cNvPr id="92285" name="Text Box 62">
              <a:extLst>
                <a:ext uri="{FF2B5EF4-FFF2-40B4-BE49-F238E27FC236}">
                  <a16:creationId xmlns:a16="http://schemas.microsoft.com/office/drawing/2014/main" id="{5CA7DFD7-B50D-941C-EC1C-DECF9D8E7EE6}"/>
                </a:ext>
              </a:extLst>
            </p:cNvPr>
            <p:cNvSpPr txBox="1">
              <a:spLocks noChangeArrowheads="1"/>
            </p:cNvSpPr>
            <p:nvPr/>
          </p:nvSpPr>
          <p:spPr bwMode="auto">
            <a:xfrm>
              <a:off x="1498600" y="3422638"/>
              <a:ext cx="576263"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A12</a:t>
              </a:r>
            </a:p>
          </p:txBody>
        </p:sp>
        <p:sp>
          <p:nvSpPr>
            <p:cNvPr id="92286" name="Text Box 63">
              <a:extLst>
                <a:ext uri="{FF2B5EF4-FFF2-40B4-BE49-F238E27FC236}">
                  <a16:creationId xmlns:a16="http://schemas.microsoft.com/office/drawing/2014/main" id="{7363FC66-F7FC-ABBA-E48B-DC91191611E6}"/>
                </a:ext>
              </a:extLst>
            </p:cNvPr>
            <p:cNvSpPr txBox="1">
              <a:spLocks noChangeArrowheads="1"/>
            </p:cNvSpPr>
            <p:nvPr/>
          </p:nvSpPr>
          <p:spPr bwMode="auto">
            <a:xfrm>
              <a:off x="1498600" y="3576625"/>
              <a:ext cx="5762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A13</a:t>
              </a:r>
            </a:p>
          </p:txBody>
        </p:sp>
        <p:sp>
          <p:nvSpPr>
            <p:cNvPr id="92287" name="Line 64">
              <a:extLst>
                <a:ext uri="{FF2B5EF4-FFF2-40B4-BE49-F238E27FC236}">
                  <a16:creationId xmlns:a16="http://schemas.microsoft.com/office/drawing/2014/main" id="{FC87BDD6-EDAA-632F-A6CC-ED536DA7537A}"/>
                </a:ext>
              </a:extLst>
            </p:cNvPr>
            <p:cNvSpPr>
              <a:spLocks noChangeShapeType="1"/>
            </p:cNvSpPr>
            <p:nvPr/>
          </p:nvSpPr>
          <p:spPr bwMode="auto">
            <a:xfrm>
              <a:off x="2563813" y="2109775"/>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88" name="Line 65">
              <a:extLst>
                <a:ext uri="{FF2B5EF4-FFF2-40B4-BE49-F238E27FC236}">
                  <a16:creationId xmlns:a16="http://schemas.microsoft.com/office/drawing/2014/main" id="{FE6752B9-B86E-B883-AC65-973FED3D7223}"/>
                </a:ext>
              </a:extLst>
            </p:cNvPr>
            <p:cNvSpPr>
              <a:spLocks noChangeShapeType="1"/>
            </p:cNvSpPr>
            <p:nvPr/>
          </p:nvSpPr>
          <p:spPr bwMode="auto">
            <a:xfrm>
              <a:off x="2563813" y="2285988"/>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89" name="Line 66">
              <a:extLst>
                <a:ext uri="{FF2B5EF4-FFF2-40B4-BE49-F238E27FC236}">
                  <a16:creationId xmlns:a16="http://schemas.microsoft.com/office/drawing/2014/main" id="{2DE791E4-87DB-F799-9B8A-169063A2A3EA}"/>
                </a:ext>
              </a:extLst>
            </p:cNvPr>
            <p:cNvSpPr>
              <a:spLocks noChangeShapeType="1"/>
            </p:cNvSpPr>
            <p:nvPr/>
          </p:nvSpPr>
          <p:spPr bwMode="auto">
            <a:xfrm>
              <a:off x="2563813" y="2471725"/>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90" name="Line 67">
              <a:extLst>
                <a:ext uri="{FF2B5EF4-FFF2-40B4-BE49-F238E27FC236}">
                  <a16:creationId xmlns:a16="http://schemas.microsoft.com/office/drawing/2014/main" id="{D128F470-3379-B457-C33B-8240ED872AE9}"/>
                </a:ext>
              </a:extLst>
            </p:cNvPr>
            <p:cNvSpPr>
              <a:spLocks noChangeShapeType="1"/>
            </p:cNvSpPr>
            <p:nvPr/>
          </p:nvSpPr>
          <p:spPr bwMode="auto">
            <a:xfrm>
              <a:off x="2563813" y="2668575"/>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91" name="Line 68">
              <a:extLst>
                <a:ext uri="{FF2B5EF4-FFF2-40B4-BE49-F238E27FC236}">
                  <a16:creationId xmlns:a16="http://schemas.microsoft.com/office/drawing/2014/main" id="{3D8AA1E7-9CE8-86C1-FF37-B40F65DCF4AC}"/>
                </a:ext>
              </a:extLst>
            </p:cNvPr>
            <p:cNvSpPr>
              <a:spLocks noChangeShapeType="1"/>
            </p:cNvSpPr>
            <p:nvPr/>
          </p:nvSpPr>
          <p:spPr bwMode="auto">
            <a:xfrm>
              <a:off x="2563813" y="2865425"/>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92" name="Line 69">
              <a:extLst>
                <a:ext uri="{FF2B5EF4-FFF2-40B4-BE49-F238E27FC236}">
                  <a16:creationId xmlns:a16="http://schemas.microsoft.com/office/drawing/2014/main" id="{49E5DCC9-CBFB-61BB-42DD-7AB59B8966F2}"/>
                </a:ext>
              </a:extLst>
            </p:cNvPr>
            <p:cNvSpPr>
              <a:spLocks noChangeShapeType="1"/>
            </p:cNvSpPr>
            <p:nvPr/>
          </p:nvSpPr>
          <p:spPr bwMode="auto">
            <a:xfrm>
              <a:off x="2563813" y="3051163"/>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93" name="Line 70">
              <a:extLst>
                <a:ext uri="{FF2B5EF4-FFF2-40B4-BE49-F238E27FC236}">
                  <a16:creationId xmlns:a16="http://schemas.microsoft.com/office/drawing/2014/main" id="{E7027F9C-DAF2-AF93-3F6A-64D457978C7A}"/>
                </a:ext>
              </a:extLst>
            </p:cNvPr>
            <p:cNvSpPr>
              <a:spLocks noChangeShapeType="1"/>
            </p:cNvSpPr>
            <p:nvPr/>
          </p:nvSpPr>
          <p:spPr bwMode="auto">
            <a:xfrm>
              <a:off x="2563813" y="3248013"/>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94" name="Line 71">
              <a:extLst>
                <a:ext uri="{FF2B5EF4-FFF2-40B4-BE49-F238E27FC236}">
                  <a16:creationId xmlns:a16="http://schemas.microsoft.com/office/drawing/2014/main" id="{53867F48-C741-DC29-F8AA-D1BE24D7ADEF}"/>
                </a:ext>
              </a:extLst>
            </p:cNvPr>
            <p:cNvSpPr>
              <a:spLocks noChangeShapeType="1"/>
            </p:cNvSpPr>
            <p:nvPr/>
          </p:nvSpPr>
          <p:spPr bwMode="auto">
            <a:xfrm>
              <a:off x="2563813" y="3433750"/>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95" name="Text Box 72">
              <a:extLst>
                <a:ext uri="{FF2B5EF4-FFF2-40B4-BE49-F238E27FC236}">
                  <a16:creationId xmlns:a16="http://schemas.microsoft.com/office/drawing/2014/main" id="{A7FF4EBE-632A-53E6-E2F8-2E1E6626898B}"/>
                </a:ext>
              </a:extLst>
            </p:cNvPr>
            <p:cNvSpPr txBox="1">
              <a:spLocks noChangeArrowheads="1"/>
            </p:cNvSpPr>
            <p:nvPr/>
          </p:nvSpPr>
          <p:spPr bwMode="auto">
            <a:xfrm>
              <a:off x="2133600" y="1979600"/>
              <a:ext cx="576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Q0</a:t>
              </a:r>
            </a:p>
          </p:txBody>
        </p:sp>
        <p:sp>
          <p:nvSpPr>
            <p:cNvPr id="92296" name="Text Box 73">
              <a:extLst>
                <a:ext uri="{FF2B5EF4-FFF2-40B4-BE49-F238E27FC236}">
                  <a16:creationId xmlns:a16="http://schemas.microsoft.com/office/drawing/2014/main" id="{5C25695A-1185-6AF5-53F4-5A88DD19FED8}"/>
                </a:ext>
              </a:extLst>
            </p:cNvPr>
            <p:cNvSpPr txBox="1">
              <a:spLocks noChangeArrowheads="1"/>
            </p:cNvSpPr>
            <p:nvPr/>
          </p:nvSpPr>
          <p:spPr bwMode="auto">
            <a:xfrm>
              <a:off x="2133600" y="2154225"/>
              <a:ext cx="576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Q1</a:t>
              </a:r>
            </a:p>
          </p:txBody>
        </p:sp>
        <p:sp>
          <p:nvSpPr>
            <p:cNvPr id="92297" name="Text Box 74">
              <a:extLst>
                <a:ext uri="{FF2B5EF4-FFF2-40B4-BE49-F238E27FC236}">
                  <a16:creationId xmlns:a16="http://schemas.microsoft.com/office/drawing/2014/main" id="{37F87DB1-D8F6-FB9A-9472-7BA59A662E96}"/>
                </a:ext>
              </a:extLst>
            </p:cNvPr>
            <p:cNvSpPr txBox="1">
              <a:spLocks noChangeArrowheads="1"/>
            </p:cNvSpPr>
            <p:nvPr/>
          </p:nvSpPr>
          <p:spPr bwMode="auto">
            <a:xfrm>
              <a:off x="2133600" y="2339963"/>
              <a:ext cx="576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Q2</a:t>
              </a:r>
            </a:p>
          </p:txBody>
        </p:sp>
        <p:sp>
          <p:nvSpPr>
            <p:cNvPr id="92298" name="Text Box 75">
              <a:extLst>
                <a:ext uri="{FF2B5EF4-FFF2-40B4-BE49-F238E27FC236}">
                  <a16:creationId xmlns:a16="http://schemas.microsoft.com/office/drawing/2014/main" id="{F0773A1A-B5F7-3BFC-93BA-FDE6C7B98307}"/>
                </a:ext>
              </a:extLst>
            </p:cNvPr>
            <p:cNvSpPr txBox="1">
              <a:spLocks noChangeArrowheads="1"/>
            </p:cNvSpPr>
            <p:nvPr/>
          </p:nvSpPr>
          <p:spPr bwMode="auto">
            <a:xfrm>
              <a:off x="2133600" y="2547925"/>
              <a:ext cx="576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Q3</a:t>
              </a:r>
            </a:p>
          </p:txBody>
        </p:sp>
        <p:sp>
          <p:nvSpPr>
            <p:cNvPr id="92299" name="Text Box 76">
              <a:extLst>
                <a:ext uri="{FF2B5EF4-FFF2-40B4-BE49-F238E27FC236}">
                  <a16:creationId xmlns:a16="http://schemas.microsoft.com/office/drawing/2014/main" id="{1832D395-D7E9-0B06-D872-10592496B0D4}"/>
                </a:ext>
              </a:extLst>
            </p:cNvPr>
            <p:cNvSpPr txBox="1">
              <a:spLocks noChangeArrowheads="1"/>
            </p:cNvSpPr>
            <p:nvPr/>
          </p:nvSpPr>
          <p:spPr bwMode="auto">
            <a:xfrm>
              <a:off x="2146300" y="2733663"/>
              <a:ext cx="576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Q4</a:t>
              </a:r>
            </a:p>
          </p:txBody>
        </p:sp>
        <p:sp>
          <p:nvSpPr>
            <p:cNvPr id="92300" name="Text Box 77">
              <a:extLst>
                <a:ext uri="{FF2B5EF4-FFF2-40B4-BE49-F238E27FC236}">
                  <a16:creationId xmlns:a16="http://schemas.microsoft.com/office/drawing/2014/main" id="{05513955-7FD2-CF46-60BC-44EAA952BD9C}"/>
                </a:ext>
              </a:extLst>
            </p:cNvPr>
            <p:cNvSpPr txBox="1">
              <a:spLocks noChangeArrowheads="1"/>
            </p:cNvSpPr>
            <p:nvPr/>
          </p:nvSpPr>
          <p:spPr bwMode="auto">
            <a:xfrm>
              <a:off x="2133600" y="2928925"/>
              <a:ext cx="576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Q5</a:t>
              </a:r>
            </a:p>
          </p:txBody>
        </p:sp>
        <p:sp>
          <p:nvSpPr>
            <p:cNvPr id="92301" name="Text Box 78">
              <a:extLst>
                <a:ext uri="{FF2B5EF4-FFF2-40B4-BE49-F238E27FC236}">
                  <a16:creationId xmlns:a16="http://schemas.microsoft.com/office/drawing/2014/main" id="{815FAFDB-C3A1-1796-A926-E021FB02BEC7}"/>
                </a:ext>
              </a:extLst>
            </p:cNvPr>
            <p:cNvSpPr txBox="1">
              <a:spLocks noChangeArrowheads="1"/>
            </p:cNvSpPr>
            <p:nvPr/>
          </p:nvSpPr>
          <p:spPr bwMode="auto">
            <a:xfrm>
              <a:off x="2146300" y="3127363"/>
              <a:ext cx="576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Q6</a:t>
              </a:r>
            </a:p>
          </p:txBody>
        </p:sp>
        <p:sp>
          <p:nvSpPr>
            <p:cNvPr id="92302" name="Text Box 79">
              <a:extLst>
                <a:ext uri="{FF2B5EF4-FFF2-40B4-BE49-F238E27FC236}">
                  <a16:creationId xmlns:a16="http://schemas.microsoft.com/office/drawing/2014/main" id="{62C4EA90-E8F3-BE61-3D57-067D90938057}"/>
                </a:ext>
              </a:extLst>
            </p:cNvPr>
            <p:cNvSpPr txBox="1">
              <a:spLocks noChangeArrowheads="1"/>
            </p:cNvSpPr>
            <p:nvPr/>
          </p:nvSpPr>
          <p:spPr bwMode="auto">
            <a:xfrm>
              <a:off x="2146300" y="3324213"/>
              <a:ext cx="576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Q7</a:t>
              </a:r>
            </a:p>
          </p:txBody>
        </p:sp>
        <p:sp>
          <p:nvSpPr>
            <p:cNvPr id="92303" name="Line 80">
              <a:extLst>
                <a:ext uri="{FF2B5EF4-FFF2-40B4-BE49-F238E27FC236}">
                  <a16:creationId xmlns:a16="http://schemas.microsoft.com/office/drawing/2014/main" id="{2FFCDBB5-AAF5-0350-58B6-09690F7DD112}"/>
                </a:ext>
              </a:extLst>
            </p:cNvPr>
            <p:cNvSpPr>
              <a:spLocks noChangeShapeType="1"/>
            </p:cNvSpPr>
            <p:nvPr/>
          </p:nvSpPr>
          <p:spPr bwMode="auto">
            <a:xfrm>
              <a:off x="1130300" y="1441438"/>
              <a:ext cx="3381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04" name="Oval 81">
              <a:extLst>
                <a:ext uri="{FF2B5EF4-FFF2-40B4-BE49-F238E27FC236}">
                  <a16:creationId xmlns:a16="http://schemas.microsoft.com/office/drawing/2014/main" id="{3775D519-DC06-7F3E-B335-8076E90BB811}"/>
                </a:ext>
              </a:extLst>
            </p:cNvPr>
            <p:cNvSpPr>
              <a:spLocks noChangeArrowheads="1"/>
            </p:cNvSpPr>
            <p:nvPr/>
          </p:nvSpPr>
          <p:spPr bwMode="auto">
            <a:xfrm>
              <a:off x="1455738" y="1395400"/>
              <a:ext cx="107950" cy="98425"/>
            </a:xfrm>
            <a:prstGeom prst="ellipse">
              <a:avLst/>
            </a:prstGeom>
            <a:solidFill>
              <a:srgbClr val="FFFFFF"/>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2305" name="Line 204">
              <a:extLst>
                <a:ext uri="{FF2B5EF4-FFF2-40B4-BE49-F238E27FC236}">
                  <a16:creationId xmlns:a16="http://schemas.microsoft.com/office/drawing/2014/main" id="{D5F3FC44-91B4-A43F-06CB-CE6ED73EC3AB}"/>
                </a:ext>
              </a:extLst>
            </p:cNvPr>
            <p:cNvSpPr>
              <a:spLocks noChangeShapeType="1"/>
            </p:cNvSpPr>
            <p:nvPr/>
          </p:nvSpPr>
          <p:spPr bwMode="auto">
            <a:xfrm>
              <a:off x="1116013" y="4147693"/>
              <a:ext cx="3381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06" name="Line 205">
              <a:extLst>
                <a:ext uri="{FF2B5EF4-FFF2-40B4-BE49-F238E27FC236}">
                  <a16:creationId xmlns:a16="http://schemas.microsoft.com/office/drawing/2014/main" id="{50FA9016-AAE7-B253-13C1-2CB18BE9C090}"/>
                </a:ext>
              </a:extLst>
            </p:cNvPr>
            <p:cNvSpPr>
              <a:spLocks noChangeShapeType="1"/>
            </p:cNvSpPr>
            <p:nvPr/>
          </p:nvSpPr>
          <p:spPr bwMode="auto">
            <a:xfrm>
              <a:off x="1116013" y="4330255"/>
              <a:ext cx="3381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07" name="Oval 206">
              <a:extLst>
                <a:ext uri="{FF2B5EF4-FFF2-40B4-BE49-F238E27FC236}">
                  <a16:creationId xmlns:a16="http://schemas.microsoft.com/office/drawing/2014/main" id="{B1ADD01D-AD0E-848B-6567-8EB3D72F19E8}"/>
                </a:ext>
              </a:extLst>
            </p:cNvPr>
            <p:cNvSpPr>
              <a:spLocks noChangeArrowheads="1"/>
            </p:cNvSpPr>
            <p:nvPr/>
          </p:nvSpPr>
          <p:spPr bwMode="auto">
            <a:xfrm>
              <a:off x="1452563" y="4101655"/>
              <a:ext cx="109537" cy="100013"/>
            </a:xfrm>
            <a:prstGeom prst="ellipse">
              <a:avLst/>
            </a:prstGeom>
            <a:solidFill>
              <a:srgbClr val="FFFFFF"/>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2308" name="Oval 207">
              <a:extLst>
                <a:ext uri="{FF2B5EF4-FFF2-40B4-BE49-F238E27FC236}">
                  <a16:creationId xmlns:a16="http://schemas.microsoft.com/office/drawing/2014/main" id="{79378DF1-CDF8-D288-2992-0BF9D632AC6F}"/>
                </a:ext>
              </a:extLst>
            </p:cNvPr>
            <p:cNvSpPr>
              <a:spLocks noChangeArrowheads="1"/>
            </p:cNvSpPr>
            <p:nvPr/>
          </p:nvSpPr>
          <p:spPr bwMode="auto">
            <a:xfrm>
              <a:off x="1452563" y="4287393"/>
              <a:ext cx="109537" cy="100012"/>
            </a:xfrm>
            <a:prstGeom prst="ellipse">
              <a:avLst/>
            </a:prstGeom>
            <a:solidFill>
              <a:srgbClr val="FFFFFF"/>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2309" name="Text Box 208">
              <a:extLst>
                <a:ext uri="{FF2B5EF4-FFF2-40B4-BE49-F238E27FC236}">
                  <a16:creationId xmlns:a16="http://schemas.microsoft.com/office/drawing/2014/main" id="{DAE1647B-66DB-2065-923C-049DE2E9F741}"/>
                </a:ext>
              </a:extLst>
            </p:cNvPr>
            <p:cNvSpPr txBox="1">
              <a:spLocks noChangeArrowheads="1"/>
            </p:cNvSpPr>
            <p:nvPr/>
          </p:nvSpPr>
          <p:spPr bwMode="auto">
            <a:xfrm>
              <a:off x="1560513" y="4024630"/>
              <a:ext cx="5762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CS</a:t>
              </a:r>
            </a:p>
          </p:txBody>
        </p:sp>
        <p:sp>
          <p:nvSpPr>
            <p:cNvPr id="92310" name="Text Box 209">
              <a:extLst>
                <a:ext uri="{FF2B5EF4-FFF2-40B4-BE49-F238E27FC236}">
                  <a16:creationId xmlns:a16="http://schemas.microsoft.com/office/drawing/2014/main" id="{39FFD737-E8A4-93CF-6FB5-13478D227B84}"/>
                </a:ext>
              </a:extLst>
            </p:cNvPr>
            <p:cNvSpPr txBox="1">
              <a:spLocks noChangeArrowheads="1"/>
            </p:cNvSpPr>
            <p:nvPr/>
          </p:nvSpPr>
          <p:spPr bwMode="auto">
            <a:xfrm>
              <a:off x="1559729" y="4214630"/>
              <a:ext cx="5762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OE</a:t>
              </a:r>
            </a:p>
          </p:txBody>
        </p:sp>
        <p:sp>
          <p:nvSpPr>
            <p:cNvPr id="92311" name="Text Box 210">
              <a:extLst>
                <a:ext uri="{FF2B5EF4-FFF2-40B4-BE49-F238E27FC236}">
                  <a16:creationId xmlns:a16="http://schemas.microsoft.com/office/drawing/2014/main" id="{0A10EB30-11B2-D273-9B1B-A3BF5434BAF8}"/>
                </a:ext>
              </a:extLst>
            </p:cNvPr>
            <p:cNvSpPr txBox="1">
              <a:spLocks noChangeArrowheads="1"/>
            </p:cNvSpPr>
            <p:nvPr/>
          </p:nvSpPr>
          <p:spPr bwMode="auto">
            <a:xfrm>
              <a:off x="1649413" y="934900"/>
              <a:ext cx="1003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t>32K</a:t>
              </a:r>
              <a:r>
                <a:rPr lang="ru-RU" altLang="en-US" sz="1600">
                  <a:sym typeface="Symbol" panose="05050102010706020507" pitchFamily="18" charset="2"/>
                </a:rPr>
                <a:t></a:t>
              </a:r>
              <a:r>
                <a:rPr lang="ru-RU" altLang="en-US" sz="1600"/>
                <a:t>8</a:t>
              </a:r>
            </a:p>
          </p:txBody>
        </p:sp>
        <p:sp>
          <p:nvSpPr>
            <p:cNvPr id="92312" name="Line 211">
              <a:extLst>
                <a:ext uri="{FF2B5EF4-FFF2-40B4-BE49-F238E27FC236}">
                  <a16:creationId xmlns:a16="http://schemas.microsoft.com/office/drawing/2014/main" id="{56A8C810-C5C1-17B0-C801-D28B7E067582}"/>
                </a:ext>
              </a:extLst>
            </p:cNvPr>
            <p:cNvSpPr>
              <a:spLocks noChangeShapeType="1"/>
            </p:cNvSpPr>
            <p:nvPr/>
          </p:nvSpPr>
          <p:spPr bwMode="auto">
            <a:xfrm>
              <a:off x="1125538" y="3854438"/>
              <a:ext cx="430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13" name="Text Box 212">
              <a:extLst>
                <a:ext uri="{FF2B5EF4-FFF2-40B4-BE49-F238E27FC236}">
                  <a16:creationId xmlns:a16="http://schemas.microsoft.com/office/drawing/2014/main" id="{29EAA012-7101-94FF-A405-5C46EF648BD0}"/>
                </a:ext>
              </a:extLst>
            </p:cNvPr>
            <p:cNvSpPr txBox="1">
              <a:spLocks noChangeArrowheads="1"/>
            </p:cNvSpPr>
            <p:nvPr/>
          </p:nvSpPr>
          <p:spPr bwMode="auto">
            <a:xfrm>
              <a:off x="1522413" y="2606663"/>
              <a:ext cx="576262"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A7</a:t>
              </a:r>
            </a:p>
          </p:txBody>
        </p:sp>
        <p:sp>
          <p:nvSpPr>
            <p:cNvPr id="92314" name="Text Box 213">
              <a:extLst>
                <a:ext uri="{FF2B5EF4-FFF2-40B4-BE49-F238E27FC236}">
                  <a16:creationId xmlns:a16="http://schemas.microsoft.com/office/drawing/2014/main" id="{3D93DC7B-19E3-8C18-8A3C-A01F1A4B9105}"/>
                </a:ext>
              </a:extLst>
            </p:cNvPr>
            <p:cNvSpPr txBox="1">
              <a:spLocks noChangeArrowheads="1"/>
            </p:cNvSpPr>
            <p:nvPr/>
          </p:nvSpPr>
          <p:spPr bwMode="auto">
            <a:xfrm>
              <a:off x="1508125" y="3756013"/>
              <a:ext cx="57626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200"/>
                <a:t>A14</a:t>
              </a: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FE7548D0-3506-25AB-AA38-AC4573A40075}"/>
              </a:ext>
            </a:extLst>
          </p:cNvPr>
          <p:cNvSpPr>
            <a:spLocks noGrp="1" noChangeArrowheads="1"/>
          </p:cNvSpPr>
          <p:nvPr>
            <p:ph type="title"/>
          </p:nvPr>
        </p:nvSpPr>
        <p:spPr/>
        <p:txBody>
          <a:bodyPr>
            <a:normAutofit fontScale="90000"/>
          </a:bodyPr>
          <a:lstStyle/>
          <a:p>
            <a:r>
              <a:rPr lang="en-US" altLang="en-US"/>
              <a:t>Atmel 256K (32K x 8) – Paged Parallel   EEPROM (AT28C256)</a:t>
            </a:r>
            <a:endParaRPr lang="en-GB" altLang="en-US"/>
          </a:p>
        </p:txBody>
      </p:sp>
      <p:sp>
        <p:nvSpPr>
          <p:cNvPr id="2" name="Text Placeholder 1">
            <a:extLst>
              <a:ext uri="{FF2B5EF4-FFF2-40B4-BE49-F238E27FC236}">
                <a16:creationId xmlns:a16="http://schemas.microsoft.com/office/drawing/2014/main" id="{8132E502-CC68-53D3-F7D3-F55C0655B009}"/>
              </a:ext>
            </a:extLst>
          </p:cNvPr>
          <p:cNvSpPr>
            <a:spLocks noGrp="1"/>
          </p:cNvSpPr>
          <p:nvPr>
            <p:ph type="body" sz="quarter" idx="10"/>
          </p:nvPr>
        </p:nvSpPr>
        <p:spPr/>
        <p:txBody>
          <a:bodyPr/>
          <a:lstStyle/>
          <a:p>
            <a:pPr eaLnBrk="1" hangingPunct="1"/>
            <a:r>
              <a:rPr lang="en-GB" altLang="en-US" sz="2000" dirty="0"/>
              <a:t>The AT28C256  is  accessed  like a Static RAM. </a:t>
            </a:r>
          </a:p>
          <a:p>
            <a:pPr eaLnBrk="1" hangingPunct="1"/>
            <a:r>
              <a:rPr lang="en-US" altLang="en-US" sz="2000" b="1" dirty="0">
                <a:solidFill>
                  <a:srgbClr val="0000FF"/>
                </a:solidFill>
              </a:rPr>
              <a:t>Read</a:t>
            </a:r>
            <a:endParaRPr lang="en-GB" altLang="en-US" sz="2000" b="1" dirty="0">
              <a:solidFill>
                <a:srgbClr val="0000FF"/>
              </a:solidFill>
            </a:endParaRPr>
          </a:p>
          <a:p>
            <a:pPr lvl="1"/>
            <a:r>
              <a:rPr lang="en-GB" altLang="en-US" sz="1600" dirty="0"/>
              <a:t>When </a:t>
            </a:r>
            <a:r>
              <a:rPr lang="en-GB" altLang="en-US" sz="1600" dirty="0">
                <a:sym typeface="Symbol" panose="05050102010706020507" pitchFamily="18" charset="2"/>
              </a:rPr>
              <a:t>~</a:t>
            </a:r>
            <a:r>
              <a:rPr lang="en-GB" altLang="en-US" sz="1600" dirty="0"/>
              <a:t>CE  and ~OE are low and ~WE  is high, the data stored at the memory location determined by the address pins is asserted on the outputs. </a:t>
            </a:r>
          </a:p>
          <a:p>
            <a:pPr eaLnBrk="1" hangingPunct="1"/>
            <a:r>
              <a:rPr lang="en-US" altLang="en-US" sz="2000" b="1" dirty="0">
                <a:solidFill>
                  <a:srgbClr val="0000FF"/>
                </a:solidFill>
              </a:rPr>
              <a:t>Byte Write</a:t>
            </a:r>
          </a:p>
          <a:p>
            <a:pPr lvl="1"/>
            <a:r>
              <a:rPr lang="en-GB" altLang="en-US" sz="1600" dirty="0"/>
              <a:t>A low pulse on the ~WE or ~CE input with ~CE  or ~WE  low (respectively) and ~OE  high initiates a write cycle. The address is latched on the falling edge of CE or WE,  whichever  occurs  last. </a:t>
            </a:r>
          </a:p>
          <a:p>
            <a:pPr eaLnBrk="1" hangingPunct="1"/>
            <a:r>
              <a:rPr lang="en-GB" altLang="en-US" sz="2000" b="1" dirty="0">
                <a:solidFill>
                  <a:srgbClr val="0000FF"/>
                </a:solidFill>
              </a:rPr>
              <a:t>Page Write</a:t>
            </a:r>
            <a:endParaRPr lang="en-US" altLang="en-US" sz="2000" b="1" dirty="0">
              <a:solidFill>
                <a:srgbClr val="0000FF"/>
              </a:solidFill>
            </a:endParaRPr>
          </a:p>
          <a:p>
            <a:pPr lvl="1"/>
            <a:r>
              <a:rPr lang="en-GB" altLang="en-US" sz="1600" dirty="0"/>
              <a:t>The page write operation allows 1 to 64 bytes of data to be written into the device during a single internal programming period.</a:t>
            </a:r>
          </a:p>
          <a:p>
            <a:pPr lvl="1"/>
            <a:r>
              <a:rPr lang="en-GB" altLang="en-US" sz="1600" dirty="0"/>
              <a:t> A page write operation is initiated in the  same manner as a byte write; the first byte written can then be followed by 1 to 63 additional bytes.</a:t>
            </a:r>
          </a:p>
          <a:p>
            <a:endParaRPr lang="en-US" sz="2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a:extLst>
              <a:ext uri="{FF2B5EF4-FFF2-40B4-BE49-F238E27FC236}">
                <a16:creationId xmlns:a16="http://schemas.microsoft.com/office/drawing/2014/main" id="{EB48C1AE-2A32-18C4-0F38-97EBDCC55C40}"/>
              </a:ext>
            </a:extLst>
          </p:cNvPr>
          <p:cNvSpPr>
            <a:spLocks noGrp="1" noChangeArrowheads="1"/>
          </p:cNvSpPr>
          <p:nvPr>
            <p:ph type="title"/>
          </p:nvPr>
        </p:nvSpPr>
        <p:spPr/>
        <p:txBody>
          <a:bodyPr/>
          <a:lstStyle/>
          <a:p>
            <a:r>
              <a:rPr lang="en-US" altLang="en-US"/>
              <a:t>Organization of  IC size 32Kx8</a:t>
            </a:r>
            <a:endParaRPr lang="ru-RU" altLang="en-US"/>
          </a:p>
        </p:txBody>
      </p:sp>
      <p:grpSp>
        <p:nvGrpSpPr>
          <p:cNvPr id="94211" name="Group 89">
            <a:extLst>
              <a:ext uri="{FF2B5EF4-FFF2-40B4-BE49-F238E27FC236}">
                <a16:creationId xmlns:a16="http://schemas.microsoft.com/office/drawing/2014/main" id="{50C5239B-8E99-D611-FE02-60DD0139D4E1}"/>
              </a:ext>
            </a:extLst>
          </p:cNvPr>
          <p:cNvGrpSpPr>
            <a:grpSpLocks/>
          </p:cNvGrpSpPr>
          <p:nvPr/>
        </p:nvGrpSpPr>
        <p:grpSpPr bwMode="auto">
          <a:xfrm>
            <a:off x="1847851" y="1484313"/>
            <a:ext cx="8150225" cy="3860800"/>
            <a:chOff x="165100" y="1643063"/>
            <a:chExt cx="8223250" cy="4272137"/>
          </a:xfrm>
        </p:grpSpPr>
        <p:sp>
          <p:nvSpPr>
            <p:cNvPr id="77827" name="Rectangle 5">
              <a:extLst>
                <a:ext uri="{FF2B5EF4-FFF2-40B4-BE49-F238E27FC236}">
                  <a16:creationId xmlns:a16="http://schemas.microsoft.com/office/drawing/2014/main" id="{2EBFECE8-2C8F-42D6-9BB0-88F82D248E8C}"/>
                </a:ext>
              </a:extLst>
            </p:cNvPr>
            <p:cNvSpPr>
              <a:spLocks noChangeArrowheads="1"/>
            </p:cNvSpPr>
            <p:nvPr/>
          </p:nvSpPr>
          <p:spPr bwMode="auto">
            <a:xfrm>
              <a:off x="962758" y="1773054"/>
              <a:ext cx="937009" cy="1800551"/>
            </a:xfrm>
            <a:prstGeom prst="rect">
              <a:avLst/>
            </a:prstGeom>
            <a:solidFill>
              <a:schemeClr val="accent1">
                <a:lumMod val="20000"/>
                <a:lumOff val="80000"/>
              </a:schemeClr>
            </a:solidFill>
            <a:ln w="22225">
              <a:solidFill>
                <a:schemeClr val="tx1"/>
              </a:solidFill>
              <a:miter lim="800000"/>
              <a:headEnd/>
              <a:tailEnd/>
            </a:ln>
          </p:spPr>
          <p:txBody>
            <a:bodyPr wrap="none"/>
            <a:lstStyle/>
            <a:p>
              <a:pPr eaLnBrk="1" hangingPunct="1">
                <a:defRPr/>
              </a:pPr>
              <a:r>
                <a:rPr lang="en-US" sz="1200"/>
                <a:t>DC</a:t>
              </a:r>
            </a:p>
          </p:txBody>
        </p:sp>
        <p:sp>
          <p:nvSpPr>
            <p:cNvPr id="81925" name="Rectangle 6">
              <a:extLst>
                <a:ext uri="{FF2B5EF4-FFF2-40B4-BE49-F238E27FC236}">
                  <a16:creationId xmlns:a16="http://schemas.microsoft.com/office/drawing/2014/main" id="{7B27B5FA-8BF5-4B09-85D9-07E87D47B1D8}"/>
                </a:ext>
              </a:extLst>
            </p:cNvPr>
            <p:cNvSpPr>
              <a:spLocks noChangeArrowheads="1"/>
            </p:cNvSpPr>
            <p:nvPr/>
          </p:nvSpPr>
          <p:spPr bwMode="auto">
            <a:xfrm>
              <a:off x="2700629" y="1773054"/>
              <a:ext cx="5687721" cy="1656507"/>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en-US" sz="1200"/>
            </a:p>
          </p:txBody>
        </p:sp>
        <p:sp>
          <p:nvSpPr>
            <p:cNvPr id="94214" name="Line 7">
              <a:extLst>
                <a:ext uri="{FF2B5EF4-FFF2-40B4-BE49-F238E27FC236}">
                  <a16:creationId xmlns:a16="http://schemas.microsoft.com/office/drawing/2014/main" id="{FF6B1206-9EB3-05B9-3F24-7A7A44636D92}"/>
                </a:ext>
              </a:extLst>
            </p:cNvPr>
            <p:cNvSpPr>
              <a:spLocks noChangeShapeType="1"/>
            </p:cNvSpPr>
            <p:nvPr/>
          </p:nvSpPr>
          <p:spPr bwMode="auto">
            <a:xfrm>
              <a:off x="5551488" y="1773238"/>
              <a:ext cx="0" cy="165576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15" name="Line 10">
              <a:extLst>
                <a:ext uri="{FF2B5EF4-FFF2-40B4-BE49-F238E27FC236}">
                  <a16:creationId xmlns:a16="http://schemas.microsoft.com/office/drawing/2014/main" id="{E6904BDB-4E5F-49FE-376B-0A4E2E6651D2}"/>
                </a:ext>
              </a:extLst>
            </p:cNvPr>
            <p:cNvSpPr>
              <a:spLocks noChangeShapeType="1"/>
            </p:cNvSpPr>
            <p:nvPr/>
          </p:nvSpPr>
          <p:spPr bwMode="auto">
            <a:xfrm>
              <a:off x="4110038" y="1774825"/>
              <a:ext cx="0" cy="165576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16" name="Line 11">
              <a:extLst>
                <a:ext uri="{FF2B5EF4-FFF2-40B4-BE49-F238E27FC236}">
                  <a16:creationId xmlns:a16="http://schemas.microsoft.com/office/drawing/2014/main" id="{BCC2049C-ADD4-7067-5BA0-4AD85EC55787}"/>
                </a:ext>
              </a:extLst>
            </p:cNvPr>
            <p:cNvSpPr>
              <a:spLocks noChangeShapeType="1"/>
            </p:cNvSpPr>
            <p:nvPr/>
          </p:nvSpPr>
          <p:spPr bwMode="auto">
            <a:xfrm>
              <a:off x="3389313" y="1787525"/>
              <a:ext cx="0" cy="165576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17" name="Line 13">
              <a:extLst>
                <a:ext uri="{FF2B5EF4-FFF2-40B4-BE49-F238E27FC236}">
                  <a16:creationId xmlns:a16="http://schemas.microsoft.com/office/drawing/2014/main" id="{29F37413-8C85-EE2C-D000-7169D31E8F9A}"/>
                </a:ext>
              </a:extLst>
            </p:cNvPr>
            <p:cNvSpPr>
              <a:spLocks noChangeShapeType="1"/>
            </p:cNvSpPr>
            <p:nvPr/>
          </p:nvSpPr>
          <p:spPr bwMode="auto">
            <a:xfrm>
              <a:off x="4816475" y="1787525"/>
              <a:ext cx="0" cy="165576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18" name="Line 14">
              <a:extLst>
                <a:ext uri="{FF2B5EF4-FFF2-40B4-BE49-F238E27FC236}">
                  <a16:creationId xmlns:a16="http://schemas.microsoft.com/office/drawing/2014/main" id="{20CFAE07-7DC4-8BB5-EAB9-B935FFC4E58E}"/>
                </a:ext>
              </a:extLst>
            </p:cNvPr>
            <p:cNvSpPr>
              <a:spLocks noChangeShapeType="1"/>
            </p:cNvSpPr>
            <p:nvPr/>
          </p:nvSpPr>
          <p:spPr bwMode="auto">
            <a:xfrm>
              <a:off x="6950075" y="1771650"/>
              <a:ext cx="0" cy="165576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19" name="Line 15">
              <a:extLst>
                <a:ext uri="{FF2B5EF4-FFF2-40B4-BE49-F238E27FC236}">
                  <a16:creationId xmlns:a16="http://schemas.microsoft.com/office/drawing/2014/main" id="{EE0A0322-0F72-2B1C-CED4-D9D0CCF55CF4}"/>
                </a:ext>
              </a:extLst>
            </p:cNvPr>
            <p:cNvSpPr>
              <a:spLocks noChangeShapeType="1"/>
            </p:cNvSpPr>
            <p:nvPr/>
          </p:nvSpPr>
          <p:spPr bwMode="auto">
            <a:xfrm>
              <a:off x="6230938" y="1771650"/>
              <a:ext cx="0" cy="165576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20" name="Line 16">
              <a:extLst>
                <a:ext uri="{FF2B5EF4-FFF2-40B4-BE49-F238E27FC236}">
                  <a16:creationId xmlns:a16="http://schemas.microsoft.com/office/drawing/2014/main" id="{6FE0A369-C165-0092-BAA7-94064C0670DC}"/>
                </a:ext>
              </a:extLst>
            </p:cNvPr>
            <p:cNvSpPr>
              <a:spLocks noChangeShapeType="1"/>
            </p:cNvSpPr>
            <p:nvPr/>
          </p:nvSpPr>
          <p:spPr bwMode="auto">
            <a:xfrm>
              <a:off x="7685088" y="1770063"/>
              <a:ext cx="0" cy="165576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3" name="Rectangle 18">
              <a:extLst>
                <a:ext uri="{FF2B5EF4-FFF2-40B4-BE49-F238E27FC236}">
                  <a16:creationId xmlns:a16="http://schemas.microsoft.com/office/drawing/2014/main" id="{C75F6F2C-1EA4-424C-8E68-71AFB9D129FC}"/>
                </a:ext>
              </a:extLst>
            </p:cNvPr>
            <p:cNvSpPr>
              <a:spLocks noChangeArrowheads="1"/>
            </p:cNvSpPr>
            <p:nvPr/>
          </p:nvSpPr>
          <p:spPr bwMode="auto">
            <a:xfrm>
              <a:off x="2700629" y="3875746"/>
              <a:ext cx="5687721" cy="1282344"/>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en-US" sz="1200"/>
            </a:p>
          </p:txBody>
        </p:sp>
        <p:sp>
          <p:nvSpPr>
            <p:cNvPr id="94222" name="Line 19">
              <a:extLst>
                <a:ext uri="{FF2B5EF4-FFF2-40B4-BE49-F238E27FC236}">
                  <a16:creationId xmlns:a16="http://schemas.microsoft.com/office/drawing/2014/main" id="{DA3612D1-79E6-1476-1CEC-FDC1C6F12A02}"/>
                </a:ext>
              </a:extLst>
            </p:cNvPr>
            <p:cNvSpPr>
              <a:spLocks noChangeShapeType="1"/>
            </p:cNvSpPr>
            <p:nvPr/>
          </p:nvSpPr>
          <p:spPr bwMode="auto">
            <a:xfrm>
              <a:off x="5551488" y="3860800"/>
              <a:ext cx="0" cy="12954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23" name="Line 20">
              <a:extLst>
                <a:ext uri="{FF2B5EF4-FFF2-40B4-BE49-F238E27FC236}">
                  <a16:creationId xmlns:a16="http://schemas.microsoft.com/office/drawing/2014/main" id="{CCF4ADA9-30E9-2738-5134-2F2AB2ED1ED5}"/>
                </a:ext>
              </a:extLst>
            </p:cNvPr>
            <p:cNvSpPr>
              <a:spLocks noChangeShapeType="1"/>
            </p:cNvSpPr>
            <p:nvPr/>
          </p:nvSpPr>
          <p:spPr bwMode="auto">
            <a:xfrm>
              <a:off x="4110038" y="3876675"/>
              <a:ext cx="0" cy="12954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24" name="Line 21">
              <a:extLst>
                <a:ext uri="{FF2B5EF4-FFF2-40B4-BE49-F238E27FC236}">
                  <a16:creationId xmlns:a16="http://schemas.microsoft.com/office/drawing/2014/main" id="{0F680219-B6B9-6F9E-735E-AD4289349D87}"/>
                </a:ext>
              </a:extLst>
            </p:cNvPr>
            <p:cNvSpPr>
              <a:spLocks noChangeShapeType="1"/>
            </p:cNvSpPr>
            <p:nvPr/>
          </p:nvSpPr>
          <p:spPr bwMode="auto">
            <a:xfrm>
              <a:off x="3389313" y="3889375"/>
              <a:ext cx="0" cy="12588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25" name="Line 22">
              <a:extLst>
                <a:ext uri="{FF2B5EF4-FFF2-40B4-BE49-F238E27FC236}">
                  <a16:creationId xmlns:a16="http://schemas.microsoft.com/office/drawing/2014/main" id="{E1F05C2D-B39B-D656-1F0E-5C29E1C64F35}"/>
                </a:ext>
              </a:extLst>
            </p:cNvPr>
            <p:cNvSpPr>
              <a:spLocks noChangeShapeType="1"/>
            </p:cNvSpPr>
            <p:nvPr/>
          </p:nvSpPr>
          <p:spPr bwMode="auto">
            <a:xfrm>
              <a:off x="4816475" y="3889375"/>
              <a:ext cx="0" cy="12588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26" name="Line 23">
              <a:extLst>
                <a:ext uri="{FF2B5EF4-FFF2-40B4-BE49-F238E27FC236}">
                  <a16:creationId xmlns:a16="http://schemas.microsoft.com/office/drawing/2014/main" id="{C315E05A-F691-2DDA-EC55-4B891000EF71}"/>
                </a:ext>
              </a:extLst>
            </p:cNvPr>
            <p:cNvSpPr>
              <a:spLocks noChangeShapeType="1"/>
            </p:cNvSpPr>
            <p:nvPr/>
          </p:nvSpPr>
          <p:spPr bwMode="auto">
            <a:xfrm>
              <a:off x="6950075" y="3873500"/>
              <a:ext cx="0" cy="128111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27" name="Line 24">
              <a:extLst>
                <a:ext uri="{FF2B5EF4-FFF2-40B4-BE49-F238E27FC236}">
                  <a16:creationId xmlns:a16="http://schemas.microsoft.com/office/drawing/2014/main" id="{0B177E6B-EB40-DB2B-BE68-2937439BD235}"/>
                </a:ext>
              </a:extLst>
            </p:cNvPr>
            <p:cNvSpPr>
              <a:spLocks noChangeShapeType="1"/>
            </p:cNvSpPr>
            <p:nvPr/>
          </p:nvSpPr>
          <p:spPr bwMode="auto">
            <a:xfrm>
              <a:off x="6227763" y="3860800"/>
              <a:ext cx="3175" cy="128111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28" name="Line 25">
              <a:extLst>
                <a:ext uri="{FF2B5EF4-FFF2-40B4-BE49-F238E27FC236}">
                  <a16:creationId xmlns:a16="http://schemas.microsoft.com/office/drawing/2014/main" id="{063F4E4E-B8CA-0021-DA43-2B2A97C821E8}"/>
                </a:ext>
              </a:extLst>
            </p:cNvPr>
            <p:cNvSpPr>
              <a:spLocks noChangeShapeType="1"/>
            </p:cNvSpPr>
            <p:nvPr/>
          </p:nvSpPr>
          <p:spPr bwMode="auto">
            <a:xfrm>
              <a:off x="7685088" y="3871913"/>
              <a:ext cx="0" cy="12811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29" name="Text Box 26">
              <a:extLst>
                <a:ext uri="{FF2B5EF4-FFF2-40B4-BE49-F238E27FC236}">
                  <a16:creationId xmlns:a16="http://schemas.microsoft.com/office/drawing/2014/main" id="{1463ED0B-64CF-7262-E07E-D760BFFF43ED}"/>
                </a:ext>
              </a:extLst>
            </p:cNvPr>
            <p:cNvSpPr txBox="1">
              <a:spLocks noChangeArrowheads="1"/>
            </p:cNvSpPr>
            <p:nvPr/>
          </p:nvSpPr>
          <p:spPr bwMode="auto">
            <a:xfrm>
              <a:off x="2700338" y="2060575"/>
              <a:ext cx="647700"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Matrix</a:t>
              </a:r>
            </a:p>
            <a:p>
              <a:pPr eaLnBrk="1" hangingPunct="1"/>
              <a:r>
                <a:rPr lang="en-US" altLang="en-US" sz="1100"/>
                <a:t>512x64</a:t>
              </a:r>
              <a:endParaRPr lang="ru-RU" altLang="en-US" sz="1100"/>
            </a:p>
          </p:txBody>
        </p:sp>
        <p:sp>
          <p:nvSpPr>
            <p:cNvPr id="94230" name="Text Box 27">
              <a:extLst>
                <a:ext uri="{FF2B5EF4-FFF2-40B4-BE49-F238E27FC236}">
                  <a16:creationId xmlns:a16="http://schemas.microsoft.com/office/drawing/2014/main" id="{13CCE580-6C81-5001-E96C-D29E345DF0F0}"/>
                </a:ext>
              </a:extLst>
            </p:cNvPr>
            <p:cNvSpPr txBox="1">
              <a:spLocks noChangeArrowheads="1"/>
            </p:cNvSpPr>
            <p:nvPr/>
          </p:nvSpPr>
          <p:spPr bwMode="auto">
            <a:xfrm>
              <a:off x="3419475" y="2060575"/>
              <a:ext cx="647700"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Matrix</a:t>
              </a:r>
            </a:p>
            <a:p>
              <a:pPr eaLnBrk="1" hangingPunct="1"/>
              <a:r>
                <a:rPr lang="en-US" altLang="en-US" sz="1100"/>
                <a:t>512x64</a:t>
              </a:r>
              <a:endParaRPr lang="ru-RU" altLang="en-US" sz="1100"/>
            </a:p>
          </p:txBody>
        </p:sp>
        <p:sp>
          <p:nvSpPr>
            <p:cNvPr id="94231" name="Text Box 34">
              <a:extLst>
                <a:ext uri="{FF2B5EF4-FFF2-40B4-BE49-F238E27FC236}">
                  <a16:creationId xmlns:a16="http://schemas.microsoft.com/office/drawing/2014/main" id="{01C1D2F7-4BCE-113A-B1EE-2A84CA4102D3}"/>
                </a:ext>
              </a:extLst>
            </p:cNvPr>
            <p:cNvSpPr txBox="1">
              <a:spLocks noChangeArrowheads="1"/>
            </p:cNvSpPr>
            <p:nvPr/>
          </p:nvSpPr>
          <p:spPr bwMode="auto">
            <a:xfrm>
              <a:off x="4111625" y="2060575"/>
              <a:ext cx="647700"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Matrix</a:t>
              </a:r>
            </a:p>
            <a:p>
              <a:pPr eaLnBrk="1" hangingPunct="1"/>
              <a:r>
                <a:rPr lang="en-US" altLang="en-US" sz="1100"/>
                <a:t>512x64</a:t>
              </a:r>
              <a:endParaRPr lang="ru-RU" altLang="en-US" sz="1100"/>
            </a:p>
          </p:txBody>
        </p:sp>
        <p:sp>
          <p:nvSpPr>
            <p:cNvPr id="94232" name="Text Box 35">
              <a:extLst>
                <a:ext uri="{FF2B5EF4-FFF2-40B4-BE49-F238E27FC236}">
                  <a16:creationId xmlns:a16="http://schemas.microsoft.com/office/drawing/2014/main" id="{5B97E8D1-A436-438F-2CB9-124494420AA6}"/>
                </a:ext>
              </a:extLst>
            </p:cNvPr>
            <p:cNvSpPr txBox="1">
              <a:spLocks noChangeArrowheads="1"/>
            </p:cNvSpPr>
            <p:nvPr/>
          </p:nvSpPr>
          <p:spPr bwMode="auto">
            <a:xfrm>
              <a:off x="4832350" y="2073275"/>
              <a:ext cx="647700"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Matrix</a:t>
              </a:r>
            </a:p>
            <a:p>
              <a:pPr eaLnBrk="1" hangingPunct="1"/>
              <a:r>
                <a:rPr lang="en-US" altLang="en-US" sz="1100"/>
                <a:t>512x64</a:t>
              </a:r>
              <a:endParaRPr lang="ru-RU" altLang="en-US" sz="1100"/>
            </a:p>
          </p:txBody>
        </p:sp>
        <p:sp>
          <p:nvSpPr>
            <p:cNvPr id="94233" name="Text Box 36">
              <a:extLst>
                <a:ext uri="{FF2B5EF4-FFF2-40B4-BE49-F238E27FC236}">
                  <a16:creationId xmlns:a16="http://schemas.microsoft.com/office/drawing/2014/main" id="{0378495E-F543-C255-50C5-F96E93B92552}"/>
                </a:ext>
              </a:extLst>
            </p:cNvPr>
            <p:cNvSpPr txBox="1">
              <a:spLocks noChangeArrowheads="1"/>
            </p:cNvSpPr>
            <p:nvPr/>
          </p:nvSpPr>
          <p:spPr bwMode="auto">
            <a:xfrm>
              <a:off x="5524500" y="2073275"/>
              <a:ext cx="647700"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Matrix</a:t>
              </a:r>
            </a:p>
            <a:p>
              <a:pPr eaLnBrk="1" hangingPunct="1"/>
              <a:r>
                <a:rPr lang="en-US" altLang="en-US" sz="1100"/>
                <a:t>512x64</a:t>
              </a:r>
              <a:endParaRPr lang="ru-RU" altLang="en-US" sz="1100"/>
            </a:p>
          </p:txBody>
        </p:sp>
        <p:sp>
          <p:nvSpPr>
            <p:cNvPr id="94234" name="Text Box 37">
              <a:extLst>
                <a:ext uri="{FF2B5EF4-FFF2-40B4-BE49-F238E27FC236}">
                  <a16:creationId xmlns:a16="http://schemas.microsoft.com/office/drawing/2014/main" id="{FCD62DC8-C1CD-2154-AD9B-D95E6470F72E}"/>
                </a:ext>
              </a:extLst>
            </p:cNvPr>
            <p:cNvSpPr txBox="1">
              <a:spLocks noChangeArrowheads="1"/>
            </p:cNvSpPr>
            <p:nvPr/>
          </p:nvSpPr>
          <p:spPr bwMode="auto">
            <a:xfrm>
              <a:off x="6230938" y="2100263"/>
              <a:ext cx="647700"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Matrix</a:t>
              </a:r>
            </a:p>
            <a:p>
              <a:pPr eaLnBrk="1" hangingPunct="1"/>
              <a:r>
                <a:rPr lang="en-US" altLang="en-US" sz="1100"/>
                <a:t>512x64</a:t>
              </a:r>
              <a:endParaRPr lang="ru-RU" altLang="en-US" sz="1100"/>
            </a:p>
          </p:txBody>
        </p:sp>
        <p:sp>
          <p:nvSpPr>
            <p:cNvPr id="94235" name="Text Box 38">
              <a:extLst>
                <a:ext uri="{FF2B5EF4-FFF2-40B4-BE49-F238E27FC236}">
                  <a16:creationId xmlns:a16="http://schemas.microsoft.com/office/drawing/2014/main" id="{076C0FE3-1705-DDDB-7812-05670B5BAEF7}"/>
                </a:ext>
              </a:extLst>
            </p:cNvPr>
            <p:cNvSpPr txBox="1">
              <a:spLocks noChangeArrowheads="1"/>
            </p:cNvSpPr>
            <p:nvPr/>
          </p:nvSpPr>
          <p:spPr bwMode="auto">
            <a:xfrm>
              <a:off x="6965950" y="2100263"/>
              <a:ext cx="647700"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Matrix</a:t>
              </a:r>
            </a:p>
            <a:p>
              <a:pPr eaLnBrk="1" hangingPunct="1"/>
              <a:r>
                <a:rPr lang="en-US" altLang="en-US" sz="1100"/>
                <a:t>512x64</a:t>
              </a:r>
              <a:endParaRPr lang="ru-RU" altLang="en-US" sz="1100"/>
            </a:p>
          </p:txBody>
        </p:sp>
        <p:sp>
          <p:nvSpPr>
            <p:cNvPr id="94236" name="Text Box 39">
              <a:extLst>
                <a:ext uri="{FF2B5EF4-FFF2-40B4-BE49-F238E27FC236}">
                  <a16:creationId xmlns:a16="http://schemas.microsoft.com/office/drawing/2014/main" id="{F5F55CD4-A6ED-827B-A1D5-9DEE418A3BF0}"/>
                </a:ext>
              </a:extLst>
            </p:cNvPr>
            <p:cNvSpPr txBox="1">
              <a:spLocks noChangeArrowheads="1"/>
            </p:cNvSpPr>
            <p:nvPr/>
          </p:nvSpPr>
          <p:spPr bwMode="auto">
            <a:xfrm>
              <a:off x="7699375" y="2085975"/>
              <a:ext cx="647700"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100"/>
                <a:t>Matrix</a:t>
              </a:r>
            </a:p>
            <a:p>
              <a:pPr eaLnBrk="1" hangingPunct="1"/>
              <a:r>
                <a:rPr lang="en-US" altLang="en-US" sz="1100"/>
                <a:t>512x64</a:t>
              </a:r>
              <a:endParaRPr lang="ru-RU" altLang="en-US" sz="1100"/>
            </a:p>
          </p:txBody>
        </p:sp>
        <p:sp>
          <p:nvSpPr>
            <p:cNvPr id="94237" name="AutoShape 40">
              <a:extLst>
                <a:ext uri="{FF2B5EF4-FFF2-40B4-BE49-F238E27FC236}">
                  <a16:creationId xmlns:a16="http://schemas.microsoft.com/office/drawing/2014/main" id="{674AD55E-FF75-DA58-EFE8-523D0ACB3C4B}"/>
                </a:ext>
              </a:extLst>
            </p:cNvPr>
            <p:cNvSpPr>
              <a:spLocks noChangeArrowheads="1"/>
            </p:cNvSpPr>
            <p:nvPr/>
          </p:nvSpPr>
          <p:spPr bwMode="auto">
            <a:xfrm>
              <a:off x="2959100" y="3429000"/>
              <a:ext cx="215900" cy="431800"/>
            </a:xfrm>
            <a:prstGeom prst="downArrow">
              <a:avLst>
                <a:gd name="adj1" fmla="val 50000"/>
                <a:gd name="adj2" fmla="val 50000"/>
              </a:avLst>
            </a:prstGeom>
            <a:solidFill>
              <a:schemeClr val="accent1"/>
            </a:solidFill>
            <a:ln w="22225">
              <a:solidFill>
                <a:schemeClr val="tx1"/>
              </a:solidFill>
              <a:miter lim="800000"/>
              <a:headEnd/>
              <a:tailEnd/>
            </a:ln>
          </p:spPr>
          <p:txBody>
            <a:bodyPr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94238" name="AutoShape 41">
              <a:extLst>
                <a:ext uri="{FF2B5EF4-FFF2-40B4-BE49-F238E27FC236}">
                  <a16:creationId xmlns:a16="http://schemas.microsoft.com/office/drawing/2014/main" id="{5348F3F0-A174-EE85-F142-5C97935B004E}"/>
                </a:ext>
              </a:extLst>
            </p:cNvPr>
            <p:cNvSpPr>
              <a:spLocks noChangeArrowheads="1"/>
            </p:cNvSpPr>
            <p:nvPr/>
          </p:nvSpPr>
          <p:spPr bwMode="auto">
            <a:xfrm>
              <a:off x="3611563" y="3429000"/>
              <a:ext cx="215900" cy="431800"/>
            </a:xfrm>
            <a:prstGeom prst="downArrow">
              <a:avLst>
                <a:gd name="adj1" fmla="val 50000"/>
                <a:gd name="adj2" fmla="val 50000"/>
              </a:avLst>
            </a:prstGeom>
            <a:solidFill>
              <a:schemeClr val="accent1"/>
            </a:solidFill>
            <a:ln w="22225">
              <a:solidFill>
                <a:schemeClr val="tx1"/>
              </a:solidFill>
              <a:miter lim="800000"/>
              <a:headEnd/>
              <a:tailEnd/>
            </a:ln>
          </p:spPr>
          <p:txBody>
            <a:bodyPr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94239" name="AutoShape 42">
              <a:extLst>
                <a:ext uri="{FF2B5EF4-FFF2-40B4-BE49-F238E27FC236}">
                  <a16:creationId xmlns:a16="http://schemas.microsoft.com/office/drawing/2014/main" id="{B3E19865-E55C-5795-C207-37C93519F1CF}"/>
                </a:ext>
              </a:extLst>
            </p:cNvPr>
            <p:cNvSpPr>
              <a:spLocks noChangeArrowheads="1"/>
            </p:cNvSpPr>
            <p:nvPr/>
          </p:nvSpPr>
          <p:spPr bwMode="auto">
            <a:xfrm>
              <a:off x="4330700" y="3429000"/>
              <a:ext cx="215900" cy="431800"/>
            </a:xfrm>
            <a:prstGeom prst="downArrow">
              <a:avLst>
                <a:gd name="adj1" fmla="val 50000"/>
                <a:gd name="adj2" fmla="val 50000"/>
              </a:avLst>
            </a:prstGeom>
            <a:solidFill>
              <a:schemeClr val="accent1"/>
            </a:solidFill>
            <a:ln w="22225">
              <a:solidFill>
                <a:schemeClr val="tx1"/>
              </a:solidFill>
              <a:miter lim="800000"/>
              <a:headEnd/>
              <a:tailEnd/>
            </a:ln>
          </p:spPr>
          <p:txBody>
            <a:bodyPr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94240" name="AutoShape 43">
              <a:extLst>
                <a:ext uri="{FF2B5EF4-FFF2-40B4-BE49-F238E27FC236}">
                  <a16:creationId xmlns:a16="http://schemas.microsoft.com/office/drawing/2014/main" id="{C4D0EC3D-B8D1-7D60-A619-5B3FE9F943B3}"/>
                </a:ext>
              </a:extLst>
            </p:cNvPr>
            <p:cNvSpPr>
              <a:spLocks noChangeArrowheads="1"/>
            </p:cNvSpPr>
            <p:nvPr/>
          </p:nvSpPr>
          <p:spPr bwMode="auto">
            <a:xfrm>
              <a:off x="5005388" y="3429000"/>
              <a:ext cx="215900" cy="431800"/>
            </a:xfrm>
            <a:prstGeom prst="downArrow">
              <a:avLst>
                <a:gd name="adj1" fmla="val 50000"/>
                <a:gd name="adj2" fmla="val 50000"/>
              </a:avLst>
            </a:prstGeom>
            <a:solidFill>
              <a:schemeClr val="accent1"/>
            </a:solidFill>
            <a:ln w="22225">
              <a:solidFill>
                <a:schemeClr val="tx1"/>
              </a:solidFill>
              <a:miter lim="800000"/>
              <a:headEnd/>
              <a:tailEnd/>
            </a:ln>
          </p:spPr>
          <p:txBody>
            <a:bodyPr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94241" name="AutoShape 44">
              <a:extLst>
                <a:ext uri="{FF2B5EF4-FFF2-40B4-BE49-F238E27FC236}">
                  <a16:creationId xmlns:a16="http://schemas.microsoft.com/office/drawing/2014/main" id="{2F4E36C1-17DD-EBA7-A6D6-32E238C8AF2B}"/>
                </a:ext>
              </a:extLst>
            </p:cNvPr>
            <p:cNvSpPr>
              <a:spLocks noChangeArrowheads="1"/>
            </p:cNvSpPr>
            <p:nvPr/>
          </p:nvSpPr>
          <p:spPr bwMode="auto">
            <a:xfrm>
              <a:off x="5724525" y="3429000"/>
              <a:ext cx="215900" cy="431800"/>
            </a:xfrm>
            <a:prstGeom prst="downArrow">
              <a:avLst>
                <a:gd name="adj1" fmla="val 50000"/>
                <a:gd name="adj2" fmla="val 50000"/>
              </a:avLst>
            </a:prstGeom>
            <a:solidFill>
              <a:schemeClr val="accent1"/>
            </a:solidFill>
            <a:ln w="22225">
              <a:solidFill>
                <a:schemeClr val="tx1"/>
              </a:solidFill>
              <a:miter lim="800000"/>
              <a:headEnd/>
              <a:tailEnd/>
            </a:ln>
          </p:spPr>
          <p:txBody>
            <a:bodyPr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94242" name="AutoShape 45">
              <a:extLst>
                <a:ext uri="{FF2B5EF4-FFF2-40B4-BE49-F238E27FC236}">
                  <a16:creationId xmlns:a16="http://schemas.microsoft.com/office/drawing/2014/main" id="{A82859D2-946A-D914-CACB-11F352C9FE81}"/>
                </a:ext>
              </a:extLst>
            </p:cNvPr>
            <p:cNvSpPr>
              <a:spLocks noChangeArrowheads="1"/>
            </p:cNvSpPr>
            <p:nvPr/>
          </p:nvSpPr>
          <p:spPr bwMode="auto">
            <a:xfrm>
              <a:off x="6500813" y="3441700"/>
              <a:ext cx="215900" cy="431800"/>
            </a:xfrm>
            <a:prstGeom prst="downArrow">
              <a:avLst>
                <a:gd name="adj1" fmla="val 50000"/>
                <a:gd name="adj2" fmla="val 50000"/>
              </a:avLst>
            </a:prstGeom>
            <a:solidFill>
              <a:schemeClr val="accent1"/>
            </a:solidFill>
            <a:ln w="22225">
              <a:solidFill>
                <a:schemeClr val="tx1"/>
              </a:solidFill>
              <a:miter lim="800000"/>
              <a:headEnd/>
              <a:tailEnd/>
            </a:ln>
          </p:spPr>
          <p:txBody>
            <a:bodyPr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94243" name="AutoShape 46">
              <a:extLst>
                <a:ext uri="{FF2B5EF4-FFF2-40B4-BE49-F238E27FC236}">
                  <a16:creationId xmlns:a16="http://schemas.microsoft.com/office/drawing/2014/main" id="{901B932A-167B-110F-9628-DC992BC2F101}"/>
                </a:ext>
              </a:extLst>
            </p:cNvPr>
            <p:cNvSpPr>
              <a:spLocks noChangeArrowheads="1"/>
            </p:cNvSpPr>
            <p:nvPr/>
          </p:nvSpPr>
          <p:spPr bwMode="auto">
            <a:xfrm>
              <a:off x="7219950" y="3441700"/>
              <a:ext cx="215900" cy="431800"/>
            </a:xfrm>
            <a:prstGeom prst="downArrow">
              <a:avLst>
                <a:gd name="adj1" fmla="val 50000"/>
                <a:gd name="adj2" fmla="val 50000"/>
              </a:avLst>
            </a:prstGeom>
            <a:solidFill>
              <a:schemeClr val="accent1"/>
            </a:solidFill>
            <a:ln w="22225">
              <a:solidFill>
                <a:schemeClr val="tx1"/>
              </a:solidFill>
              <a:miter lim="800000"/>
              <a:headEnd/>
              <a:tailEnd/>
            </a:ln>
          </p:spPr>
          <p:txBody>
            <a:bodyPr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94244" name="AutoShape 47">
              <a:extLst>
                <a:ext uri="{FF2B5EF4-FFF2-40B4-BE49-F238E27FC236}">
                  <a16:creationId xmlns:a16="http://schemas.microsoft.com/office/drawing/2014/main" id="{E7D444A4-229F-655D-213C-63BB2628B132}"/>
                </a:ext>
              </a:extLst>
            </p:cNvPr>
            <p:cNvSpPr>
              <a:spLocks noChangeArrowheads="1"/>
            </p:cNvSpPr>
            <p:nvPr/>
          </p:nvSpPr>
          <p:spPr bwMode="auto">
            <a:xfrm>
              <a:off x="7885113" y="3429000"/>
              <a:ext cx="215900" cy="431800"/>
            </a:xfrm>
            <a:prstGeom prst="downArrow">
              <a:avLst>
                <a:gd name="adj1" fmla="val 50000"/>
                <a:gd name="adj2" fmla="val 50000"/>
              </a:avLst>
            </a:prstGeom>
            <a:solidFill>
              <a:schemeClr val="accent1"/>
            </a:solidFill>
            <a:ln w="22225">
              <a:solidFill>
                <a:schemeClr val="tx1"/>
              </a:solidFill>
              <a:miter lim="800000"/>
              <a:headEnd/>
              <a:tailEnd/>
            </a:ln>
          </p:spPr>
          <p:txBody>
            <a:bodyPr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94245" name="Line 48">
              <a:extLst>
                <a:ext uri="{FF2B5EF4-FFF2-40B4-BE49-F238E27FC236}">
                  <a16:creationId xmlns:a16="http://schemas.microsoft.com/office/drawing/2014/main" id="{3682DC71-1367-E389-5E47-F024FCCFCE8E}"/>
                </a:ext>
              </a:extLst>
            </p:cNvPr>
            <p:cNvSpPr>
              <a:spLocks noChangeShapeType="1"/>
            </p:cNvSpPr>
            <p:nvPr/>
          </p:nvSpPr>
          <p:spPr bwMode="auto">
            <a:xfrm>
              <a:off x="1908175" y="1916113"/>
              <a:ext cx="7921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46" name="Line 49">
              <a:extLst>
                <a:ext uri="{FF2B5EF4-FFF2-40B4-BE49-F238E27FC236}">
                  <a16:creationId xmlns:a16="http://schemas.microsoft.com/office/drawing/2014/main" id="{0E1E99BB-513C-7DB9-72E7-E228CF295A1A}"/>
                </a:ext>
              </a:extLst>
            </p:cNvPr>
            <p:cNvSpPr>
              <a:spLocks noChangeShapeType="1"/>
            </p:cNvSpPr>
            <p:nvPr/>
          </p:nvSpPr>
          <p:spPr bwMode="auto">
            <a:xfrm>
              <a:off x="1893888" y="2192338"/>
              <a:ext cx="7921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47" name="Line 50">
              <a:extLst>
                <a:ext uri="{FF2B5EF4-FFF2-40B4-BE49-F238E27FC236}">
                  <a16:creationId xmlns:a16="http://schemas.microsoft.com/office/drawing/2014/main" id="{61DEB361-41FF-D0FE-06C8-8359B02C23F6}"/>
                </a:ext>
              </a:extLst>
            </p:cNvPr>
            <p:cNvSpPr>
              <a:spLocks noChangeShapeType="1"/>
            </p:cNvSpPr>
            <p:nvPr/>
          </p:nvSpPr>
          <p:spPr bwMode="auto">
            <a:xfrm>
              <a:off x="1893888" y="3232150"/>
              <a:ext cx="7921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48" name="Line 51">
              <a:extLst>
                <a:ext uri="{FF2B5EF4-FFF2-40B4-BE49-F238E27FC236}">
                  <a16:creationId xmlns:a16="http://schemas.microsoft.com/office/drawing/2014/main" id="{8E5F2224-BF09-F0A1-0079-BAB7B9AE8F87}"/>
                </a:ext>
              </a:extLst>
            </p:cNvPr>
            <p:cNvSpPr>
              <a:spLocks noChangeShapeType="1"/>
            </p:cNvSpPr>
            <p:nvPr/>
          </p:nvSpPr>
          <p:spPr bwMode="auto">
            <a:xfrm>
              <a:off x="611188" y="1916113"/>
              <a:ext cx="3603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49" name="Line 52">
              <a:extLst>
                <a:ext uri="{FF2B5EF4-FFF2-40B4-BE49-F238E27FC236}">
                  <a16:creationId xmlns:a16="http://schemas.microsoft.com/office/drawing/2014/main" id="{0F2AFA38-46B2-E997-17F1-22E453095B4A}"/>
                </a:ext>
              </a:extLst>
            </p:cNvPr>
            <p:cNvSpPr>
              <a:spLocks noChangeShapeType="1"/>
            </p:cNvSpPr>
            <p:nvPr/>
          </p:nvSpPr>
          <p:spPr bwMode="auto">
            <a:xfrm>
              <a:off x="616519" y="2111375"/>
              <a:ext cx="3603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50" name="Line 53">
              <a:extLst>
                <a:ext uri="{FF2B5EF4-FFF2-40B4-BE49-F238E27FC236}">
                  <a16:creationId xmlns:a16="http://schemas.microsoft.com/office/drawing/2014/main" id="{CAD15B0B-A747-99A3-5536-E5AF1EEE7779}"/>
                </a:ext>
              </a:extLst>
            </p:cNvPr>
            <p:cNvSpPr>
              <a:spLocks noChangeShapeType="1"/>
            </p:cNvSpPr>
            <p:nvPr/>
          </p:nvSpPr>
          <p:spPr bwMode="auto">
            <a:xfrm>
              <a:off x="616519" y="2292350"/>
              <a:ext cx="3603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51" name="Line 54">
              <a:extLst>
                <a:ext uri="{FF2B5EF4-FFF2-40B4-BE49-F238E27FC236}">
                  <a16:creationId xmlns:a16="http://schemas.microsoft.com/office/drawing/2014/main" id="{A59F55F3-481C-99D1-4FB6-59123973CF68}"/>
                </a:ext>
              </a:extLst>
            </p:cNvPr>
            <p:cNvSpPr>
              <a:spLocks noChangeShapeType="1"/>
            </p:cNvSpPr>
            <p:nvPr/>
          </p:nvSpPr>
          <p:spPr bwMode="auto">
            <a:xfrm>
              <a:off x="616519" y="2500313"/>
              <a:ext cx="3603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52" name="Line 55">
              <a:extLst>
                <a:ext uri="{FF2B5EF4-FFF2-40B4-BE49-F238E27FC236}">
                  <a16:creationId xmlns:a16="http://schemas.microsoft.com/office/drawing/2014/main" id="{0B48A79C-555D-380A-1704-0CBF619AF093}"/>
                </a:ext>
              </a:extLst>
            </p:cNvPr>
            <p:cNvSpPr>
              <a:spLocks noChangeShapeType="1"/>
            </p:cNvSpPr>
            <p:nvPr/>
          </p:nvSpPr>
          <p:spPr bwMode="auto">
            <a:xfrm>
              <a:off x="611188" y="2693988"/>
              <a:ext cx="3603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53" name="Line 58">
              <a:extLst>
                <a:ext uri="{FF2B5EF4-FFF2-40B4-BE49-F238E27FC236}">
                  <a16:creationId xmlns:a16="http://schemas.microsoft.com/office/drawing/2014/main" id="{03A2400C-9B35-7A83-D93C-76C38D604718}"/>
                </a:ext>
              </a:extLst>
            </p:cNvPr>
            <p:cNvSpPr>
              <a:spLocks noChangeShapeType="1"/>
            </p:cNvSpPr>
            <p:nvPr/>
          </p:nvSpPr>
          <p:spPr bwMode="auto">
            <a:xfrm>
              <a:off x="611188" y="2887663"/>
              <a:ext cx="3603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54" name="Line 59">
              <a:extLst>
                <a:ext uri="{FF2B5EF4-FFF2-40B4-BE49-F238E27FC236}">
                  <a16:creationId xmlns:a16="http://schemas.microsoft.com/office/drawing/2014/main" id="{8CA804A2-85F8-4DA8-CCFE-758157E5E793}"/>
                </a:ext>
              </a:extLst>
            </p:cNvPr>
            <p:cNvSpPr>
              <a:spLocks noChangeShapeType="1"/>
            </p:cNvSpPr>
            <p:nvPr/>
          </p:nvSpPr>
          <p:spPr bwMode="auto">
            <a:xfrm>
              <a:off x="616519" y="3052763"/>
              <a:ext cx="3603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55" name="Line 60">
              <a:extLst>
                <a:ext uri="{FF2B5EF4-FFF2-40B4-BE49-F238E27FC236}">
                  <a16:creationId xmlns:a16="http://schemas.microsoft.com/office/drawing/2014/main" id="{70814ECF-2AEC-213B-10C0-234EC906E563}"/>
                </a:ext>
              </a:extLst>
            </p:cNvPr>
            <p:cNvSpPr>
              <a:spLocks noChangeShapeType="1"/>
            </p:cNvSpPr>
            <p:nvPr/>
          </p:nvSpPr>
          <p:spPr bwMode="auto">
            <a:xfrm>
              <a:off x="611188" y="3219450"/>
              <a:ext cx="3603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56" name="Line 61">
              <a:extLst>
                <a:ext uri="{FF2B5EF4-FFF2-40B4-BE49-F238E27FC236}">
                  <a16:creationId xmlns:a16="http://schemas.microsoft.com/office/drawing/2014/main" id="{0ECB4B8F-091B-E44A-8B2E-F1E90B9A1FB1}"/>
                </a:ext>
              </a:extLst>
            </p:cNvPr>
            <p:cNvSpPr>
              <a:spLocks noChangeShapeType="1"/>
            </p:cNvSpPr>
            <p:nvPr/>
          </p:nvSpPr>
          <p:spPr bwMode="auto">
            <a:xfrm>
              <a:off x="611188" y="3386138"/>
              <a:ext cx="3603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57" name="Line 62">
              <a:extLst>
                <a:ext uri="{FF2B5EF4-FFF2-40B4-BE49-F238E27FC236}">
                  <a16:creationId xmlns:a16="http://schemas.microsoft.com/office/drawing/2014/main" id="{8FF55E57-BFED-854F-1F4B-39E6714673B6}"/>
                </a:ext>
              </a:extLst>
            </p:cNvPr>
            <p:cNvSpPr>
              <a:spLocks noChangeShapeType="1"/>
            </p:cNvSpPr>
            <p:nvPr/>
          </p:nvSpPr>
          <p:spPr bwMode="auto">
            <a:xfrm>
              <a:off x="1893888" y="4148138"/>
              <a:ext cx="7921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58" name="Line 63">
              <a:extLst>
                <a:ext uri="{FF2B5EF4-FFF2-40B4-BE49-F238E27FC236}">
                  <a16:creationId xmlns:a16="http://schemas.microsoft.com/office/drawing/2014/main" id="{38D500A5-8F94-3DAA-65D8-D43ED86026DA}"/>
                </a:ext>
              </a:extLst>
            </p:cNvPr>
            <p:cNvSpPr>
              <a:spLocks noChangeShapeType="1"/>
            </p:cNvSpPr>
            <p:nvPr/>
          </p:nvSpPr>
          <p:spPr bwMode="auto">
            <a:xfrm>
              <a:off x="1893888" y="4313238"/>
              <a:ext cx="7921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59" name="Line 64">
              <a:extLst>
                <a:ext uri="{FF2B5EF4-FFF2-40B4-BE49-F238E27FC236}">
                  <a16:creationId xmlns:a16="http://schemas.microsoft.com/office/drawing/2014/main" id="{E5E06D56-9C9E-97BF-B4D4-8A520A8E57C2}"/>
                </a:ext>
              </a:extLst>
            </p:cNvPr>
            <p:cNvSpPr>
              <a:spLocks noChangeShapeType="1"/>
            </p:cNvSpPr>
            <p:nvPr/>
          </p:nvSpPr>
          <p:spPr bwMode="auto">
            <a:xfrm>
              <a:off x="1893888" y="4491038"/>
              <a:ext cx="7921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60" name="Line 65">
              <a:extLst>
                <a:ext uri="{FF2B5EF4-FFF2-40B4-BE49-F238E27FC236}">
                  <a16:creationId xmlns:a16="http://schemas.microsoft.com/office/drawing/2014/main" id="{7BDAEED1-D1E7-5A2D-5359-82DDF7CC0E7A}"/>
                </a:ext>
              </a:extLst>
            </p:cNvPr>
            <p:cNvSpPr>
              <a:spLocks noChangeShapeType="1"/>
            </p:cNvSpPr>
            <p:nvPr/>
          </p:nvSpPr>
          <p:spPr bwMode="auto">
            <a:xfrm>
              <a:off x="1893888" y="4670425"/>
              <a:ext cx="7921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61" name="Line 66">
              <a:extLst>
                <a:ext uri="{FF2B5EF4-FFF2-40B4-BE49-F238E27FC236}">
                  <a16:creationId xmlns:a16="http://schemas.microsoft.com/office/drawing/2014/main" id="{57940B41-1541-B824-835A-7F4B715E4C08}"/>
                </a:ext>
              </a:extLst>
            </p:cNvPr>
            <p:cNvSpPr>
              <a:spLocks noChangeShapeType="1"/>
            </p:cNvSpPr>
            <p:nvPr/>
          </p:nvSpPr>
          <p:spPr bwMode="auto">
            <a:xfrm>
              <a:off x="1893888" y="4837113"/>
              <a:ext cx="7921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62" name="Line 67">
              <a:extLst>
                <a:ext uri="{FF2B5EF4-FFF2-40B4-BE49-F238E27FC236}">
                  <a16:creationId xmlns:a16="http://schemas.microsoft.com/office/drawing/2014/main" id="{AE2882BE-C4B0-D054-B610-B6832BEFE78D}"/>
                </a:ext>
              </a:extLst>
            </p:cNvPr>
            <p:cNvSpPr>
              <a:spLocks noChangeShapeType="1"/>
            </p:cNvSpPr>
            <p:nvPr/>
          </p:nvSpPr>
          <p:spPr bwMode="auto">
            <a:xfrm>
              <a:off x="1908175" y="5003800"/>
              <a:ext cx="7921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63" name="Line 68">
              <a:extLst>
                <a:ext uri="{FF2B5EF4-FFF2-40B4-BE49-F238E27FC236}">
                  <a16:creationId xmlns:a16="http://schemas.microsoft.com/office/drawing/2014/main" id="{C3126048-34CC-F108-C997-352D2B5C6F5C}"/>
                </a:ext>
              </a:extLst>
            </p:cNvPr>
            <p:cNvSpPr>
              <a:spLocks noChangeShapeType="1"/>
            </p:cNvSpPr>
            <p:nvPr/>
          </p:nvSpPr>
          <p:spPr bwMode="auto">
            <a:xfrm>
              <a:off x="3044825" y="5141913"/>
              <a:ext cx="0" cy="28892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4264" name="Line 70">
              <a:extLst>
                <a:ext uri="{FF2B5EF4-FFF2-40B4-BE49-F238E27FC236}">
                  <a16:creationId xmlns:a16="http://schemas.microsoft.com/office/drawing/2014/main" id="{6908CD36-0689-096F-0649-A95CBCC77991}"/>
                </a:ext>
              </a:extLst>
            </p:cNvPr>
            <p:cNvSpPr>
              <a:spLocks noChangeShapeType="1"/>
            </p:cNvSpPr>
            <p:nvPr/>
          </p:nvSpPr>
          <p:spPr bwMode="auto">
            <a:xfrm>
              <a:off x="3709988" y="5156200"/>
              <a:ext cx="0" cy="28892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4265" name="Line 71">
              <a:extLst>
                <a:ext uri="{FF2B5EF4-FFF2-40B4-BE49-F238E27FC236}">
                  <a16:creationId xmlns:a16="http://schemas.microsoft.com/office/drawing/2014/main" id="{3042AB0A-9AFD-62E3-40D6-0AADD7501667}"/>
                </a:ext>
              </a:extLst>
            </p:cNvPr>
            <p:cNvSpPr>
              <a:spLocks noChangeShapeType="1"/>
            </p:cNvSpPr>
            <p:nvPr/>
          </p:nvSpPr>
          <p:spPr bwMode="auto">
            <a:xfrm>
              <a:off x="4430713" y="5143500"/>
              <a:ext cx="0" cy="28892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4266" name="Line 72">
              <a:extLst>
                <a:ext uri="{FF2B5EF4-FFF2-40B4-BE49-F238E27FC236}">
                  <a16:creationId xmlns:a16="http://schemas.microsoft.com/office/drawing/2014/main" id="{07079872-A1AD-C59A-03CB-50DF2753A76E}"/>
                </a:ext>
              </a:extLst>
            </p:cNvPr>
            <p:cNvSpPr>
              <a:spLocks noChangeShapeType="1"/>
            </p:cNvSpPr>
            <p:nvPr/>
          </p:nvSpPr>
          <p:spPr bwMode="auto">
            <a:xfrm>
              <a:off x="5137150" y="5156200"/>
              <a:ext cx="0" cy="28892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4267" name="Line 73">
              <a:extLst>
                <a:ext uri="{FF2B5EF4-FFF2-40B4-BE49-F238E27FC236}">
                  <a16:creationId xmlns:a16="http://schemas.microsoft.com/office/drawing/2014/main" id="{92C01DA1-2007-9563-3154-74F7CAA9EC34}"/>
                </a:ext>
              </a:extLst>
            </p:cNvPr>
            <p:cNvSpPr>
              <a:spLocks noChangeShapeType="1"/>
            </p:cNvSpPr>
            <p:nvPr/>
          </p:nvSpPr>
          <p:spPr bwMode="auto">
            <a:xfrm>
              <a:off x="5872163" y="5156200"/>
              <a:ext cx="0" cy="28892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4268" name="Line 74">
              <a:extLst>
                <a:ext uri="{FF2B5EF4-FFF2-40B4-BE49-F238E27FC236}">
                  <a16:creationId xmlns:a16="http://schemas.microsoft.com/office/drawing/2014/main" id="{579C0D39-2F4C-0018-2733-A7FF40352FDD}"/>
                </a:ext>
              </a:extLst>
            </p:cNvPr>
            <p:cNvSpPr>
              <a:spLocks noChangeShapeType="1"/>
            </p:cNvSpPr>
            <p:nvPr/>
          </p:nvSpPr>
          <p:spPr bwMode="auto">
            <a:xfrm>
              <a:off x="6592888" y="5156200"/>
              <a:ext cx="0" cy="28892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4269" name="Line 75">
              <a:extLst>
                <a:ext uri="{FF2B5EF4-FFF2-40B4-BE49-F238E27FC236}">
                  <a16:creationId xmlns:a16="http://schemas.microsoft.com/office/drawing/2014/main" id="{123CA92D-A6B9-2E11-6327-02855C721673}"/>
                </a:ext>
              </a:extLst>
            </p:cNvPr>
            <p:cNvSpPr>
              <a:spLocks noChangeShapeType="1"/>
            </p:cNvSpPr>
            <p:nvPr/>
          </p:nvSpPr>
          <p:spPr bwMode="auto">
            <a:xfrm>
              <a:off x="7299325" y="5156200"/>
              <a:ext cx="0" cy="28892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4270" name="Line 76">
              <a:extLst>
                <a:ext uri="{FF2B5EF4-FFF2-40B4-BE49-F238E27FC236}">
                  <a16:creationId xmlns:a16="http://schemas.microsoft.com/office/drawing/2014/main" id="{411564C9-1F2C-776F-6D23-53ED39761247}"/>
                </a:ext>
              </a:extLst>
            </p:cNvPr>
            <p:cNvSpPr>
              <a:spLocks noChangeShapeType="1"/>
            </p:cNvSpPr>
            <p:nvPr/>
          </p:nvSpPr>
          <p:spPr bwMode="auto">
            <a:xfrm>
              <a:off x="7964488" y="5156200"/>
              <a:ext cx="0" cy="28892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4271" name="Text Box 77">
              <a:extLst>
                <a:ext uri="{FF2B5EF4-FFF2-40B4-BE49-F238E27FC236}">
                  <a16:creationId xmlns:a16="http://schemas.microsoft.com/office/drawing/2014/main" id="{D343C6D3-AC0D-A86B-CCF4-38C6ED254EDE}"/>
                </a:ext>
              </a:extLst>
            </p:cNvPr>
            <p:cNvSpPr txBox="1">
              <a:spLocks noChangeArrowheads="1"/>
            </p:cNvSpPr>
            <p:nvPr/>
          </p:nvSpPr>
          <p:spPr bwMode="auto">
            <a:xfrm>
              <a:off x="2843213" y="5480049"/>
              <a:ext cx="504825" cy="34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D</a:t>
              </a:r>
              <a:r>
                <a:rPr lang="en-US" altLang="en-US" sz="1400" baseline="-25000"/>
                <a:t>7</a:t>
              </a:r>
              <a:endParaRPr lang="ru-RU" altLang="en-US" sz="1400"/>
            </a:p>
          </p:txBody>
        </p:sp>
        <p:sp>
          <p:nvSpPr>
            <p:cNvPr id="94272" name="Text Box 78">
              <a:extLst>
                <a:ext uri="{FF2B5EF4-FFF2-40B4-BE49-F238E27FC236}">
                  <a16:creationId xmlns:a16="http://schemas.microsoft.com/office/drawing/2014/main" id="{F9DC2F08-E43A-243B-77CC-59288215EDE3}"/>
                </a:ext>
              </a:extLst>
            </p:cNvPr>
            <p:cNvSpPr txBox="1">
              <a:spLocks noChangeArrowheads="1"/>
            </p:cNvSpPr>
            <p:nvPr/>
          </p:nvSpPr>
          <p:spPr bwMode="auto">
            <a:xfrm>
              <a:off x="3563938" y="5480049"/>
              <a:ext cx="504825" cy="34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D</a:t>
              </a:r>
              <a:r>
                <a:rPr lang="en-US" altLang="en-US" sz="1400" baseline="-25000"/>
                <a:t>6</a:t>
              </a:r>
              <a:endParaRPr lang="ru-RU" altLang="en-US" sz="1400"/>
            </a:p>
          </p:txBody>
        </p:sp>
        <p:sp>
          <p:nvSpPr>
            <p:cNvPr id="94273" name="Text Box 79">
              <a:extLst>
                <a:ext uri="{FF2B5EF4-FFF2-40B4-BE49-F238E27FC236}">
                  <a16:creationId xmlns:a16="http://schemas.microsoft.com/office/drawing/2014/main" id="{7BAF990A-2247-7382-9632-4841CED86136}"/>
                </a:ext>
              </a:extLst>
            </p:cNvPr>
            <p:cNvSpPr txBox="1">
              <a:spLocks noChangeArrowheads="1"/>
            </p:cNvSpPr>
            <p:nvPr/>
          </p:nvSpPr>
          <p:spPr bwMode="auto">
            <a:xfrm>
              <a:off x="4283075" y="5480049"/>
              <a:ext cx="504825" cy="34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D</a:t>
              </a:r>
              <a:r>
                <a:rPr lang="en-US" altLang="en-US" sz="1400" baseline="-25000"/>
                <a:t>5</a:t>
              </a:r>
              <a:endParaRPr lang="ru-RU" altLang="en-US" sz="1400"/>
            </a:p>
          </p:txBody>
        </p:sp>
        <p:sp>
          <p:nvSpPr>
            <p:cNvPr id="94274" name="Text Box 80">
              <a:extLst>
                <a:ext uri="{FF2B5EF4-FFF2-40B4-BE49-F238E27FC236}">
                  <a16:creationId xmlns:a16="http://schemas.microsoft.com/office/drawing/2014/main" id="{C84A8A3B-5B02-9153-453B-2B9C74980699}"/>
                </a:ext>
              </a:extLst>
            </p:cNvPr>
            <p:cNvSpPr txBox="1">
              <a:spLocks noChangeArrowheads="1"/>
            </p:cNvSpPr>
            <p:nvPr/>
          </p:nvSpPr>
          <p:spPr bwMode="auto">
            <a:xfrm>
              <a:off x="5002213" y="5480049"/>
              <a:ext cx="504825" cy="34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D</a:t>
              </a:r>
              <a:r>
                <a:rPr lang="en-US" altLang="en-US" sz="1400" baseline="-25000"/>
                <a:t>4</a:t>
              </a:r>
              <a:endParaRPr lang="ru-RU" altLang="en-US" sz="1400"/>
            </a:p>
          </p:txBody>
        </p:sp>
        <p:sp>
          <p:nvSpPr>
            <p:cNvPr id="94275" name="Text Box 81">
              <a:extLst>
                <a:ext uri="{FF2B5EF4-FFF2-40B4-BE49-F238E27FC236}">
                  <a16:creationId xmlns:a16="http://schemas.microsoft.com/office/drawing/2014/main" id="{B6A1CF9D-1C81-EAC2-8F7F-EB1F72328C6A}"/>
                </a:ext>
              </a:extLst>
            </p:cNvPr>
            <p:cNvSpPr txBox="1">
              <a:spLocks noChangeArrowheads="1"/>
            </p:cNvSpPr>
            <p:nvPr/>
          </p:nvSpPr>
          <p:spPr bwMode="auto">
            <a:xfrm>
              <a:off x="5708650" y="5464174"/>
              <a:ext cx="504825" cy="34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D</a:t>
              </a:r>
              <a:r>
                <a:rPr lang="en-US" altLang="en-US" sz="1400" baseline="-25000"/>
                <a:t>3</a:t>
              </a:r>
              <a:endParaRPr lang="ru-RU" altLang="en-US" sz="1400"/>
            </a:p>
          </p:txBody>
        </p:sp>
        <p:sp>
          <p:nvSpPr>
            <p:cNvPr id="94276" name="Text Box 82">
              <a:extLst>
                <a:ext uri="{FF2B5EF4-FFF2-40B4-BE49-F238E27FC236}">
                  <a16:creationId xmlns:a16="http://schemas.microsoft.com/office/drawing/2014/main" id="{0DB18278-BBE8-7C91-4FE4-FC28E1D58F83}"/>
                </a:ext>
              </a:extLst>
            </p:cNvPr>
            <p:cNvSpPr txBox="1">
              <a:spLocks noChangeArrowheads="1"/>
            </p:cNvSpPr>
            <p:nvPr/>
          </p:nvSpPr>
          <p:spPr bwMode="auto">
            <a:xfrm>
              <a:off x="6402388" y="5464174"/>
              <a:ext cx="504825" cy="34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D</a:t>
              </a:r>
              <a:r>
                <a:rPr lang="en-US" altLang="en-US" sz="1400" baseline="-25000"/>
                <a:t>2</a:t>
              </a:r>
              <a:endParaRPr lang="ru-RU" altLang="en-US" sz="1400"/>
            </a:p>
          </p:txBody>
        </p:sp>
        <p:sp>
          <p:nvSpPr>
            <p:cNvPr id="94277" name="Text Box 83">
              <a:extLst>
                <a:ext uri="{FF2B5EF4-FFF2-40B4-BE49-F238E27FC236}">
                  <a16:creationId xmlns:a16="http://schemas.microsoft.com/office/drawing/2014/main" id="{915DCC2B-2C98-8310-D9C6-3798CE4848B8}"/>
                </a:ext>
              </a:extLst>
            </p:cNvPr>
            <p:cNvSpPr txBox="1">
              <a:spLocks noChangeArrowheads="1"/>
            </p:cNvSpPr>
            <p:nvPr/>
          </p:nvSpPr>
          <p:spPr bwMode="auto">
            <a:xfrm>
              <a:off x="7164388" y="5480049"/>
              <a:ext cx="504825" cy="34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D</a:t>
              </a:r>
              <a:r>
                <a:rPr lang="en-US" altLang="en-US" sz="1400" baseline="-25000"/>
                <a:t>1</a:t>
              </a:r>
              <a:endParaRPr lang="ru-RU" altLang="en-US" sz="1400"/>
            </a:p>
          </p:txBody>
        </p:sp>
        <p:sp>
          <p:nvSpPr>
            <p:cNvPr id="94278" name="Text Box 84">
              <a:extLst>
                <a:ext uri="{FF2B5EF4-FFF2-40B4-BE49-F238E27FC236}">
                  <a16:creationId xmlns:a16="http://schemas.microsoft.com/office/drawing/2014/main" id="{E240A2A2-46BE-F3C9-E605-8FFE4AF03E1D}"/>
                </a:ext>
              </a:extLst>
            </p:cNvPr>
            <p:cNvSpPr txBox="1">
              <a:spLocks noChangeArrowheads="1"/>
            </p:cNvSpPr>
            <p:nvPr/>
          </p:nvSpPr>
          <p:spPr bwMode="auto">
            <a:xfrm>
              <a:off x="7812088" y="5480049"/>
              <a:ext cx="504825" cy="34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D</a:t>
              </a:r>
              <a:r>
                <a:rPr lang="en-US" altLang="en-US" sz="1400" baseline="-25000"/>
                <a:t>0</a:t>
              </a:r>
              <a:endParaRPr lang="ru-RU" altLang="en-US" sz="1400"/>
            </a:p>
          </p:txBody>
        </p:sp>
        <p:sp>
          <p:nvSpPr>
            <p:cNvPr id="94279" name="Text Box 85">
              <a:extLst>
                <a:ext uri="{FF2B5EF4-FFF2-40B4-BE49-F238E27FC236}">
                  <a16:creationId xmlns:a16="http://schemas.microsoft.com/office/drawing/2014/main" id="{307FA932-CF51-1206-4421-960BB18C63A5}"/>
                </a:ext>
              </a:extLst>
            </p:cNvPr>
            <p:cNvSpPr txBox="1">
              <a:spLocks noChangeArrowheads="1"/>
            </p:cNvSpPr>
            <p:nvPr/>
          </p:nvSpPr>
          <p:spPr bwMode="auto">
            <a:xfrm>
              <a:off x="2967038" y="5608638"/>
              <a:ext cx="186361" cy="30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94280" name="Text Box 86">
              <a:extLst>
                <a:ext uri="{FF2B5EF4-FFF2-40B4-BE49-F238E27FC236}">
                  <a16:creationId xmlns:a16="http://schemas.microsoft.com/office/drawing/2014/main" id="{704162DA-74BE-AD65-74C8-67EA0E33AB34}"/>
                </a:ext>
              </a:extLst>
            </p:cNvPr>
            <p:cNvSpPr txBox="1">
              <a:spLocks noChangeArrowheads="1"/>
            </p:cNvSpPr>
            <p:nvPr/>
          </p:nvSpPr>
          <p:spPr bwMode="auto">
            <a:xfrm>
              <a:off x="179388" y="1700213"/>
              <a:ext cx="504825" cy="34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6</a:t>
              </a:r>
              <a:endParaRPr lang="ru-RU" altLang="en-US" sz="1400"/>
            </a:p>
          </p:txBody>
        </p:sp>
        <p:sp>
          <p:nvSpPr>
            <p:cNvPr id="94281" name="Text Box 87">
              <a:extLst>
                <a:ext uri="{FF2B5EF4-FFF2-40B4-BE49-F238E27FC236}">
                  <a16:creationId xmlns:a16="http://schemas.microsoft.com/office/drawing/2014/main" id="{2E530A4B-F928-BC87-F9DE-D4C302063D48}"/>
                </a:ext>
              </a:extLst>
            </p:cNvPr>
            <p:cNvSpPr txBox="1">
              <a:spLocks noChangeArrowheads="1"/>
            </p:cNvSpPr>
            <p:nvPr/>
          </p:nvSpPr>
          <p:spPr bwMode="auto">
            <a:xfrm>
              <a:off x="165100" y="3181350"/>
              <a:ext cx="735013" cy="34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14</a:t>
              </a:r>
              <a:endParaRPr lang="ru-RU" altLang="en-US" sz="1400"/>
            </a:p>
          </p:txBody>
        </p:sp>
        <p:sp>
          <p:nvSpPr>
            <p:cNvPr id="94282" name="Text Box 88">
              <a:extLst>
                <a:ext uri="{FF2B5EF4-FFF2-40B4-BE49-F238E27FC236}">
                  <a16:creationId xmlns:a16="http://schemas.microsoft.com/office/drawing/2014/main" id="{2241058F-D6D5-07EF-C91D-09868A0B0F8C}"/>
                </a:ext>
              </a:extLst>
            </p:cNvPr>
            <p:cNvSpPr txBox="1">
              <a:spLocks noChangeArrowheads="1"/>
            </p:cNvSpPr>
            <p:nvPr/>
          </p:nvSpPr>
          <p:spPr bwMode="auto">
            <a:xfrm>
              <a:off x="1460500" y="3932238"/>
              <a:ext cx="504825" cy="34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0</a:t>
              </a:r>
              <a:endParaRPr lang="ru-RU" altLang="en-US" sz="1400"/>
            </a:p>
          </p:txBody>
        </p:sp>
        <p:sp>
          <p:nvSpPr>
            <p:cNvPr id="94283" name="Text Box 89">
              <a:extLst>
                <a:ext uri="{FF2B5EF4-FFF2-40B4-BE49-F238E27FC236}">
                  <a16:creationId xmlns:a16="http://schemas.microsoft.com/office/drawing/2014/main" id="{3192B52E-38C4-6D68-180F-2F8B77727249}"/>
                </a:ext>
              </a:extLst>
            </p:cNvPr>
            <p:cNvSpPr txBox="1">
              <a:spLocks noChangeArrowheads="1"/>
            </p:cNvSpPr>
            <p:nvPr/>
          </p:nvSpPr>
          <p:spPr bwMode="auto">
            <a:xfrm>
              <a:off x="1466850" y="4797424"/>
              <a:ext cx="720725" cy="34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5</a:t>
              </a:r>
              <a:endParaRPr lang="ru-RU" altLang="en-US" sz="1400"/>
            </a:p>
          </p:txBody>
        </p:sp>
        <p:sp>
          <p:nvSpPr>
            <p:cNvPr id="94284" name="Text Box 76">
              <a:extLst>
                <a:ext uri="{FF2B5EF4-FFF2-40B4-BE49-F238E27FC236}">
                  <a16:creationId xmlns:a16="http://schemas.microsoft.com/office/drawing/2014/main" id="{7EE6F71D-BEFB-1B18-6023-1348B1A09CE3}"/>
                </a:ext>
              </a:extLst>
            </p:cNvPr>
            <p:cNvSpPr txBox="1">
              <a:spLocks noChangeArrowheads="1"/>
            </p:cNvSpPr>
            <p:nvPr/>
          </p:nvSpPr>
          <p:spPr bwMode="auto">
            <a:xfrm>
              <a:off x="2714625" y="4076700"/>
              <a:ext cx="720725"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100"/>
                <a:t>64-1</a:t>
              </a:r>
              <a:br>
                <a:rPr lang="en-US" altLang="en-US" sz="1100"/>
              </a:br>
              <a:r>
                <a:rPr lang="en-US" altLang="en-US" sz="1100"/>
                <a:t>MUX</a:t>
              </a:r>
              <a:endParaRPr lang="ru-RU" altLang="en-US" sz="1100"/>
            </a:p>
          </p:txBody>
        </p:sp>
        <p:sp>
          <p:nvSpPr>
            <p:cNvPr id="94285" name="Text Box 77">
              <a:extLst>
                <a:ext uri="{FF2B5EF4-FFF2-40B4-BE49-F238E27FC236}">
                  <a16:creationId xmlns:a16="http://schemas.microsoft.com/office/drawing/2014/main" id="{4FBCD512-92A2-5552-F5EE-B0827670FC6F}"/>
                </a:ext>
              </a:extLst>
            </p:cNvPr>
            <p:cNvSpPr txBox="1">
              <a:spLocks noChangeArrowheads="1"/>
            </p:cNvSpPr>
            <p:nvPr/>
          </p:nvSpPr>
          <p:spPr bwMode="auto">
            <a:xfrm>
              <a:off x="3352800" y="4076700"/>
              <a:ext cx="720725"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100"/>
                <a:t>64-1</a:t>
              </a:r>
              <a:br>
                <a:rPr lang="en-US" altLang="en-US" sz="1100"/>
              </a:br>
              <a:r>
                <a:rPr lang="en-US" altLang="en-US" sz="1100"/>
                <a:t>MUX</a:t>
              </a:r>
              <a:endParaRPr lang="ru-RU" altLang="en-US" sz="1100"/>
            </a:p>
          </p:txBody>
        </p:sp>
        <p:sp>
          <p:nvSpPr>
            <p:cNvPr id="94286" name="Text Box 78">
              <a:extLst>
                <a:ext uri="{FF2B5EF4-FFF2-40B4-BE49-F238E27FC236}">
                  <a16:creationId xmlns:a16="http://schemas.microsoft.com/office/drawing/2014/main" id="{67C3789A-F624-919E-391E-DBF770B37789}"/>
                </a:ext>
              </a:extLst>
            </p:cNvPr>
            <p:cNvSpPr txBox="1">
              <a:spLocks noChangeArrowheads="1"/>
            </p:cNvSpPr>
            <p:nvPr/>
          </p:nvSpPr>
          <p:spPr bwMode="auto">
            <a:xfrm>
              <a:off x="4094163" y="4090988"/>
              <a:ext cx="720725"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100"/>
                <a:t>64-1</a:t>
              </a:r>
              <a:br>
                <a:rPr lang="en-US" altLang="en-US" sz="1100"/>
              </a:br>
              <a:r>
                <a:rPr lang="en-US" altLang="en-US" sz="1100"/>
                <a:t>MUX</a:t>
              </a:r>
              <a:endParaRPr lang="ru-RU" altLang="en-US" sz="1100"/>
            </a:p>
          </p:txBody>
        </p:sp>
        <p:sp>
          <p:nvSpPr>
            <p:cNvPr id="94287" name="Text Box 79">
              <a:extLst>
                <a:ext uri="{FF2B5EF4-FFF2-40B4-BE49-F238E27FC236}">
                  <a16:creationId xmlns:a16="http://schemas.microsoft.com/office/drawing/2014/main" id="{45E2DB80-ACC7-7663-4B0C-DD816F9A991D}"/>
                </a:ext>
              </a:extLst>
            </p:cNvPr>
            <p:cNvSpPr txBox="1">
              <a:spLocks noChangeArrowheads="1"/>
            </p:cNvSpPr>
            <p:nvPr/>
          </p:nvSpPr>
          <p:spPr bwMode="auto">
            <a:xfrm>
              <a:off x="4833938" y="4076700"/>
              <a:ext cx="720725"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100"/>
                <a:t>64-1</a:t>
              </a:r>
              <a:br>
                <a:rPr lang="en-US" altLang="en-US" sz="1100"/>
              </a:br>
              <a:r>
                <a:rPr lang="en-US" altLang="en-US" sz="1100"/>
                <a:t>MUX</a:t>
              </a:r>
              <a:endParaRPr lang="ru-RU" altLang="en-US" sz="1100"/>
            </a:p>
          </p:txBody>
        </p:sp>
        <p:sp>
          <p:nvSpPr>
            <p:cNvPr id="94288" name="Text Box 80">
              <a:extLst>
                <a:ext uri="{FF2B5EF4-FFF2-40B4-BE49-F238E27FC236}">
                  <a16:creationId xmlns:a16="http://schemas.microsoft.com/office/drawing/2014/main" id="{B8DCDDE6-3757-7A85-9ACB-195A1BC31795}"/>
                </a:ext>
              </a:extLst>
            </p:cNvPr>
            <p:cNvSpPr txBox="1">
              <a:spLocks noChangeArrowheads="1"/>
            </p:cNvSpPr>
            <p:nvPr/>
          </p:nvSpPr>
          <p:spPr bwMode="auto">
            <a:xfrm>
              <a:off x="5518150" y="4105275"/>
              <a:ext cx="720725"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100"/>
                <a:t>64-1</a:t>
              </a:r>
              <a:br>
                <a:rPr lang="en-US" altLang="en-US" sz="1100"/>
              </a:br>
              <a:r>
                <a:rPr lang="en-US" altLang="en-US" sz="1100"/>
                <a:t>MUX</a:t>
              </a:r>
              <a:endParaRPr lang="ru-RU" altLang="en-US" sz="1100"/>
            </a:p>
          </p:txBody>
        </p:sp>
        <p:sp>
          <p:nvSpPr>
            <p:cNvPr id="94289" name="Text Box 81">
              <a:extLst>
                <a:ext uri="{FF2B5EF4-FFF2-40B4-BE49-F238E27FC236}">
                  <a16:creationId xmlns:a16="http://schemas.microsoft.com/office/drawing/2014/main" id="{B3574DA0-E0AC-EB4A-0064-41DAE7BCB4F2}"/>
                </a:ext>
              </a:extLst>
            </p:cNvPr>
            <p:cNvSpPr txBox="1">
              <a:spLocks noChangeArrowheads="1"/>
            </p:cNvSpPr>
            <p:nvPr/>
          </p:nvSpPr>
          <p:spPr bwMode="auto">
            <a:xfrm>
              <a:off x="6184900" y="4106863"/>
              <a:ext cx="720725"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100"/>
                <a:t>64-1</a:t>
              </a:r>
              <a:br>
                <a:rPr lang="en-US" altLang="en-US" sz="1100"/>
              </a:br>
              <a:r>
                <a:rPr lang="en-US" altLang="en-US" sz="1100"/>
                <a:t>MUX</a:t>
              </a:r>
              <a:endParaRPr lang="ru-RU" altLang="en-US" sz="1100"/>
            </a:p>
          </p:txBody>
        </p:sp>
        <p:sp>
          <p:nvSpPr>
            <p:cNvPr id="94290" name="Text Box 82">
              <a:extLst>
                <a:ext uri="{FF2B5EF4-FFF2-40B4-BE49-F238E27FC236}">
                  <a16:creationId xmlns:a16="http://schemas.microsoft.com/office/drawing/2014/main" id="{57E81681-74DD-4BC5-46CE-F503BE7226F4}"/>
                </a:ext>
              </a:extLst>
            </p:cNvPr>
            <p:cNvSpPr txBox="1">
              <a:spLocks noChangeArrowheads="1"/>
            </p:cNvSpPr>
            <p:nvPr/>
          </p:nvSpPr>
          <p:spPr bwMode="auto">
            <a:xfrm>
              <a:off x="6924675" y="4105275"/>
              <a:ext cx="720725"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100"/>
                <a:t>64-1</a:t>
              </a:r>
              <a:br>
                <a:rPr lang="en-US" altLang="en-US" sz="1100"/>
              </a:br>
              <a:r>
                <a:rPr lang="en-US" altLang="en-US" sz="1100"/>
                <a:t>MUX</a:t>
              </a:r>
              <a:endParaRPr lang="ru-RU" altLang="en-US" sz="1100"/>
            </a:p>
          </p:txBody>
        </p:sp>
        <p:sp>
          <p:nvSpPr>
            <p:cNvPr id="94291" name="Text Box 84">
              <a:extLst>
                <a:ext uri="{FF2B5EF4-FFF2-40B4-BE49-F238E27FC236}">
                  <a16:creationId xmlns:a16="http://schemas.microsoft.com/office/drawing/2014/main" id="{EDAA61AF-7927-586B-B098-FA14CCB5A755}"/>
                </a:ext>
              </a:extLst>
            </p:cNvPr>
            <p:cNvSpPr txBox="1">
              <a:spLocks noChangeArrowheads="1"/>
            </p:cNvSpPr>
            <p:nvPr/>
          </p:nvSpPr>
          <p:spPr bwMode="auto">
            <a:xfrm>
              <a:off x="7666038" y="4119563"/>
              <a:ext cx="720725" cy="47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100"/>
                <a:t>64-1</a:t>
              </a:r>
              <a:br>
                <a:rPr lang="en-US" altLang="en-US" sz="1100"/>
              </a:br>
              <a:r>
                <a:rPr lang="en-US" altLang="en-US" sz="1100"/>
                <a:t>MUX</a:t>
              </a:r>
              <a:endParaRPr lang="ru-RU" altLang="en-US" sz="1100"/>
            </a:p>
          </p:txBody>
        </p:sp>
        <p:sp>
          <p:nvSpPr>
            <p:cNvPr id="94292" name="Text Box 88">
              <a:extLst>
                <a:ext uri="{FF2B5EF4-FFF2-40B4-BE49-F238E27FC236}">
                  <a16:creationId xmlns:a16="http://schemas.microsoft.com/office/drawing/2014/main" id="{3EA92EB3-3BCA-F8B5-BFBA-934083E27D49}"/>
                </a:ext>
              </a:extLst>
            </p:cNvPr>
            <p:cNvSpPr txBox="1">
              <a:spLocks noChangeArrowheads="1"/>
            </p:cNvSpPr>
            <p:nvPr/>
          </p:nvSpPr>
          <p:spPr bwMode="auto">
            <a:xfrm>
              <a:off x="1922463" y="1643063"/>
              <a:ext cx="346075" cy="289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0</a:t>
              </a:r>
              <a:endParaRPr lang="ru-RU" altLang="en-US" sz="1100"/>
            </a:p>
          </p:txBody>
        </p:sp>
        <p:sp>
          <p:nvSpPr>
            <p:cNvPr id="94293" name="Text Box 88">
              <a:extLst>
                <a:ext uri="{FF2B5EF4-FFF2-40B4-BE49-F238E27FC236}">
                  <a16:creationId xmlns:a16="http://schemas.microsoft.com/office/drawing/2014/main" id="{D7695782-081E-9B44-8B89-315841ED95A0}"/>
                </a:ext>
              </a:extLst>
            </p:cNvPr>
            <p:cNvSpPr txBox="1">
              <a:spLocks noChangeArrowheads="1"/>
            </p:cNvSpPr>
            <p:nvPr/>
          </p:nvSpPr>
          <p:spPr bwMode="auto">
            <a:xfrm>
              <a:off x="1936750" y="1903413"/>
              <a:ext cx="346075" cy="289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1</a:t>
              </a:r>
              <a:endParaRPr lang="ru-RU" altLang="en-US" sz="1100"/>
            </a:p>
          </p:txBody>
        </p:sp>
        <p:sp>
          <p:nvSpPr>
            <p:cNvPr id="94294" name="Text Box 88">
              <a:extLst>
                <a:ext uri="{FF2B5EF4-FFF2-40B4-BE49-F238E27FC236}">
                  <a16:creationId xmlns:a16="http://schemas.microsoft.com/office/drawing/2014/main" id="{D61C85EF-84A7-60A5-79DF-14DE85A0C077}"/>
                </a:ext>
              </a:extLst>
            </p:cNvPr>
            <p:cNvSpPr txBox="1">
              <a:spLocks noChangeArrowheads="1"/>
            </p:cNvSpPr>
            <p:nvPr/>
          </p:nvSpPr>
          <p:spPr bwMode="auto">
            <a:xfrm>
              <a:off x="1908175" y="2954338"/>
              <a:ext cx="576263" cy="289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511</a:t>
              </a:r>
              <a:endParaRPr lang="ru-RU" altLang="en-US" sz="1100"/>
            </a:p>
          </p:txBody>
        </p:sp>
        <p:sp>
          <p:nvSpPr>
            <p:cNvPr id="94295" name="Text Box 89">
              <a:extLst>
                <a:ext uri="{FF2B5EF4-FFF2-40B4-BE49-F238E27FC236}">
                  <a16:creationId xmlns:a16="http://schemas.microsoft.com/office/drawing/2014/main" id="{0CBD814F-2A64-1CB4-D62B-2E12555895B1}"/>
                </a:ext>
              </a:extLst>
            </p:cNvPr>
            <p:cNvSpPr txBox="1">
              <a:spLocks noChangeArrowheads="1"/>
            </p:cNvSpPr>
            <p:nvPr/>
          </p:nvSpPr>
          <p:spPr bwMode="auto">
            <a:xfrm>
              <a:off x="1979613" y="2205038"/>
              <a:ext cx="250981" cy="851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100">
                  <a:sym typeface="Symbol" panose="05050102010706020507" pitchFamily="18" charset="2"/>
                </a:rPr>
                <a:t></a:t>
              </a:r>
              <a:endParaRPr lang="en-US" altLang="en-US" sz="1100">
                <a:sym typeface="Symbol" panose="05050102010706020507" pitchFamily="18" charset="2"/>
              </a:endParaRPr>
            </a:p>
            <a:p>
              <a:pPr eaLnBrk="1" hangingPunct="1"/>
              <a:r>
                <a:rPr lang="ru-RU" altLang="en-US" sz="1100">
                  <a:sym typeface="Symbol" panose="05050102010706020507" pitchFamily="18" charset="2"/>
                </a:rPr>
                <a:t></a:t>
              </a:r>
              <a:endParaRPr lang="en-US" altLang="en-US" sz="1100">
                <a:sym typeface="Symbol" panose="05050102010706020507" pitchFamily="18" charset="2"/>
              </a:endParaRPr>
            </a:p>
            <a:p>
              <a:pPr eaLnBrk="1" hangingPunct="1"/>
              <a:r>
                <a:rPr lang="ru-RU" altLang="en-US" sz="1100">
                  <a:sym typeface="Symbol" panose="05050102010706020507" pitchFamily="18" charset="2"/>
                </a:rPr>
                <a:t></a:t>
              </a:r>
            </a:p>
            <a:p>
              <a:pPr eaLnBrk="1" hangingPunct="1"/>
              <a:endParaRPr lang="ru-RU" altLang="en-US" sz="1100">
                <a:sym typeface="Symbol" panose="05050102010706020507" pitchFamily="18" charset="2"/>
              </a:endParaRPr>
            </a:p>
          </p:txBody>
        </p:sp>
        <p:sp>
          <p:nvSpPr>
            <p:cNvPr id="94296" name="Line 90">
              <a:extLst>
                <a:ext uri="{FF2B5EF4-FFF2-40B4-BE49-F238E27FC236}">
                  <a16:creationId xmlns:a16="http://schemas.microsoft.com/office/drawing/2014/main" id="{2F4ED6C2-7605-A598-D31B-FCD00203CCA4}"/>
                </a:ext>
              </a:extLst>
            </p:cNvPr>
            <p:cNvSpPr>
              <a:spLocks noChangeShapeType="1"/>
            </p:cNvSpPr>
            <p:nvPr/>
          </p:nvSpPr>
          <p:spPr bwMode="auto">
            <a:xfrm>
              <a:off x="1619250" y="4365625"/>
              <a:ext cx="0" cy="43180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94297" name="Line 91">
              <a:extLst>
                <a:ext uri="{FF2B5EF4-FFF2-40B4-BE49-F238E27FC236}">
                  <a16:creationId xmlns:a16="http://schemas.microsoft.com/office/drawing/2014/main" id="{69949238-AC14-E33A-5CB0-3C747AF568EE}"/>
                </a:ext>
              </a:extLst>
            </p:cNvPr>
            <p:cNvSpPr>
              <a:spLocks noChangeShapeType="1"/>
            </p:cNvSpPr>
            <p:nvPr/>
          </p:nvSpPr>
          <p:spPr bwMode="auto">
            <a:xfrm>
              <a:off x="395288" y="2205038"/>
              <a:ext cx="0" cy="792162"/>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234" name="Group 58">
            <a:extLst>
              <a:ext uri="{FF2B5EF4-FFF2-40B4-BE49-F238E27FC236}">
                <a16:creationId xmlns:a16="http://schemas.microsoft.com/office/drawing/2014/main" id="{1DA9DAA1-9663-1916-8BA8-3DD2F8556EE4}"/>
              </a:ext>
            </a:extLst>
          </p:cNvPr>
          <p:cNvGrpSpPr>
            <a:grpSpLocks/>
          </p:cNvGrpSpPr>
          <p:nvPr/>
        </p:nvGrpSpPr>
        <p:grpSpPr bwMode="auto">
          <a:xfrm>
            <a:off x="2286000" y="1924051"/>
            <a:ext cx="3378200" cy="2678113"/>
            <a:chOff x="336" y="1298"/>
            <a:chExt cx="2128" cy="1687"/>
          </a:xfrm>
        </p:grpSpPr>
        <p:sp>
          <p:nvSpPr>
            <p:cNvPr id="82990" name="Rectangle 8">
              <a:extLst>
                <a:ext uri="{FF2B5EF4-FFF2-40B4-BE49-F238E27FC236}">
                  <a16:creationId xmlns:a16="http://schemas.microsoft.com/office/drawing/2014/main" id="{9EA31E73-EE97-4705-A494-FBF0F3A99CE7}"/>
                </a:ext>
              </a:extLst>
            </p:cNvPr>
            <p:cNvSpPr>
              <a:spLocks noChangeArrowheads="1"/>
            </p:cNvSpPr>
            <p:nvPr/>
          </p:nvSpPr>
          <p:spPr bwMode="auto">
            <a:xfrm>
              <a:off x="960" y="1298"/>
              <a:ext cx="792" cy="1440"/>
            </a:xfrm>
            <a:prstGeom prst="rect">
              <a:avLst/>
            </a:prstGeom>
            <a:solidFill>
              <a:schemeClr val="accent1">
                <a:lumMod val="60000"/>
                <a:lumOff val="40000"/>
              </a:schemeClr>
            </a:solidFill>
            <a:ln w="25400">
              <a:solidFill>
                <a:schemeClr val="tx1"/>
              </a:solidFill>
              <a:miter lim="800000"/>
              <a:headEnd/>
              <a:tailEnd/>
            </a:ln>
          </p:spPr>
          <p:txBody>
            <a:bodyPr wrap="none"/>
            <a:lstStyle/>
            <a:p>
              <a:pPr eaLnBrk="1" hangingPunct="1">
                <a:defRPr/>
              </a:pPr>
              <a:r>
                <a:rPr lang="en-US" sz="1400"/>
                <a:t>A0</a:t>
              </a:r>
            </a:p>
            <a:p>
              <a:pPr eaLnBrk="1" hangingPunct="1">
                <a:defRPr/>
              </a:pPr>
              <a:r>
                <a:rPr lang="en-US" sz="1400"/>
                <a:t>A1</a:t>
              </a:r>
            </a:p>
            <a:p>
              <a:pPr eaLnBrk="1" hangingPunct="1">
                <a:defRPr/>
              </a:pPr>
              <a:r>
                <a:rPr lang="en-US" sz="1400"/>
                <a:t>A2</a:t>
              </a:r>
            </a:p>
            <a:p>
              <a:pPr eaLnBrk="1" hangingPunct="1">
                <a:defRPr/>
              </a:pPr>
              <a:r>
                <a:rPr lang="en-US" sz="1400"/>
                <a:t>A3</a:t>
              </a:r>
            </a:p>
            <a:p>
              <a:pPr eaLnBrk="1" hangingPunct="1">
                <a:defRPr/>
              </a:pPr>
              <a:r>
                <a:rPr lang="en-US" sz="1400"/>
                <a:t>A4</a:t>
              </a:r>
            </a:p>
            <a:p>
              <a:pPr eaLnBrk="1" hangingPunct="1">
                <a:defRPr/>
              </a:pPr>
              <a:r>
                <a:rPr lang="en-US" sz="1400"/>
                <a:t>A5</a:t>
              </a:r>
            </a:p>
            <a:p>
              <a:pPr eaLnBrk="1" hangingPunct="1">
                <a:defRPr/>
              </a:pPr>
              <a:r>
                <a:rPr lang="en-US" sz="1400"/>
                <a:t>A6</a:t>
              </a:r>
            </a:p>
            <a:p>
              <a:pPr eaLnBrk="1" hangingPunct="1">
                <a:defRPr/>
              </a:pPr>
              <a:r>
                <a:rPr lang="en-US" sz="1400"/>
                <a:t>A7</a:t>
              </a:r>
            </a:p>
            <a:p>
              <a:pPr eaLnBrk="1" hangingPunct="1">
                <a:defRPr/>
              </a:pPr>
              <a:endParaRPr lang="en-US" sz="1400"/>
            </a:p>
            <a:p>
              <a:pPr eaLnBrk="1" hangingPunct="1">
                <a:defRPr/>
              </a:pPr>
              <a:r>
                <a:rPr lang="en-US" sz="1400"/>
                <a:t>CS</a:t>
              </a:r>
            </a:p>
            <a:p>
              <a:pPr eaLnBrk="1" hangingPunct="1">
                <a:defRPr/>
              </a:pPr>
              <a:endParaRPr lang="en-US" sz="1400"/>
            </a:p>
          </p:txBody>
        </p:sp>
        <p:sp>
          <p:nvSpPr>
            <p:cNvPr id="95279" name="Oval 11">
              <a:extLst>
                <a:ext uri="{FF2B5EF4-FFF2-40B4-BE49-F238E27FC236}">
                  <a16:creationId xmlns:a16="http://schemas.microsoft.com/office/drawing/2014/main" id="{E5F5CDB9-CC84-762A-7AC2-06A3E20A28C6}"/>
                </a:ext>
              </a:extLst>
            </p:cNvPr>
            <p:cNvSpPr>
              <a:spLocks noChangeArrowheads="1"/>
            </p:cNvSpPr>
            <p:nvPr/>
          </p:nvSpPr>
          <p:spPr bwMode="auto">
            <a:xfrm>
              <a:off x="880" y="2534"/>
              <a:ext cx="84" cy="85"/>
            </a:xfrm>
            <a:prstGeom prst="ellipse">
              <a:avLst/>
            </a:prstGeom>
            <a:solidFill>
              <a:srgbClr val="FFFF00"/>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5280" name="Line 12">
              <a:extLst>
                <a:ext uri="{FF2B5EF4-FFF2-40B4-BE49-F238E27FC236}">
                  <a16:creationId xmlns:a16="http://schemas.microsoft.com/office/drawing/2014/main" id="{0769680A-FAD4-1346-772F-E9102E1C8A80}"/>
                </a:ext>
              </a:extLst>
            </p:cNvPr>
            <p:cNvSpPr>
              <a:spLocks noChangeShapeType="1"/>
            </p:cNvSpPr>
            <p:nvPr/>
          </p:nvSpPr>
          <p:spPr bwMode="auto">
            <a:xfrm>
              <a:off x="641" y="2568"/>
              <a:ext cx="2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81" name="Line 13">
              <a:extLst>
                <a:ext uri="{FF2B5EF4-FFF2-40B4-BE49-F238E27FC236}">
                  <a16:creationId xmlns:a16="http://schemas.microsoft.com/office/drawing/2014/main" id="{5D0BFD30-695C-52AF-8BA9-4AE85647F89F}"/>
                </a:ext>
              </a:extLst>
            </p:cNvPr>
            <p:cNvSpPr>
              <a:spLocks noChangeShapeType="1"/>
            </p:cNvSpPr>
            <p:nvPr/>
          </p:nvSpPr>
          <p:spPr bwMode="auto">
            <a:xfrm>
              <a:off x="624" y="1458"/>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82" name="Line 14">
              <a:extLst>
                <a:ext uri="{FF2B5EF4-FFF2-40B4-BE49-F238E27FC236}">
                  <a16:creationId xmlns:a16="http://schemas.microsoft.com/office/drawing/2014/main" id="{75CB35CE-45B7-A2E3-F824-81C842305D7D}"/>
                </a:ext>
              </a:extLst>
            </p:cNvPr>
            <p:cNvSpPr>
              <a:spLocks noChangeShapeType="1"/>
            </p:cNvSpPr>
            <p:nvPr/>
          </p:nvSpPr>
          <p:spPr bwMode="auto">
            <a:xfrm>
              <a:off x="624" y="1578"/>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83" name="Line 15">
              <a:extLst>
                <a:ext uri="{FF2B5EF4-FFF2-40B4-BE49-F238E27FC236}">
                  <a16:creationId xmlns:a16="http://schemas.microsoft.com/office/drawing/2014/main" id="{834688DE-6107-3FC5-5630-BB641FA7165E}"/>
                </a:ext>
              </a:extLst>
            </p:cNvPr>
            <p:cNvSpPr>
              <a:spLocks noChangeShapeType="1"/>
            </p:cNvSpPr>
            <p:nvPr/>
          </p:nvSpPr>
          <p:spPr bwMode="auto">
            <a:xfrm>
              <a:off x="624" y="1699"/>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84" name="Line 16">
              <a:extLst>
                <a:ext uri="{FF2B5EF4-FFF2-40B4-BE49-F238E27FC236}">
                  <a16:creationId xmlns:a16="http://schemas.microsoft.com/office/drawing/2014/main" id="{78DA45AB-CBA5-2124-F5FE-30F1AEB047B2}"/>
                </a:ext>
              </a:extLst>
            </p:cNvPr>
            <p:cNvSpPr>
              <a:spLocks noChangeShapeType="1"/>
            </p:cNvSpPr>
            <p:nvPr/>
          </p:nvSpPr>
          <p:spPr bwMode="auto">
            <a:xfrm>
              <a:off x="624" y="1817"/>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85" name="Line 17">
              <a:extLst>
                <a:ext uri="{FF2B5EF4-FFF2-40B4-BE49-F238E27FC236}">
                  <a16:creationId xmlns:a16="http://schemas.microsoft.com/office/drawing/2014/main" id="{80F6EC3D-4933-433C-38F9-E9A48FF2BD54}"/>
                </a:ext>
              </a:extLst>
            </p:cNvPr>
            <p:cNvSpPr>
              <a:spLocks noChangeShapeType="1"/>
            </p:cNvSpPr>
            <p:nvPr/>
          </p:nvSpPr>
          <p:spPr bwMode="auto">
            <a:xfrm>
              <a:off x="616" y="1919"/>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86" name="Line 18">
              <a:extLst>
                <a:ext uri="{FF2B5EF4-FFF2-40B4-BE49-F238E27FC236}">
                  <a16:creationId xmlns:a16="http://schemas.microsoft.com/office/drawing/2014/main" id="{9B449533-B013-D70F-3C47-44C8A995558B}"/>
                </a:ext>
              </a:extLst>
            </p:cNvPr>
            <p:cNvSpPr>
              <a:spLocks noChangeShapeType="1"/>
            </p:cNvSpPr>
            <p:nvPr/>
          </p:nvSpPr>
          <p:spPr bwMode="auto">
            <a:xfrm>
              <a:off x="624" y="2052"/>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87" name="Line 19">
              <a:extLst>
                <a:ext uri="{FF2B5EF4-FFF2-40B4-BE49-F238E27FC236}">
                  <a16:creationId xmlns:a16="http://schemas.microsoft.com/office/drawing/2014/main" id="{53528649-9BDF-5694-8C09-F235BC3ADE07}"/>
                </a:ext>
              </a:extLst>
            </p:cNvPr>
            <p:cNvSpPr>
              <a:spLocks noChangeShapeType="1"/>
            </p:cNvSpPr>
            <p:nvPr/>
          </p:nvSpPr>
          <p:spPr bwMode="auto">
            <a:xfrm>
              <a:off x="632" y="2163"/>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88" name="Line 20">
              <a:extLst>
                <a:ext uri="{FF2B5EF4-FFF2-40B4-BE49-F238E27FC236}">
                  <a16:creationId xmlns:a16="http://schemas.microsoft.com/office/drawing/2014/main" id="{6281E7FB-69E6-1275-EDCC-BF33C3BC967B}"/>
                </a:ext>
              </a:extLst>
            </p:cNvPr>
            <p:cNvSpPr>
              <a:spLocks noChangeShapeType="1"/>
            </p:cNvSpPr>
            <p:nvPr/>
          </p:nvSpPr>
          <p:spPr bwMode="auto">
            <a:xfrm>
              <a:off x="632" y="2291"/>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89" name="Line 21">
              <a:extLst>
                <a:ext uri="{FF2B5EF4-FFF2-40B4-BE49-F238E27FC236}">
                  <a16:creationId xmlns:a16="http://schemas.microsoft.com/office/drawing/2014/main" id="{741DA4A9-BB7B-2AFB-4460-081843206453}"/>
                </a:ext>
              </a:extLst>
            </p:cNvPr>
            <p:cNvSpPr>
              <a:spLocks noChangeShapeType="1"/>
            </p:cNvSpPr>
            <p:nvPr/>
          </p:nvSpPr>
          <p:spPr bwMode="auto">
            <a:xfrm>
              <a:off x="1752" y="152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90" name="Line 22">
              <a:extLst>
                <a:ext uri="{FF2B5EF4-FFF2-40B4-BE49-F238E27FC236}">
                  <a16:creationId xmlns:a16="http://schemas.microsoft.com/office/drawing/2014/main" id="{36ACA222-E1D0-724B-36E0-C72E1BD39B31}"/>
                </a:ext>
              </a:extLst>
            </p:cNvPr>
            <p:cNvSpPr>
              <a:spLocks noChangeShapeType="1"/>
            </p:cNvSpPr>
            <p:nvPr/>
          </p:nvSpPr>
          <p:spPr bwMode="auto">
            <a:xfrm>
              <a:off x="1752" y="165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91" name="Line 23">
              <a:extLst>
                <a:ext uri="{FF2B5EF4-FFF2-40B4-BE49-F238E27FC236}">
                  <a16:creationId xmlns:a16="http://schemas.microsoft.com/office/drawing/2014/main" id="{BEC6ACF9-2E4A-5194-AE44-B2A16C969C5E}"/>
                </a:ext>
              </a:extLst>
            </p:cNvPr>
            <p:cNvSpPr>
              <a:spLocks noChangeShapeType="1"/>
            </p:cNvSpPr>
            <p:nvPr/>
          </p:nvSpPr>
          <p:spPr bwMode="auto">
            <a:xfrm>
              <a:off x="1752" y="178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92" name="Line 24">
              <a:extLst>
                <a:ext uri="{FF2B5EF4-FFF2-40B4-BE49-F238E27FC236}">
                  <a16:creationId xmlns:a16="http://schemas.microsoft.com/office/drawing/2014/main" id="{3D733B27-E21A-E57A-95D0-2C317805C4A6}"/>
                </a:ext>
              </a:extLst>
            </p:cNvPr>
            <p:cNvSpPr>
              <a:spLocks noChangeShapeType="1"/>
            </p:cNvSpPr>
            <p:nvPr/>
          </p:nvSpPr>
          <p:spPr bwMode="auto">
            <a:xfrm>
              <a:off x="1752" y="191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93" name="Line 25">
              <a:extLst>
                <a:ext uri="{FF2B5EF4-FFF2-40B4-BE49-F238E27FC236}">
                  <a16:creationId xmlns:a16="http://schemas.microsoft.com/office/drawing/2014/main" id="{EE98EB38-5CF9-89E3-11FF-85763003C8CB}"/>
                </a:ext>
              </a:extLst>
            </p:cNvPr>
            <p:cNvSpPr>
              <a:spLocks noChangeShapeType="1"/>
            </p:cNvSpPr>
            <p:nvPr/>
          </p:nvSpPr>
          <p:spPr bwMode="auto">
            <a:xfrm>
              <a:off x="1760" y="203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94" name="Line 26">
              <a:extLst>
                <a:ext uri="{FF2B5EF4-FFF2-40B4-BE49-F238E27FC236}">
                  <a16:creationId xmlns:a16="http://schemas.microsoft.com/office/drawing/2014/main" id="{3F7874EB-E31B-EF48-FAFD-C8FAD03A00A6}"/>
                </a:ext>
              </a:extLst>
            </p:cNvPr>
            <p:cNvSpPr>
              <a:spLocks noChangeShapeType="1"/>
            </p:cNvSpPr>
            <p:nvPr/>
          </p:nvSpPr>
          <p:spPr bwMode="auto">
            <a:xfrm>
              <a:off x="1752" y="216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95" name="Line 27">
              <a:extLst>
                <a:ext uri="{FF2B5EF4-FFF2-40B4-BE49-F238E27FC236}">
                  <a16:creationId xmlns:a16="http://schemas.microsoft.com/office/drawing/2014/main" id="{91337756-43C1-9637-DCD9-19D5417D4B02}"/>
                </a:ext>
              </a:extLst>
            </p:cNvPr>
            <p:cNvSpPr>
              <a:spLocks noChangeShapeType="1"/>
            </p:cNvSpPr>
            <p:nvPr/>
          </p:nvSpPr>
          <p:spPr bwMode="auto">
            <a:xfrm>
              <a:off x="1760" y="2298"/>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96" name="Line 28">
              <a:extLst>
                <a:ext uri="{FF2B5EF4-FFF2-40B4-BE49-F238E27FC236}">
                  <a16:creationId xmlns:a16="http://schemas.microsoft.com/office/drawing/2014/main" id="{117FB3FB-102F-53A7-3268-CBF7E7A0539C}"/>
                </a:ext>
              </a:extLst>
            </p:cNvPr>
            <p:cNvSpPr>
              <a:spLocks noChangeShapeType="1"/>
            </p:cNvSpPr>
            <p:nvPr/>
          </p:nvSpPr>
          <p:spPr bwMode="auto">
            <a:xfrm>
              <a:off x="1752" y="243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97" name="Text Box 29">
              <a:extLst>
                <a:ext uri="{FF2B5EF4-FFF2-40B4-BE49-F238E27FC236}">
                  <a16:creationId xmlns:a16="http://schemas.microsoft.com/office/drawing/2014/main" id="{F7B67CBD-ED98-3081-AAA9-289F93C62454}"/>
                </a:ext>
              </a:extLst>
            </p:cNvPr>
            <p:cNvSpPr txBox="1">
              <a:spLocks noChangeArrowheads="1"/>
            </p:cNvSpPr>
            <p:nvPr/>
          </p:nvSpPr>
          <p:spPr bwMode="auto">
            <a:xfrm>
              <a:off x="336" y="1331"/>
              <a:ext cx="528" cy="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A0</a:t>
              </a:r>
            </a:p>
            <a:p>
              <a:pPr eaLnBrk="1" hangingPunct="1"/>
              <a:r>
                <a:rPr lang="en-US" altLang="en-US" sz="1400"/>
                <a:t>A1</a:t>
              </a:r>
            </a:p>
            <a:p>
              <a:pPr eaLnBrk="1" hangingPunct="1"/>
              <a:r>
                <a:rPr lang="en-US" altLang="en-US" sz="1400"/>
                <a:t>A2</a:t>
              </a:r>
            </a:p>
            <a:p>
              <a:pPr eaLnBrk="1" hangingPunct="1"/>
              <a:r>
                <a:rPr lang="en-US" altLang="en-US" sz="1400"/>
                <a:t>A3</a:t>
              </a:r>
            </a:p>
            <a:p>
              <a:pPr eaLnBrk="1" hangingPunct="1"/>
              <a:r>
                <a:rPr lang="en-US" altLang="en-US" sz="1400"/>
                <a:t>B0</a:t>
              </a:r>
            </a:p>
            <a:p>
              <a:pPr eaLnBrk="1" hangingPunct="1"/>
              <a:r>
                <a:rPr lang="en-US" altLang="en-US" sz="1400"/>
                <a:t>B1</a:t>
              </a:r>
            </a:p>
            <a:p>
              <a:pPr eaLnBrk="1" hangingPunct="1"/>
              <a:r>
                <a:rPr lang="en-US" altLang="en-US" sz="1400"/>
                <a:t>B2</a:t>
              </a:r>
            </a:p>
            <a:p>
              <a:pPr eaLnBrk="1" hangingPunct="1"/>
              <a:r>
                <a:rPr lang="en-US" altLang="en-US" sz="1400"/>
                <a:t>B3</a:t>
              </a:r>
            </a:p>
            <a:p>
              <a:pPr eaLnBrk="1" hangingPunct="1"/>
              <a:endParaRPr lang="en-US" altLang="en-US" sz="1400"/>
            </a:p>
            <a:p>
              <a:pPr eaLnBrk="1" hangingPunct="1"/>
              <a:endParaRPr lang="en-US" altLang="en-US" sz="1400"/>
            </a:p>
            <a:p>
              <a:pPr eaLnBrk="1" hangingPunct="1"/>
              <a:endParaRPr lang="en-US" altLang="en-US" sz="1400"/>
            </a:p>
          </p:txBody>
        </p:sp>
        <p:sp>
          <p:nvSpPr>
            <p:cNvPr id="95298" name="Text Box 30">
              <a:extLst>
                <a:ext uri="{FF2B5EF4-FFF2-40B4-BE49-F238E27FC236}">
                  <a16:creationId xmlns:a16="http://schemas.microsoft.com/office/drawing/2014/main" id="{D241C3C0-25F3-B7C9-53AB-7298007CE6F8}"/>
                </a:ext>
              </a:extLst>
            </p:cNvPr>
            <p:cNvSpPr txBox="1">
              <a:spLocks noChangeArrowheads="1"/>
            </p:cNvSpPr>
            <p:nvPr/>
          </p:nvSpPr>
          <p:spPr bwMode="auto">
            <a:xfrm>
              <a:off x="1936" y="1418"/>
              <a:ext cx="528" cy="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Y1</a:t>
              </a:r>
            </a:p>
            <a:p>
              <a:pPr eaLnBrk="1" hangingPunct="1"/>
              <a:r>
                <a:rPr lang="en-US" altLang="en-US" sz="1400"/>
                <a:t>Y2</a:t>
              </a:r>
            </a:p>
            <a:p>
              <a:pPr eaLnBrk="1" hangingPunct="1"/>
              <a:r>
                <a:rPr lang="en-US" altLang="en-US" sz="1400"/>
                <a:t>Y3</a:t>
              </a:r>
            </a:p>
            <a:p>
              <a:pPr eaLnBrk="1" hangingPunct="1"/>
              <a:r>
                <a:rPr lang="en-US" altLang="en-US" sz="1400"/>
                <a:t>Y4</a:t>
              </a:r>
            </a:p>
            <a:p>
              <a:pPr eaLnBrk="1" hangingPunct="1"/>
              <a:r>
                <a:rPr lang="en-US" altLang="en-US" sz="1400"/>
                <a:t>Y5</a:t>
              </a:r>
            </a:p>
            <a:p>
              <a:pPr eaLnBrk="1" hangingPunct="1"/>
              <a:r>
                <a:rPr lang="en-US" altLang="en-US" sz="1400"/>
                <a:t>Y6</a:t>
              </a:r>
            </a:p>
            <a:p>
              <a:pPr eaLnBrk="1" hangingPunct="1"/>
              <a:r>
                <a:rPr lang="en-US" altLang="en-US" sz="1400"/>
                <a:t>Y7</a:t>
              </a:r>
            </a:p>
            <a:p>
              <a:pPr eaLnBrk="1" hangingPunct="1"/>
              <a:r>
                <a:rPr lang="en-US" altLang="en-US" sz="1400"/>
                <a:t>Y8</a:t>
              </a:r>
            </a:p>
            <a:p>
              <a:pPr eaLnBrk="1" hangingPunct="1"/>
              <a:endParaRPr lang="en-US" altLang="en-US" sz="1400"/>
            </a:p>
            <a:p>
              <a:pPr eaLnBrk="1" hangingPunct="1"/>
              <a:endParaRPr lang="en-US" altLang="en-US" sz="1400"/>
            </a:p>
            <a:p>
              <a:pPr eaLnBrk="1" hangingPunct="1"/>
              <a:endParaRPr lang="en-US" altLang="en-US" sz="1400"/>
            </a:p>
          </p:txBody>
        </p:sp>
        <p:sp>
          <p:nvSpPr>
            <p:cNvPr id="95299" name="Text Box 30">
              <a:extLst>
                <a:ext uri="{FF2B5EF4-FFF2-40B4-BE49-F238E27FC236}">
                  <a16:creationId xmlns:a16="http://schemas.microsoft.com/office/drawing/2014/main" id="{7F4E349C-7659-B7E8-5A98-758A9022F5A2}"/>
                </a:ext>
              </a:extLst>
            </p:cNvPr>
            <p:cNvSpPr txBox="1">
              <a:spLocks noChangeArrowheads="1"/>
            </p:cNvSpPr>
            <p:nvPr/>
          </p:nvSpPr>
          <p:spPr bwMode="auto">
            <a:xfrm>
              <a:off x="1510" y="1434"/>
              <a:ext cx="375" cy="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Q0</a:t>
              </a:r>
            </a:p>
            <a:p>
              <a:pPr eaLnBrk="1" hangingPunct="1"/>
              <a:r>
                <a:rPr lang="en-US" altLang="en-US" sz="1400"/>
                <a:t>Q1</a:t>
              </a:r>
            </a:p>
            <a:p>
              <a:pPr eaLnBrk="1" hangingPunct="1"/>
              <a:r>
                <a:rPr lang="en-US" altLang="en-US" sz="1400"/>
                <a:t>Q2</a:t>
              </a:r>
            </a:p>
            <a:p>
              <a:pPr eaLnBrk="1" hangingPunct="1"/>
              <a:r>
                <a:rPr lang="en-US" altLang="en-US" sz="1400"/>
                <a:t>Q3</a:t>
              </a:r>
            </a:p>
            <a:p>
              <a:pPr eaLnBrk="1" hangingPunct="1"/>
              <a:r>
                <a:rPr lang="en-US" altLang="en-US" sz="1400"/>
                <a:t>Q4</a:t>
              </a:r>
            </a:p>
            <a:p>
              <a:pPr eaLnBrk="1" hangingPunct="1"/>
              <a:r>
                <a:rPr lang="en-US" altLang="en-US" sz="1400"/>
                <a:t>Q5</a:t>
              </a:r>
            </a:p>
            <a:p>
              <a:pPr eaLnBrk="1" hangingPunct="1"/>
              <a:r>
                <a:rPr lang="en-US" altLang="en-US" sz="1400"/>
                <a:t>Q6</a:t>
              </a:r>
            </a:p>
            <a:p>
              <a:pPr eaLnBrk="1" hangingPunct="1"/>
              <a:r>
                <a:rPr lang="en-US" altLang="en-US" sz="1400"/>
                <a:t>Q7</a:t>
              </a:r>
            </a:p>
            <a:p>
              <a:pPr eaLnBrk="1" hangingPunct="1"/>
              <a:endParaRPr lang="en-US" altLang="en-US" sz="1400"/>
            </a:p>
            <a:p>
              <a:pPr eaLnBrk="1" hangingPunct="1"/>
              <a:endParaRPr lang="en-US" altLang="en-US" sz="1400"/>
            </a:p>
            <a:p>
              <a:pPr eaLnBrk="1" hangingPunct="1"/>
              <a:endParaRPr lang="en-US" altLang="en-US" sz="1400"/>
            </a:p>
          </p:txBody>
        </p:sp>
      </p:grpSp>
      <p:sp>
        <p:nvSpPr>
          <p:cNvPr id="95235" name="Text Box 138">
            <a:extLst>
              <a:ext uri="{FF2B5EF4-FFF2-40B4-BE49-F238E27FC236}">
                <a16:creationId xmlns:a16="http://schemas.microsoft.com/office/drawing/2014/main" id="{FAB6994F-2194-D493-E01D-9B37B6A86F2A}"/>
              </a:ext>
            </a:extLst>
          </p:cNvPr>
          <p:cNvSpPr txBox="1">
            <a:spLocks noChangeArrowheads="1"/>
          </p:cNvSpPr>
          <p:nvPr/>
        </p:nvSpPr>
        <p:spPr bwMode="auto">
          <a:xfrm>
            <a:off x="2251076" y="4246563"/>
            <a:ext cx="3159125"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A,B – 4-bit integer unsigned</a:t>
            </a:r>
          </a:p>
          <a:p>
            <a:pPr eaLnBrk="1" hangingPunct="1"/>
            <a:r>
              <a:rPr lang="en-US" altLang="en-US" sz="2000"/>
              <a:t>A= (a3a2a1a0)</a:t>
            </a:r>
          </a:p>
          <a:p>
            <a:pPr eaLnBrk="1" hangingPunct="1"/>
            <a:r>
              <a:rPr lang="en-US" altLang="en-US" sz="2000"/>
              <a:t>B=(b3b2b1b0)</a:t>
            </a:r>
          </a:p>
          <a:p>
            <a:pPr eaLnBrk="1" hangingPunct="1"/>
            <a:r>
              <a:rPr lang="en-US" altLang="en-US" sz="2000"/>
              <a:t>A×B = P</a:t>
            </a:r>
          </a:p>
        </p:txBody>
      </p:sp>
      <p:sp>
        <p:nvSpPr>
          <p:cNvPr id="28" name="Title 3">
            <a:extLst>
              <a:ext uri="{FF2B5EF4-FFF2-40B4-BE49-F238E27FC236}">
                <a16:creationId xmlns:a16="http://schemas.microsoft.com/office/drawing/2014/main" id="{EEC874BC-E811-42B5-A110-F3EEAF8D9373}"/>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graphicFrame>
        <p:nvGraphicFramePr>
          <p:cNvPr id="29" name="Table 28">
            <a:extLst>
              <a:ext uri="{FF2B5EF4-FFF2-40B4-BE49-F238E27FC236}">
                <a16:creationId xmlns:a16="http://schemas.microsoft.com/office/drawing/2014/main" id="{017B1817-34B6-4762-964A-9CFE57F63A27}"/>
              </a:ext>
            </a:extLst>
          </p:cNvPr>
          <p:cNvGraphicFramePr>
            <a:graphicFrameLocks noGrp="1"/>
          </p:cNvGraphicFramePr>
          <p:nvPr/>
        </p:nvGraphicFramePr>
        <p:xfrm>
          <a:off x="5424489" y="1196976"/>
          <a:ext cx="4992688" cy="4449768"/>
        </p:xfrm>
        <a:graphic>
          <a:graphicData uri="http://schemas.openxmlformats.org/drawingml/2006/table">
            <a:tbl>
              <a:tblPr firstRow="1" bandRow="1">
                <a:tableStyleId>{5C22544A-7EE6-4342-B048-85BDC9FD1C3A}</a:tableStyleId>
              </a:tblPr>
              <a:tblGrid>
                <a:gridCol w="2496344">
                  <a:extLst>
                    <a:ext uri="{9D8B030D-6E8A-4147-A177-3AD203B41FA5}">
                      <a16:colId xmlns:a16="http://schemas.microsoft.com/office/drawing/2014/main" val="20000"/>
                    </a:ext>
                  </a:extLst>
                </a:gridCol>
                <a:gridCol w="2496344">
                  <a:extLst>
                    <a:ext uri="{9D8B030D-6E8A-4147-A177-3AD203B41FA5}">
                      <a16:colId xmlns:a16="http://schemas.microsoft.com/office/drawing/2014/main" val="20001"/>
                    </a:ext>
                  </a:extLst>
                </a:gridCol>
              </a:tblGrid>
              <a:tr h="3708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dirty="0">
                          <a:ln>
                            <a:noFill/>
                          </a:ln>
                          <a:effectLst/>
                        </a:rPr>
                        <a:t>A7A6A5A4A3A2A1A0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49" marR="91449" marT="45717" marB="4571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dirty="0">
                          <a:ln>
                            <a:noFill/>
                          </a:ln>
                          <a:effectLst/>
                        </a:rPr>
                        <a:t>Q7Q6Q5Q4Q3Q2Q1Q0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49" marR="91449" marT="45717" marB="45717" horzOverflow="overflow"/>
                </a:tc>
                <a:extLst>
                  <a:ext uri="{0D108BD9-81ED-4DB2-BD59-A6C34878D82A}">
                    <a16:rowId xmlns:a16="http://schemas.microsoft.com/office/drawing/2014/main" val="10000"/>
                  </a:ext>
                </a:extLst>
              </a:tr>
              <a:tr h="3708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B3B2B1B0A3A2A1A0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P7 P6 P5P4P3P2 P1 P0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extLst>
                  <a:ext uri="{0D108BD9-81ED-4DB2-BD59-A6C34878D82A}">
                    <a16:rowId xmlns:a16="http://schemas.microsoft.com/office/drawing/2014/main" val="10001"/>
                  </a:ext>
                </a:extLst>
              </a:tr>
              <a:tr h="3708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0  0   0  0   0  0  0   0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dirty="0">
                          <a:ln>
                            <a:noFill/>
                          </a:ln>
                          <a:effectLst/>
                        </a:rPr>
                        <a:t>0   0   0   0   0   0   0   0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49" marR="91449" marT="45717" marB="45717" horzOverflow="overflow"/>
                </a:tc>
                <a:extLst>
                  <a:ext uri="{0D108BD9-81ED-4DB2-BD59-A6C34878D82A}">
                    <a16:rowId xmlns:a16="http://schemas.microsoft.com/office/drawing/2014/main" val="10002"/>
                  </a:ext>
                </a:extLst>
              </a:tr>
              <a:tr h="3708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0  0   0  0   0   0   0  1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0   0   0   0   0   0   0   0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extLst>
                  <a:ext uri="{0D108BD9-81ED-4DB2-BD59-A6C34878D82A}">
                    <a16:rowId xmlns:a16="http://schemas.microsoft.com/office/drawing/2014/main" val="10003"/>
                  </a:ext>
                </a:extLst>
              </a:tr>
              <a:tr h="3708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ru-RU" sz="1600" u="none" strike="noStrike" cap="none" normalizeH="0" baseline="0">
                          <a:ln>
                            <a:noFill/>
                          </a:ln>
                          <a:effectLst/>
                          <a:sym typeface="Symbol" pitchFamily="18" charset="2"/>
                        </a:rPr>
                        <a:t></a:t>
                      </a:r>
                      <a:r>
                        <a:rPr kumimoji="0" lang="en-US" sz="1600" u="none" strike="noStrike" cap="none" normalizeH="0" baseline="0">
                          <a:ln>
                            <a:noFill/>
                          </a:ln>
                          <a:effectLst/>
                          <a:sym typeface="Symbol" pitchFamily="18" charset="2"/>
                        </a:rPr>
                        <a:t>         </a:t>
                      </a:r>
                      <a:endParaRPr kumimoji="0" lang="en-US" sz="1600" b="0" i="0" u="none" strike="noStrike" cap="none" normalizeH="0" baseline="0">
                        <a:ln>
                          <a:noFill/>
                        </a:ln>
                        <a:solidFill>
                          <a:schemeClr val="tx1"/>
                        </a:solidFill>
                        <a:effectLst/>
                        <a:latin typeface="Arial" pitchFamily="34" charset="0"/>
                        <a:cs typeface="Arial" pitchFamily="34" charset="0"/>
                        <a:sym typeface="Symbol" pitchFamily="18" charset="2"/>
                      </a:endParaRPr>
                    </a:p>
                  </a:txBody>
                  <a:tcPr marL="91449" marR="91449" marT="45717" marB="4571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ru-RU" sz="1600" u="none" strike="noStrike" cap="none" normalizeH="0" baseline="0">
                          <a:ln>
                            <a:noFill/>
                          </a:ln>
                          <a:effectLst/>
                          <a:sym typeface="Symbol" pitchFamily="18" charset="2"/>
                        </a:rPr>
                        <a:t></a:t>
                      </a:r>
                      <a:r>
                        <a:rPr kumimoji="0" lang="en-US" sz="1600" u="none" strike="noStrike" cap="none" normalizeH="0" baseline="0">
                          <a:ln>
                            <a:noFill/>
                          </a:ln>
                          <a:effectLst/>
                          <a:sym typeface="Symbol" pitchFamily="18" charset="2"/>
                        </a:rPr>
                        <a:t>        </a:t>
                      </a:r>
                      <a:endParaRPr kumimoji="0" lang="ru-RU" sz="1600" b="0" i="0" u="none" strike="noStrike" cap="none" normalizeH="0" baseline="0">
                        <a:ln>
                          <a:noFill/>
                        </a:ln>
                        <a:solidFill>
                          <a:schemeClr val="tx1"/>
                        </a:solidFill>
                        <a:effectLst/>
                        <a:latin typeface="Arial" pitchFamily="34" charset="0"/>
                        <a:cs typeface="Arial" pitchFamily="34" charset="0"/>
                        <a:sym typeface="Symbol" pitchFamily="18" charset="2"/>
                      </a:endParaRPr>
                    </a:p>
                  </a:txBody>
                  <a:tcPr marL="91449" marR="91449" marT="45717" marB="45717" horzOverflow="overflow"/>
                </a:tc>
                <a:extLst>
                  <a:ext uri="{0D108BD9-81ED-4DB2-BD59-A6C34878D82A}">
                    <a16:rowId xmlns:a16="http://schemas.microsoft.com/office/drawing/2014/main" val="10004"/>
                  </a:ext>
                </a:extLst>
              </a:tr>
              <a:tr h="3708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0  0  1  1    0   1   1  1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0   0   0   1   0   1   0   1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extLst>
                  <a:ext uri="{0D108BD9-81ED-4DB2-BD59-A6C34878D82A}">
                    <a16:rowId xmlns:a16="http://schemas.microsoft.com/office/drawing/2014/main" val="10005"/>
                  </a:ext>
                </a:extLst>
              </a:tr>
              <a:tr h="3708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0  0  1  1    1   0   0  0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0   0   0   1   1   0   0   0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extLst>
                  <a:ext uri="{0D108BD9-81ED-4DB2-BD59-A6C34878D82A}">
                    <a16:rowId xmlns:a16="http://schemas.microsoft.com/office/drawing/2014/main" val="10006"/>
                  </a:ext>
                </a:extLst>
              </a:tr>
              <a:tr h="3708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0  0  1  1    1   0   0  1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0   0   0   1   1    0  1   1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extLst>
                  <a:ext uri="{0D108BD9-81ED-4DB2-BD59-A6C34878D82A}">
                    <a16:rowId xmlns:a16="http://schemas.microsoft.com/office/drawing/2014/main" val="10007"/>
                  </a:ext>
                </a:extLst>
              </a:tr>
              <a:tr h="3708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ru-RU" sz="1600" u="none" strike="noStrike" cap="none" normalizeH="0" baseline="0">
                          <a:ln>
                            <a:noFill/>
                          </a:ln>
                          <a:effectLst/>
                          <a:sym typeface="Symbol" pitchFamily="18" charset="2"/>
                        </a:rPr>
                        <a:t></a:t>
                      </a:r>
                      <a:r>
                        <a:rPr kumimoji="0" lang="en-US" sz="1600" u="none" strike="noStrike" cap="none" normalizeH="0" baseline="0">
                          <a:ln>
                            <a:noFill/>
                          </a:ln>
                          <a:effectLst/>
                          <a:sym typeface="Symbol" pitchFamily="18" charset="2"/>
                        </a:rPr>
                        <a:t>         </a:t>
                      </a:r>
                      <a:endParaRPr kumimoji="0" lang="en-US" sz="1600" b="0" i="0" u="none" strike="noStrike" cap="none" normalizeH="0" baseline="0">
                        <a:ln>
                          <a:noFill/>
                        </a:ln>
                        <a:solidFill>
                          <a:schemeClr val="tx1"/>
                        </a:solidFill>
                        <a:effectLst/>
                        <a:latin typeface="Arial" pitchFamily="34" charset="0"/>
                        <a:cs typeface="Arial" pitchFamily="34" charset="0"/>
                        <a:sym typeface="Symbol" pitchFamily="18" charset="2"/>
                      </a:endParaRPr>
                    </a:p>
                  </a:txBody>
                  <a:tcPr marL="91449" marR="91449" marT="45717" marB="4571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ru-RU" sz="1600" u="none" strike="noStrike" cap="none" normalizeH="0" baseline="0">
                          <a:ln>
                            <a:noFill/>
                          </a:ln>
                          <a:effectLst/>
                          <a:sym typeface="Symbol" pitchFamily="18" charset="2"/>
                        </a:rPr>
                        <a:t></a:t>
                      </a:r>
                      <a:r>
                        <a:rPr kumimoji="0" lang="en-US" sz="1600" u="none" strike="noStrike" cap="none" normalizeH="0" baseline="0">
                          <a:ln>
                            <a:noFill/>
                          </a:ln>
                          <a:effectLst/>
                          <a:sym typeface="Symbol" pitchFamily="18" charset="2"/>
                        </a:rPr>
                        <a:t>        </a:t>
                      </a:r>
                      <a:endParaRPr kumimoji="0" lang="ru-RU" sz="1600" b="0" i="0" u="none" strike="noStrike" cap="none" normalizeH="0" baseline="0">
                        <a:ln>
                          <a:noFill/>
                        </a:ln>
                        <a:solidFill>
                          <a:schemeClr val="tx1"/>
                        </a:solidFill>
                        <a:effectLst/>
                        <a:latin typeface="Arial" pitchFamily="34" charset="0"/>
                        <a:cs typeface="Arial" pitchFamily="34" charset="0"/>
                        <a:sym typeface="Symbol" pitchFamily="18" charset="2"/>
                      </a:endParaRPr>
                    </a:p>
                  </a:txBody>
                  <a:tcPr marL="91449" marR="91449" marT="45717" marB="45717" horzOverflow="overflow"/>
                </a:tc>
                <a:extLst>
                  <a:ext uri="{0D108BD9-81ED-4DB2-BD59-A6C34878D82A}">
                    <a16:rowId xmlns:a16="http://schemas.microsoft.com/office/drawing/2014/main" val="10008"/>
                  </a:ext>
                </a:extLst>
              </a:tr>
              <a:tr h="3708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1  1  1  1    1   1   0  1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1   1   0   0    0   0  1   1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extLst>
                  <a:ext uri="{0D108BD9-81ED-4DB2-BD59-A6C34878D82A}">
                    <a16:rowId xmlns:a16="http://schemas.microsoft.com/office/drawing/2014/main" val="10009"/>
                  </a:ext>
                </a:extLst>
              </a:tr>
              <a:tr h="3708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1  1  1  1    1   1   1  0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1   1   0    1   1   0  1   0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49" marR="91449" marT="45717" marB="45717" horzOverflow="overflow"/>
                </a:tc>
                <a:extLst>
                  <a:ext uri="{0D108BD9-81ED-4DB2-BD59-A6C34878D82A}">
                    <a16:rowId xmlns:a16="http://schemas.microsoft.com/office/drawing/2014/main" val="10010"/>
                  </a:ext>
                </a:extLst>
              </a:tr>
              <a:tr h="3708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dirty="0">
                          <a:ln>
                            <a:noFill/>
                          </a:ln>
                          <a:effectLst/>
                        </a:rPr>
                        <a:t>1  1  1  1    1   1   1  1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49" marR="91449" marT="45717" marB="4571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dirty="0">
                          <a:ln>
                            <a:noFill/>
                          </a:ln>
                          <a:effectLst/>
                        </a:rPr>
                        <a:t>1   1   1    0    0  0  0   1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49" marR="91449" marT="45717" marB="45717" horzOverflow="overflow"/>
                </a:tc>
                <a:extLst>
                  <a:ext uri="{0D108BD9-81ED-4DB2-BD59-A6C34878D82A}">
                    <a16:rowId xmlns:a16="http://schemas.microsoft.com/office/drawing/2014/main" val="10011"/>
                  </a:ext>
                </a:extLst>
              </a:tr>
            </a:tbl>
          </a:graphicData>
        </a:graphic>
      </p:graphicFrame>
      <p:sp>
        <p:nvSpPr>
          <p:cNvPr id="2" name="Title 1">
            <a:extLst>
              <a:ext uri="{FF2B5EF4-FFF2-40B4-BE49-F238E27FC236}">
                <a16:creationId xmlns:a16="http://schemas.microsoft.com/office/drawing/2014/main" id="{A53C8811-85A8-8576-E9DC-E6391A84483F}"/>
              </a:ext>
            </a:extLst>
          </p:cNvPr>
          <p:cNvSpPr>
            <a:spLocks noGrp="1"/>
          </p:cNvSpPr>
          <p:nvPr>
            <p:ph type="title"/>
          </p:nvPr>
        </p:nvSpPr>
        <p:spPr/>
        <p:txBody>
          <a:bodyPr>
            <a:normAutofit/>
          </a:bodyPr>
          <a:lstStyle/>
          <a:p>
            <a:r>
              <a:rPr lang="en-US" dirty="0"/>
              <a:t>Using ROM To Implement Integer Multiplication</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258" name="Group 107">
            <a:extLst>
              <a:ext uri="{FF2B5EF4-FFF2-40B4-BE49-F238E27FC236}">
                <a16:creationId xmlns:a16="http://schemas.microsoft.com/office/drawing/2014/main" id="{CC3CA765-5748-DBA9-37D1-D54521EDE676}"/>
              </a:ext>
            </a:extLst>
          </p:cNvPr>
          <p:cNvGrpSpPr>
            <a:grpSpLocks/>
          </p:cNvGrpSpPr>
          <p:nvPr/>
        </p:nvGrpSpPr>
        <p:grpSpPr bwMode="auto">
          <a:xfrm>
            <a:off x="2260600" y="2533651"/>
            <a:ext cx="3378200" cy="2678113"/>
            <a:chOff x="336" y="1298"/>
            <a:chExt cx="2128" cy="1687"/>
          </a:xfrm>
        </p:grpSpPr>
        <p:sp>
          <p:nvSpPr>
            <p:cNvPr id="84010" name="Rectangle 8">
              <a:extLst>
                <a:ext uri="{FF2B5EF4-FFF2-40B4-BE49-F238E27FC236}">
                  <a16:creationId xmlns:a16="http://schemas.microsoft.com/office/drawing/2014/main" id="{2432F518-CBEE-43D6-A898-5C410C47ACD7}"/>
                </a:ext>
              </a:extLst>
            </p:cNvPr>
            <p:cNvSpPr>
              <a:spLocks noChangeArrowheads="1"/>
            </p:cNvSpPr>
            <p:nvPr/>
          </p:nvSpPr>
          <p:spPr bwMode="auto">
            <a:xfrm>
              <a:off x="960" y="1298"/>
              <a:ext cx="792" cy="1440"/>
            </a:xfrm>
            <a:prstGeom prst="rect">
              <a:avLst/>
            </a:prstGeom>
            <a:solidFill>
              <a:schemeClr val="accent1">
                <a:lumMod val="60000"/>
                <a:lumOff val="40000"/>
              </a:schemeClr>
            </a:solidFill>
            <a:ln w="25400">
              <a:solidFill>
                <a:schemeClr val="tx1"/>
              </a:solidFill>
              <a:miter lim="800000"/>
              <a:headEnd/>
              <a:tailEnd/>
            </a:ln>
          </p:spPr>
          <p:txBody>
            <a:bodyPr wrap="none"/>
            <a:lstStyle/>
            <a:p>
              <a:pPr eaLnBrk="1" hangingPunct="1">
                <a:defRPr/>
              </a:pPr>
              <a:r>
                <a:rPr lang="en-US" sz="1400"/>
                <a:t>A0</a:t>
              </a:r>
            </a:p>
            <a:p>
              <a:pPr eaLnBrk="1" hangingPunct="1">
                <a:defRPr/>
              </a:pPr>
              <a:r>
                <a:rPr lang="en-US" sz="1400"/>
                <a:t>A1</a:t>
              </a:r>
            </a:p>
            <a:p>
              <a:pPr eaLnBrk="1" hangingPunct="1">
                <a:defRPr/>
              </a:pPr>
              <a:r>
                <a:rPr lang="en-US" sz="1400"/>
                <a:t>A2</a:t>
              </a:r>
            </a:p>
            <a:p>
              <a:pPr eaLnBrk="1" hangingPunct="1">
                <a:defRPr/>
              </a:pPr>
              <a:r>
                <a:rPr lang="en-US" sz="1400"/>
                <a:t>A3</a:t>
              </a:r>
            </a:p>
            <a:p>
              <a:pPr eaLnBrk="1" hangingPunct="1">
                <a:defRPr/>
              </a:pPr>
              <a:r>
                <a:rPr lang="en-US" sz="1400"/>
                <a:t>A4</a:t>
              </a:r>
            </a:p>
            <a:p>
              <a:pPr eaLnBrk="1" hangingPunct="1">
                <a:defRPr/>
              </a:pPr>
              <a:r>
                <a:rPr lang="en-US" sz="1400"/>
                <a:t>A5</a:t>
              </a:r>
            </a:p>
            <a:p>
              <a:pPr eaLnBrk="1" hangingPunct="1">
                <a:defRPr/>
              </a:pPr>
              <a:r>
                <a:rPr lang="en-US" sz="1400"/>
                <a:t>A6</a:t>
              </a:r>
            </a:p>
            <a:p>
              <a:pPr eaLnBrk="1" hangingPunct="1">
                <a:defRPr/>
              </a:pPr>
              <a:r>
                <a:rPr lang="en-US" sz="1400"/>
                <a:t>A7</a:t>
              </a:r>
            </a:p>
            <a:p>
              <a:pPr eaLnBrk="1" hangingPunct="1">
                <a:defRPr/>
              </a:pPr>
              <a:endParaRPr lang="en-US" sz="1400"/>
            </a:p>
            <a:p>
              <a:pPr eaLnBrk="1" hangingPunct="1">
                <a:defRPr/>
              </a:pPr>
              <a:r>
                <a:rPr lang="en-US" sz="1400"/>
                <a:t>CS</a:t>
              </a:r>
            </a:p>
            <a:p>
              <a:pPr eaLnBrk="1" hangingPunct="1">
                <a:defRPr/>
              </a:pPr>
              <a:endParaRPr lang="en-US" sz="1400"/>
            </a:p>
          </p:txBody>
        </p:sp>
        <p:sp>
          <p:nvSpPr>
            <p:cNvPr id="96299" name="Oval 11">
              <a:extLst>
                <a:ext uri="{FF2B5EF4-FFF2-40B4-BE49-F238E27FC236}">
                  <a16:creationId xmlns:a16="http://schemas.microsoft.com/office/drawing/2014/main" id="{9FA8A366-87B3-B5D5-1D17-AE98207E168A}"/>
                </a:ext>
              </a:extLst>
            </p:cNvPr>
            <p:cNvSpPr>
              <a:spLocks noChangeArrowheads="1"/>
            </p:cNvSpPr>
            <p:nvPr/>
          </p:nvSpPr>
          <p:spPr bwMode="auto">
            <a:xfrm>
              <a:off x="880" y="2534"/>
              <a:ext cx="84" cy="85"/>
            </a:xfrm>
            <a:prstGeom prst="ellipse">
              <a:avLst/>
            </a:prstGeom>
            <a:solidFill>
              <a:schemeClr val="accent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6300" name="Line 12">
              <a:extLst>
                <a:ext uri="{FF2B5EF4-FFF2-40B4-BE49-F238E27FC236}">
                  <a16:creationId xmlns:a16="http://schemas.microsoft.com/office/drawing/2014/main" id="{18E9058A-B876-F3F6-FEDE-D1E8CB219020}"/>
                </a:ext>
              </a:extLst>
            </p:cNvPr>
            <p:cNvSpPr>
              <a:spLocks noChangeShapeType="1"/>
            </p:cNvSpPr>
            <p:nvPr/>
          </p:nvSpPr>
          <p:spPr bwMode="auto">
            <a:xfrm>
              <a:off x="641" y="2568"/>
              <a:ext cx="2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1" name="Line 13">
              <a:extLst>
                <a:ext uri="{FF2B5EF4-FFF2-40B4-BE49-F238E27FC236}">
                  <a16:creationId xmlns:a16="http://schemas.microsoft.com/office/drawing/2014/main" id="{C5906966-74F3-36E0-6777-3BC5A78E703E}"/>
                </a:ext>
              </a:extLst>
            </p:cNvPr>
            <p:cNvSpPr>
              <a:spLocks noChangeShapeType="1"/>
            </p:cNvSpPr>
            <p:nvPr/>
          </p:nvSpPr>
          <p:spPr bwMode="auto">
            <a:xfrm>
              <a:off x="624" y="1458"/>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2" name="Line 14">
              <a:extLst>
                <a:ext uri="{FF2B5EF4-FFF2-40B4-BE49-F238E27FC236}">
                  <a16:creationId xmlns:a16="http://schemas.microsoft.com/office/drawing/2014/main" id="{7AE21B5D-2D91-4662-3064-4F72D8267646}"/>
                </a:ext>
              </a:extLst>
            </p:cNvPr>
            <p:cNvSpPr>
              <a:spLocks noChangeShapeType="1"/>
            </p:cNvSpPr>
            <p:nvPr/>
          </p:nvSpPr>
          <p:spPr bwMode="auto">
            <a:xfrm>
              <a:off x="624" y="1578"/>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3" name="Line 15">
              <a:extLst>
                <a:ext uri="{FF2B5EF4-FFF2-40B4-BE49-F238E27FC236}">
                  <a16:creationId xmlns:a16="http://schemas.microsoft.com/office/drawing/2014/main" id="{3FAC35DE-C465-937B-C16A-2056E07D4088}"/>
                </a:ext>
              </a:extLst>
            </p:cNvPr>
            <p:cNvSpPr>
              <a:spLocks noChangeShapeType="1"/>
            </p:cNvSpPr>
            <p:nvPr/>
          </p:nvSpPr>
          <p:spPr bwMode="auto">
            <a:xfrm>
              <a:off x="624" y="1699"/>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4" name="Line 16">
              <a:extLst>
                <a:ext uri="{FF2B5EF4-FFF2-40B4-BE49-F238E27FC236}">
                  <a16:creationId xmlns:a16="http://schemas.microsoft.com/office/drawing/2014/main" id="{EE7A41C1-9D61-E60C-A1C2-1A8DA4716589}"/>
                </a:ext>
              </a:extLst>
            </p:cNvPr>
            <p:cNvSpPr>
              <a:spLocks noChangeShapeType="1"/>
            </p:cNvSpPr>
            <p:nvPr/>
          </p:nvSpPr>
          <p:spPr bwMode="auto">
            <a:xfrm>
              <a:off x="624" y="1817"/>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5" name="Line 17">
              <a:extLst>
                <a:ext uri="{FF2B5EF4-FFF2-40B4-BE49-F238E27FC236}">
                  <a16:creationId xmlns:a16="http://schemas.microsoft.com/office/drawing/2014/main" id="{E35D595F-6A19-0822-7942-03C9CA8FBF97}"/>
                </a:ext>
              </a:extLst>
            </p:cNvPr>
            <p:cNvSpPr>
              <a:spLocks noChangeShapeType="1"/>
            </p:cNvSpPr>
            <p:nvPr/>
          </p:nvSpPr>
          <p:spPr bwMode="auto">
            <a:xfrm>
              <a:off x="616" y="1919"/>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6" name="Line 18">
              <a:extLst>
                <a:ext uri="{FF2B5EF4-FFF2-40B4-BE49-F238E27FC236}">
                  <a16:creationId xmlns:a16="http://schemas.microsoft.com/office/drawing/2014/main" id="{7A8DFCD4-E90E-EFA5-EDEC-B1D9CB3BD4B0}"/>
                </a:ext>
              </a:extLst>
            </p:cNvPr>
            <p:cNvSpPr>
              <a:spLocks noChangeShapeType="1"/>
            </p:cNvSpPr>
            <p:nvPr/>
          </p:nvSpPr>
          <p:spPr bwMode="auto">
            <a:xfrm>
              <a:off x="624" y="2052"/>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7" name="Line 19">
              <a:extLst>
                <a:ext uri="{FF2B5EF4-FFF2-40B4-BE49-F238E27FC236}">
                  <a16:creationId xmlns:a16="http://schemas.microsoft.com/office/drawing/2014/main" id="{5C466B14-91FD-D021-DB12-F17DD25D7B47}"/>
                </a:ext>
              </a:extLst>
            </p:cNvPr>
            <p:cNvSpPr>
              <a:spLocks noChangeShapeType="1"/>
            </p:cNvSpPr>
            <p:nvPr/>
          </p:nvSpPr>
          <p:spPr bwMode="auto">
            <a:xfrm>
              <a:off x="632" y="2163"/>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8" name="Line 20">
              <a:extLst>
                <a:ext uri="{FF2B5EF4-FFF2-40B4-BE49-F238E27FC236}">
                  <a16:creationId xmlns:a16="http://schemas.microsoft.com/office/drawing/2014/main" id="{FD537F7A-142B-00D2-18B8-FD18CA455F8D}"/>
                </a:ext>
              </a:extLst>
            </p:cNvPr>
            <p:cNvSpPr>
              <a:spLocks noChangeShapeType="1"/>
            </p:cNvSpPr>
            <p:nvPr/>
          </p:nvSpPr>
          <p:spPr bwMode="auto">
            <a:xfrm>
              <a:off x="632" y="2291"/>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9" name="Line 21">
              <a:extLst>
                <a:ext uri="{FF2B5EF4-FFF2-40B4-BE49-F238E27FC236}">
                  <a16:creationId xmlns:a16="http://schemas.microsoft.com/office/drawing/2014/main" id="{4D4A176A-C294-F92B-14D8-D45176701BBA}"/>
                </a:ext>
              </a:extLst>
            </p:cNvPr>
            <p:cNvSpPr>
              <a:spLocks noChangeShapeType="1"/>
            </p:cNvSpPr>
            <p:nvPr/>
          </p:nvSpPr>
          <p:spPr bwMode="auto">
            <a:xfrm>
              <a:off x="1752" y="152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0" name="Line 22">
              <a:extLst>
                <a:ext uri="{FF2B5EF4-FFF2-40B4-BE49-F238E27FC236}">
                  <a16:creationId xmlns:a16="http://schemas.microsoft.com/office/drawing/2014/main" id="{C23B7A72-3BF6-1EDE-3B5D-30AB7CD87D90}"/>
                </a:ext>
              </a:extLst>
            </p:cNvPr>
            <p:cNvSpPr>
              <a:spLocks noChangeShapeType="1"/>
            </p:cNvSpPr>
            <p:nvPr/>
          </p:nvSpPr>
          <p:spPr bwMode="auto">
            <a:xfrm>
              <a:off x="1752" y="1650"/>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1" name="Line 23">
              <a:extLst>
                <a:ext uri="{FF2B5EF4-FFF2-40B4-BE49-F238E27FC236}">
                  <a16:creationId xmlns:a16="http://schemas.microsoft.com/office/drawing/2014/main" id="{6CEB6E84-FFF9-5631-2203-CF15CB96BEDE}"/>
                </a:ext>
              </a:extLst>
            </p:cNvPr>
            <p:cNvSpPr>
              <a:spLocks noChangeShapeType="1"/>
            </p:cNvSpPr>
            <p:nvPr/>
          </p:nvSpPr>
          <p:spPr bwMode="auto">
            <a:xfrm>
              <a:off x="1752" y="178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2" name="Line 24">
              <a:extLst>
                <a:ext uri="{FF2B5EF4-FFF2-40B4-BE49-F238E27FC236}">
                  <a16:creationId xmlns:a16="http://schemas.microsoft.com/office/drawing/2014/main" id="{4DC2FBC7-566F-935C-3C02-4363F184244F}"/>
                </a:ext>
              </a:extLst>
            </p:cNvPr>
            <p:cNvSpPr>
              <a:spLocks noChangeShapeType="1"/>
            </p:cNvSpPr>
            <p:nvPr/>
          </p:nvSpPr>
          <p:spPr bwMode="auto">
            <a:xfrm>
              <a:off x="1752" y="191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3" name="Line 25">
              <a:extLst>
                <a:ext uri="{FF2B5EF4-FFF2-40B4-BE49-F238E27FC236}">
                  <a16:creationId xmlns:a16="http://schemas.microsoft.com/office/drawing/2014/main" id="{FC60A2E2-F49A-1C9B-428F-9E22AB758399}"/>
                </a:ext>
              </a:extLst>
            </p:cNvPr>
            <p:cNvSpPr>
              <a:spLocks noChangeShapeType="1"/>
            </p:cNvSpPr>
            <p:nvPr/>
          </p:nvSpPr>
          <p:spPr bwMode="auto">
            <a:xfrm>
              <a:off x="1760" y="203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4" name="Line 26">
              <a:extLst>
                <a:ext uri="{FF2B5EF4-FFF2-40B4-BE49-F238E27FC236}">
                  <a16:creationId xmlns:a16="http://schemas.microsoft.com/office/drawing/2014/main" id="{D3014715-D9D3-D1E1-9887-C9042E0CD029}"/>
                </a:ext>
              </a:extLst>
            </p:cNvPr>
            <p:cNvSpPr>
              <a:spLocks noChangeShapeType="1"/>
            </p:cNvSpPr>
            <p:nvPr/>
          </p:nvSpPr>
          <p:spPr bwMode="auto">
            <a:xfrm>
              <a:off x="1752" y="2162"/>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5" name="Line 27">
              <a:extLst>
                <a:ext uri="{FF2B5EF4-FFF2-40B4-BE49-F238E27FC236}">
                  <a16:creationId xmlns:a16="http://schemas.microsoft.com/office/drawing/2014/main" id="{81CE5604-ACD9-28BA-F463-461513389D96}"/>
                </a:ext>
              </a:extLst>
            </p:cNvPr>
            <p:cNvSpPr>
              <a:spLocks noChangeShapeType="1"/>
            </p:cNvSpPr>
            <p:nvPr/>
          </p:nvSpPr>
          <p:spPr bwMode="auto">
            <a:xfrm>
              <a:off x="1760" y="2298"/>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6" name="Line 28">
              <a:extLst>
                <a:ext uri="{FF2B5EF4-FFF2-40B4-BE49-F238E27FC236}">
                  <a16:creationId xmlns:a16="http://schemas.microsoft.com/office/drawing/2014/main" id="{CB584298-FD59-DE93-1651-C29A607D63C7}"/>
                </a:ext>
              </a:extLst>
            </p:cNvPr>
            <p:cNvSpPr>
              <a:spLocks noChangeShapeType="1"/>
            </p:cNvSpPr>
            <p:nvPr/>
          </p:nvSpPr>
          <p:spPr bwMode="auto">
            <a:xfrm>
              <a:off x="1752" y="243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7" name="Text Box 29">
              <a:extLst>
                <a:ext uri="{FF2B5EF4-FFF2-40B4-BE49-F238E27FC236}">
                  <a16:creationId xmlns:a16="http://schemas.microsoft.com/office/drawing/2014/main" id="{1B63BE9F-AE5E-3B93-E01E-401A797B64B6}"/>
                </a:ext>
              </a:extLst>
            </p:cNvPr>
            <p:cNvSpPr txBox="1">
              <a:spLocks noChangeArrowheads="1"/>
            </p:cNvSpPr>
            <p:nvPr/>
          </p:nvSpPr>
          <p:spPr bwMode="auto">
            <a:xfrm>
              <a:off x="336" y="1331"/>
              <a:ext cx="528" cy="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X8</a:t>
              </a:r>
            </a:p>
            <a:p>
              <a:pPr eaLnBrk="1" hangingPunct="1"/>
              <a:r>
                <a:rPr lang="en-US" altLang="en-US" sz="1400"/>
                <a:t>X7</a:t>
              </a:r>
            </a:p>
            <a:p>
              <a:pPr eaLnBrk="1" hangingPunct="1"/>
              <a:r>
                <a:rPr lang="en-US" altLang="en-US" sz="1400"/>
                <a:t>X6</a:t>
              </a:r>
            </a:p>
            <a:p>
              <a:pPr eaLnBrk="1" hangingPunct="1"/>
              <a:r>
                <a:rPr lang="en-US" altLang="en-US" sz="1400"/>
                <a:t>X5</a:t>
              </a:r>
            </a:p>
            <a:p>
              <a:pPr eaLnBrk="1" hangingPunct="1"/>
              <a:r>
                <a:rPr lang="en-US" altLang="en-US" sz="1400"/>
                <a:t>X4</a:t>
              </a:r>
            </a:p>
            <a:p>
              <a:pPr eaLnBrk="1" hangingPunct="1"/>
              <a:r>
                <a:rPr lang="en-US" altLang="en-US" sz="1400"/>
                <a:t>X3</a:t>
              </a:r>
            </a:p>
            <a:p>
              <a:pPr eaLnBrk="1" hangingPunct="1"/>
              <a:r>
                <a:rPr lang="en-US" altLang="en-US" sz="1400"/>
                <a:t>X2</a:t>
              </a:r>
            </a:p>
            <a:p>
              <a:pPr eaLnBrk="1" hangingPunct="1"/>
              <a:r>
                <a:rPr lang="en-US" altLang="en-US" sz="1400"/>
                <a:t>X1</a:t>
              </a:r>
            </a:p>
            <a:p>
              <a:pPr eaLnBrk="1" hangingPunct="1"/>
              <a:endParaRPr lang="en-US" altLang="en-US" sz="1400"/>
            </a:p>
            <a:p>
              <a:pPr eaLnBrk="1" hangingPunct="1"/>
              <a:endParaRPr lang="en-US" altLang="en-US" sz="1400"/>
            </a:p>
            <a:p>
              <a:pPr eaLnBrk="1" hangingPunct="1"/>
              <a:endParaRPr lang="en-US" altLang="en-US" sz="1400"/>
            </a:p>
          </p:txBody>
        </p:sp>
        <p:sp>
          <p:nvSpPr>
            <p:cNvPr id="96318" name="Text Box 30">
              <a:extLst>
                <a:ext uri="{FF2B5EF4-FFF2-40B4-BE49-F238E27FC236}">
                  <a16:creationId xmlns:a16="http://schemas.microsoft.com/office/drawing/2014/main" id="{52713397-FAB7-F222-03A0-E897D416CCDA}"/>
                </a:ext>
              </a:extLst>
            </p:cNvPr>
            <p:cNvSpPr txBox="1">
              <a:spLocks noChangeArrowheads="1"/>
            </p:cNvSpPr>
            <p:nvPr/>
          </p:nvSpPr>
          <p:spPr bwMode="auto">
            <a:xfrm>
              <a:off x="1936" y="1418"/>
              <a:ext cx="528" cy="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Y1</a:t>
              </a:r>
            </a:p>
            <a:p>
              <a:pPr eaLnBrk="1" hangingPunct="1"/>
              <a:r>
                <a:rPr lang="en-US" altLang="en-US" sz="1400"/>
                <a:t>Y2</a:t>
              </a:r>
            </a:p>
            <a:p>
              <a:pPr eaLnBrk="1" hangingPunct="1"/>
              <a:r>
                <a:rPr lang="en-US" altLang="en-US" sz="1400"/>
                <a:t>Y3</a:t>
              </a:r>
            </a:p>
            <a:p>
              <a:pPr eaLnBrk="1" hangingPunct="1"/>
              <a:r>
                <a:rPr lang="en-US" altLang="en-US" sz="1400"/>
                <a:t>Y4</a:t>
              </a:r>
            </a:p>
            <a:p>
              <a:pPr eaLnBrk="1" hangingPunct="1"/>
              <a:r>
                <a:rPr lang="en-US" altLang="en-US" sz="1400"/>
                <a:t>Y5</a:t>
              </a:r>
            </a:p>
            <a:p>
              <a:pPr eaLnBrk="1" hangingPunct="1"/>
              <a:r>
                <a:rPr lang="en-US" altLang="en-US" sz="1400"/>
                <a:t>Y6</a:t>
              </a:r>
            </a:p>
            <a:p>
              <a:pPr eaLnBrk="1" hangingPunct="1"/>
              <a:r>
                <a:rPr lang="en-US" altLang="en-US" sz="1400"/>
                <a:t>Y7</a:t>
              </a:r>
            </a:p>
            <a:p>
              <a:pPr eaLnBrk="1" hangingPunct="1"/>
              <a:r>
                <a:rPr lang="en-US" altLang="en-US" sz="1400"/>
                <a:t>Y8</a:t>
              </a:r>
            </a:p>
            <a:p>
              <a:pPr eaLnBrk="1" hangingPunct="1"/>
              <a:endParaRPr lang="en-US" altLang="en-US" sz="1400"/>
            </a:p>
            <a:p>
              <a:pPr eaLnBrk="1" hangingPunct="1"/>
              <a:endParaRPr lang="en-US" altLang="en-US" sz="1400"/>
            </a:p>
            <a:p>
              <a:pPr eaLnBrk="1" hangingPunct="1"/>
              <a:endParaRPr lang="en-US" altLang="en-US" sz="1400"/>
            </a:p>
          </p:txBody>
        </p:sp>
        <p:sp>
          <p:nvSpPr>
            <p:cNvPr id="96319" name="Text Box 30">
              <a:extLst>
                <a:ext uri="{FF2B5EF4-FFF2-40B4-BE49-F238E27FC236}">
                  <a16:creationId xmlns:a16="http://schemas.microsoft.com/office/drawing/2014/main" id="{D8B4A92E-D5E0-8196-0B85-49090962CA64}"/>
                </a:ext>
              </a:extLst>
            </p:cNvPr>
            <p:cNvSpPr txBox="1">
              <a:spLocks noChangeArrowheads="1"/>
            </p:cNvSpPr>
            <p:nvPr/>
          </p:nvSpPr>
          <p:spPr bwMode="auto">
            <a:xfrm>
              <a:off x="1510" y="1434"/>
              <a:ext cx="375" cy="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Q0</a:t>
              </a:r>
            </a:p>
            <a:p>
              <a:pPr eaLnBrk="1" hangingPunct="1"/>
              <a:r>
                <a:rPr lang="en-US" altLang="en-US" sz="1400"/>
                <a:t>Q1</a:t>
              </a:r>
            </a:p>
            <a:p>
              <a:pPr eaLnBrk="1" hangingPunct="1"/>
              <a:r>
                <a:rPr lang="en-US" altLang="en-US" sz="1400"/>
                <a:t>Q2</a:t>
              </a:r>
            </a:p>
            <a:p>
              <a:pPr eaLnBrk="1" hangingPunct="1"/>
              <a:r>
                <a:rPr lang="en-US" altLang="en-US" sz="1400"/>
                <a:t>Q3</a:t>
              </a:r>
            </a:p>
            <a:p>
              <a:pPr eaLnBrk="1" hangingPunct="1"/>
              <a:r>
                <a:rPr lang="en-US" altLang="en-US" sz="1400"/>
                <a:t>Q4</a:t>
              </a:r>
            </a:p>
            <a:p>
              <a:pPr eaLnBrk="1" hangingPunct="1"/>
              <a:r>
                <a:rPr lang="en-US" altLang="en-US" sz="1400"/>
                <a:t>Q5</a:t>
              </a:r>
            </a:p>
            <a:p>
              <a:pPr eaLnBrk="1" hangingPunct="1"/>
              <a:r>
                <a:rPr lang="en-US" altLang="en-US" sz="1400"/>
                <a:t>Q6</a:t>
              </a:r>
            </a:p>
            <a:p>
              <a:pPr eaLnBrk="1" hangingPunct="1"/>
              <a:r>
                <a:rPr lang="en-US" altLang="en-US" sz="1400"/>
                <a:t>Q7</a:t>
              </a:r>
            </a:p>
            <a:p>
              <a:pPr eaLnBrk="1" hangingPunct="1"/>
              <a:endParaRPr lang="en-US" altLang="en-US" sz="1400"/>
            </a:p>
            <a:p>
              <a:pPr eaLnBrk="1" hangingPunct="1"/>
              <a:endParaRPr lang="en-US" altLang="en-US" sz="1400"/>
            </a:p>
            <a:p>
              <a:pPr eaLnBrk="1" hangingPunct="1"/>
              <a:endParaRPr lang="en-US" altLang="en-US" sz="1400"/>
            </a:p>
          </p:txBody>
        </p:sp>
      </p:grpSp>
      <p:sp>
        <p:nvSpPr>
          <p:cNvPr id="27" name="Title 3">
            <a:extLst>
              <a:ext uri="{FF2B5EF4-FFF2-40B4-BE49-F238E27FC236}">
                <a16:creationId xmlns:a16="http://schemas.microsoft.com/office/drawing/2014/main" id="{E9EFE467-B491-41D6-B8BF-C58B29D7804C}"/>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graphicFrame>
        <p:nvGraphicFramePr>
          <p:cNvPr id="28" name="Table 27">
            <a:extLst>
              <a:ext uri="{FF2B5EF4-FFF2-40B4-BE49-F238E27FC236}">
                <a16:creationId xmlns:a16="http://schemas.microsoft.com/office/drawing/2014/main" id="{CBEBD8A6-4F51-4834-A32A-104F69441300}"/>
              </a:ext>
            </a:extLst>
          </p:cNvPr>
          <p:cNvGraphicFramePr>
            <a:graphicFrameLocks noGrp="1"/>
          </p:cNvGraphicFramePr>
          <p:nvPr/>
        </p:nvGraphicFramePr>
        <p:xfrm>
          <a:off x="6024564" y="1412876"/>
          <a:ext cx="3984626" cy="4079878"/>
        </p:xfrm>
        <a:graphic>
          <a:graphicData uri="http://schemas.openxmlformats.org/drawingml/2006/table">
            <a:tbl>
              <a:tblPr firstRow="1" bandRow="1">
                <a:tableStyleId>{5C22544A-7EE6-4342-B048-85BDC9FD1C3A}</a:tableStyleId>
              </a:tblPr>
              <a:tblGrid>
                <a:gridCol w="1992313">
                  <a:extLst>
                    <a:ext uri="{9D8B030D-6E8A-4147-A177-3AD203B41FA5}">
                      <a16:colId xmlns:a16="http://schemas.microsoft.com/office/drawing/2014/main" val="20000"/>
                    </a:ext>
                  </a:extLst>
                </a:gridCol>
                <a:gridCol w="1992313">
                  <a:extLst>
                    <a:ext uri="{9D8B030D-6E8A-4147-A177-3AD203B41FA5}">
                      <a16:colId xmlns:a16="http://schemas.microsoft.com/office/drawing/2014/main" val="20001"/>
                    </a:ext>
                  </a:extLst>
                </a:gridCol>
              </a:tblGrid>
              <a:tr h="37089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dirty="0">
                          <a:ln>
                            <a:noFill/>
                          </a:ln>
                          <a:effectLst/>
                        </a:rPr>
                        <a:t>x1x2x3x4x5x6x7x8</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52" marR="91452" marT="45727" marB="4572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dirty="0">
                          <a:ln>
                            <a:noFill/>
                          </a:ln>
                          <a:effectLst/>
                        </a:rPr>
                        <a:t>y1y2y3y4y5y6y7y8</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52" marR="91452" marT="45727" marB="45727" horzOverflow="overflow"/>
                </a:tc>
                <a:extLst>
                  <a:ext uri="{0D108BD9-81ED-4DB2-BD59-A6C34878D82A}">
                    <a16:rowId xmlns:a16="http://schemas.microsoft.com/office/drawing/2014/main" val="10000"/>
                  </a:ext>
                </a:extLst>
              </a:tr>
              <a:tr h="37089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0  0  0  0  0  0  0  0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0  0  1  0  1  0  0  0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extLst>
                  <a:ext uri="{0D108BD9-81ED-4DB2-BD59-A6C34878D82A}">
                    <a16:rowId xmlns:a16="http://schemas.microsoft.com/office/drawing/2014/main" val="10001"/>
                  </a:ext>
                </a:extLst>
              </a:tr>
              <a:tr h="37089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0  0  0  0  0  0  0  1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1  1  1  0  1  0  0  0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extLst>
                  <a:ext uri="{0D108BD9-81ED-4DB2-BD59-A6C34878D82A}">
                    <a16:rowId xmlns:a16="http://schemas.microsoft.com/office/drawing/2014/main" val="10002"/>
                  </a:ext>
                </a:extLst>
              </a:tr>
              <a:tr h="37089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0  0  0  0  0  0  1  0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0  1  0  0  1  0  0  0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extLst>
                  <a:ext uri="{0D108BD9-81ED-4DB2-BD59-A6C34878D82A}">
                    <a16:rowId xmlns:a16="http://schemas.microsoft.com/office/drawing/2014/main" val="10003"/>
                  </a:ext>
                </a:extLst>
              </a:tr>
              <a:tr h="37089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0  0  0  0  0  0  1  1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dirty="0">
                          <a:ln>
                            <a:noFill/>
                          </a:ln>
                          <a:effectLst/>
                        </a:rPr>
                        <a:t>1  0  0  0  0  0  1  0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52" marR="91452" marT="45727" marB="45727" horzOverflow="overflow"/>
                </a:tc>
                <a:extLst>
                  <a:ext uri="{0D108BD9-81ED-4DB2-BD59-A6C34878D82A}">
                    <a16:rowId xmlns:a16="http://schemas.microsoft.com/office/drawing/2014/main" val="10004"/>
                  </a:ext>
                </a:extLst>
              </a:tr>
              <a:tr h="37089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0  0  0  0  0  1  0  0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0  1  1  0  0  1  0  0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extLst>
                  <a:ext uri="{0D108BD9-81ED-4DB2-BD59-A6C34878D82A}">
                    <a16:rowId xmlns:a16="http://schemas.microsoft.com/office/drawing/2014/main" val="10005"/>
                  </a:ext>
                </a:extLst>
              </a:tr>
              <a:tr h="37089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0  0  0  0  0  1  0  1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1  0  0  1  0  1  0  1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extLst>
                  <a:ext uri="{0D108BD9-81ED-4DB2-BD59-A6C34878D82A}">
                    <a16:rowId xmlns:a16="http://schemas.microsoft.com/office/drawing/2014/main" val="10006"/>
                  </a:ext>
                </a:extLst>
              </a:tr>
              <a:tr h="37089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ru-RU" sz="1600" u="none" strike="noStrike" cap="none" normalizeH="0" baseline="0">
                          <a:ln>
                            <a:noFill/>
                          </a:ln>
                          <a:effectLst/>
                          <a:sym typeface="Symbol" pitchFamily="18" charset="2"/>
                        </a:rPr>
                        <a:t></a:t>
                      </a:r>
                      <a:r>
                        <a:rPr kumimoji="0" lang="en-US" sz="1600" u="none" strike="noStrike" cap="none" normalizeH="0" baseline="0">
                          <a:ln>
                            <a:noFill/>
                          </a:ln>
                          <a:effectLst/>
                          <a:sym typeface="Symbol" pitchFamily="18" charset="2"/>
                        </a:rPr>
                        <a:t>         </a:t>
                      </a:r>
                      <a:endParaRPr kumimoji="0" lang="en-US" sz="1600" b="0" i="0" u="none" strike="noStrike" cap="none" normalizeH="0" baseline="0">
                        <a:ln>
                          <a:noFill/>
                        </a:ln>
                        <a:solidFill>
                          <a:schemeClr val="tx1"/>
                        </a:solidFill>
                        <a:effectLst/>
                        <a:latin typeface="Arial" pitchFamily="34" charset="0"/>
                        <a:cs typeface="Arial" pitchFamily="34" charset="0"/>
                        <a:sym typeface="Symbol" pitchFamily="18" charset="2"/>
                      </a:endParaRPr>
                    </a:p>
                  </a:txBody>
                  <a:tcPr marL="91452" marR="91452" marT="45727" marB="4572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ru-RU" sz="1600" u="none" strike="noStrike" cap="none" normalizeH="0" baseline="0">
                          <a:ln>
                            <a:noFill/>
                          </a:ln>
                          <a:effectLst/>
                          <a:sym typeface="Symbol" pitchFamily="18" charset="2"/>
                        </a:rPr>
                        <a:t></a:t>
                      </a:r>
                      <a:r>
                        <a:rPr kumimoji="0" lang="en-US" sz="1600" u="none" strike="noStrike" cap="none" normalizeH="0" baseline="0">
                          <a:ln>
                            <a:noFill/>
                          </a:ln>
                          <a:effectLst/>
                          <a:sym typeface="Symbol" pitchFamily="18" charset="2"/>
                        </a:rPr>
                        <a:t>        </a:t>
                      </a:r>
                      <a:endParaRPr kumimoji="0" lang="ru-RU" sz="1600" b="0" i="0" u="none" strike="noStrike" cap="none" normalizeH="0" baseline="0">
                        <a:ln>
                          <a:noFill/>
                        </a:ln>
                        <a:solidFill>
                          <a:schemeClr val="tx1"/>
                        </a:solidFill>
                        <a:effectLst/>
                        <a:latin typeface="Arial" pitchFamily="34" charset="0"/>
                        <a:cs typeface="Arial" pitchFamily="34" charset="0"/>
                        <a:sym typeface="Symbol" pitchFamily="18" charset="2"/>
                      </a:endParaRPr>
                    </a:p>
                  </a:txBody>
                  <a:tcPr marL="91452" marR="91452" marT="45727" marB="45727" horzOverflow="overflow"/>
                </a:tc>
                <a:extLst>
                  <a:ext uri="{0D108BD9-81ED-4DB2-BD59-A6C34878D82A}">
                    <a16:rowId xmlns:a16="http://schemas.microsoft.com/office/drawing/2014/main" val="10007"/>
                  </a:ext>
                </a:extLst>
              </a:tr>
              <a:tr h="37089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1  1  1  1  1  1  0  1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1  0  0  1  0  1  1  1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extLst>
                  <a:ext uri="{0D108BD9-81ED-4DB2-BD59-A6C34878D82A}">
                    <a16:rowId xmlns:a16="http://schemas.microsoft.com/office/drawing/2014/main" val="10008"/>
                  </a:ext>
                </a:extLst>
              </a:tr>
              <a:tr h="37089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1  1  1  1  1  1  1  0</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1  1  0  0  1  0  1  1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extLst>
                  <a:ext uri="{0D108BD9-81ED-4DB2-BD59-A6C34878D82A}">
                    <a16:rowId xmlns:a16="http://schemas.microsoft.com/office/drawing/2014/main" val="10009"/>
                  </a:ext>
                </a:extLst>
              </a:tr>
              <a:tr h="37089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a:ln>
                            <a:noFill/>
                          </a:ln>
                          <a:effectLst/>
                        </a:rPr>
                        <a:t>1  1  1  1  1  1  1  1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52" marR="91452" marT="45727" marB="45727"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u="none" strike="noStrike" cap="none" normalizeH="0" baseline="0" dirty="0">
                          <a:ln>
                            <a:noFill/>
                          </a:ln>
                          <a:effectLst/>
                        </a:rPr>
                        <a:t>0  0  1  1  1  0  0  1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52" marR="91452" marT="45727" marB="45727" horzOverflow="overflow"/>
                </a:tc>
                <a:extLst>
                  <a:ext uri="{0D108BD9-81ED-4DB2-BD59-A6C34878D82A}">
                    <a16:rowId xmlns:a16="http://schemas.microsoft.com/office/drawing/2014/main" val="10010"/>
                  </a:ext>
                </a:extLst>
              </a:tr>
            </a:tbl>
          </a:graphicData>
        </a:graphic>
      </p:graphicFrame>
      <p:sp>
        <p:nvSpPr>
          <p:cNvPr id="2" name="Title 1">
            <a:extLst>
              <a:ext uri="{FF2B5EF4-FFF2-40B4-BE49-F238E27FC236}">
                <a16:creationId xmlns:a16="http://schemas.microsoft.com/office/drawing/2014/main" id="{551F4413-44B8-AFF8-3899-399ED3611A10}"/>
              </a:ext>
            </a:extLst>
          </p:cNvPr>
          <p:cNvSpPr>
            <a:spLocks noGrp="1"/>
          </p:cNvSpPr>
          <p:nvPr>
            <p:ph type="title"/>
          </p:nvPr>
        </p:nvSpPr>
        <p:spPr/>
        <p:txBody>
          <a:bodyPr>
            <a:normAutofit/>
          </a:bodyPr>
          <a:lstStyle/>
          <a:p>
            <a:r>
              <a:rPr lang="en-US" dirty="0"/>
              <a:t>Using ROM To Implement Logic Functions (LUT)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58984D03-E7FC-D80E-24A0-84A875AA1DC6}"/>
              </a:ext>
            </a:extLst>
          </p:cNvPr>
          <p:cNvSpPr>
            <a:spLocks noGrp="1" noChangeArrowheads="1"/>
          </p:cNvSpPr>
          <p:nvPr>
            <p:ph type="title"/>
          </p:nvPr>
        </p:nvSpPr>
        <p:spPr/>
        <p:txBody>
          <a:bodyPr/>
          <a:lstStyle/>
          <a:p>
            <a:r>
              <a:rPr lang="en-US" altLang="en-US"/>
              <a:t>Flash  Memory </a:t>
            </a:r>
          </a:p>
        </p:txBody>
      </p:sp>
      <p:sp>
        <p:nvSpPr>
          <p:cNvPr id="97283" name="Content Placeholder 2">
            <a:extLst>
              <a:ext uri="{FF2B5EF4-FFF2-40B4-BE49-F238E27FC236}">
                <a16:creationId xmlns:a16="http://schemas.microsoft.com/office/drawing/2014/main" id="{6A7D3D01-2F51-0902-27DD-127E0756E72E}"/>
              </a:ext>
            </a:extLst>
          </p:cNvPr>
          <p:cNvSpPr>
            <a:spLocks noGrp="1" noChangeArrowheads="1"/>
          </p:cNvSpPr>
          <p:nvPr>
            <p:ph type="body" sz="quarter" idx="10"/>
          </p:nvPr>
        </p:nvSpPr>
        <p:spPr/>
        <p:txBody>
          <a:bodyPr/>
          <a:lstStyle/>
          <a:p>
            <a:pPr>
              <a:buFont typeface="Wingdings" panose="05000000000000000000" pitchFamily="2" charset="2"/>
              <a:buNone/>
            </a:pPr>
            <a:r>
              <a:rPr lang="en-US" altLang="en-US" sz="1800"/>
              <a:t> Flash memory similar to EPROM. Particular qualities:</a:t>
            </a:r>
          </a:p>
          <a:p>
            <a:pPr>
              <a:buFont typeface="Wingdings" panose="05000000000000000000" pitchFamily="2" charset="2"/>
              <a:buNone/>
            </a:pPr>
            <a:r>
              <a:rPr lang="en-US" altLang="en-US" sz="1800"/>
              <a:t> Data erasing is accomplished by blocks (not separate words). </a:t>
            </a:r>
          </a:p>
          <a:p>
            <a:pPr>
              <a:buFont typeface="Wingdings" panose="05000000000000000000" pitchFamily="2" charset="2"/>
              <a:buNone/>
            </a:pPr>
            <a:endParaRPr lang="en-US" altLang="en-US" sz="1800"/>
          </a:p>
        </p:txBody>
      </p:sp>
      <p:grpSp>
        <p:nvGrpSpPr>
          <p:cNvPr id="97284" name="Group 4">
            <a:extLst>
              <a:ext uri="{FF2B5EF4-FFF2-40B4-BE49-F238E27FC236}">
                <a16:creationId xmlns:a16="http://schemas.microsoft.com/office/drawing/2014/main" id="{67846DA8-81C4-ABA0-B5A6-AC9A32AC4BEE}"/>
              </a:ext>
            </a:extLst>
          </p:cNvPr>
          <p:cNvGrpSpPr>
            <a:grpSpLocks/>
          </p:cNvGrpSpPr>
          <p:nvPr/>
        </p:nvGrpSpPr>
        <p:grpSpPr bwMode="auto">
          <a:xfrm>
            <a:off x="2047876" y="2565401"/>
            <a:ext cx="8475663" cy="1812925"/>
            <a:chOff x="353" y="1913"/>
            <a:chExt cx="5339" cy="1142"/>
          </a:xfrm>
        </p:grpSpPr>
        <p:sp>
          <p:nvSpPr>
            <p:cNvPr id="7" name="Rectangle 7">
              <a:extLst>
                <a:ext uri="{FF2B5EF4-FFF2-40B4-BE49-F238E27FC236}">
                  <a16:creationId xmlns:a16="http://schemas.microsoft.com/office/drawing/2014/main" id="{74833491-F765-4580-A6A7-44CB49F4A850}"/>
                </a:ext>
              </a:extLst>
            </p:cNvPr>
            <p:cNvSpPr>
              <a:spLocks noChangeArrowheads="1"/>
            </p:cNvSpPr>
            <p:nvPr/>
          </p:nvSpPr>
          <p:spPr bwMode="auto">
            <a:xfrm>
              <a:off x="457" y="1913"/>
              <a:ext cx="1434" cy="432"/>
            </a:xfrm>
            <a:prstGeom prst="rect">
              <a:avLst/>
            </a:prstGeom>
            <a:solidFill>
              <a:schemeClr val="accent1">
                <a:lumMod val="60000"/>
                <a:lumOff val="40000"/>
              </a:schemeClr>
            </a:solidFill>
            <a:ln w="9525">
              <a:solidFill>
                <a:srgbClr val="000000"/>
              </a:solidFill>
              <a:miter lim="800000"/>
              <a:headEnd/>
              <a:tailEnd type="none" w="lg" len="lg"/>
            </a:ln>
          </p:spPr>
          <p:txBody>
            <a:bodyPr wrap="none" anchor="ctr"/>
            <a:lstStyle/>
            <a:p>
              <a:pPr algn="ctr" eaLnBrk="1" hangingPunct="1">
                <a:defRPr/>
              </a:pPr>
              <a:r>
                <a:rPr lang="en-US">
                  <a:latin typeface="+mj-lt"/>
                </a:rPr>
                <a:t>EPROM</a:t>
              </a:r>
            </a:p>
          </p:txBody>
        </p:sp>
        <p:sp>
          <p:nvSpPr>
            <p:cNvPr id="8" name="Rectangle 8">
              <a:extLst>
                <a:ext uri="{FF2B5EF4-FFF2-40B4-BE49-F238E27FC236}">
                  <a16:creationId xmlns:a16="http://schemas.microsoft.com/office/drawing/2014/main" id="{3FE2AD0B-570A-41EC-B210-751A6758FEA7}"/>
                </a:ext>
              </a:extLst>
            </p:cNvPr>
            <p:cNvSpPr>
              <a:spLocks noChangeArrowheads="1"/>
            </p:cNvSpPr>
            <p:nvPr/>
          </p:nvSpPr>
          <p:spPr bwMode="auto">
            <a:xfrm>
              <a:off x="2176" y="1926"/>
              <a:ext cx="1434" cy="432"/>
            </a:xfrm>
            <a:prstGeom prst="rect">
              <a:avLst/>
            </a:prstGeom>
            <a:solidFill>
              <a:schemeClr val="accent1">
                <a:lumMod val="60000"/>
                <a:lumOff val="40000"/>
              </a:schemeClr>
            </a:solidFill>
            <a:ln w="9525">
              <a:solidFill>
                <a:srgbClr val="000000"/>
              </a:solidFill>
              <a:miter lim="800000"/>
              <a:headEnd/>
              <a:tailEnd type="none" w="lg" len="lg"/>
            </a:ln>
          </p:spPr>
          <p:txBody>
            <a:bodyPr wrap="none" anchor="ctr"/>
            <a:lstStyle/>
            <a:p>
              <a:pPr algn="ctr" eaLnBrk="1" hangingPunct="1">
                <a:defRPr/>
              </a:pPr>
              <a:r>
                <a:rPr lang="en-US">
                  <a:latin typeface="+mj-lt"/>
                </a:rPr>
                <a:t>EEPROM</a:t>
              </a:r>
            </a:p>
          </p:txBody>
        </p:sp>
        <p:sp>
          <p:nvSpPr>
            <p:cNvPr id="9" name="Rectangle 9">
              <a:extLst>
                <a:ext uri="{FF2B5EF4-FFF2-40B4-BE49-F238E27FC236}">
                  <a16:creationId xmlns:a16="http://schemas.microsoft.com/office/drawing/2014/main" id="{677E2576-0D07-4A47-B1FD-68AE22FB3228}"/>
                </a:ext>
              </a:extLst>
            </p:cNvPr>
            <p:cNvSpPr>
              <a:spLocks noChangeArrowheads="1"/>
            </p:cNvSpPr>
            <p:nvPr/>
          </p:nvSpPr>
          <p:spPr bwMode="auto">
            <a:xfrm>
              <a:off x="3901" y="1915"/>
              <a:ext cx="1434" cy="432"/>
            </a:xfrm>
            <a:prstGeom prst="rect">
              <a:avLst/>
            </a:prstGeom>
            <a:solidFill>
              <a:schemeClr val="accent1">
                <a:lumMod val="60000"/>
                <a:lumOff val="40000"/>
              </a:schemeClr>
            </a:solidFill>
            <a:ln w="9525">
              <a:solidFill>
                <a:srgbClr val="000000"/>
              </a:solidFill>
              <a:miter lim="800000"/>
              <a:headEnd/>
              <a:tailEnd type="none" w="lg" len="lg"/>
            </a:ln>
          </p:spPr>
          <p:txBody>
            <a:bodyPr wrap="none" anchor="ctr"/>
            <a:lstStyle/>
            <a:p>
              <a:pPr algn="ctr" eaLnBrk="1" hangingPunct="1">
                <a:defRPr/>
              </a:pPr>
              <a:r>
                <a:rPr lang="en-US">
                  <a:latin typeface="+mj-lt"/>
                </a:rPr>
                <a:t>Flash</a:t>
              </a:r>
            </a:p>
          </p:txBody>
        </p:sp>
        <p:sp>
          <p:nvSpPr>
            <p:cNvPr id="10" name="Text Box 10">
              <a:extLst>
                <a:ext uri="{FF2B5EF4-FFF2-40B4-BE49-F238E27FC236}">
                  <a16:creationId xmlns:a16="http://schemas.microsoft.com/office/drawing/2014/main" id="{BDB4C6A5-D7B2-4504-9D45-63D877F7C8EE}"/>
                </a:ext>
              </a:extLst>
            </p:cNvPr>
            <p:cNvSpPr txBox="1">
              <a:spLocks noChangeArrowheads="1"/>
            </p:cNvSpPr>
            <p:nvPr/>
          </p:nvSpPr>
          <p:spPr bwMode="auto">
            <a:xfrm>
              <a:off x="1950" y="1997"/>
              <a:ext cx="288" cy="233"/>
            </a:xfrm>
            <a:prstGeom prst="rect">
              <a:avLst/>
            </a:prstGeom>
            <a:noFill/>
            <a:ln w="9525">
              <a:noFill/>
              <a:miter lim="800000"/>
              <a:headEnd/>
              <a:tailEnd type="none" w="lg" len="lg"/>
            </a:ln>
          </p:spPr>
          <p:txBody>
            <a:bodyPr>
              <a:spAutoFit/>
            </a:bodyPr>
            <a:lstStyle/>
            <a:p>
              <a:pPr eaLnBrk="1" hangingPunct="1">
                <a:spcBef>
                  <a:spcPct val="50000"/>
                </a:spcBef>
                <a:defRPr/>
              </a:pPr>
              <a:r>
                <a:rPr lang="en-US" b="1" dirty="0">
                  <a:latin typeface="+mj-lt"/>
                </a:rPr>
                <a:t>+</a:t>
              </a:r>
            </a:p>
          </p:txBody>
        </p:sp>
        <p:sp>
          <p:nvSpPr>
            <p:cNvPr id="11" name="Text Box 11">
              <a:extLst>
                <a:ext uri="{FF2B5EF4-FFF2-40B4-BE49-F238E27FC236}">
                  <a16:creationId xmlns:a16="http://schemas.microsoft.com/office/drawing/2014/main" id="{F0B85667-0776-4E90-94EF-C0548E79B5DD}"/>
                </a:ext>
              </a:extLst>
            </p:cNvPr>
            <p:cNvSpPr txBox="1">
              <a:spLocks noChangeArrowheads="1"/>
            </p:cNvSpPr>
            <p:nvPr/>
          </p:nvSpPr>
          <p:spPr bwMode="auto">
            <a:xfrm>
              <a:off x="3658" y="1974"/>
              <a:ext cx="288" cy="233"/>
            </a:xfrm>
            <a:prstGeom prst="rect">
              <a:avLst/>
            </a:prstGeom>
            <a:noFill/>
            <a:ln w="9525">
              <a:noFill/>
              <a:miter lim="800000"/>
              <a:headEnd/>
              <a:tailEnd type="none" w="lg" len="lg"/>
            </a:ln>
          </p:spPr>
          <p:txBody>
            <a:bodyPr>
              <a:spAutoFit/>
            </a:bodyPr>
            <a:lstStyle/>
            <a:p>
              <a:pPr eaLnBrk="1" hangingPunct="1">
                <a:spcBef>
                  <a:spcPct val="50000"/>
                </a:spcBef>
                <a:defRPr/>
              </a:pPr>
              <a:r>
                <a:rPr lang="en-US" b="1" dirty="0">
                  <a:latin typeface="+mj-lt"/>
                </a:rPr>
                <a:t>=</a:t>
              </a:r>
            </a:p>
          </p:txBody>
        </p:sp>
        <p:sp>
          <p:nvSpPr>
            <p:cNvPr id="97290" name="Text Box 12">
              <a:extLst>
                <a:ext uri="{FF2B5EF4-FFF2-40B4-BE49-F238E27FC236}">
                  <a16:creationId xmlns:a16="http://schemas.microsoft.com/office/drawing/2014/main" id="{56F91701-02A2-8841-E506-22B746C479FF}"/>
                </a:ext>
              </a:extLst>
            </p:cNvPr>
            <p:cNvSpPr txBox="1">
              <a:spLocks noChangeArrowheads="1"/>
            </p:cNvSpPr>
            <p:nvPr/>
          </p:nvSpPr>
          <p:spPr bwMode="auto">
            <a:xfrm>
              <a:off x="353" y="2478"/>
              <a:ext cx="182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Clr>
                  <a:schemeClr val="accent1"/>
                </a:buClr>
              </a:pPr>
              <a:r>
                <a:rPr lang="en-US" altLang="en-US"/>
                <a:t>2 power supplies</a:t>
              </a:r>
            </a:p>
            <a:p>
              <a:pPr eaLnBrk="1" hangingPunct="1">
                <a:buClr>
                  <a:schemeClr val="accent1"/>
                </a:buClr>
              </a:pPr>
              <a:r>
                <a:rPr lang="en-US" altLang="en-US"/>
                <a:t>ultra-violet erasing</a:t>
              </a:r>
            </a:p>
            <a:p>
              <a:pPr eaLnBrk="1" hangingPunct="1">
                <a:buClr>
                  <a:schemeClr val="accent1"/>
                </a:buClr>
              </a:pPr>
              <a:r>
                <a:rPr lang="en-US" altLang="en-US"/>
                <a:t>1-transistor cell</a:t>
              </a:r>
            </a:p>
          </p:txBody>
        </p:sp>
        <p:sp>
          <p:nvSpPr>
            <p:cNvPr id="97291" name="Text Box 13">
              <a:extLst>
                <a:ext uri="{FF2B5EF4-FFF2-40B4-BE49-F238E27FC236}">
                  <a16:creationId xmlns:a16="http://schemas.microsoft.com/office/drawing/2014/main" id="{A025F4EC-2412-6FB2-7C33-77487ED9A20A}"/>
                </a:ext>
              </a:extLst>
            </p:cNvPr>
            <p:cNvSpPr txBox="1">
              <a:spLocks noChangeArrowheads="1"/>
            </p:cNvSpPr>
            <p:nvPr/>
          </p:nvSpPr>
          <p:spPr bwMode="auto">
            <a:xfrm>
              <a:off x="1996" y="2478"/>
              <a:ext cx="1996"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Clr>
                  <a:schemeClr val="accent1"/>
                </a:buClr>
              </a:pPr>
              <a:r>
                <a:rPr lang="en-US" altLang="en-US"/>
                <a:t>1 power supplies</a:t>
              </a:r>
            </a:p>
            <a:p>
              <a:pPr eaLnBrk="1" hangingPunct="1">
                <a:buClr>
                  <a:schemeClr val="accent1"/>
                </a:buClr>
              </a:pPr>
              <a:r>
                <a:rPr lang="en-US" altLang="en-US"/>
                <a:t>electrical signals erasing</a:t>
              </a:r>
            </a:p>
            <a:p>
              <a:pPr eaLnBrk="1" hangingPunct="1">
                <a:buClr>
                  <a:schemeClr val="accent1"/>
                </a:buClr>
              </a:pPr>
              <a:r>
                <a:rPr lang="en-US" altLang="en-US"/>
                <a:t>2-transistors cell</a:t>
              </a:r>
            </a:p>
          </p:txBody>
        </p:sp>
        <p:sp>
          <p:nvSpPr>
            <p:cNvPr id="97292" name="Text Box 13">
              <a:extLst>
                <a:ext uri="{FF2B5EF4-FFF2-40B4-BE49-F238E27FC236}">
                  <a16:creationId xmlns:a16="http://schemas.microsoft.com/office/drawing/2014/main" id="{630B5662-2D77-3297-D70E-85393357A29C}"/>
                </a:ext>
              </a:extLst>
            </p:cNvPr>
            <p:cNvSpPr txBox="1">
              <a:spLocks noChangeArrowheads="1"/>
            </p:cNvSpPr>
            <p:nvPr/>
          </p:nvSpPr>
          <p:spPr bwMode="auto">
            <a:xfrm>
              <a:off x="3923" y="2478"/>
              <a:ext cx="1769"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Clr>
                  <a:schemeClr val="accent1"/>
                </a:buClr>
              </a:pPr>
              <a:r>
                <a:rPr lang="en-US" altLang="en-US"/>
                <a:t>1 or 2 power supplies</a:t>
              </a:r>
            </a:p>
            <a:p>
              <a:pPr eaLnBrk="1" hangingPunct="1">
                <a:buClr>
                  <a:schemeClr val="accent1"/>
                </a:buClr>
              </a:pPr>
              <a:r>
                <a:rPr lang="en-US" altLang="en-US"/>
                <a:t>electrical signals erasing</a:t>
              </a:r>
            </a:p>
            <a:p>
              <a:pPr eaLnBrk="1" hangingPunct="1">
                <a:buClr>
                  <a:schemeClr val="accent1"/>
                </a:buClr>
              </a:pPr>
              <a:r>
                <a:rPr lang="en-US" altLang="en-US"/>
                <a:t>1-transistor cell</a:t>
              </a:r>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09FFA2FE-F540-8BEC-0615-C5A27C594924}"/>
              </a:ext>
            </a:extLst>
          </p:cNvPr>
          <p:cNvSpPr>
            <a:spLocks noGrp="1" noChangeArrowheads="1"/>
          </p:cNvSpPr>
          <p:nvPr>
            <p:ph type="title"/>
          </p:nvPr>
        </p:nvSpPr>
        <p:spPr/>
        <p:txBody>
          <a:bodyPr/>
          <a:lstStyle/>
          <a:p>
            <a:r>
              <a:rPr lang="en-US" altLang="en-US"/>
              <a:t>Flash  Memory (2)</a:t>
            </a:r>
            <a:endParaRPr lang="ru-RU" altLang="en-US"/>
          </a:p>
        </p:txBody>
      </p:sp>
      <p:sp>
        <p:nvSpPr>
          <p:cNvPr id="98307" name="Text Box 41">
            <a:extLst>
              <a:ext uri="{FF2B5EF4-FFF2-40B4-BE49-F238E27FC236}">
                <a16:creationId xmlns:a16="http://schemas.microsoft.com/office/drawing/2014/main" id="{E1B86A83-84D4-AFF8-21EC-2632B491947E}"/>
              </a:ext>
            </a:extLst>
          </p:cNvPr>
          <p:cNvSpPr txBox="1">
            <a:spLocks noChangeArrowheads="1"/>
          </p:cNvSpPr>
          <p:nvPr/>
        </p:nvSpPr>
        <p:spPr bwMode="auto">
          <a:xfrm>
            <a:off x="1919288" y="4005264"/>
            <a:ext cx="80645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Erasing: 12 V – source, 0 V – control gate</a:t>
            </a:r>
          </a:p>
          <a:p>
            <a:pPr eaLnBrk="1" hangingPunct="1"/>
            <a:r>
              <a:rPr lang="en-US" altLang="en-US"/>
              <a:t>Programming – 12 V control gate, 12 V – drain, 0 V - source</a:t>
            </a:r>
          </a:p>
          <a:p>
            <a:pPr eaLnBrk="1" hangingPunct="1"/>
            <a:r>
              <a:rPr lang="en-US" altLang="en-US"/>
              <a:t>Erasing occurs over the entire crystal or just one area of memory </a:t>
            </a:r>
          </a:p>
          <a:p>
            <a:pPr eaLnBrk="1" hangingPunct="1"/>
            <a:r>
              <a:rPr lang="en-US" altLang="en-US"/>
              <a:t>(access transistor is not needed).</a:t>
            </a:r>
            <a:r>
              <a:rPr lang="ru-RU" altLang="en-US"/>
              <a:t> </a:t>
            </a:r>
            <a:endParaRPr lang="en-US" altLang="en-US"/>
          </a:p>
          <a:p>
            <a:pPr eaLnBrk="1" hangingPunct="1"/>
            <a:r>
              <a:rPr lang="en-US" altLang="en-US"/>
              <a:t>The control unit regularly checks the value of the threshold in the process of erasure and the erasure time of dynamic change.</a:t>
            </a:r>
            <a:r>
              <a:rPr lang="ru-RU" altLang="en-US"/>
              <a:t> </a:t>
            </a:r>
          </a:p>
        </p:txBody>
      </p:sp>
      <p:grpSp>
        <p:nvGrpSpPr>
          <p:cNvPr id="98308" name="Group 41">
            <a:extLst>
              <a:ext uri="{FF2B5EF4-FFF2-40B4-BE49-F238E27FC236}">
                <a16:creationId xmlns:a16="http://schemas.microsoft.com/office/drawing/2014/main" id="{8E619B1E-6EA0-DF58-499A-1F53092DCB22}"/>
              </a:ext>
            </a:extLst>
          </p:cNvPr>
          <p:cNvGrpSpPr>
            <a:grpSpLocks/>
          </p:cNvGrpSpPr>
          <p:nvPr/>
        </p:nvGrpSpPr>
        <p:grpSpPr bwMode="auto">
          <a:xfrm>
            <a:off x="2495550" y="1341439"/>
            <a:ext cx="7126288" cy="2428875"/>
            <a:chOff x="685800" y="1254546"/>
            <a:chExt cx="7558088" cy="2660229"/>
          </a:xfrm>
        </p:grpSpPr>
        <p:sp>
          <p:nvSpPr>
            <p:cNvPr id="98309" name="AutoShape 4">
              <a:extLst>
                <a:ext uri="{FF2B5EF4-FFF2-40B4-BE49-F238E27FC236}">
                  <a16:creationId xmlns:a16="http://schemas.microsoft.com/office/drawing/2014/main" id="{01A7226E-0C48-D40C-BEBD-73E4EEDC41E1}"/>
                </a:ext>
              </a:extLst>
            </p:cNvPr>
            <p:cNvSpPr>
              <a:spLocks noChangeArrowheads="1"/>
            </p:cNvSpPr>
            <p:nvPr/>
          </p:nvSpPr>
          <p:spPr bwMode="auto">
            <a:xfrm rot="10800000">
              <a:off x="1143000" y="2428875"/>
              <a:ext cx="171450" cy="149225"/>
            </a:xfrm>
            <a:prstGeom prst="triangle">
              <a:avLst>
                <a:gd name="adj" fmla="val 50000"/>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8310" name="Freeform 5">
              <a:extLst>
                <a:ext uri="{FF2B5EF4-FFF2-40B4-BE49-F238E27FC236}">
                  <a16:creationId xmlns:a16="http://schemas.microsoft.com/office/drawing/2014/main" id="{DE069D65-FD4D-7046-3DD1-28975EB9E5CC}"/>
                </a:ext>
              </a:extLst>
            </p:cNvPr>
            <p:cNvSpPr>
              <a:spLocks/>
            </p:cNvSpPr>
            <p:nvPr/>
          </p:nvSpPr>
          <p:spPr bwMode="auto">
            <a:xfrm>
              <a:off x="1455738" y="2287588"/>
              <a:ext cx="3816350" cy="292100"/>
            </a:xfrm>
            <a:custGeom>
              <a:avLst/>
              <a:gdLst>
                <a:gd name="T0" fmla="*/ 0 w 3480"/>
                <a:gd name="T1" fmla="*/ 2147483646 h 307"/>
                <a:gd name="T2" fmla="*/ 2147483646 w 3480"/>
                <a:gd name="T3" fmla="*/ 2147483646 h 307"/>
                <a:gd name="T4" fmla="*/ 2147483646 w 3480"/>
                <a:gd name="T5" fmla="*/ 2147483646 h 307"/>
                <a:gd name="T6" fmla="*/ 2147483646 w 3480"/>
                <a:gd name="T7" fmla="*/ 0 h 307"/>
                <a:gd name="T8" fmla="*/ 2147483646 w 3480"/>
                <a:gd name="T9" fmla="*/ 2147483646 h 307"/>
                <a:gd name="T10" fmla="*/ 2147483646 w 3480"/>
                <a:gd name="T11" fmla="*/ 2147483646 h 307"/>
                <a:gd name="T12" fmla="*/ 2147483646 w 3480"/>
                <a:gd name="T13" fmla="*/ 2147483646 h 307"/>
                <a:gd name="T14" fmla="*/ 2147483646 w 3480"/>
                <a:gd name="T15" fmla="*/ 2147483646 h 307"/>
                <a:gd name="T16" fmla="*/ 0 60000 65536"/>
                <a:gd name="T17" fmla="*/ 0 60000 65536"/>
                <a:gd name="T18" fmla="*/ 0 60000 65536"/>
                <a:gd name="T19" fmla="*/ 0 60000 65536"/>
                <a:gd name="T20" fmla="*/ 0 60000 65536"/>
                <a:gd name="T21" fmla="*/ 0 60000 65536"/>
                <a:gd name="T22" fmla="*/ 0 60000 65536"/>
                <a:gd name="T23" fmla="*/ 0 60000 65536"/>
                <a:gd name="T24" fmla="*/ 0 w 3480"/>
                <a:gd name="T25" fmla="*/ 0 h 307"/>
                <a:gd name="T26" fmla="*/ 3480 w 3480"/>
                <a:gd name="T27" fmla="*/ 307 h 30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80" h="307">
                  <a:moveTo>
                    <a:pt x="0" y="277"/>
                  </a:moveTo>
                  <a:cubicBezTo>
                    <a:pt x="180" y="292"/>
                    <a:pt x="360" y="307"/>
                    <a:pt x="540" y="277"/>
                  </a:cubicBezTo>
                  <a:cubicBezTo>
                    <a:pt x="720" y="247"/>
                    <a:pt x="896" y="143"/>
                    <a:pt x="1080" y="97"/>
                  </a:cubicBezTo>
                  <a:cubicBezTo>
                    <a:pt x="1264" y="51"/>
                    <a:pt x="1434" y="0"/>
                    <a:pt x="1644" y="0"/>
                  </a:cubicBezTo>
                  <a:cubicBezTo>
                    <a:pt x="1854" y="0"/>
                    <a:pt x="2134" y="51"/>
                    <a:pt x="2340" y="97"/>
                  </a:cubicBezTo>
                  <a:cubicBezTo>
                    <a:pt x="2546" y="143"/>
                    <a:pt x="2700" y="247"/>
                    <a:pt x="2880" y="277"/>
                  </a:cubicBezTo>
                  <a:cubicBezTo>
                    <a:pt x="3060" y="307"/>
                    <a:pt x="3360" y="277"/>
                    <a:pt x="3420" y="277"/>
                  </a:cubicBezTo>
                  <a:cubicBezTo>
                    <a:pt x="3480" y="277"/>
                    <a:pt x="3270" y="277"/>
                    <a:pt x="3240" y="277"/>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311" name="Line 6">
              <a:extLst>
                <a:ext uri="{FF2B5EF4-FFF2-40B4-BE49-F238E27FC236}">
                  <a16:creationId xmlns:a16="http://schemas.microsoft.com/office/drawing/2014/main" id="{5868722C-4237-E3C6-1297-99808E6F42B3}"/>
                </a:ext>
              </a:extLst>
            </p:cNvPr>
            <p:cNvSpPr>
              <a:spLocks noChangeShapeType="1"/>
            </p:cNvSpPr>
            <p:nvPr/>
          </p:nvSpPr>
          <p:spPr bwMode="auto">
            <a:xfrm>
              <a:off x="1455738" y="2574925"/>
              <a:ext cx="0" cy="5953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2" name="Line 7">
              <a:extLst>
                <a:ext uri="{FF2B5EF4-FFF2-40B4-BE49-F238E27FC236}">
                  <a16:creationId xmlns:a16="http://schemas.microsoft.com/office/drawing/2014/main" id="{B180F4ED-5FB1-F900-55AA-373FB3AC01D3}"/>
                </a:ext>
              </a:extLst>
            </p:cNvPr>
            <p:cNvSpPr>
              <a:spLocks noChangeShapeType="1"/>
            </p:cNvSpPr>
            <p:nvPr/>
          </p:nvSpPr>
          <p:spPr bwMode="auto">
            <a:xfrm>
              <a:off x="5221288" y="2551113"/>
              <a:ext cx="0" cy="6159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3" name="Line 8">
              <a:extLst>
                <a:ext uri="{FF2B5EF4-FFF2-40B4-BE49-F238E27FC236}">
                  <a16:creationId xmlns:a16="http://schemas.microsoft.com/office/drawing/2014/main" id="{01BC3A03-14DE-9F29-ECA3-516CA20A1C49}"/>
                </a:ext>
              </a:extLst>
            </p:cNvPr>
            <p:cNvSpPr>
              <a:spLocks noChangeShapeType="1"/>
            </p:cNvSpPr>
            <p:nvPr/>
          </p:nvSpPr>
          <p:spPr bwMode="auto">
            <a:xfrm>
              <a:off x="1458913" y="3167063"/>
              <a:ext cx="37480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4" name="Rectangle 9">
              <a:extLst>
                <a:ext uri="{FF2B5EF4-FFF2-40B4-BE49-F238E27FC236}">
                  <a16:creationId xmlns:a16="http://schemas.microsoft.com/office/drawing/2014/main" id="{F4B3C3F4-02AF-FE41-4EBE-A9B6A9A00C5B}"/>
                </a:ext>
              </a:extLst>
            </p:cNvPr>
            <p:cNvSpPr>
              <a:spLocks noChangeArrowheads="1"/>
            </p:cNvSpPr>
            <p:nvPr/>
          </p:nvSpPr>
          <p:spPr bwMode="auto">
            <a:xfrm>
              <a:off x="2654300" y="2501900"/>
              <a:ext cx="1619250" cy="147638"/>
            </a:xfrm>
            <a:prstGeom prst="rect">
              <a:avLst/>
            </a:prstGeom>
            <a:solidFill>
              <a:srgbClr val="969696"/>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8315" name="Rectangle 10">
              <a:extLst>
                <a:ext uri="{FF2B5EF4-FFF2-40B4-BE49-F238E27FC236}">
                  <a16:creationId xmlns:a16="http://schemas.microsoft.com/office/drawing/2014/main" id="{087E6DA7-48FD-908A-9E86-8B19115A6D2B}"/>
                </a:ext>
              </a:extLst>
            </p:cNvPr>
            <p:cNvSpPr>
              <a:spLocks noChangeArrowheads="1"/>
            </p:cNvSpPr>
            <p:nvPr/>
          </p:nvSpPr>
          <p:spPr bwMode="auto">
            <a:xfrm>
              <a:off x="2659063" y="2798763"/>
              <a:ext cx="1619250" cy="147637"/>
            </a:xfrm>
            <a:prstGeom prst="rect">
              <a:avLst/>
            </a:prstGeom>
            <a:solidFill>
              <a:srgbClr val="969696"/>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8316" name="Freeform 11">
              <a:extLst>
                <a:ext uri="{FF2B5EF4-FFF2-40B4-BE49-F238E27FC236}">
                  <a16:creationId xmlns:a16="http://schemas.microsoft.com/office/drawing/2014/main" id="{B9C9335D-9E8B-2C92-7405-2E594F4B4F1F}"/>
                </a:ext>
              </a:extLst>
            </p:cNvPr>
            <p:cNvSpPr>
              <a:spLocks/>
            </p:cNvSpPr>
            <p:nvPr/>
          </p:nvSpPr>
          <p:spPr bwMode="auto">
            <a:xfrm>
              <a:off x="1443038" y="3162300"/>
              <a:ext cx="1289050" cy="419100"/>
            </a:xfrm>
            <a:custGeom>
              <a:avLst/>
              <a:gdLst>
                <a:gd name="T0" fmla="*/ 2147483646 w 1296"/>
                <a:gd name="T1" fmla="*/ 0 h 285"/>
                <a:gd name="T2" fmla="*/ 2147483646 w 1296"/>
                <a:gd name="T3" fmla="*/ 2147483646 h 285"/>
                <a:gd name="T4" fmla="*/ 2147483646 w 1296"/>
                <a:gd name="T5" fmla="*/ 2147483646 h 285"/>
                <a:gd name="T6" fmla="*/ 2147483646 w 1296"/>
                <a:gd name="T7" fmla="*/ 2147483646 h 285"/>
                <a:gd name="T8" fmla="*/ 0 w 1296"/>
                <a:gd name="T9" fmla="*/ 2147483646 h 285"/>
                <a:gd name="T10" fmla="*/ 0 60000 65536"/>
                <a:gd name="T11" fmla="*/ 0 60000 65536"/>
                <a:gd name="T12" fmla="*/ 0 60000 65536"/>
                <a:gd name="T13" fmla="*/ 0 60000 65536"/>
                <a:gd name="T14" fmla="*/ 0 60000 65536"/>
                <a:gd name="T15" fmla="*/ 0 w 1296"/>
                <a:gd name="T16" fmla="*/ 0 h 285"/>
                <a:gd name="T17" fmla="*/ 1296 w 1296"/>
                <a:gd name="T18" fmla="*/ 285 h 285"/>
              </a:gdLst>
              <a:ahLst/>
              <a:cxnLst>
                <a:cxn ang="T10">
                  <a:pos x="T0" y="T1"/>
                </a:cxn>
                <a:cxn ang="T11">
                  <a:pos x="T2" y="T3"/>
                </a:cxn>
                <a:cxn ang="T12">
                  <a:pos x="T4" y="T5"/>
                </a:cxn>
                <a:cxn ang="T13">
                  <a:pos x="T6" y="T7"/>
                </a:cxn>
                <a:cxn ang="T14">
                  <a:pos x="T8" y="T9"/>
                </a:cxn>
              </a:cxnLst>
              <a:rect l="T15" t="T16" r="T17" b="T18"/>
              <a:pathLst>
                <a:path w="1296" h="285">
                  <a:moveTo>
                    <a:pt x="1290" y="0"/>
                  </a:moveTo>
                  <a:cubicBezTo>
                    <a:pt x="1282" y="55"/>
                    <a:pt x="1296" y="122"/>
                    <a:pt x="1260" y="165"/>
                  </a:cubicBezTo>
                  <a:cubicBezTo>
                    <a:pt x="1234" y="196"/>
                    <a:pt x="1090" y="222"/>
                    <a:pt x="1080" y="225"/>
                  </a:cubicBezTo>
                  <a:cubicBezTo>
                    <a:pt x="940" y="265"/>
                    <a:pt x="807" y="273"/>
                    <a:pt x="660" y="285"/>
                  </a:cubicBezTo>
                  <a:cubicBezTo>
                    <a:pt x="440" y="280"/>
                    <a:pt x="0" y="270"/>
                    <a:pt x="0" y="270"/>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317" name="Freeform 12">
              <a:extLst>
                <a:ext uri="{FF2B5EF4-FFF2-40B4-BE49-F238E27FC236}">
                  <a16:creationId xmlns:a16="http://schemas.microsoft.com/office/drawing/2014/main" id="{BE16A742-D55C-55A3-549A-80E960435D19}"/>
                </a:ext>
              </a:extLst>
            </p:cNvPr>
            <p:cNvSpPr>
              <a:spLocks/>
            </p:cNvSpPr>
            <p:nvPr/>
          </p:nvSpPr>
          <p:spPr bwMode="auto">
            <a:xfrm flipH="1">
              <a:off x="3946525" y="3162300"/>
              <a:ext cx="1314450" cy="390525"/>
            </a:xfrm>
            <a:custGeom>
              <a:avLst/>
              <a:gdLst>
                <a:gd name="T0" fmla="*/ 2147483646 w 1296"/>
                <a:gd name="T1" fmla="*/ 0 h 285"/>
                <a:gd name="T2" fmla="*/ 2147483646 w 1296"/>
                <a:gd name="T3" fmla="*/ 2147483646 h 285"/>
                <a:gd name="T4" fmla="*/ 2147483646 w 1296"/>
                <a:gd name="T5" fmla="*/ 2147483646 h 285"/>
                <a:gd name="T6" fmla="*/ 2147483646 w 1296"/>
                <a:gd name="T7" fmla="*/ 2147483646 h 285"/>
                <a:gd name="T8" fmla="*/ 0 w 1296"/>
                <a:gd name="T9" fmla="*/ 2147483646 h 285"/>
                <a:gd name="T10" fmla="*/ 0 60000 65536"/>
                <a:gd name="T11" fmla="*/ 0 60000 65536"/>
                <a:gd name="T12" fmla="*/ 0 60000 65536"/>
                <a:gd name="T13" fmla="*/ 0 60000 65536"/>
                <a:gd name="T14" fmla="*/ 0 60000 65536"/>
                <a:gd name="T15" fmla="*/ 0 w 1296"/>
                <a:gd name="T16" fmla="*/ 0 h 285"/>
                <a:gd name="T17" fmla="*/ 1296 w 1296"/>
                <a:gd name="T18" fmla="*/ 285 h 285"/>
              </a:gdLst>
              <a:ahLst/>
              <a:cxnLst>
                <a:cxn ang="T10">
                  <a:pos x="T0" y="T1"/>
                </a:cxn>
                <a:cxn ang="T11">
                  <a:pos x="T2" y="T3"/>
                </a:cxn>
                <a:cxn ang="T12">
                  <a:pos x="T4" y="T5"/>
                </a:cxn>
                <a:cxn ang="T13">
                  <a:pos x="T6" y="T7"/>
                </a:cxn>
                <a:cxn ang="T14">
                  <a:pos x="T8" y="T9"/>
                </a:cxn>
              </a:cxnLst>
              <a:rect l="T15" t="T16" r="T17" b="T18"/>
              <a:pathLst>
                <a:path w="1296" h="285">
                  <a:moveTo>
                    <a:pt x="1290" y="0"/>
                  </a:moveTo>
                  <a:cubicBezTo>
                    <a:pt x="1282" y="55"/>
                    <a:pt x="1296" y="122"/>
                    <a:pt x="1260" y="165"/>
                  </a:cubicBezTo>
                  <a:cubicBezTo>
                    <a:pt x="1234" y="196"/>
                    <a:pt x="1090" y="222"/>
                    <a:pt x="1080" y="225"/>
                  </a:cubicBezTo>
                  <a:cubicBezTo>
                    <a:pt x="940" y="265"/>
                    <a:pt x="807" y="273"/>
                    <a:pt x="660" y="285"/>
                  </a:cubicBezTo>
                  <a:cubicBezTo>
                    <a:pt x="440" y="280"/>
                    <a:pt x="0" y="270"/>
                    <a:pt x="0" y="270"/>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318" name="Text Box 13">
              <a:extLst>
                <a:ext uri="{FF2B5EF4-FFF2-40B4-BE49-F238E27FC236}">
                  <a16:creationId xmlns:a16="http://schemas.microsoft.com/office/drawing/2014/main" id="{325510C9-6EB0-7019-0C9E-7290C2042B3D}"/>
                </a:ext>
              </a:extLst>
            </p:cNvPr>
            <p:cNvSpPr txBox="1">
              <a:spLocks noChangeArrowheads="1"/>
            </p:cNvSpPr>
            <p:nvPr/>
          </p:nvSpPr>
          <p:spPr bwMode="auto">
            <a:xfrm>
              <a:off x="2112963" y="3119438"/>
              <a:ext cx="858837"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n</a:t>
              </a:r>
              <a:r>
                <a:rPr lang="en-US" altLang="en-US" baseline="30000">
                  <a:latin typeface="Times New Roman" panose="02020603050405020304" pitchFamily="18" charset="0"/>
                </a:rPr>
                <a:t>+</a:t>
              </a:r>
              <a:endParaRPr lang="ru-RU" altLang="en-US"/>
            </a:p>
          </p:txBody>
        </p:sp>
        <p:sp>
          <p:nvSpPr>
            <p:cNvPr id="98319" name="Text Box 14">
              <a:extLst>
                <a:ext uri="{FF2B5EF4-FFF2-40B4-BE49-F238E27FC236}">
                  <a16:creationId xmlns:a16="http://schemas.microsoft.com/office/drawing/2014/main" id="{14DBF759-9C6D-6628-1D51-5E03572A1CF2}"/>
                </a:ext>
              </a:extLst>
            </p:cNvPr>
            <p:cNvSpPr txBox="1">
              <a:spLocks noChangeArrowheads="1"/>
            </p:cNvSpPr>
            <p:nvPr/>
          </p:nvSpPr>
          <p:spPr bwMode="auto">
            <a:xfrm>
              <a:off x="4117975" y="3108325"/>
              <a:ext cx="858838"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n</a:t>
              </a:r>
              <a:r>
                <a:rPr lang="en-US" altLang="en-US" baseline="30000">
                  <a:latin typeface="Times New Roman" panose="02020603050405020304" pitchFamily="18" charset="0"/>
                </a:rPr>
                <a:t>+</a:t>
              </a:r>
              <a:endParaRPr lang="ru-RU" altLang="en-US"/>
            </a:p>
          </p:txBody>
        </p:sp>
        <p:sp>
          <p:nvSpPr>
            <p:cNvPr id="98320" name="Line 15">
              <a:extLst>
                <a:ext uri="{FF2B5EF4-FFF2-40B4-BE49-F238E27FC236}">
                  <a16:creationId xmlns:a16="http://schemas.microsoft.com/office/drawing/2014/main" id="{E466BCFD-CAE5-8298-D274-EF388F33F7AE}"/>
                </a:ext>
              </a:extLst>
            </p:cNvPr>
            <p:cNvSpPr>
              <a:spLocks noChangeShapeType="1"/>
            </p:cNvSpPr>
            <p:nvPr/>
          </p:nvSpPr>
          <p:spPr bwMode="auto">
            <a:xfrm flipV="1">
              <a:off x="3376613" y="2046288"/>
              <a:ext cx="0" cy="4445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1" name="Line 16">
              <a:extLst>
                <a:ext uri="{FF2B5EF4-FFF2-40B4-BE49-F238E27FC236}">
                  <a16:creationId xmlns:a16="http://schemas.microsoft.com/office/drawing/2014/main" id="{1E0AD3F1-ED30-AC0E-6150-59C61624808A}"/>
                </a:ext>
              </a:extLst>
            </p:cNvPr>
            <p:cNvSpPr>
              <a:spLocks noChangeShapeType="1"/>
            </p:cNvSpPr>
            <p:nvPr/>
          </p:nvSpPr>
          <p:spPr bwMode="auto">
            <a:xfrm flipH="1" flipV="1">
              <a:off x="1730375" y="2281238"/>
              <a:ext cx="12700" cy="8794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2" name="Line 17">
              <a:extLst>
                <a:ext uri="{FF2B5EF4-FFF2-40B4-BE49-F238E27FC236}">
                  <a16:creationId xmlns:a16="http://schemas.microsoft.com/office/drawing/2014/main" id="{EABF5CCF-A695-05FE-F442-661DB0C635E8}"/>
                </a:ext>
              </a:extLst>
            </p:cNvPr>
            <p:cNvSpPr>
              <a:spLocks noChangeShapeType="1"/>
            </p:cNvSpPr>
            <p:nvPr/>
          </p:nvSpPr>
          <p:spPr bwMode="auto">
            <a:xfrm flipV="1">
              <a:off x="4851400" y="2392363"/>
              <a:ext cx="0" cy="7715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3" name="Line 18">
              <a:extLst>
                <a:ext uri="{FF2B5EF4-FFF2-40B4-BE49-F238E27FC236}">
                  <a16:creationId xmlns:a16="http://schemas.microsoft.com/office/drawing/2014/main" id="{1D306E9F-632C-1539-3C3C-510B7A2D63CB}"/>
                </a:ext>
              </a:extLst>
            </p:cNvPr>
            <p:cNvSpPr>
              <a:spLocks noChangeShapeType="1"/>
            </p:cNvSpPr>
            <p:nvPr/>
          </p:nvSpPr>
          <p:spPr bwMode="auto">
            <a:xfrm>
              <a:off x="1485900" y="3914775"/>
              <a:ext cx="38766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4" name="Freeform 19">
              <a:extLst>
                <a:ext uri="{FF2B5EF4-FFF2-40B4-BE49-F238E27FC236}">
                  <a16:creationId xmlns:a16="http://schemas.microsoft.com/office/drawing/2014/main" id="{4446445D-2FD9-8384-617A-229D4C589FA7}"/>
                </a:ext>
              </a:extLst>
            </p:cNvPr>
            <p:cNvSpPr>
              <a:spLocks/>
            </p:cNvSpPr>
            <p:nvPr/>
          </p:nvSpPr>
          <p:spPr bwMode="auto">
            <a:xfrm>
              <a:off x="5180013" y="3171825"/>
              <a:ext cx="153987" cy="714375"/>
            </a:xfrm>
            <a:custGeom>
              <a:avLst/>
              <a:gdLst>
                <a:gd name="T0" fmla="*/ 0 w 180"/>
                <a:gd name="T1" fmla="*/ 0 h 720"/>
                <a:gd name="T2" fmla="*/ 2147483646 w 180"/>
                <a:gd name="T3" fmla="*/ 2147483646 h 720"/>
                <a:gd name="T4" fmla="*/ 0 w 180"/>
                <a:gd name="T5" fmla="*/ 2147483646 h 720"/>
                <a:gd name="T6" fmla="*/ 2147483646 w 180"/>
                <a:gd name="T7" fmla="*/ 2147483646 h 720"/>
                <a:gd name="T8" fmla="*/ 0 60000 65536"/>
                <a:gd name="T9" fmla="*/ 0 60000 65536"/>
                <a:gd name="T10" fmla="*/ 0 60000 65536"/>
                <a:gd name="T11" fmla="*/ 0 60000 65536"/>
                <a:gd name="T12" fmla="*/ 0 w 180"/>
                <a:gd name="T13" fmla="*/ 0 h 720"/>
                <a:gd name="T14" fmla="*/ 180 w 180"/>
                <a:gd name="T15" fmla="*/ 720 h 720"/>
              </a:gdLst>
              <a:ahLst/>
              <a:cxnLst>
                <a:cxn ang="T8">
                  <a:pos x="T0" y="T1"/>
                </a:cxn>
                <a:cxn ang="T9">
                  <a:pos x="T2" y="T3"/>
                </a:cxn>
                <a:cxn ang="T10">
                  <a:pos x="T4" y="T5"/>
                </a:cxn>
                <a:cxn ang="T11">
                  <a:pos x="T6" y="T7"/>
                </a:cxn>
              </a:cxnLst>
              <a:rect l="T12" t="T13" r="T14" b="T15"/>
              <a:pathLst>
                <a:path w="180" h="720">
                  <a:moveTo>
                    <a:pt x="0" y="0"/>
                  </a:moveTo>
                  <a:cubicBezTo>
                    <a:pt x="90" y="45"/>
                    <a:pt x="180" y="90"/>
                    <a:pt x="180" y="180"/>
                  </a:cubicBezTo>
                  <a:cubicBezTo>
                    <a:pt x="180" y="270"/>
                    <a:pt x="0" y="450"/>
                    <a:pt x="0" y="540"/>
                  </a:cubicBezTo>
                  <a:cubicBezTo>
                    <a:pt x="0" y="630"/>
                    <a:pt x="180" y="690"/>
                    <a:pt x="180" y="720"/>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325" name="Freeform 20">
              <a:extLst>
                <a:ext uri="{FF2B5EF4-FFF2-40B4-BE49-F238E27FC236}">
                  <a16:creationId xmlns:a16="http://schemas.microsoft.com/office/drawing/2014/main" id="{FE796C53-54C0-18BD-97C9-B14D60F984E0}"/>
                </a:ext>
              </a:extLst>
            </p:cNvPr>
            <p:cNvSpPr>
              <a:spLocks/>
            </p:cNvSpPr>
            <p:nvPr/>
          </p:nvSpPr>
          <p:spPr bwMode="auto">
            <a:xfrm rot="10800000">
              <a:off x="1400175" y="3171825"/>
              <a:ext cx="92075" cy="722313"/>
            </a:xfrm>
            <a:custGeom>
              <a:avLst/>
              <a:gdLst>
                <a:gd name="T0" fmla="*/ 0 w 180"/>
                <a:gd name="T1" fmla="*/ 0 h 720"/>
                <a:gd name="T2" fmla="*/ 2147483646 w 180"/>
                <a:gd name="T3" fmla="*/ 2147483646 h 720"/>
                <a:gd name="T4" fmla="*/ 0 w 180"/>
                <a:gd name="T5" fmla="*/ 2147483646 h 720"/>
                <a:gd name="T6" fmla="*/ 2147483646 w 180"/>
                <a:gd name="T7" fmla="*/ 2147483646 h 720"/>
                <a:gd name="T8" fmla="*/ 0 60000 65536"/>
                <a:gd name="T9" fmla="*/ 0 60000 65536"/>
                <a:gd name="T10" fmla="*/ 0 60000 65536"/>
                <a:gd name="T11" fmla="*/ 0 60000 65536"/>
                <a:gd name="T12" fmla="*/ 0 w 180"/>
                <a:gd name="T13" fmla="*/ 0 h 720"/>
                <a:gd name="T14" fmla="*/ 180 w 180"/>
                <a:gd name="T15" fmla="*/ 720 h 720"/>
              </a:gdLst>
              <a:ahLst/>
              <a:cxnLst>
                <a:cxn ang="T8">
                  <a:pos x="T0" y="T1"/>
                </a:cxn>
                <a:cxn ang="T9">
                  <a:pos x="T2" y="T3"/>
                </a:cxn>
                <a:cxn ang="T10">
                  <a:pos x="T4" y="T5"/>
                </a:cxn>
                <a:cxn ang="T11">
                  <a:pos x="T6" y="T7"/>
                </a:cxn>
              </a:cxnLst>
              <a:rect l="T12" t="T13" r="T14" b="T15"/>
              <a:pathLst>
                <a:path w="180" h="720">
                  <a:moveTo>
                    <a:pt x="0" y="0"/>
                  </a:moveTo>
                  <a:cubicBezTo>
                    <a:pt x="90" y="45"/>
                    <a:pt x="180" y="90"/>
                    <a:pt x="180" y="180"/>
                  </a:cubicBezTo>
                  <a:cubicBezTo>
                    <a:pt x="180" y="270"/>
                    <a:pt x="0" y="450"/>
                    <a:pt x="0" y="540"/>
                  </a:cubicBezTo>
                  <a:cubicBezTo>
                    <a:pt x="0" y="630"/>
                    <a:pt x="180" y="690"/>
                    <a:pt x="180" y="720"/>
                  </a:cubicBez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326" name="Text Box 22">
              <a:extLst>
                <a:ext uri="{FF2B5EF4-FFF2-40B4-BE49-F238E27FC236}">
                  <a16:creationId xmlns:a16="http://schemas.microsoft.com/office/drawing/2014/main" id="{4B7827D6-A7D3-1106-66C4-57AB39121569}"/>
                </a:ext>
              </a:extLst>
            </p:cNvPr>
            <p:cNvSpPr txBox="1">
              <a:spLocks noChangeArrowheads="1"/>
            </p:cNvSpPr>
            <p:nvPr/>
          </p:nvSpPr>
          <p:spPr bwMode="auto">
            <a:xfrm>
              <a:off x="2946400" y="1254546"/>
              <a:ext cx="1244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Control</a:t>
              </a:r>
            </a:p>
            <a:p>
              <a:pPr eaLnBrk="1" hangingPunct="1"/>
              <a:r>
                <a:rPr lang="en-US" altLang="en-US"/>
                <a:t>Gate</a:t>
              </a:r>
              <a:endParaRPr lang="ru-RU" altLang="en-US"/>
            </a:p>
          </p:txBody>
        </p:sp>
        <p:sp>
          <p:nvSpPr>
            <p:cNvPr id="98327" name="Line 23">
              <a:extLst>
                <a:ext uri="{FF2B5EF4-FFF2-40B4-BE49-F238E27FC236}">
                  <a16:creationId xmlns:a16="http://schemas.microsoft.com/office/drawing/2014/main" id="{552601F4-FB28-0F00-786E-13A613EA0BC3}"/>
                </a:ext>
              </a:extLst>
            </p:cNvPr>
            <p:cNvSpPr>
              <a:spLocks noChangeShapeType="1"/>
            </p:cNvSpPr>
            <p:nvPr/>
          </p:nvSpPr>
          <p:spPr bwMode="auto">
            <a:xfrm>
              <a:off x="1230313" y="2281238"/>
              <a:ext cx="5127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8" name="Line 24">
              <a:extLst>
                <a:ext uri="{FF2B5EF4-FFF2-40B4-BE49-F238E27FC236}">
                  <a16:creationId xmlns:a16="http://schemas.microsoft.com/office/drawing/2014/main" id="{A22B3773-4734-2E4E-C1FB-E9561BCB4D50}"/>
                </a:ext>
              </a:extLst>
            </p:cNvPr>
            <p:cNvSpPr>
              <a:spLocks noChangeShapeType="1"/>
            </p:cNvSpPr>
            <p:nvPr/>
          </p:nvSpPr>
          <p:spPr bwMode="auto">
            <a:xfrm>
              <a:off x="1230313" y="2281238"/>
              <a:ext cx="0" cy="1476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9" name="Oval 25">
              <a:extLst>
                <a:ext uri="{FF2B5EF4-FFF2-40B4-BE49-F238E27FC236}">
                  <a16:creationId xmlns:a16="http://schemas.microsoft.com/office/drawing/2014/main" id="{EAAA2935-D3A9-2C84-13D5-FC90833FD15D}"/>
                </a:ext>
              </a:extLst>
            </p:cNvPr>
            <p:cNvSpPr>
              <a:spLocks noChangeArrowheads="1"/>
            </p:cNvSpPr>
            <p:nvPr/>
          </p:nvSpPr>
          <p:spPr bwMode="auto">
            <a:xfrm>
              <a:off x="3317875" y="1958975"/>
              <a:ext cx="131763" cy="112713"/>
            </a:xfrm>
            <a:prstGeom prst="ellipse">
              <a:avLst/>
            </a:prstGeom>
            <a:solidFill>
              <a:srgbClr val="FFFFFF"/>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8330" name="Oval 26">
              <a:extLst>
                <a:ext uri="{FF2B5EF4-FFF2-40B4-BE49-F238E27FC236}">
                  <a16:creationId xmlns:a16="http://schemas.microsoft.com/office/drawing/2014/main" id="{83D7D3E8-FB4C-7209-DB66-96CF8B84074F}"/>
                </a:ext>
              </a:extLst>
            </p:cNvPr>
            <p:cNvSpPr>
              <a:spLocks noChangeArrowheads="1"/>
            </p:cNvSpPr>
            <p:nvPr/>
          </p:nvSpPr>
          <p:spPr bwMode="auto">
            <a:xfrm>
              <a:off x="4802188" y="2298700"/>
              <a:ext cx="130175" cy="111125"/>
            </a:xfrm>
            <a:prstGeom prst="ellipse">
              <a:avLst/>
            </a:prstGeom>
            <a:solidFill>
              <a:srgbClr val="FFFFFF"/>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98331" name="Oval 27">
              <a:extLst>
                <a:ext uri="{FF2B5EF4-FFF2-40B4-BE49-F238E27FC236}">
                  <a16:creationId xmlns:a16="http://schemas.microsoft.com/office/drawing/2014/main" id="{A248E953-0ECA-5B60-E539-1B0F72CB7028}"/>
                </a:ext>
              </a:extLst>
            </p:cNvPr>
            <p:cNvSpPr>
              <a:spLocks noChangeArrowheads="1"/>
            </p:cNvSpPr>
            <p:nvPr/>
          </p:nvSpPr>
          <p:spPr bwMode="auto">
            <a:xfrm>
              <a:off x="2857500" y="2790825"/>
              <a:ext cx="161925" cy="139700"/>
            </a:xfrm>
            <a:prstGeom prst="ellipse">
              <a:avLst/>
            </a:prstGeom>
            <a:solidFill>
              <a:srgbClr val="FFFFFF"/>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a:t>
              </a:r>
              <a:endParaRPr lang="ru-RU" altLang="en-US"/>
            </a:p>
          </p:txBody>
        </p:sp>
        <p:sp>
          <p:nvSpPr>
            <p:cNvPr id="98332" name="Text Box 28">
              <a:extLst>
                <a:ext uri="{FF2B5EF4-FFF2-40B4-BE49-F238E27FC236}">
                  <a16:creationId xmlns:a16="http://schemas.microsoft.com/office/drawing/2014/main" id="{90CDC753-F928-A83C-994C-0434D439A8B3}"/>
                </a:ext>
              </a:extLst>
            </p:cNvPr>
            <p:cNvSpPr txBox="1">
              <a:spLocks noChangeArrowheads="1"/>
            </p:cNvSpPr>
            <p:nvPr/>
          </p:nvSpPr>
          <p:spPr bwMode="auto">
            <a:xfrm>
              <a:off x="2808288" y="2657475"/>
              <a:ext cx="344487"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a:t>
              </a:r>
              <a:endParaRPr lang="ru-RU" altLang="en-US"/>
            </a:p>
          </p:txBody>
        </p:sp>
        <p:sp>
          <p:nvSpPr>
            <p:cNvPr id="98333" name="Text Box 29">
              <a:extLst>
                <a:ext uri="{FF2B5EF4-FFF2-40B4-BE49-F238E27FC236}">
                  <a16:creationId xmlns:a16="http://schemas.microsoft.com/office/drawing/2014/main" id="{A1616C0F-3465-5DD0-CD9D-AEA55E138DCA}"/>
                </a:ext>
              </a:extLst>
            </p:cNvPr>
            <p:cNvSpPr txBox="1">
              <a:spLocks noChangeArrowheads="1"/>
            </p:cNvSpPr>
            <p:nvPr/>
          </p:nvSpPr>
          <p:spPr bwMode="auto">
            <a:xfrm>
              <a:off x="4721225" y="3097213"/>
              <a:ext cx="687388"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ru-RU" altLang="en-US"/>
            </a:p>
          </p:txBody>
        </p:sp>
        <p:sp>
          <p:nvSpPr>
            <p:cNvPr id="98334" name="Text Box 30">
              <a:extLst>
                <a:ext uri="{FF2B5EF4-FFF2-40B4-BE49-F238E27FC236}">
                  <a16:creationId xmlns:a16="http://schemas.microsoft.com/office/drawing/2014/main" id="{AC35C6E8-0FEC-2F81-EFDF-067DAF9E2649}"/>
                </a:ext>
              </a:extLst>
            </p:cNvPr>
            <p:cNvSpPr txBox="1">
              <a:spLocks noChangeArrowheads="1"/>
            </p:cNvSpPr>
            <p:nvPr/>
          </p:nvSpPr>
          <p:spPr bwMode="auto">
            <a:xfrm>
              <a:off x="1609725" y="3127375"/>
              <a:ext cx="687388"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a:t>
              </a:r>
              <a:endParaRPr lang="ru-RU" altLang="en-US"/>
            </a:p>
          </p:txBody>
        </p:sp>
        <p:sp>
          <p:nvSpPr>
            <p:cNvPr id="98335" name="Oval 31">
              <a:extLst>
                <a:ext uri="{FF2B5EF4-FFF2-40B4-BE49-F238E27FC236}">
                  <a16:creationId xmlns:a16="http://schemas.microsoft.com/office/drawing/2014/main" id="{6F934D7C-B84E-9DC2-CB2E-63F7D517AEB8}"/>
                </a:ext>
              </a:extLst>
            </p:cNvPr>
            <p:cNvSpPr>
              <a:spLocks noChangeArrowheads="1"/>
            </p:cNvSpPr>
            <p:nvPr/>
          </p:nvSpPr>
          <p:spPr bwMode="auto">
            <a:xfrm>
              <a:off x="2925763" y="3243263"/>
              <a:ext cx="161925" cy="139700"/>
            </a:xfrm>
            <a:prstGeom prst="ellipse">
              <a:avLst/>
            </a:prstGeom>
            <a:solidFill>
              <a:srgbClr val="FFFFFF"/>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a:t>
              </a:r>
              <a:endParaRPr lang="ru-RU" altLang="en-US"/>
            </a:p>
          </p:txBody>
        </p:sp>
        <p:sp>
          <p:nvSpPr>
            <p:cNvPr id="98336" name="Text Box 32">
              <a:extLst>
                <a:ext uri="{FF2B5EF4-FFF2-40B4-BE49-F238E27FC236}">
                  <a16:creationId xmlns:a16="http://schemas.microsoft.com/office/drawing/2014/main" id="{EF5187E6-93EC-E004-0D56-30E03027BB15}"/>
                </a:ext>
              </a:extLst>
            </p:cNvPr>
            <p:cNvSpPr txBox="1">
              <a:spLocks noChangeArrowheads="1"/>
            </p:cNvSpPr>
            <p:nvPr/>
          </p:nvSpPr>
          <p:spPr bwMode="auto">
            <a:xfrm>
              <a:off x="2890838" y="3109913"/>
              <a:ext cx="342900"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a:t>
              </a:r>
              <a:endParaRPr lang="ru-RU" altLang="en-US"/>
            </a:p>
          </p:txBody>
        </p:sp>
        <p:sp>
          <p:nvSpPr>
            <p:cNvPr id="98337" name="Line 33">
              <a:extLst>
                <a:ext uri="{FF2B5EF4-FFF2-40B4-BE49-F238E27FC236}">
                  <a16:creationId xmlns:a16="http://schemas.microsoft.com/office/drawing/2014/main" id="{32EA548A-52E6-C646-5E47-E8E2D6EC000E}"/>
                </a:ext>
              </a:extLst>
            </p:cNvPr>
            <p:cNvSpPr>
              <a:spLocks noChangeShapeType="1"/>
            </p:cNvSpPr>
            <p:nvPr/>
          </p:nvSpPr>
          <p:spPr bwMode="auto">
            <a:xfrm flipH="1">
              <a:off x="2362200" y="2971800"/>
              <a:ext cx="381000" cy="4572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8338" name="Text Box 34">
              <a:extLst>
                <a:ext uri="{FF2B5EF4-FFF2-40B4-BE49-F238E27FC236}">
                  <a16:creationId xmlns:a16="http://schemas.microsoft.com/office/drawing/2014/main" id="{4C19CE56-B554-3D43-39DF-09CB301E360C}"/>
                </a:ext>
              </a:extLst>
            </p:cNvPr>
            <p:cNvSpPr txBox="1">
              <a:spLocks noChangeArrowheads="1"/>
            </p:cNvSpPr>
            <p:nvPr/>
          </p:nvSpPr>
          <p:spPr bwMode="auto">
            <a:xfrm>
              <a:off x="4343400" y="1600200"/>
              <a:ext cx="2514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Floating Gate</a:t>
              </a:r>
              <a:endParaRPr lang="ru-RU" altLang="en-US"/>
            </a:p>
          </p:txBody>
        </p:sp>
        <p:sp>
          <p:nvSpPr>
            <p:cNvPr id="98339" name="Line 35">
              <a:extLst>
                <a:ext uri="{FF2B5EF4-FFF2-40B4-BE49-F238E27FC236}">
                  <a16:creationId xmlns:a16="http://schemas.microsoft.com/office/drawing/2014/main" id="{7D4D6DA1-536E-AAF1-5215-E465B5CBE6E4}"/>
                </a:ext>
              </a:extLst>
            </p:cNvPr>
            <p:cNvSpPr>
              <a:spLocks noChangeShapeType="1"/>
            </p:cNvSpPr>
            <p:nvPr/>
          </p:nvSpPr>
          <p:spPr bwMode="auto">
            <a:xfrm flipH="1">
              <a:off x="4191000" y="1905000"/>
              <a:ext cx="7620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8340" name="Text Box 36">
              <a:extLst>
                <a:ext uri="{FF2B5EF4-FFF2-40B4-BE49-F238E27FC236}">
                  <a16:creationId xmlns:a16="http://schemas.microsoft.com/office/drawing/2014/main" id="{DF41D4D4-5880-9B5C-A2EA-2A81C60EED5F}"/>
                </a:ext>
              </a:extLst>
            </p:cNvPr>
            <p:cNvSpPr txBox="1">
              <a:spLocks noChangeArrowheads="1"/>
            </p:cNvSpPr>
            <p:nvPr/>
          </p:nvSpPr>
          <p:spPr bwMode="auto">
            <a:xfrm>
              <a:off x="5626100" y="2743200"/>
              <a:ext cx="26177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00"/>
                  </a:solidFill>
                </a:rPr>
                <a:t>Thin tunneling oxide</a:t>
              </a:r>
              <a:endParaRPr lang="ru-RU" altLang="en-US">
                <a:solidFill>
                  <a:srgbClr val="000000"/>
                </a:solidFill>
              </a:endParaRPr>
            </a:p>
          </p:txBody>
        </p:sp>
        <p:sp>
          <p:nvSpPr>
            <p:cNvPr id="98341" name="Line 37">
              <a:extLst>
                <a:ext uri="{FF2B5EF4-FFF2-40B4-BE49-F238E27FC236}">
                  <a16:creationId xmlns:a16="http://schemas.microsoft.com/office/drawing/2014/main" id="{E8950D91-E1A9-CCB8-986A-B129678741E2}"/>
                </a:ext>
              </a:extLst>
            </p:cNvPr>
            <p:cNvSpPr>
              <a:spLocks noChangeShapeType="1"/>
            </p:cNvSpPr>
            <p:nvPr/>
          </p:nvSpPr>
          <p:spPr bwMode="auto">
            <a:xfrm flipH="1">
              <a:off x="3962400" y="2971800"/>
              <a:ext cx="16002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8342" name="Text Box 38">
              <a:extLst>
                <a:ext uri="{FF2B5EF4-FFF2-40B4-BE49-F238E27FC236}">
                  <a16:creationId xmlns:a16="http://schemas.microsoft.com/office/drawing/2014/main" id="{D643E4BB-33BC-B65E-402E-71BF4B3BE4B5}"/>
                </a:ext>
              </a:extLst>
            </p:cNvPr>
            <p:cNvSpPr txBox="1">
              <a:spLocks noChangeArrowheads="1"/>
            </p:cNvSpPr>
            <p:nvPr/>
          </p:nvSpPr>
          <p:spPr bwMode="auto">
            <a:xfrm>
              <a:off x="1581150" y="3514725"/>
              <a:ext cx="152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Erasure</a:t>
              </a:r>
              <a:endParaRPr lang="ru-RU" altLang="en-US"/>
            </a:p>
          </p:txBody>
        </p:sp>
        <p:sp>
          <p:nvSpPr>
            <p:cNvPr id="98343" name="Arc 39">
              <a:extLst>
                <a:ext uri="{FF2B5EF4-FFF2-40B4-BE49-F238E27FC236}">
                  <a16:creationId xmlns:a16="http://schemas.microsoft.com/office/drawing/2014/main" id="{18F66876-847F-C216-074B-8041A02DC3B5}"/>
                </a:ext>
              </a:extLst>
            </p:cNvPr>
            <p:cNvSpPr>
              <a:spLocks/>
            </p:cNvSpPr>
            <p:nvPr/>
          </p:nvSpPr>
          <p:spPr bwMode="auto">
            <a:xfrm rot="2851697" flipV="1">
              <a:off x="3307556" y="2809082"/>
              <a:ext cx="388937" cy="692150"/>
            </a:xfrm>
            <a:custGeom>
              <a:avLst/>
              <a:gdLst>
                <a:gd name="T0" fmla="*/ 2147483646 w 21600"/>
                <a:gd name="T1" fmla="*/ 0 h 34564"/>
                <a:gd name="T2" fmla="*/ 2147483646 w 21600"/>
                <a:gd name="T3" fmla="*/ 2147483646 h 34564"/>
                <a:gd name="T4" fmla="*/ 0 w 21600"/>
                <a:gd name="T5" fmla="*/ 2147483646 h 34564"/>
                <a:gd name="T6" fmla="*/ 0 60000 65536"/>
                <a:gd name="T7" fmla="*/ 0 60000 65536"/>
                <a:gd name="T8" fmla="*/ 0 60000 65536"/>
                <a:gd name="T9" fmla="*/ 0 w 21600"/>
                <a:gd name="T10" fmla="*/ 0 h 34564"/>
                <a:gd name="T11" fmla="*/ 21600 w 21600"/>
                <a:gd name="T12" fmla="*/ 34564 h 34564"/>
              </a:gdLst>
              <a:ahLst/>
              <a:cxnLst>
                <a:cxn ang="T6">
                  <a:pos x="T0" y="T1"/>
                </a:cxn>
                <a:cxn ang="T7">
                  <a:pos x="T2" y="T3"/>
                </a:cxn>
                <a:cxn ang="T8">
                  <a:pos x="T4" y="T5"/>
                </a:cxn>
              </a:cxnLst>
              <a:rect l="T9" t="T10" r="T11" b="T12"/>
              <a:pathLst>
                <a:path w="21600" h="34564" fill="none" extrusionOk="0">
                  <a:moveTo>
                    <a:pt x="6193" y="-1"/>
                  </a:moveTo>
                  <a:cubicBezTo>
                    <a:pt x="15336" y="2736"/>
                    <a:pt x="21600" y="11148"/>
                    <a:pt x="21600" y="20693"/>
                  </a:cubicBezTo>
                  <a:cubicBezTo>
                    <a:pt x="21600" y="25765"/>
                    <a:pt x="19814" y="30676"/>
                    <a:pt x="16557" y="34564"/>
                  </a:cubicBezTo>
                </a:path>
                <a:path w="21600" h="34564" stroke="0" extrusionOk="0">
                  <a:moveTo>
                    <a:pt x="6193" y="-1"/>
                  </a:moveTo>
                  <a:cubicBezTo>
                    <a:pt x="15336" y="2736"/>
                    <a:pt x="21600" y="11148"/>
                    <a:pt x="21600" y="20693"/>
                  </a:cubicBezTo>
                  <a:cubicBezTo>
                    <a:pt x="21600" y="25765"/>
                    <a:pt x="19814" y="30676"/>
                    <a:pt x="16557" y="34564"/>
                  </a:cubicBezTo>
                  <a:lnTo>
                    <a:pt x="0" y="20693"/>
                  </a:lnTo>
                  <a:lnTo>
                    <a:pt x="6193" y="-1"/>
                  </a:lnTo>
                  <a:close/>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8344" name="Text Box 40">
              <a:extLst>
                <a:ext uri="{FF2B5EF4-FFF2-40B4-BE49-F238E27FC236}">
                  <a16:creationId xmlns:a16="http://schemas.microsoft.com/office/drawing/2014/main" id="{AFA34FD8-E798-F2FE-AE50-797BB6633667}"/>
                </a:ext>
              </a:extLst>
            </p:cNvPr>
            <p:cNvSpPr txBox="1">
              <a:spLocks noChangeArrowheads="1"/>
            </p:cNvSpPr>
            <p:nvPr/>
          </p:nvSpPr>
          <p:spPr bwMode="auto">
            <a:xfrm>
              <a:off x="2717800" y="3378200"/>
              <a:ext cx="18923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Programming</a:t>
              </a:r>
              <a:endParaRPr lang="ru-RU" altLang="en-US"/>
            </a:p>
          </p:txBody>
        </p:sp>
        <p:sp>
          <p:nvSpPr>
            <p:cNvPr id="98345" name="Text Box 42">
              <a:extLst>
                <a:ext uri="{FF2B5EF4-FFF2-40B4-BE49-F238E27FC236}">
                  <a16:creationId xmlns:a16="http://schemas.microsoft.com/office/drawing/2014/main" id="{D1CF6716-76D6-136C-3DAB-8A9F2AC84A7B}"/>
                </a:ext>
              </a:extLst>
            </p:cNvPr>
            <p:cNvSpPr txBox="1">
              <a:spLocks noChangeArrowheads="1"/>
            </p:cNvSpPr>
            <p:nvPr/>
          </p:nvSpPr>
          <p:spPr bwMode="auto">
            <a:xfrm>
              <a:off x="685800" y="1333500"/>
              <a:ext cx="2133600" cy="943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olidFill>
                    <a:srgbClr val="0000FF"/>
                  </a:solidFill>
                </a:rPr>
                <a:t>ETOX Cell</a:t>
              </a:r>
            </a:p>
            <a:p>
              <a:pPr eaLnBrk="1" hangingPunct="1">
                <a:spcBef>
                  <a:spcPct val="50000"/>
                </a:spcBef>
              </a:pPr>
              <a:endParaRPr lang="ru-RU" altLang="en-US" sz="2000">
                <a:solidFill>
                  <a:srgbClr val="0000FF"/>
                </a:solidFill>
              </a:endParaRPr>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51801233-D212-A1D3-0EA8-86B0C08F4CC6}"/>
              </a:ext>
            </a:extLst>
          </p:cNvPr>
          <p:cNvSpPr>
            <a:spLocks noGrp="1" noChangeArrowheads="1"/>
          </p:cNvSpPr>
          <p:nvPr>
            <p:ph type="title"/>
          </p:nvPr>
        </p:nvSpPr>
        <p:spPr/>
        <p:txBody>
          <a:bodyPr/>
          <a:lstStyle/>
          <a:p>
            <a:r>
              <a:rPr lang="en-GB" altLang="en-US"/>
              <a:t>Erasing Flash Memory (NOR)</a:t>
            </a:r>
          </a:p>
        </p:txBody>
      </p:sp>
      <p:grpSp>
        <p:nvGrpSpPr>
          <p:cNvPr id="99331" name="Group 115">
            <a:extLst>
              <a:ext uri="{FF2B5EF4-FFF2-40B4-BE49-F238E27FC236}">
                <a16:creationId xmlns:a16="http://schemas.microsoft.com/office/drawing/2014/main" id="{6683B596-A272-59ED-68F4-E2C1F2B6AAFC}"/>
              </a:ext>
            </a:extLst>
          </p:cNvPr>
          <p:cNvGrpSpPr>
            <a:grpSpLocks/>
          </p:cNvGrpSpPr>
          <p:nvPr/>
        </p:nvGrpSpPr>
        <p:grpSpPr bwMode="auto">
          <a:xfrm>
            <a:off x="5095875" y="1571626"/>
            <a:ext cx="3290888" cy="3178175"/>
            <a:chOff x="3571868" y="1571612"/>
            <a:chExt cx="3290766" cy="3177438"/>
          </a:xfrm>
        </p:grpSpPr>
        <p:sp>
          <p:nvSpPr>
            <p:cNvPr id="99353" name="Freeform 133">
              <a:extLst>
                <a:ext uri="{FF2B5EF4-FFF2-40B4-BE49-F238E27FC236}">
                  <a16:creationId xmlns:a16="http://schemas.microsoft.com/office/drawing/2014/main" id="{027D234F-51A3-53C4-FB92-E8FA6D8D551B}"/>
                </a:ext>
              </a:extLst>
            </p:cNvPr>
            <p:cNvSpPr>
              <a:spLocks/>
            </p:cNvSpPr>
            <p:nvPr/>
          </p:nvSpPr>
          <p:spPr bwMode="auto">
            <a:xfrm>
              <a:off x="4580012" y="2961450"/>
              <a:ext cx="268609" cy="227607"/>
            </a:xfrm>
            <a:custGeom>
              <a:avLst/>
              <a:gdLst>
                <a:gd name="T0" fmla="*/ 0 w 177"/>
                <a:gd name="T1" fmla="*/ 0 h 137"/>
                <a:gd name="T2" fmla="*/ 2147483646 w 177"/>
                <a:gd name="T3" fmla="*/ 0 h 137"/>
                <a:gd name="T4" fmla="*/ 2147483646 w 177"/>
                <a:gd name="T5" fmla="*/ 2147483646 h 137"/>
                <a:gd name="T6" fmla="*/ 0 60000 65536"/>
                <a:gd name="T7" fmla="*/ 0 60000 65536"/>
                <a:gd name="T8" fmla="*/ 0 60000 65536"/>
                <a:gd name="T9" fmla="*/ 0 w 177"/>
                <a:gd name="T10" fmla="*/ 0 h 137"/>
                <a:gd name="T11" fmla="*/ 177 w 177"/>
                <a:gd name="T12" fmla="*/ 137 h 137"/>
              </a:gdLst>
              <a:ahLst/>
              <a:cxnLst>
                <a:cxn ang="T6">
                  <a:pos x="T0" y="T1"/>
                </a:cxn>
                <a:cxn ang="T7">
                  <a:pos x="T2" y="T3"/>
                </a:cxn>
                <a:cxn ang="T8">
                  <a:pos x="T4" y="T5"/>
                </a:cxn>
              </a:cxnLst>
              <a:rect l="T9" t="T10" r="T11" b="T12"/>
              <a:pathLst>
                <a:path w="177" h="137">
                  <a:moveTo>
                    <a:pt x="0" y="0"/>
                  </a:moveTo>
                  <a:lnTo>
                    <a:pt x="177" y="0"/>
                  </a:lnTo>
                  <a:lnTo>
                    <a:pt x="177" y="137"/>
                  </a:lnTo>
                </a:path>
              </a:pathLst>
            </a:custGeom>
            <a:noFill/>
            <a:ln w="19050">
              <a:solidFill>
                <a:srgbClr val="000000"/>
              </a:solidFill>
              <a:miter lim="800000"/>
              <a:headEnd/>
              <a:tailEnd type="oval"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354" name="Freeform 134">
              <a:extLst>
                <a:ext uri="{FF2B5EF4-FFF2-40B4-BE49-F238E27FC236}">
                  <a16:creationId xmlns:a16="http://schemas.microsoft.com/office/drawing/2014/main" id="{391E4F96-6548-A771-B3DE-8F834BC383C8}"/>
                </a:ext>
              </a:extLst>
            </p:cNvPr>
            <p:cNvSpPr>
              <a:spLocks/>
            </p:cNvSpPr>
            <p:nvPr/>
          </p:nvSpPr>
          <p:spPr bwMode="auto">
            <a:xfrm>
              <a:off x="4580012" y="2177286"/>
              <a:ext cx="268609" cy="234252"/>
            </a:xfrm>
            <a:custGeom>
              <a:avLst/>
              <a:gdLst>
                <a:gd name="T0" fmla="*/ 2147483646 w 177"/>
                <a:gd name="T1" fmla="*/ 0 h 141"/>
                <a:gd name="T2" fmla="*/ 2147483646 w 177"/>
                <a:gd name="T3" fmla="*/ 2147483646 h 141"/>
                <a:gd name="T4" fmla="*/ 0 w 177"/>
                <a:gd name="T5" fmla="*/ 2147483646 h 141"/>
                <a:gd name="T6" fmla="*/ 0 60000 65536"/>
                <a:gd name="T7" fmla="*/ 0 60000 65536"/>
                <a:gd name="T8" fmla="*/ 0 60000 65536"/>
                <a:gd name="T9" fmla="*/ 0 w 177"/>
                <a:gd name="T10" fmla="*/ 0 h 141"/>
                <a:gd name="T11" fmla="*/ 177 w 177"/>
                <a:gd name="T12" fmla="*/ 141 h 141"/>
              </a:gdLst>
              <a:ahLst/>
              <a:cxnLst>
                <a:cxn ang="T6">
                  <a:pos x="T0" y="T1"/>
                </a:cxn>
                <a:cxn ang="T7">
                  <a:pos x="T2" y="T3"/>
                </a:cxn>
                <a:cxn ang="T8">
                  <a:pos x="T4" y="T5"/>
                </a:cxn>
              </a:cxnLst>
              <a:rect l="T9" t="T10" r="T11" b="T12"/>
              <a:pathLst>
                <a:path w="177" h="141">
                  <a:moveTo>
                    <a:pt x="177" y="0"/>
                  </a:moveTo>
                  <a:lnTo>
                    <a:pt x="177" y="141"/>
                  </a:lnTo>
                  <a:lnTo>
                    <a:pt x="0" y="141"/>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355" name="Line 135">
              <a:extLst>
                <a:ext uri="{FF2B5EF4-FFF2-40B4-BE49-F238E27FC236}">
                  <a16:creationId xmlns:a16="http://schemas.microsoft.com/office/drawing/2014/main" id="{92354F81-115B-EFA6-638A-9352D5DB5F6B}"/>
                </a:ext>
              </a:extLst>
            </p:cNvPr>
            <p:cNvSpPr>
              <a:spLocks noChangeShapeType="1"/>
            </p:cNvSpPr>
            <p:nvPr/>
          </p:nvSpPr>
          <p:spPr bwMode="auto">
            <a:xfrm>
              <a:off x="4580012" y="2325147"/>
              <a:ext cx="1518" cy="71604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56" name="Line 136">
              <a:extLst>
                <a:ext uri="{FF2B5EF4-FFF2-40B4-BE49-F238E27FC236}">
                  <a16:creationId xmlns:a16="http://schemas.microsoft.com/office/drawing/2014/main" id="{5A2889B2-51CE-2C50-D274-EFA0AC7086D6}"/>
                </a:ext>
              </a:extLst>
            </p:cNvPr>
            <p:cNvSpPr>
              <a:spLocks noChangeShapeType="1"/>
            </p:cNvSpPr>
            <p:nvPr/>
          </p:nvSpPr>
          <p:spPr bwMode="auto">
            <a:xfrm>
              <a:off x="4465689" y="2501058"/>
              <a:ext cx="1518" cy="360516"/>
            </a:xfrm>
            <a:prstGeom prst="line">
              <a:avLst/>
            </a:prstGeom>
            <a:noFill/>
            <a:ln w="381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57" name="Line 137">
              <a:extLst>
                <a:ext uri="{FF2B5EF4-FFF2-40B4-BE49-F238E27FC236}">
                  <a16:creationId xmlns:a16="http://schemas.microsoft.com/office/drawing/2014/main" id="{9E8E65BE-40EC-296E-CD53-EC05297782BA}"/>
                </a:ext>
              </a:extLst>
            </p:cNvPr>
            <p:cNvSpPr>
              <a:spLocks noChangeShapeType="1"/>
            </p:cNvSpPr>
            <p:nvPr/>
          </p:nvSpPr>
          <p:spPr bwMode="auto">
            <a:xfrm flipV="1">
              <a:off x="4073144" y="2678807"/>
              <a:ext cx="2743200"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58" name="Line 138">
              <a:extLst>
                <a:ext uri="{FF2B5EF4-FFF2-40B4-BE49-F238E27FC236}">
                  <a16:creationId xmlns:a16="http://schemas.microsoft.com/office/drawing/2014/main" id="{30037A0F-CC54-BE50-0187-DA127B7D5132}"/>
                </a:ext>
              </a:extLst>
            </p:cNvPr>
            <p:cNvSpPr>
              <a:spLocks noChangeShapeType="1"/>
            </p:cNvSpPr>
            <p:nvPr/>
          </p:nvSpPr>
          <p:spPr bwMode="auto">
            <a:xfrm>
              <a:off x="4353895" y="2511220"/>
              <a:ext cx="1518" cy="36051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59" name="Freeform 133">
              <a:extLst>
                <a:ext uri="{FF2B5EF4-FFF2-40B4-BE49-F238E27FC236}">
                  <a16:creationId xmlns:a16="http://schemas.microsoft.com/office/drawing/2014/main" id="{BCE8A300-3D00-01F5-8F56-ED38539D6FF0}"/>
                </a:ext>
              </a:extLst>
            </p:cNvPr>
            <p:cNvSpPr>
              <a:spLocks/>
            </p:cNvSpPr>
            <p:nvPr/>
          </p:nvSpPr>
          <p:spPr bwMode="auto">
            <a:xfrm>
              <a:off x="5852810" y="2951218"/>
              <a:ext cx="268609" cy="227607"/>
            </a:xfrm>
            <a:custGeom>
              <a:avLst/>
              <a:gdLst>
                <a:gd name="T0" fmla="*/ 0 w 177"/>
                <a:gd name="T1" fmla="*/ 0 h 137"/>
                <a:gd name="T2" fmla="*/ 2147483646 w 177"/>
                <a:gd name="T3" fmla="*/ 0 h 137"/>
                <a:gd name="T4" fmla="*/ 2147483646 w 177"/>
                <a:gd name="T5" fmla="*/ 2147483646 h 137"/>
                <a:gd name="T6" fmla="*/ 0 60000 65536"/>
                <a:gd name="T7" fmla="*/ 0 60000 65536"/>
                <a:gd name="T8" fmla="*/ 0 60000 65536"/>
                <a:gd name="T9" fmla="*/ 0 w 177"/>
                <a:gd name="T10" fmla="*/ 0 h 137"/>
                <a:gd name="T11" fmla="*/ 177 w 177"/>
                <a:gd name="T12" fmla="*/ 137 h 137"/>
              </a:gdLst>
              <a:ahLst/>
              <a:cxnLst>
                <a:cxn ang="T6">
                  <a:pos x="T0" y="T1"/>
                </a:cxn>
                <a:cxn ang="T7">
                  <a:pos x="T2" y="T3"/>
                </a:cxn>
                <a:cxn ang="T8">
                  <a:pos x="T4" y="T5"/>
                </a:cxn>
              </a:cxnLst>
              <a:rect l="T9" t="T10" r="T11" b="T12"/>
              <a:pathLst>
                <a:path w="177" h="137">
                  <a:moveTo>
                    <a:pt x="0" y="0"/>
                  </a:moveTo>
                  <a:lnTo>
                    <a:pt x="177" y="0"/>
                  </a:lnTo>
                  <a:lnTo>
                    <a:pt x="177" y="137"/>
                  </a:lnTo>
                </a:path>
              </a:pathLst>
            </a:custGeom>
            <a:noFill/>
            <a:ln w="19050">
              <a:solidFill>
                <a:srgbClr val="000000"/>
              </a:solidFill>
              <a:miter lim="800000"/>
              <a:headEnd/>
              <a:tailEnd type="oval"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360" name="Freeform 134">
              <a:extLst>
                <a:ext uri="{FF2B5EF4-FFF2-40B4-BE49-F238E27FC236}">
                  <a16:creationId xmlns:a16="http://schemas.microsoft.com/office/drawing/2014/main" id="{57E391B2-A14E-2ADF-C8D1-2B9A9889E9CD}"/>
                </a:ext>
              </a:extLst>
            </p:cNvPr>
            <p:cNvSpPr>
              <a:spLocks/>
            </p:cNvSpPr>
            <p:nvPr/>
          </p:nvSpPr>
          <p:spPr bwMode="auto">
            <a:xfrm>
              <a:off x="5852810" y="2167054"/>
              <a:ext cx="268609" cy="234252"/>
            </a:xfrm>
            <a:custGeom>
              <a:avLst/>
              <a:gdLst>
                <a:gd name="T0" fmla="*/ 2147483646 w 177"/>
                <a:gd name="T1" fmla="*/ 0 h 141"/>
                <a:gd name="T2" fmla="*/ 2147483646 w 177"/>
                <a:gd name="T3" fmla="*/ 2147483646 h 141"/>
                <a:gd name="T4" fmla="*/ 0 w 177"/>
                <a:gd name="T5" fmla="*/ 2147483646 h 141"/>
                <a:gd name="T6" fmla="*/ 0 60000 65536"/>
                <a:gd name="T7" fmla="*/ 0 60000 65536"/>
                <a:gd name="T8" fmla="*/ 0 60000 65536"/>
                <a:gd name="T9" fmla="*/ 0 w 177"/>
                <a:gd name="T10" fmla="*/ 0 h 141"/>
                <a:gd name="T11" fmla="*/ 177 w 177"/>
                <a:gd name="T12" fmla="*/ 141 h 141"/>
              </a:gdLst>
              <a:ahLst/>
              <a:cxnLst>
                <a:cxn ang="T6">
                  <a:pos x="T0" y="T1"/>
                </a:cxn>
                <a:cxn ang="T7">
                  <a:pos x="T2" y="T3"/>
                </a:cxn>
                <a:cxn ang="T8">
                  <a:pos x="T4" y="T5"/>
                </a:cxn>
              </a:cxnLst>
              <a:rect l="T9" t="T10" r="T11" b="T12"/>
              <a:pathLst>
                <a:path w="177" h="141">
                  <a:moveTo>
                    <a:pt x="177" y="0"/>
                  </a:moveTo>
                  <a:lnTo>
                    <a:pt x="177" y="141"/>
                  </a:lnTo>
                  <a:lnTo>
                    <a:pt x="0" y="141"/>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361" name="Line 135">
              <a:extLst>
                <a:ext uri="{FF2B5EF4-FFF2-40B4-BE49-F238E27FC236}">
                  <a16:creationId xmlns:a16="http://schemas.microsoft.com/office/drawing/2014/main" id="{4430EBE1-1C48-C9AB-9C1B-389B768DA0D4}"/>
                </a:ext>
              </a:extLst>
            </p:cNvPr>
            <p:cNvSpPr>
              <a:spLocks noChangeShapeType="1"/>
            </p:cNvSpPr>
            <p:nvPr/>
          </p:nvSpPr>
          <p:spPr bwMode="auto">
            <a:xfrm>
              <a:off x="5852810" y="2314915"/>
              <a:ext cx="1518" cy="71604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62" name="Line 136">
              <a:extLst>
                <a:ext uri="{FF2B5EF4-FFF2-40B4-BE49-F238E27FC236}">
                  <a16:creationId xmlns:a16="http://schemas.microsoft.com/office/drawing/2014/main" id="{027893A7-4318-0F4E-E54F-F18419FA4E86}"/>
                </a:ext>
              </a:extLst>
            </p:cNvPr>
            <p:cNvSpPr>
              <a:spLocks noChangeShapeType="1"/>
            </p:cNvSpPr>
            <p:nvPr/>
          </p:nvSpPr>
          <p:spPr bwMode="auto">
            <a:xfrm>
              <a:off x="5738487" y="2490826"/>
              <a:ext cx="1518" cy="360516"/>
            </a:xfrm>
            <a:prstGeom prst="line">
              <a:avLst/>
            </a:prstGeom>
            <a:noFill/>
            <a:ln w="381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63" name="Line 138">
              <a:extLst>
                <a:ext uri="{FF2B5EF4-FFF2-40B4-BE49-F238E27FC236}">
                  <a16:creationId xmlns:a16="http://schemas.microsoft.com/office/drawing/2014/main" id="{48005FAD-DC9D-1C55-3AFA-79659E71E85E}"/>
                </a:ext>
              </a:extLst>
            </p:cNvPr>
            <p:cNvSpPr>
              <a:spLocks noChangeShapeType="1"/>
            </p:cNvSpPr>
            <p:nvPr/>
          </p:nvSpPr>
          <p:spPr bwMode="auto">
            <a:xfrm>
              <a:off x="5626693" y="2500988"/>
              <a:ext cx="1518" cy="36051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64" name="Freeform 133">
              <a:extLst>
                <a:ext uri="{FF2B5EF4-FFF2-40B4-BE49-F238E27FC236}">
                  <a16:creationId xmlns:a16="http://schemas.microsoft.com/office/drawing/2014/main" id="{952A812A-0FF8-5E90-942E-BF1BC5060B79}"/>
                </a:ext>
              </a:extLst>
            </p:cNvPr>
            <p:cNvSpPr>
              <a:spLocks/>
            </p:cNvSpPr>
            <p:nvPr/>
          </p:nvSpPr>
          <p:spPr bwMode="auto">
            <a:xfrm>
              <a:off x="4578802" y="3973833"/>
              <a:ext cx="268609" cy="227607"/>
            </a:xfrm>
            <a:custGeom>
              <a:avLst/>
              <a:gdLst>
                <a:gd name="T0" fmla="*/ 0 w 177"/>
                <a:gd name="T1" fmla="*/ 0 h 137"/>
                <a:gd name="T2" fmla="*/ 2147483646 w 177"/>
                <a:gd name="T3" fmla="*/ 0 h 137"/>
                <a:gd name="T4" fmla="*/ 2147483646 w 177"/>
                <a:gd name="T5" fmla="*/ 2147483646 h 137"/>
                <a:gd name="T6" fmla="*/ 0 60000 65536"/>
                <a:gd name="T7" fmla="*/ 0 60000 65536"/>
                <a:gd name="T8" fmla="*/ 0 60000 65536"/>
                <a:gd name="T9" fmla="*/ 0 w 177"/>
                <a:gd name="T10" fmla="*/ 0 h 137"/>
                <a:gd name="T11" fmla="*/ 177 w 177"/>
                <a:gd name="T12" fmla="*/ 137 h 137"/>
              </a:gdLst>
              <a:ahLst/>
              <a:cxnLst>
                <a:cxn ang="T6">
                  <a:pos x="T0" y="T1"/>
                </a:cxn>
                <a:cxn ang="T7">
                  <a:pos x="T2" y="T3"/>
                </a:cxn>
                <a:cxn ang="T8">
                  <a:pos x="T4" y="T5"/>
                </a:cxn>
              </a:cxnLst>
              <a:rect l="T9" t="T10" r="T11" b="T12"/>
              <a:pathLst>
                <a:path w="177" h="137">
                  <a:moveTo>
                    <a:pt x="0" y="0"/>
                  </a:moveTo>
                  <a:lnTo>
                    <a:pt x="177" y="0"/>
                  </a:lnTo>
                  <a:lnTo>
                    <a:pt x="177" y="137"/>
                  </a:lnTo>
                </a:path>
              </a:pathLst>
            </a:custGeom>
            <a:noFill/>
            <a:ln w="19050">
              <a:solidFill>
                <a:srgbClr val="000000"/>
              </a:solidFill>
              <a:miter lim="800000"/>
              <a:headEn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365" name="Freeform 134">
              <a:extLst>
                <a:ext uri="{FF2B5EF4-FFF2-40B4-BE49-F238E27FC236}">
                  <a16:creationId xmlns:a16="http://schemas.microsoft.com/office/drawing/2014/main" id="{D107259C-DF76-5CA5-0D90-500C62861F7A}"/>
                </a:ext>
              </a:extLst>
            </p:cNvPr>
            <p:cNvSpPr>
              <a:spLocks/>
            </p:cNvSpPr>
            <p:nvPr/>
          </p:nvSpPr>
          <p:spPr bwMode="auto">
            <a:xfrm>
              <a:off x="4578802" y="3189669"/>
              <a:ext cx="268609" cy="234252"/>
            </a:xfrm>
            <a:custGeom>
              <a:avLst/>
              <a:gdLst>
                <a:gd name="T0" fmla="*/ 2147483646 w 177"/>
                <a:gd name="T1" fmla="*/ 0 h 141"/>
                <a:gd name="T2" fmla="*/ 2147483646 w 177"/>
                <a:gd name="T3" fmla="*/ 2147483646 h 141"/>
                <a:gd name="T4" fmla="*/ 0 w 177"/>
                <a:gd name="T5" fmla="*/ 2147483646 h 141"/>
                <a:gd name="T6" fmla="*/ 0 60000 65536"/>
                <a:gd name="T7" fmla="*/ 0 60000 65536"/>
                <a:gd name="T8" fmla="*/ 0 60000 65536"/>
                <a:gd name="T9" fmla="*/ 0 w 177"/>
                <a:gd name="T10" fmla="*/ 0 h 141"/>
                <a:gd name="T11" fmla="*/ 177 w 177"/>
                <a:gd name="T12" fmla="*/ 141 h 141"/>
              </a:gdLst>
              <a:ahLst/>
              <a:cxnLst>
                <a:cxn ang="T6">
                  <a:pos x="T0" y="T1"/>
                </a:cxn>
                <a:cxn ang="T7">
                  <a:pos x="T2" y="T3"/>
                </a:cxn>
                <a:cxn ang="T8">
                  <a:pos x="T4" y="T5"/>
                </a:cxn>
              </a:cxnLst>
              <a:rect l="T9" t="T10" r="T11" b="T12"/>
              <a:pathLst>
                <a:path w="177" h="141">
                  <a:moveTo>
                    <a:pt x="177" y="0"/>
                  </a:moveTo>
                  <a:lnTo>
                    <a:pt x="177" y="141"/>
                  </a:lnTo>
                  <a:lnTo>
                    <a:pt x="0" y="141"/>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366" name="Line 135">
              <a:extLst>
                <a:ext uri="{FF2B5EF4-FFF2-40B4-BE49-F238E27FC236}">
                  <a16:creationId xmlns:a16="http://schemas.microsoft.com/office/drawing/2014/main" id="{72BE8178-DF76-77E9-7329-E01AC6EA059A}"/>
                </a:ext>
              </a:extLst>
            </p:cNvPr>
            <p:cNvSpPr>
              <a:spLocks noChangeShapeType="1"/>
            </p:cNvSpPr>
            <p:nvPr/>
          </p:nvSpPr>
          <p:spPr bwMode="auto">
            <a:xfrm>
              <a:off x="4578802" y="3337530"/>
              <a:ext cx="1518" cy="71604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67" name="Line 136">
              <a:extLst>
                <a:ext uri="{FF2B5EF4-FFF2-40B4-BE49-F238E27FC236}">
                  <a16:creationId xmlns:a16="http://schemas.microsoft.com/office/drawing/2014/main" id="{5B218015-689B-B0FA-A630-23680C626D50}"/>
                </a:ext>
              </a:extLst>
            </p:cNvPr>
            <p:cNvSpPr>
              <a:spLocks noChangeShapeType="1"/>
            </p:cNvSpPr>
            <p:nvPr/>
          </p:nvSpPr>
          <p:spPr bwMode="auto">
            <a:xfrm>
              <a:off x="4464479" y="3513441"/>
              <a:ext cx="1518" cy="360516"/>
            </a:xfrm>
            <a:prstGeom prst="line">
              <a:avLst/>
            </a:prstGeom>
            <a:noFill/>
            <a:ln w="381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68" name="Line 137">
              <a:extLst>
                <a:ext uri="{FF2B5EF4-FFF2-40B4-BE49-F238E27FC236}">
                  <a16:creationId xmlns:a16="http://schemas.microsoft.com/office/drawing/2014/main" id="{6B20914B-933B-BA99-9A3A-6F1C4CFF2483}"/>
                </a:ext>
              </a:extLst>
            </p:cNvPr>
            <p:cNvSpPr>
              <a:spLocks noChangeShapeType="1"/>
            </p:cNvSpPr>
            <p:nvPr/>
          </p:nvSpPr>
          <p:spPr bwMode="auto">
            <a:xfrm flipV="1">
              <a:off x="4119434" y="3691190"/>
              <a:ext cx="2743200"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69" name="Line 138">
              <a:extLst>
                <a:ext uri="{FF2B5EF4-FFF2-40B4-BE49-F238E27FC236}">
                  <a16:creationId xmlns:a16="http://schemas.microsoft.com/office/drawing/2014/main" id="{3442FA77-1440-720A-54DC-2F479DEB7C44}"/>
                </a:ext>
              </a:extLst>
            </p:cNvPr>
            <p:cNvSpPr>
              <a:spLocks noChangeShapeType="1"/>
            </p:cNvSpPr>
            <p:nvPr/>
          </p:nvSpPr>
          <p:spPr bwMode="auto">
            <a:xfrm>
              <a:off x="4352685" y="3523603"/>
              <a:ext cx="1518" cy="36051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70" name="Freeform 133">
              <a:extLst>
                <a:ext uri="{FF2B5EF4-FFF2-40B4-BE49-F238E27FC236}">
                  <a16:creationId xmlns:a16="http://schemas.microsoft.com/office/drawing/2014/main" id="{5F070DC8-7996-9C1E-6F25-C436323337B7}"/>
                </a:ext>
              </a:extLst>
            </p:cNvPr>
            <p:cNvSpPr>
              <a:spLocks/>
            </p:cNvSpPr>
            <p:nvPr/>
          </p:nvSpPr>
          <p:spPr bwMode="auto">
            <a:xfrm>
              <a:off x="5851600" y="3963601"/>
              <a:ext cx="268609" cy="227607"/>
            </a:xfrm>
            <a:custGeom>
              <a:avLst/>
              <a:gdLst>
                <a:gd name="T0" fmla="*/ 0 w 177"/>
                <a:gd name="T1" fmla="*/ 0 h 137"/>
                <a:gd name="T2" fmla="*/ 2147483646 w 177"/>
                <a:gd name="T3" fmla="*/ 0 h 137"/>
                <a:gd name="T4" fmla="*/ 2147483646 w 177"/>
                <a:gd name="T5" fmla="*/ 2147483646 h 137"/>
                <a:gd name="T6" fmla="*/ 0 60000 65536"/>
                <a:gd name="T7" fmla="*/ 0 60000 65536"/>
                <a:gd name="T8" fmla="*/ 0 60000 65536"/>
                <a:gd name="T9" fmla="*/ 0 w 177"/>
                <a:gd name="T10" fmla="*/ 0 h 137"/>
                <a:gd name="T11" fmla="*/ 177 w 177"/>
                <a:gd name="T12" fmla="*/ 137 h 137"/>
              </a:gdLst>
              <a:ahLst/>
              <a:cxnLst>
                <a:cxn ang="T6">
                  <a:pos x="T0" y="T1"/>
                </a:cxn>
                <a:cxn ang="T7">
                  <a:pos x="T2" y="T3"/>
                </a:cxn>
                <a:cxn ang="T8">
                  <a:pos x="T4" y="T5"/>
                </a:cxn>
              </a:cxnLst>
              <a:rect l="T9" t="T10" r="T11" b="T12"/>
              <a:pathLst>
                <a:path w="177" h="137">
                  <a:moveTo>
                    <a:pt x="0" y="0"/>
                  </a:moveTo>
                  <a:lnTo>
                    <a:pt x="177" y="0"/>
                  </a:lnTo>
                  <a:lnTo>
                    <a:pt x="177" y="137"/>
                  </a:lnTo>
                </a:path>
              </a:pathLst>
            </a:custGeom>
            <a:noFill/>
            <a:ln w="19050">
              <a:solidFill>
                <a:srgbClr val="000000"/>
              </a:solidFill>
              <a:miter lim="800000"/>
              <a:headEn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371" name="Freeform 134">
              <a:extLst>
                <a:ext uri="{FF2B5EF4-FFF2-40B4-BE49-F238E27FC236}">
                  <a16:creationId xmlns:a16="http://schemas.microsoft.com/office/drawing/2014/main" id="{E27A1F91-A707-5008-3690-10705FBD98CB}"/>
                </a:ext>
              </a:extLst>
            </p:cNvPr>
            <p:cNvSpPr>
              <a:spLocks/>
            </p:cNvSpPr>
            <p:nvPr/>
          </p:nvSpPr>
          <p:spPr bwMode="auto">
            <a:xfrm>
              <a:off x="5851600" y="3179437"/>
              <a:ext cx="268609" cy="234252"/>
            </a:xfrm>
            <a:custGeom>
              <a:avLst/>
              <a:gdLst>
                <a:gd name="T0" fmla="*/ 2147483646 w 177"/>
                <a:gd name="T1" fmla="*/ 0 h 141"/>
                <a:gd name="T2" fmla="*/ 2147483646 w 177"/>
                <a:gd name="T3" fmla="*/ 2147483646 h 141"/>
                <a:gd name="T4" fmla="*/ 0 w 177"/>
                <a:gd name="T5" fmla="*/ 2147483646 h 141"/>
                <a:gd name="T6" fmla="*/ 0 60000 65536"/>
                <a:gd name="T7" fmla="*/ 0 60000 65536"/>
                <a:gd name="T8" fmla="*/ 0 60000 65536"/>
                <a:gd name="T9" fmla="*/ 0 w 177"/>
                <a:gd name="T10" fmla="*/ 0 h 141"/>
                <a:gd name="T11" fmla="*/ 177 w 177"/>
                <a:gd name="T12" fmla="*/ 141 h 141"/>
              </a:gdLst>
              <a:ahLst/>
              <a:cxnLst>
                <a:cxn ang="T6">
                  <a:pos x="T0" y="T1"/>
                </a:cxn>
                <a:cxn ang="T7">
                  <a:pos x="T2" y="T3"/>
                </a:cxn>
                <a:cxn ang="T8">
                  <a:pos x="T4" y="T5"/>
                </a:cxn>
              </a:cxnLst>
              <a:rect l="T9" t="T10" r="T11" b="T12"/>
              <a:pathLst>
                <a:path w="177" h="141">
                  <a:moveTo>
                    <a:pt x="177" y="0"/>
                  </a:moveTo>
                  <a:lnTo>
                    <a:pt x="177" y="141"/>
                  </a:lnTo>
                  <a:lnTo>
                    <a:pt x="0" y="141"/>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372" name="Line 135">
              <a:extLst>
                <a:ext uri="{FF2B5EF4-FFF2-40B4-BE49-F238E27FC236}">
                  <a16:creationId xmlns:a16="http://schemas.microsoft.com/office/drawing/2014/main" id="{C018474B-1824-8B87-F86D-E0DF21490C3E}"/>
                </a:ext>
              </a:extLst>
            </p:cNvPr>
            <p:cNvSpPr>
              <a:spLocks noChangeShapeType="1"/>
            </p:cNvSpPr>
            <p:nvPr/>
          </p:nvSpPr>
          <p:spPr bwMode="auto">
            <a:xfrm>
              <a:off x="5851600" y="3327298"/>
              <a:ext cx="1518" cy="71604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73" name="Line 136">
              <a:extLst>
                <a:ext uri="{FF2B5EF4-FFF2-40B4-BE49-F238E27FC236}">
                  <a16:creationId xmlns:a16="http://schemas.microsoft.com/office/drawing/2014/main" id="{D7D1631A-FCA6-046F-D13C-DB8F9C6B085C}"/>
                </a:ext>
              </a:extLst>
            </p:cNvPr>
            <p:cNvSpPr>
              <a:spLocks noChangeShapeType="1"/>
            </p:cNvSpPr>
            <p:nvPr/>
          </p:nvSpPr>
          <p:spPr bwMode="auto">
            <a:xfrm>
              <a:off x="5737277" y="3503209"/>
              <a:ext cx="1518" cy="360516"/>
            </a:xfrm>
            <a:prstGeom prst="line">
              <a:avLst/>
            </a:prstGeom>
            <a:noFill/>
            <a:ln w="381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74" name="Line 138">
              <a:extLst>
                <a:ext uri="{FF2B5EF4-FFF2-40B4-BE49-F238E27FC236}">
                  <a16:creationId xmlns:a16="http://schemas.microsoft.com/office/drawing/2014/main" id="{195B6EC5-8037-8032-7738-F7B0403CA85F}"/>
                </a:ext>
              </a:extLst>
            </p:cNvPr>
            <p:cNvSpPr>
              <a:spLocks noChangeShapeType="1"/>
            </p:cNvSpPr>
            <p:nvPr/>
          </p:nvSpPr>
          <p:spPr bwMode="auto">
            <a:xfrm>
              <a:off x="5625483" y="3513371"/>
              <a:ext cx="1518" cy="36051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9375" name="Line 137">
              <a:extLst>
                <a:ext uri="{FF2B5EF4-FFF2-40B4-BE49-F238E27FC236}">
                  <a16:creationId xmlns:a16="http://schemas.microsoft.com/office/drawing/2014/main" id="{0CD30402-F353-161B-E2AF-3C748AD9E3A0}"/>
                </a:ext>
              </a:extLst>
            </p:cNvPr>
            <p:cNvSpPr>
              <a:spLocks noChangeShapeType="1"/>
            </p:cNvSpPr>
            <p:nvPr/>
          </p:nvSpPr>
          <p:spPr bwMode="auto">
            <a:xfrm flipV="1">
              <a:off x="4095684" y="3190936"/>
              <a:ext cx="2743200"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cxnSp>
          <p:nvCxnSpPr>
            <p:cNvPr id="99376" name="Straight Connector 89">
              <a:extLst>
                <a:ext uri="{FF2B5EF4-FFF2-40B4-BE49-F238E27FC236}">
                  <a16:creationId xmlns:a16="http://schemas.microsoft.com/office/drawing/2014/main" id="{F57C8C4F-7CA4-AC40-7525-5C010C29D905}"/>
                </a:ext>
              </a:extLst>
            </p:cNvPr>
            <p:cNvCxnSpPr>
              <a:cxnSpLocks noChangeShapeType="1"/>
            </p:cNvCxnSpPr>
            <p:nvPr/>
          </p:nvCxnSpPr>
          <p:spPr bwMode="auto">
            <a:xfrm rot="5400000">
              <a:off x="3815844" y="3137524"/>
              <a:ext cx="256032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9377" name="Straight Connector 90">
              <a:extLst>
                <a:ext uri="{FF2B5EF4-FFF2-40B4-BE49-F238E27FC236}">
                  <a16:creationId xmlns:a16="http://schemas.microsoft.com/office/drawing/2014/main" id="{55FB4EE0-46EE-5D53-79CB-BF46ADFF557F}"/>
                </a:ext>
              </a:extLst>
            </p:cNvPr>
            <p:cNvCxnSpPr>
              <a:cxnSpLocks noChangeShapeType="1"/>
            </p:cNvCxnSpPr>
            <p:nvPr/>
          </p:nvCxnSpPr>
          <p:spPr bwMode="auto">
            <a:xfrm rot="5400000">
              <a:off x="5078396" y="3136730"/>
              <a:ext cx="256032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99378" name="TextBox 94">
              <a:extLst>
                <a:ext uri="{FF2B5EF4-FFF2-40B4-BE49-F238E27FC236}">
                  <a16:creationId xmlns:a16="http://schemas.microsoft.com/office/drawing/2014/main" id="{3650A806-2AD2-C210-F549-88E4AEC5A344}"/>
                </a:ext>
              </a:extLst>
            </p:cNvPr>
            <p:cNvSpPr txBox="1">
              <a:spLocks noChangeArrowheads="1"/>
            </p:cNvSpPr>
            <p:nvPr/>
          </p:nvSpPr>
          <p:spPr bwMode="auto">
            <a:xfrm>
              <a:off x="3655369" y="2500306"/>
              <a:ext cx="5486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0 V</a:t>
              </a:r>
              <a:endParaRPr lang="en-GB" altLang="en-US" sz="1400" b="1"/>
            </a:p>
          </p:txBody>
        </p:sp>
        <p:sp>
          <p:nvSpPr>
            <p:cNvPr id="99379" name="TextBox 95">
              <a:extLst>
                <a:ext uri="{FF2B5EF4-FFF2-40B4-BE49-F238E27FC236}">
                  <a16:creationId xmlns:a16="http://schemas.microsoft.com/office/drawing/2014/main" id="{85D6634E-A1D2-A198-F094-68D77BCD51AF}"/>
                </a:ext>
              </a:extLst>
            </p:cNvPr>
            <p:cNvSpPr txBox="1">
              <a:spLocks noChangeArrowheads="1"/>
            </p:cNvSpPr>
            <p:nvPr/>
          </p:nvSpPr>
          <p:spPr bwMode="auto">
            <a:xfrm>
              <a:off x="3571868" y="3000372"/>
              <a:ext cx="5486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12 V</a:t>
              </a:r>
              <a:endParaRPr lang="en-GB" altLang="en-US" sz="1400" b="1"/>
            </a:p>
          </p:txBody>
        </p:sp>
        <p:sp>
          <p:nvSpPr>
            <p:cNvPr id="99380" name="TextBox 96">
              <a:extLst>
                <a:ext uri="{FF2B5EF4-FFF2-40B4-BE49-F238E27FC236}">
                  <a16:creationId xmlns:a16="http://schemas.microsoft.com/office/drawing/2014/main" id="{2B39F150-0B90-4D1B-C90E-7D9B1E935D72}"/>
                </a:ext>
              </a:extLst>
            </p:cNvPr>
            <p:cNvSpPr txBox="1">
              <a:spLocks noChangeArrowheads="1"/>
            </p:cNvSpPr>
            <p:nvPr/>
          </p:nvSpPr>
          <p:spPr bwMode="auto">
            <a:xfrm>
              <a:off x="3643306" y="3500438"/>
              <a:ext cx="5486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0 V</a:t>
              </a:r>
              <a:endParaRPr lang="en-GB" altLang="en-US" sz="1400" b="1"/>
            </a:p>
          </p:txBody>
        </p:sp>
        <p:cxnSp>
          <p:nvCxnSpPr>
            <p:cNvPr id="99381" name="Straight Connector 98">
              <a:extLst>
                <a:ext uri="{FF2B5EF4-FFF2-40B4-BE49-F238E27FC236}">
                  <a16:creationId xmlns:a16="http://schemas.microsoft.com/office/drawing/2014/main" id="{9389958A-2E41-F68A-1938-9E12FA221FD4}"/>
                </a:ext>
              </a:extLst>
            </p:cNvPr>
            <p:cNvCxnSpPr>
              <a:cxnSpLocks noChangeShapeType="1"/>
            </p:cNvCxnSpPr>
            <p:nvPr/>
          </p:nvCxnSpPr>
          <p:spPr bwMode="auto">
            <a:xfrm>
              <a:off x="4845877" y="2178741"/>
              <a:ext cx="237744" cy="1588"/>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99382" name="Straight Connector 102">
              <a:extLst>
                <a:ext uri="{FF2B5EF4-FFF2-40B4-BE49-F238E27FC236}">
                  <a16:creationId xmlns:a16="http://schemas.microsoft.com/office/drawing/2014/main" id="{04652D0D-6F60-FBCE-0CA1-7BF3AE8F3F90}"/>
                </a:ext>
              </a:extLst>
            </p:cNvPr>
            <p:cNvCxnSpPr>
              <a:cxnSpLocks noChangeShapeType="1"/>
            </p:cNvCxnSpPr>
            <p:nvPr/>
          </p:nvCxnSpPr>
          <p:spPr bwMode="auto">
            <a:xfrm>
              <a:off x="4845877" y="4191068"/>
              <a:ext cx="237744" cy="1588"/>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99383" name="Straight Connector 103">
              <a:extLst>
                <a:ext uri="{FF2B5EF4-FFF2-40B4-BE49-F238E27FC236}">
                  <a16:creationId xmlns:a16="http://schemas.microsoft.com/office/drawing/2014/main" id="{DEC98846-CC14-A8E7-5A0C-071574F4DFE0}"/>
                </a:ext>
              </a:extLst>
            </p:cNvPr>
            <p:cNvCxnSpPr>
              <a:cxnSpLocks noChangeShapeType="1"/>
            </p:cNvCxnSpPr>
            <p:nvPr/>
          </p:nvCxnSpPr>
          <p:spPr bwMode="auto">
            <a:xfrm>
              <a:off x="6107635" y="2166866"/>
              <a:ext cx="237744" cy="1588"/>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99384" name="Straight Connector 104">
              <a:extLst>
                <a:ext uri="{FF2B5EF4-FFF2-40B4-BE49-F238E27FC236}">
                  <a16:creationId xmlns:a16="http://schemas.microsoft.com/office/drawing/2014/main" id="{036D0800-51BB-A02E-DAF9-5DFE29BF227E}"/>
                </a:ext>
              </a:extLst>
            </p:cNvPr>
            <p:cNvCxnSpPr>
              <a:cxnSpLocks noChangeShapeType="1"/>
            </p:cNvCxnSpPr>
            <p:nvPr/>
          </p:nvCxnSpPr>
          <p:spPr bwMode="auto">
            <a:xfrm>
              <a:off x="6107635" y="4179381"/>
              <a:ext cx="237744" cy="1588"/>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sp>
          <p:nvSpPr>
            <p:cNvPr id="99385" name="TextBox 107">
              <a:extLst>
                <a:ext uri="{FF2B5EF4-FFF2-40B4-BE49-F238E27FC236}">
                  <a16:creationId xmlns:a16="http://schemas.microsoft.com/office/drawing/2014/main" id="{C9D49945-E464-2EF8-2D1F-7E5E3D958936}"/>
                </a:ext>
              </a:extLst>
            </p:cNvPr>
            <p:cNvSpPr txBox="1">
              <a:spLocks noChangeArrowheads="1"/>
            </p:cNvSpPr>
            <p:nvPr/>
          </p:nvSpPr>
          <p:spPr bwMode="auto">
            <a:xfrm>
              <a:off x="4762000" y="1571612"/>
              <a:ext cx="5715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BL0</a:t>
              </a:r>
              <a:endParaRPr lang="en-GB" altLang="en-US" sz="1600"/>
            </a:p>
          </p:txBody>
        </p:sp>
        <p:sp>
          <p:nvSpPr>
            <p:cNvPr id="99386" name="TextBox 108">
              <a:extLst>
                <a:ext uri="{FF2B5EF4-FFF2-40B4-BE49-F238E27FC236}">
                  <a16:creationId xmlns:a16="http://schemas.microsoft.com/office/drawing/2014/main" id="{8F8183FB-10BC-7926-A151-232FD623A4CD}"/>
                </a:ext>
              </a:extLst>
            </p:cNvPr>
            <p:cNvSpPr txBox="1">
              <a:spLocks noChangeArrowheads="1"/>
            </p:cNvSpPr>
            <p:nvPr/>
          </p:nvSpPr>
          <p:spPr bwMode="auto">
            <a:xfrm>
              <a:off x="6167198" y="1571612"/>
              <a:ext cx="5715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BL1</a:t>
              </a:r>
              <a:endParaRPr lang="en-GB" altLang="en-US" sz="1600"/>
            </a:p>
          </p:txBody>
        </p:sp>
        <p:sp>
          <p:nvSpPr>
            <p:cNvPr id="99387" name="Oval 109">
              <a:extLst>
                <a:ext uri="{FF2B5EF4-FFF2-40B4-BE49-F238E27FC236}">
                  <a16:creationId xmlns:a16="http://schemas.microsoft.com/office/drawing/2014/main" id="{693364C1-BBC5-B8AC-8A88-0EE8FC9CD2C7}"/>
                </a:ext>
              </a:extLst>
            </p:cNvPr>
            <p:cNvSpPr>
              <a:spLocks noChangeArrowheads="1"/>
            </p:cNvSpPr>
            <p:nvPr/>
          </p:nvSpPr>
          <p:spPr bwMode="auto">
            <a:xfrm>
              <a:off x="4260538" y="2095240"/>
              <a:ext cx="1005840" cy="1005840"/>
            </a:xfrm>
            <a:prstGeom prst="ellipse">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99388" name="Oval 110">
              <a:extLst>
                <a:ext uri="{FF2B5EF4-FFF2-40B4-BE49-F238E27FC236}">
                  <a16:creationId xmlns:a16="http://schemas.microsoft.com/office/drawing/2014/main" id="{137A71C1-9A13-5CED-0F24-D084EECC2B87}"/>
                </a:ext>
              </a:extLst>
            </p:cNvPr>
            <p:cNvSpPr>
              <a:spLocks noChangeArrowheads="1"/>
            </p:cNvSpPr>
            <p:nvPr/>
          </p:nvSpPr>
          <p:spPr bwMode="auto">
            <a:xfrm>
              <a:off x="5512193" y="2047928"/>
              <a:ext cx="1005840" cy="1005840"/>
            </a:xfrm>
            <a:prstGeom prst="ellipse">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99389" name="Oval 111">
              <a:extLst>
                <a:ext uri="{FF2B5EF4-FFF2-40B4-BE49-F238E27FC236}">
                  <a16:creationId xmlns:a16="http://schemas.microsoft.com/office/drawing/2014/main" id="{68104A8B-9BC8-28FA-C44C-0B51EA017498}"/>
                </a:ext>
              </a:extLst>
            </p:cNvPr>
            <p:cNvSpPr>
              <a:spLocks noChangeArrowheads="1"/>
            </p:cNvSpPr>
            <p:nvPr/>
          </p:nvSpPr>
          <p:spPr bwMode="auto">
            <a:xfrm>
              <a:off x="5524632" y="3214686"/>
              <a:ext cx="1005840" cy="1005840"/>
            </a:xfrm>
            <a:prstGeom prst="ellipse">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99390" name="Oval 112">
              <a:extLst>
                <a:ext uri="{FF2B5EF4-FFF2-40B4-BE49-F238E27FC236}">
                  <a16:creationId xmlns:a16="http://schemas.microsoft.com/office/drawing/2014/main" id="{0DB82905-428E-C6E8-BB66-AB5C8E6F6DA6}"/>
                </a:ext>
              </a:extLst>
            </p:cNvPr>
            <p:cNvSpPr>
              <a:spLocks noChangeArrowheads="1"/>
            </p:cNvSpPr>
            <p:nvPr/>
          </p:nvSpPr>
          <p:spPr bwMode="auto">
            <a:xfrm>
              <a:off x="4262498" y="3309686"/>
              <a:ext cx="1005840" cy="1005840"/>
            </a:xfrm>
            <a:prstGeom prst="ellipse">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99391" name="TextBox 113">
              <a:extLst>
                <a:ext uri="{FF2B5EF4-FFF2-40B4-BE49-F238E27FC236}">
                  <a16:creationId xmlns:a16="http://schemas.microsoft.com/office/drawing/2014/main" id="{A7597007-59A1-0A38-C0DD-FC9176746911}"/>
                </a:ext>
              </a:extLst>
            </p:cNvPr>
            <p:cNvSpPr txBox="1">
              <a:spLocks noChangeArrowheads="1"/>
            </p:cNvSpPr>
            <p:nvPr/>
          </p:nvSpPr>
          <p:spPr bwMode="auto">
            <a:xfrm>
              <a:off x="4689622" y="4410496"/>
              <a:ext cx="8825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Open</a:t>
              </a:r>
              <a:endParaRPr lang="en-GB" altLang="en-US" sz="1600"/>
            </a:p>
          </p:txBody>
        </p:sp>
        <p:sp>
          <p:nvSpPr>
            <p:cNvPr id="99392" name="TextBox 114">
              <a:extLst>
                <a:ext uri="{FF2B5EF4-FFF2-40B4-BE49-F238E27FC236}">
                  <a16:creationId xmlns:a16="http://schemas.microsoft.com/office/drawing/2014/main" id="{C69CFD89-C02D-05DF-96C6-433B6266C2AB}"/>
                </a:ext>
              </a:extLst>
            </p:cNvPr>
            <p:cNvSpPr txBox="1">
              <a:spLocks noChangeArrowheads="1"/>
            </p:cNvSpPr>
            <p:nvPr/>
          </p:nvSpPr>
          <p:spPr bwMode="auto">
            <a:xfrm>
              <a:off x="5953072" y="4381632"/>
              <a:ext cx="8825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Open</a:t>
              </a:r>
              <a:endParaRPr lang="en-GB" altLang="en-US" sz="1600"/>
            </a:p>
          </p:txBody>
        </p:sp>
      </p:grpSp>
      <p:grpSp>
        <p:nvGrpSpPr>
          <p:cNvPr id="99332" name="Group 119">
            <a:extLst>
              <a:ext uri="{FF2B5EF4-FFF2-40B4-BE49-F238E27FC236}">
                <a16:creationId xmlns:a16="http://schemas.microsoft.com/office/drawing/2014/main" id="{791AE899-221F-B83A-E3A6-A33F89026451}"/>
              </a:ext>
            </a:extLst>
          </p:cNvPr>
          <p:cNvGrpSpPr>
            <a:grpSpLocks/>
          </p:cNvGrpSpPr>
          <p:nvPr/>
        </p:nvGrpSpPr>
        <p:grpSpPr bwMode="auto">
          <a:xfrm>
            <a:off x="1952626" y="1546226"/>
            <a:ext cx="1979613" cy="1679575"/>
            <a:chOff x="428596" y="1546922"/>
            <a:chExt cx="1979991" cy="1679075"/>
          </a:xfrm>
        </p:grpSpPr>
        <p:sp>
          <p:nvSpPr>
            <p:cNvPr id="99333" name="Rectangle 2">
              <a:extLst>
                <a:ext uri="{FF2B5EF4-FFF2-40B4-BE49-F238E27FC236}">
                  <a16:creationId xmlns:a16="http://schemas.microsoft.com/office/drawing/2014/main" id="{0E7F5688-B4D2-23D1-002E-F5C843141CED}"/>
                </a:ext>
              </a:extLst>
            </p:cNvPr>
            <p:cNvSpPr>
              <a:spLocks noChangeArrowheads="1"/>
            </p:cNvSpPr>
            <p:nvPr/>
          </p:nvSpPr>
          <p:spPr bwMode="auto">
            <a:xfrm>
              <a:off x="928662" y="2094300"/>
              <a:ext cx="1071570" cy="214314"/>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99334" name="Rectangle 4">
              <a:extLst>
                <a:ext uri="{FF2B5EF4-FFF2-40B4-BE49-F238E27FC236}">
                  <a16:creationId xmlns:a16="http://schemas.microsoft.com/office/drawing/2014/main" id="{DFAB1201-248A-C748-ED6D-B8EEB09DE15C}"/>
                </a:ext>
              </a:extLst>
            </p:cNvPr>
            <p:cNvSpPr>
              <a:spLocks noChangeArrowheads="1"/>
            </p:cNvSpPr>
            <p:nvPr/>
          </p:nvSpPr>
          <p:spPr bwMode="auto">
            <a:xfrm>
              <a:off x="928662" y="2475427"/>
              <a:ext cx="1071570" cy="202439"/>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sym typeface="Symbol" panose="05050102010706020507" pitchFamily="18" charset="2"/>
                </a:rPr>
                <a:t>         </a:t>
              </a:r>
              <a:endParaRPr lang="en-GB" altLang="en-US"/>
            </a:p>
          </p:txBody>
        </p:sp>
        <p:sp>
          <p:nvSpPr>
            <p:cNvPr id="99335" name="Rectangle 7">
              <a:extLst>
                <a:ext uri="{FF2B5EF4-FFF2-40B4-BE49-F238E27FC236}">
                  <a16:creationId xmlns:a16="http://schemas.microsoft.com/office/drawing/2014/main" id="{46FE7040-2C3A-5AFB-605E-C98093A2C003}"/>
                </a:ext>
              </a:extLst>
            </p:cNvPr>
            <p:cNvSpPr>
              <a:spLocks noChangeArrowheads="1"/>
            </p:cNvSpPr>
            <p:nvPr/>
          </p:nvSpPr>
          <p:spPr bwMode="auto">
            <a:xfrm>
              <a:off x="488347" y="2797369"/>
              <a:ext cx="1920240" cy="428628"/>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99336" name="Straight Connector 9">
              <a:extLst>
                <a:ext uri="{FF2B5EF4-FFF2-40B4-BE49-F238E27FC236}">
                  <a16:creationId xmlns:a16="http://schemas.microsoft.com/office/drawing/2014/main" id="{70E254E7-9223-48CA-8121-6F1BA0DC7331}"/>
                </a:ext>
              </a:extLst>
            </p:cNvPr>
            <p:cNvCxnSpPr>
              <a:cxnSpLocks noChangeShapeType="1"/>
            </p:cNvCxnSpPr>
            <p:nvPr/>
          </p:nvCxnSpPr>
          <p:spPr bwMode="auto">
            <a:xfrm rot="10800000" flipH="1">
              <a:off x="488346" y="3035433"/>
              <a:ext cx="51175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9337" name="Straight Connector 11">
              <a:extLst>
                <a:ext uri="{FF2B5EF4-FFF2-40B4-BE49-F238E27FC236}">
                  <a16:creationId xmlns:a16="http://schemas.microsoft.com/office/drawing/2014/main" id="{A05217FD-05DC-D3C3-B266-3B5B286E46FC}"/>
                </a:ext>
              </a:extLst>
            </p:cNvPr>
            <p:cNvCxnSpPr>
              <a:cxnSpLocks noChangeShapeType="1"/>
            </p:cNvCxnSpPr>
            <p:nvPr/>
          </p:nvCxnSpPr>
          <p:spPr bwMode="auto">
            <a:xfrm rot="5400000" flipH="1" flipV="1">
              <a:off x="885800" y="2911293"/>
              <a:ext cx="2286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9338" name="Straight Connector 12">
              <a:extLst>
                <a:ext uri="{FF2B5EF4-FFF2-40B4-BE49-F238E27FC236}">
                  <a16:creationId xmlns:a16="http://schemas.microsoft.com/office/drawing/2014/main" id="{8A0D8EEE-94A7-0B9B-43F9-73D1DD34D581}"/>
                </a:ext>
              </a:extLst>
            </p:cNvPr>
            <p:cNvCxnSpPr>
              <a:cxnSpLocks noChangeShapeType="1"/>
            </p:cNvCxnSpPr>
            <p:nvPr/>
          </p:nvCxnSpPr>
          <p:spPr bwMode="auto">
            <a:xfrm rot="10800000" flipH="1">
              <a:off x="1893169" y="3035245"/>
              <a:ext cx="51175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9339" name="Straight Connector 13">
              <a:extLst>
                <a:ext uri="{FF2B5EF4-FFF2-40B4-BE49-F238E27FC236}">
                  <a16:creationId xmlns:a16="http://schemas.microsoft.com/office/drawing/2014/main" id="{A1994615-08D9-E07F-6680-8ABA88C7C8B3}"/>
                </a:ext>
              </a:extLst>
            </p:cNvPr>
            <p:cNvCxnSpPr>
              <a:cxnSpLocks noChangeShapeType="1"/>
            </p:cNvCxnSpPr>
            <p:nvPr/>
          </p:nvCxnSpPr>
          <p:spPr bwMode="auto">
            <a:xfrm rot="5400000" flipH="1" flipV="1">
              <a:off x="1755725" y="2922374"/>
              <a:ext cx="2286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9340" name="TextBox 15">
              <a:extLst>
                <a:ext uri="{FF2B5EF4-FFF2-40B4-BE49-F238E27FC236}">
                  <a16:creationId xmlns:a16="http://schemas.microsoft.com/office/drawing/2014/main" id="{00C055A9-DDAD-8112-4F40-70E6AFC4C493}"/>
                </a:ext>
              </a:extLst>
            </p:cNvPr>
            <p:cNvSpPr txBox="1">
              <a:spLocks noChangeArrowheads="1"/>
            </p:cNvSpPr>
            <p:nvPr/>
          </p:nvSpPr>
          <p:spPr bwMode="auto">
            <a:xfrm>
              <a:off x="523784" y="2773243"/>
              <a:ext cx="4286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S</a:t>
              </a:r>
              <a:endParaRPr lang="en-GB" altLang="en-US" sz="1400" b="1"/>
            </a:p>
          </p:txBody>
        </p:sp>
        <p:sp>
          <p:nvSpPr>
            <p:cNvPr id="99341" name="TextBox 16">
              <a:extLst>
                <a:ext uri="{FF2B5EF4-FFF2-40B4-BE49-F238E27FC236}">
                  <a16:creationId xmlns:a16="http://schemas.microsoft.com/office/drawing/2014/main" id="{7AC4EBF9-2709-7770-C979-AB982ADD2630}"/>
                </a:ext>
              </a:extLst>
            </p:cNvPr>
            <p:cNvSpPr txBox="1">
              <a:spLocks noChangeArrowheads="1"/>
            </p:cNvSpPr>
            <p:nvPr/>
          </p:nvSpPr>
          <p:spPr bwMode="auto">
            <a:xfrm>
              <a:off x="1952544" y="2761368"/>
              <a:ext cx="4286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D</a:t>
              </a:r>
              <a:endParaRPr lang="en-GB" altLang="en-US" sz="1400" b="1"/>
            </a:p>
          </p:txBody>
        </p:sp>
        <p:cxnSp>
          <p:nvCxnSpPr>
            <p:cNvPr id="99342" name="Straight Connector 18">
              <a:extLst>
                <a:ext uri="{FF2B5EF4-FFF2-40B4-BE49-F238E27FC236}">
                  <a16:creationId xmlns:a16="http://schemas.microsoft.com/office/drawing/2014/main" id="{A8363B80-5668-00B6-1A1B-8F6B4B0CFAD5}"/>
                </a:ext>
              </a:extLst>
            </p:cNvPr>
            <p:cNvCxnSpPr>
              <a:cxnSpLocks noChangeShapeType="1"/>
            </p:cNvCxnSpPr>
            <p:nvPr/>
          </p:nvCxnSpPr>
          <p:spPr bwMode="auto">
            <a:xfrm rot="16200000" flipV="1">
              <a:off x="577504" y="2683899"/>
              <a:ext cx="226189"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99343" name="Oval 19">
              <a:extLst>
                <a:ext uri="{FF2B5EF4-FFF2-40B4-BE49-F238E27FC236}">
                  <a16:creationId xmlns:a16="http://schemas.microsoft.com/office/drawing/2014/main" id="{9EE57CD3-6B4C-0D54-07BB-E5BF914DD7C7}"/>
                </a:ext>
              </a:extLst>
            </p:cNvPr>
            <p:cNvSpPr>
              <a:spLocks noChangeArrowheads="1"/>
            </p:cNvSpPr>
            <p:nvPr/>
          </p:nvSpPr>
          <p:spPr bwMode="auto">
            <a:xfrm>
              <a:off x="630847" y="2439991"/>
              <a:ext cx="118872" cy="118872"/>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99344" name="Straight Connector 21">
              <a:extLst>
                <a:ext uri="{FF2B5EF4-FFF2-40B4-BE49-F238E27FC236}">
                  <a16:creationId xmlns:a16="http://schemas.microsoft.com/office/drawing/2014/main" id="{EB9DE68E-47F8-D7D5-A754-9533D0E45C8A}"/>
                </a:ext>
              </a:extLst>
            </p:cNvPr>
            <p:cNvCxnSpPr>
              <a:cxnSpLocks noChangeShapeType="1"/>
            </p:cNvCxnSpPr>
            <p:nvPr/>
          </p:nvCxnSpPr>
          <p:spPr bwMode="auto">
            <a:xfrm rot="16200000" flipH="1">
              <a:off x="1269598" y="1887670"/>
              <a:ext cx="36576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9345" name="Straight Connector 23">
              <a:extLst>
                <a:ext uri="{FF2B5EF4-FFF2-40B4-BE49-F238E27FC236}">
                  <a16:creationId xmlns:a16="http://schemas.microsoft.com/office/drawing/2014/main" id="{610F2329-E1FC-C818-5577-C17DD88C0EFB}"/>
                </a:ext>
              </a:extLst>
            </p:cNvPr>
            <p:cNvCxnSpPr>
              <a:cxnSpLocks noChangeShapeType="1"/>
            </p:cNvCxnSpPr>
            <p:nvPr/>
          </p:nvCxnSpPr>
          <p:spPr bwMode="auto">
            <a:xfrm>
              <a:off x="1226289" y="1713736"/>
              <a:ext cx="214314"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9346" name="Straight Connector 25">
              <a:extLst>
                <a:ext uri="{FF2B5EF4-FFF2-40B4-BE49-F238E27FC236}">
                  <a16:creationId xmlns:a16="http://schemas.microsoft.com/office/drawing/2014/main" id="{EC2606B9-4599-0A3B-B4F8-0E5F645E3FCC}"/>
                </a:ext>
              </a:extLst>
            </p:cNvPr>
            <p:cNvCxnSpPr>
              <a:cxnSpLocks noChangeShapeType="1"/>
            </p:cNvCxnSpPr>
            <p:nvPr/>
          </p:nvCxnSpPr>
          <p:spPr bwMode="auto">
            <a:xfrm rot="5400000">
              <a:off x="1154851" y="1785174"/>
              <a:ext cx="142876"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9347" name="Straight Connector 27">
              <a:extLst>
                <a:ext uri="{FF2B5EF4-FFF2-40B4-BE49-F238E27FC236}">
                  <a16:creationId xmlns:a16="http://schemas.microsoft.com/office/drawing/2014/main" id="{4602C7F9-06CB-8FEB-98D3-426897D417FB}"/>
                </a:ext>
              </a:extLst>
            </p:cNvPr>
            <p:cNvCxnSpPr>
              <a:cxnSpLocks noChangeShapeType="1"/>
            </p:cNvCxnSpPr>
            <p:nvPr/>
          </p:nvCxnSpPr>
          <p:spPr bwMode="auto">
            <a:xfrm>
              <a:off x="1071538" y="1856612"/>
              <a:ext cx="28575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9348" name="Straight Connector 28">
              <a:extLst>
                <a:ext uri="{FF2B5EF4-FFF2-40B4-BE49-F238E27FC236}">
                  <a16:creationId xmlns:a16="http://schemas.microsoft.com/office/drawing/2014/main" id="{B43CE6F5-046B-8969-F875-11796511B681}"/>
                </a:ext>
              </a:extLst>
            </p:cNvPr>
            <p:cNvCxnSpPr>
              <a:cxnSpLocks noChangeShapeType="1"/>
            </p:cNvCxnSpPr>
            <p:nvPr/>
          </p:nvCxnSpPr>
          <p:spPr bwMode="auto">
            <a:xfrm>
              <a:off x="1130913" y="1904112"/>
              <a:ext cx="18288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9349" name="Straight Connector 29">
              <a:extLst>
                <a:ext uri="{FF2B5EF4-FFF2-40B4-BE49-F238E27FC236}">
                  <a16:creationId xmlns:a16="http://schemas.microsoft.com/office/drawing/2014/main" id="{971CB488-1995-4521-CA43-DD8E05559AEC}"/>
                </a:ext>
              </a:extLst>
            </p:cNvPr>
            <p:cNvCxnSpPr>
              <a:cxnSpLocks noChangeShapeType="1"/>
            </p:cNvCxnSpPr>
            <p:nvPr/>
          </p:nvCxnSpPr>
          <p:spPr bwMode="auto">
            <a:xfrm>
              <a:off x="1178601" y="1963675"/>
              <a:ext cx="9144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9350" name="TextBox 30">
              <a:extLst>
                <a:ext uri="{FF2B5EF4-FFF2-40B4-BE49-F238E27FC236}">
                  <a16:creationId xmlns:a16="http://schemas.microsoft.com/office/drawing/2014/main" id="{0BEAF454-8CDF-AE68-F1AD-0D1B05630E4F}"/>
                </a:ext>
              </a:extLst>
            </p:cNvPr>
            <p:cNvSpPr txBox="1">
              <a:spLocks noChangeArrowheads="1"/>
            </p:cNvSpPr>
            <p:nvPr/>
          </p:nvSpPr>
          <p:spPr bwMode="auto">
            <a:xfrm>
              <a:off x="1500166" y="1546922"/>
              <a:ext cx="4286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G</a:t>
              </a:r>
              <a:endParaRPr lang="en-GB" altLang="en-US" sz="1400" b="1"/>
            </a:p>
          </p:txBody>
        </p:sp>
        <p:cxnSp>
          <p:nvCxnSpPr>
            <p:cNvPr id="99351" name="Straight Arrow Connector 117">
              <a:extLst>
                <a:ext uri="{FF2B5EF4-FFF2-40B4-BE49-F238E27FC236}">
                  <a16:creationId xmlns:a16="http://schemas.microsoft.com/office/drawing/2014/main" id="{4B7582FE-FCB3-7F84-5B89-2FFD5D636ECC}"/>
                </a:ext>
              </a:extLst>
            </p:cNvPr>
            <p:cNvCxnSpPr>
              <a:cxnSpLocks noChangeShapeType="1"/>
            </p:cNvCxnSpPr>
            <p:nvPr/>
          </p:nvCxnSpPr>
          <p:spPr bwMode="auto">
            <a:xfrm rot="10800000" flipV="1">
              <a:off x="762036" y="2631307"/>
              <a:ext cx="357190" cy="214314"/>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99352" name="TextBox 118">
              <a:extLst>
                <a:ext uri="{FF2B5EF4-FFF2-40B4-BE49-F238E27FC236}">
                  <a16:creationId xmlns:a16="http://schemas.microsoft.com/office/drawing/2014/main" id="{7CCBAC83-3058-9603-EA76-069FC73996E6}"/>
                </a:ext>
              </a:extLst>
            </p:cNvPr>
            <p:cNvSpPr txBox="1">
              <a:spLocks noChangeArrowheads="1"/>
            </p:cNvSpPr>
            <p:nvPr/>
          </p:nvSpPr>
          <p:spPr bwMode="auto">
            <a:xfrm>
              <a:off x="428596" y="2131053"/>
              <a:ext cx="8572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12 V</a:t>
              </a:r>
              <a:endParaRPr lang="en-GB" altLang="en-US" sz="1400" b="1"/>
            </a:p>
          </p:txBody>
        </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EC3E7AB-C2CC-2213-1163-F88B4DA53A4E}"/>
              </a:ext>
            </a:extLst>
          </p:cNvPr>
          <p:cNvSpPr>
            <a:spLocks noGrp="1" noChangeArrowheads="1"/>
          </p:cNvSpPr>
          <p:nvPr>
            <p:ph type="title"/>
          </p:nvPr>
        </p:nvSpPr>
        <p:spPr/>
        <p:txBody>
          <a:bodyPr/>
          <a:lstStyle/>
          <a:p>
            <a:r>
              <a:rPr lang="en-US" altLang="en-US"/>
              <a:t>Programming   </a:t>
            </a:r>
            <a:r>
              <a:rPr lang="en-GB" altLang="en-US"/>
              <a:t>Flash Memory</a:t>
            </a:r>
          </a:p>
        </p:txBody>
      </p:sp>
      <p:grpSp>
        <p:nvGrpSpPr>
          <p:cNvPr id="100355" name="Group 82">
            <a:extLst>
              <a:ext uri="{FF2B5EF4-FFF2-40B4-BE49-F238E27FC236}">
                <a16:creationId xmlns:a16="http://schemas.microsoft.com/office/drawing/2014/main" id="{06F487EE-9B62-B665-95EB-2C44AAFECCE6}"/>
              </a:ext>
            </a:extLst>
          </p:cNvPr>
          <p:cNvGrpSpPr>
            <a:grpSpLocks/>
          </p:cNvGrpSpPr>
          <p:nvPr/>
        </p:nvGrpSpPr>
        <p:grpSpPr bwMode="auto">
          <a:xfrm>
            <a:off x="5130801" y="1571626"/>
            <a:ext cx="3255963" cy="3178175"/>
            <a:chOff x="3607493" y="1571612"/>
            <a:chExt cx="3255141" cy="3177438"/>
          </a:xfrm>
        </p:grpSpPr>
        <p:sp>
          <p:nvSpPr>
            <p:cNvPr id="100382" name="Freeform 133">
              <a:extLst>
                <a:ext uri="{FF2B5EF4-FFF2-40B4-BE49-F238E27FC236}">
                  <a16:creationId xmlns:a16="http://schemas.microsoft.com/office/drawing/2014/main" id="{24B9F2CD-7305-C7CE-53C0-3A1C4BD399B4}"/>
                </a:ext>
              </a:extLst>
            </p:cNvPr>
            <p:cNvSpPr>
              <a:spLocks/>
            </p:cNvSpPr>
            <p:nvPr/>
          </p:nvSpPr>
          <p:spPr bwMode="auto">
            <a:xfrm>
              <a:off x="4580012" y="2961450"/>
              <a:ext cx="268609" cy="227607"/>
            </a:xfrm>
            <a:custGeom>
              <a:avLst/>
              <a:gdLst>
                <a:gd name="T0" fmla="*/ 0 w 177"/>
                <a:gd name="T1" fmla="*/ 0 h 137"/>
                <a:gd name="T2" fmla="*/ 2147483646 w 177"/>
                <a:gd name="T3" fmla="*/ 0 h 137"/>
                <a:gd name="T4" fmla="*/ 2147483646 w 177"/>
                <a:gd name="T5" fmla="*/ 2147483646 h 137"/>
                <a:gd name="T6" fmla="*/ 0 60000 65536"/>
                <a:gd name="T7" fmla="*/ 0 60000 65536"/>
                <a:gd name="T8" fmla="*/ 0 60000 65536"/>
                <a:gd name="T9" fmla="*/ 0 w 177"/>
                <a:gd name="T10" fmla="*/ 0 h 137"/>
                <a:gd name="T11" fmla="*/ 177 w 177"/>
                <a:gd name="T12" fmla="*/ 137 h 137"/>
              </a:gdLst>
              <a:ahLst/>
              <a:cxnLst>
                <a:cxn ang="T6">
                  <a:pos x="T0" y="T1"/>
                </a:cxn>
                <a:cxn ang="T7">
                  <a:pos x="T2" y="T3"/>
                </a:cxn>
                <a:cxn ang="T8">
                  <a:pos x="T4" y="T5"/>
                </a:cxn>
              </a:cxnLst>
              <a:rect l="T9" t="T10" r="T11" b="T12"/>
              <a:pathLst>
                <a:path w="177" h="137">
                  <a:moveTo>
                    <a:pt x="0" y="0"/>
                  </a:moveTo>
                  <a:lnTo>
                    <a:pt x="177" y="0"/>
                  </a:lnTo>
                  <a:lnTo>
                    <a:pt x="177" y="137"/>
                  </a:lnTo>
                </a:path>
              </a:pathLst>
            </a:custGeom>
            <a:noFill/>
            <a:ln w="19050">
              <a:solidFill>
                <a:srgbClr val="000000"/>
              </a:solidFill>
              <a:miter lim="800000"/>
              <a:headEnd/>
              <a:tailEnd type="oval"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383" name="Freeform 134">
              <a:extLst>
                <a:ext uri="{FF2B5EF4-FFF2-40B4-BE49-F238E27FC236}">
                  <a16:creationId xmlns:a16="http://schemas.microsoft.com/office/drawing/2014/main" id="{A062D2BD-3CA2-4794-5F86-23086A0F62F6}"/>
                </a:ext>
              </a:extLst>
            </p:cNvPr>
            <p:cNvSpPr>
              <a:spLocks/>
            </p:cNvSpPr>
            <p:nvPr/>
          </p:nvSpPr>
          <p:spPr bwMode="auto">
            <a:xfrm>
              <a:off x="4580012" y="2177286"/>
              <a:ext cx="268609" cy="234252"/>
            </a:xfrm>
            <a:custGeom>
              <a:avLst/>
              <a:gdLst>
                <a:gd name="T0" fmla="*/ 2147483646 w 177"/>
                <a:gd name="T1" fmla="*/ 0 h 141"/>
                <a:gd name="T2" fmla="*/ 2147483646 w 177"/>
                <a:gd name="T3" fmla="*/ 2147483646 h 141"/>
                <a:gd name="T4" fmla="*/ 0 w 177"/>
                <a:gd name="T5" fmla="*/ 2147483646 h 141"/>
                <a:gd name="T6" fmla="*/ 0 60000 65536"/>
                <a:gd name="T7" fmla="*/ 0 60000 65536"/>
                <a:gd name="T8" fmla="*/ 0 60000 65536"/>
                <a:gd name="T9" fmla="*/ 0 w 177"/>
                <a:gd name="T10" fmla="*/ 0 h 141"/>
                <a:gd name="T11" fmla="*/ 177 w 177"/>
                <a:gd name="T12" fmla="*/ 141 h 141"/>
              </a:gdLst>
              <a:ahLst/>
              <a:cxnLst>
                <a:cxn ang="T6">
                  <a:pos x="T0" y="T1"/>
                </a:cxn>
                <a:cxn ang="T7">
                  <a:pos x="T2" y="T3"/>
                </a:cxn>
                <a:cxn ang="T8">
                  <a:pos x="T4" y="T5"/>
                </a:cxn>
              </a:cxnLst>
              <a:rect l="T9" t="T10" r="T11" b="T12"/>
              <a:pathLst>
                <a:path w="177" h="141">
                  <a:moveTo>
                    <a:pt x="177" y="0"/>
                  </a:moveTo>
                  <a:lnTo>
                    <a:pt x="177" y="141"/>
                  </a:lnTo>
                  <a:lnTo>
                    <a:pt x="0" y="141"/>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384" name="Line 135">
              <a:extLst>
                <a:ext uri="{FF2B5EF4-FFF2-40B4-BE49-F238E27FC236}">
                  <a16:creationId xmlns:a16="http://schemas.microsoft.com/office/drawing/2014/main" id="{14D785B7-18D5-E6CC-B62D-21787BAF10E5}"/>
                </a:ext>
              </a:extLst>
            </p:cNvPr>
            <p:cNvSpPr>
              <a:spLocks noChangeShapeType="1"/>
            </p:cNvSpPr>
            <p:nvPr/>
          </p:nvSpPr>
          <p:spPr bwMode="auto">
            <a:xfrm>
              <a:off x="4580012" y="2325147"/>
              <a:ext cx="1518" cy="71604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385" name="Line 136">
              <a:extLst>
                <a:ext uri="{FF2B5EF4-FFF2-40B4-BE49-F238E27FC236}">
                  <a16:creationId xmlns:a16="http://schemas.microsoft.com/office/drawing/2014/main" id="{6008CB21-6214-468C-10B1-23BBB9E7ACA5}"/>
                </a:ext>
              </a:extLst>
            </p:cNvPr>
            <p:cNvSpPr>
              <a:spLocks noChangeShapeType="1"/>
            </p:cNvSpPr>
            <p:nvPr/>
          </p:nvSpPr>
          <p:spPr bwMode="auto">
            <a:xfrm>
              <a:off x="4465689" y="2501058"/>
              <a:ext cx="1518" cy="360516"/>
            </a:xfrm>
            <a:prstGeom prst="line">
              <a:avLst/>
            </a:prstGeom>
            <a:noFill/>
            <a:ln w="381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386" name="Line 137">
              <a:extLst>
                <a:ext uri="{FF2B5EF4-FFF2-40B4-BE49-F238E27FC236}">
                  <a16:creationId xmlns:a16="http://schemas.microsoft.com/office/drawing/2014/main" id="{BE19A857-678B-BE4E-3EBF-3CF84D292440}"/>
                </a:ext>
              </a:extLst>
            </p:cNvPr>
            <p:cNvSpPr>
              <a:spLocks noChangeShapeType="1"/>
            </p:cNvSpPr>
            <p:nvPr/>
          </p:nvSpPr>
          <p:spPr bwMode="auto">
            <a:xfrm flipV="1">
              <a:off x="4073144" y="2678807"/>
              <a:ext cx="2743200"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387" name="Line 138">
              <a:extLst>
                <a:ext uri="{FF2B5EF4-FFF2-40B4-BE49-F238E27FC236}">
                  <a16:creationId xmlns:a16="http://schemas.microsoft.com/office/drawing/2014/main" id="{31F1202B-BD11-B6DA-EDC2-1D2967FF95EA}"/>
                </a:ext>
              </a:extLst>
            </p:cNvPr>
            <p:cNvSpPr>
              <a:spLocks noChangeShapeType="1"/>
            </p:cNvSpPr>
            <p:nvPr/>
          </p:nvSpPr>
          <p:spPr bwMode="auto">
            <a:xfrm>
              <a:off x="4353895" y="2511220"/>
              <a:ext cx="1518" cy="36051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388" name="Freeform 133">
              <a:extLst>
                <a:ext uri="{FF2B5EF4-FFF2-40B4-BE49-F238E27FC236}">
                  <a16:creationId xmlns:a16="http://schemas.microsoft.com/office/drawing/2014/main" id="{DBBF87E8-4188-F0CE-8096-148546C97EDA}"/>
                </a:ext>
              </a:extLst>
            </p:cNvPr>
            <p:cNvSpPr>
              <a:spLocks/>
            </p:cNvSpPr>
            <p:nvPr/>
          </p:nvSpPr>
          <p:spPr bwMode="auto">
            <a:xfrm>
              <a:off x="5852810" y="2951218"/>
              <a:ext cx="268609" cy="227607"/>
            </a:xfrm>
            <a:custGeom>
              <a:avLst/>
              <a:gdLst>
                <a:gd name="T0" fmla="*/ 0 w 177"/>
                <a:gd name="T1" fmla="*/ 0 h 137"/>
                <a:gd name="T2" fmla="*/ 2147483646 w 177"/>
                <a:gd name="T3" fmla="*/ 0 h 137"/>
                <a:gd name="T4" fmla="*/ 2147483646 w 177"/>
                <a:gd name="T5" fmla="*/ 2147483646 h 137"/>
                <a:gd name="T6" fmla="*/ 0 60000 65536"/>
                <a:gd name="T7" fmla="*/ 0 60000 65536"/>
                <a:gd name="T8" fmla="*/ 0 60000 65536"/>
                <a:gd name="T9" fmla="*/ 0 w 177"/>
                <a:gd name="T10" fmla="*/ 0 h 137"/>
                <a:gd name="T11" fmla="*/ 177 w 177"/>
                <a:gd name="T12" fmla="*/ 137 h 137"/>
              </a:gdLst>
              <a:ahLst/>
              <a:cxnLst>
                <a:cxn ang="T6">
                  <a:pos x="T0" y="T1"/>
                </a:cxn>
                <a:cxn ang="T7">
                  <a:pos x="T2" y="T3"/>
                </a:cxn>
                <a:cxn ang="T8">
                  <a:pos x="T4" y="T5"/>
                </a:cxn>
              </a:cxnLst>
              <a:rect l="T9" t="T10" r="T11" b="T12"/>
              <a:pathLst>
                <a:path w="177" h="137">
                  <a:moveTo>
                    <a:pt x="0" y="0"/>
                  </a:moveTo>
                  <a:lnTo>
                    <a:pt x="177" y="0"/>
                  </a:lnTo>
                  <a:lnTo>
                    <a:pt x="177" y="137"/>
                  </a:lnTo>
                </a:path>
              </a:pathLst>
            </a:custGeom>
            <a:noFill/>
            <a:ln w="19050">
              <a:solidFill>
                <a:srgbClr val="000000"/>
              </a:solidFill>
              <a:miter lim="800000"/>
              <a:headEnd/>
              <a:tailEnd type="oval"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389" name="Freeform 134">
              <a:extLst>
                <a:ext uri="{FF2B5EF4-FFF2-40B4-BE49-F238E27FC236}">
                  <a16:creationId xmlns:a16="http://schemas.microsoft.com/office/drawing/2014/main" id="{5455BBD0-28D0-C5C6-D59A-DB8E732F56C7}"/>
                </a:ext>
              </a:extLst>
            </p:cNvPr>
            <p:cNvSpPr>
              <a:spLocks/>
            </p:cNvSpPr>
            <p:nvPr/>
          </p:nvSpPr>
          <p:spPr bwMode="auto">
            <a:xfrm>
              <a:off x="5852810" y="2167054"/>
              <a:ext cx="268609" cy="234252"/>
            </a:xfrm>
            <a:custGeom>
              <a:avLst/>
              <a:gdLst>
                <a:gd name="T0" fmla="*/ 2147483646 w 177"/>
                <a:gd name="T1" fmla="*/ 0 h 141"/>
                <a:gd name="T2" fmla="*/ 2147483646 w 177"/>
                <a:gd name="T3" fmla="*/ 2147483646 h 141"/>
                <a:gd name="T4" fmla="*/ 0 w 177"/>
                <a:gd name="T5" fmla="*/ 2147483646 h 141"/>
                <a:gd name="T6" fmla="*/ 0 60000 65536"/>
                <a:gd name="T7" fmla="*/ 0 60000 65536"/>
                <a:gd name="T8" fmla="*/ 0 60000 65536"/>
                <a:gd name="T9" fmla="*/ 0 w 177"/>
                <a:gd name="T10" fmla="*/ 0 h 141"/>
                <a:gd name="T11" fmla="*/ 177 w 177"/>
                <a:gd name="T12" fmla="*/ 141 h 141"/>
              </a:gdLst>
              <a:ahLst/>
              <a:cxnLst>
                <a:cxn ang="T6">
                  <a:pos x="T0" y="T1"/>
                </a:cxn>
                <a:cxn ang="T7">
                  <a:pos x="T2" y="T3"/>
                </a:cxn>
                <a:cxn ang="T8">
                  <a:pos x="T4" y="T5"/>
                </a:cxn>
              </a:cxnLst>
              <a:rect l="T9" t="T10" r="T11" b="T12"/>
              <a:pathLst>
                <a:path w="177" h="141">
                  <a:moveTo>
                    <a:pt x="177" y="0"/>
                  </a:moveTo>
                  <a:lnTo>
                    <a:pt x="177" y="141"/>
                  </a:lnTo>
                  <a:lnTo>
                    <a:pt x="0" y="141"/>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390" name="Line 135">
              <a:extLst>
                <a:ext uri="{FF2B5EF4-FFF2-40B4-BE49-F238E27FC236}">
                  <a16:creationId xmlns:a16="http://schemas.microsoft.com/office/drawing/2014/main" id="{BBE82D85-446E-0323-B64B-BC5F2537BD93}"/>
                </a:ext>
              </a:extLst>
            </p:cNvPr>
            <p:cNvSpPr>
              <a:spLocks noChangeShapeType="1"/>
            </p:cNvSpPr>
            <p:nvPr/>
          </p:nvSpPr>
          <p:spPr bwMode="auto">
            <a:xfrm>
              <a:off x="5852810" y="2314915"/>
              <a:ext cx="1518" cy="71604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391" name="Line 136">
              <a:extLst>
                <a:ext uri="{FF2B5EF4-FFF2-40B4-BE49-F238E27FC236}">
                  <a16:creationId xmlns:a16="http://schemas.microsoft.com/office/drawing/2014/main" id="{AC0BD948-7000-3F3F-3DA9-4C40DEFD72B3}"/>
                </a:ext>
              </a:extLst>
            </p:cNvPr>
            <p:cNvSpPr>
              <a:spLocks noChangeShapeType="1"/>
            </p:cNvSpPr>
            <p:nvPr/>
          </p:nvSpPr>
          <p:spPr bwMode="auto">
            <a:xfrm>
              <a:off x="5738487" y="2490826"/>
              <a:ext cx="1518" cy="360516"/>
            </a:xfrm>
            <a:prstGeom prst="line">
              <a:avLst/>
            </a:prstGeom>
            <a:noFill/>
            <a:ln w="381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392" name="Line 138">
              <a:extLst>
                <a:ext uri="{FF2B5EF4-FFF2-40B4-BE49-F238E27FC236}">
                  <a16:creationId xmlns:a16="http://schemas.microsoft.com/office/drawing/2014/main" id="{560628F6-B976-DE62-DA2C-55ABF1EE3898}"/>
                </a:ext>
              </a:extLst>
            </p:cNvPr>
            <p:cNvSpPr>
              <a:spLocks noChangeShapeType="1"/>
            </p:cNvSpPr>
            <p:nvPr/>
          </p:nvSpPr>
          <p:spPr bwMode="auto">
            <a:xfrm>
              <a:off x="5626693" y="2500988"/>
              <a:ext cx="1518" cy="36051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393" name="Freeform 133">
              <a:extLst>
                <a:ext uri="{FF2B5EF4-FFF2-40B4-BE49-F238E27FC236}">
                  <a16:creationId xmlns:a16="http://schemas.microsoft.com/office/drawing/2014/main" id="{8D211729-737C-F723-3862-61C1C336BA88}"/>
                </a:ext>
              </a:extLst>
            </p:cNvPr>
            <p:cNvSpPr>
              <a:spLocks/>
            </p:cNvSpPr>
            <p:nvPr/>
          </p:nvSpPr>
          <p:spPr bwMode="auto">
            <a:xfrm>
              <a:off x="4578802" y="3973833"/>
              <a:ext cx="268609" cy="227607"/>
            </a:xfrm>
            <a:custGeom>
              <a:avLst/>
              <a:gdLst>
                <a:gd name="T0" fmla="*/ 0 w 177"/>
                <a:gd name="T1" fmla="*/ 0 h 137"/>
                <a:gd name="T2" fmla="*/ 2147483646 w 177"/>
                <a:gd name="T3" fmla="*/ 0 h 137"/>
                <a:gd name="T4" fmla="*/ 2147483646 w 177"/>
                <a:gd name="T5" fmla="*/ 2147483646 h 137"/>
                <a:gd name="T6" fmla="*/ 0 60000 65536"/>
                <a:gd name="T7" fmla="*/ 0 60000 65536"/>
                <a:gd name="T8" fmla="*/ 0 60000 65536"/>
                <a:gd name="T9" fmla="*/ 0 w 177"/>
                <a:gd name="T10" fmla="*/ 0 h 137"/>
                <a:gd name="T11" fmla="*/ 177 w 177"/>
                <a:gd name="T12" fmla="*/ 137 h 137"/>
              </a:gdLst>
              <a:ahLst/>
              <a:cxnLst>
                <a:cxn ang="T6">
                  <a:pos x="T0" y="T1"/>
                </a:cxn>
                <a:cxn ang="T7">
                  <a:pos x="T2" y="T3"/>
                </a:cxn>
                <a:cxn ang="T8">
                  <a:pos x="T4" y="T5"/>
                </a:cxn>
              </a:cxnLst>
              <a:rect l="T9" t="T10" r="T11" b="T12"/>
              <a:pathLst>
                <a:path w="177" h="137">
                  <a:moveTo>
                    <a:pt x="0" y="0"/>
                  </a:moveTo>
                  <a:lnTo>
                    <a:pt x="177" y="0"/>
                  </a:lnTo>
                  <a:lnTo>
                    <a:pt x="177" y="137"/>
                  </a:lnTo>
                </a:path>
              </a:pathLst>
            </a:custGeom>
            <a:noFill/>
            <a:ln w="19050">
              <a:solidFill>
                <a:srgbClr val="000000"/>
              </a:solidFill>
              <a:miter lim="800000"/>
              <a:headEn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394" name="Freeform 134">
              <a:extLst>
                <a:ext uri="{FF2B5EF4-FFF2-40B4-BE49-F238E27FC236}">
                  <a16:creationId xmlns:a16="http://schemas.microsoft.com/office/drawing/2014/main" id="{B4E43366-0F31-C9F7-7359-B93AC8929CB5}"/>
                </a:ext>
              </a:extLst>
            </p:cNvPr>
            <p:cNvSpPr>
              <a:spLocks/>
            </p:cNvSpPr>
            <p:nvPr/>
          </p:nvSpPr>
          <p:spPr bwMode="auto">
            <a:xfrm>
              <a:off x="4578802" y="3189669"/>
              <a:ext cx="268609" cy="234252"/>
            </a:xfrm>
            <a:custGeom>
              <a:avLst/>
              <a:gdLst>
                <a:gd name="T0" fmla="*/ 2147483646 w 177"/>
                <a:gd name="T1" fmla="*/ 0 h 141"/>
                <a:gd name="T2" fmla="*/ 2147483646 w 177"/>
                <a:gd name="T3" fmla="*/ 2147483646 h 141"/>
                <a:gd name="T4" fmla="*/ 0 w 177"/>
                <a:gd name="T5" fmla="*/ 2147483646 h 141"/>
                <a:gd name="T6" fmla="*/ 0 60000 65536"/>
                <a:gd name="T7" fmla="*/ 0 60000 65536"/>
                <a:gd name="T8" fmla="*/ 0 60000 65536"/>
                <a:gd name="T9" fmla="*/ 0 w 177"/>
                <a:gd name="T10" fmla="*/ 0 h 141"/>
                <a:gd name="T11" fmla="*/ 177 w 177"/>
                <a:gd name="T12" fmla="*/ 141 h 141"/>
              </a:gdLst>
              <a:ahLst/>
              <a:cxnLst>
                <a:cxn ang="T6">
                  <a:pos x="T0" y="T1"/>
                </a:cxn>
                <a:cxn ang="T7">
                  <a:pos x="T2" y="T3"/>
                </a:cxn>
                <a:cxn ang="T8">
                  <a:pos x="T4" y="T5"/>
                </a:cxn>
              </a:cxnLst>
              <a:rect l="T9" t="T10" r="T11" b="T12"/>
              <a:pathLst>
                <a:path w="177" h="141">
                  <a:moveTo>
                    <a:pt x="177" y="0"/>
                  </a:moveTo>
                  <a:lnTo>
                    <a:pt x="177" y="141"/>
                  </a:lnTo>
                  <a:lnTo>
                    <a:pt x="0" y="141"/>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395" name="Line 135">
              <a:extLst>
                <a:ext uri="{FF2B5EF4-FFF2-40B4-BE49-F238E27FC236}">
                  <a16:creationId xmlns:a16="http://schemas.microsoft.com/office/drawing/2014/main" id="{DB9BEE29-FAA5-D968-8A35-097A96A32065}"/>
                </a:ext>
              </a:extLst>
            </p:cNvPr>
            <p:cNvSpPr>
              <a:spLocks noChangeShapeType="1"/>
            </p:cNvSpPr>
            <p:nvPr/>
          </p:nvSpPr>
          <p:spPr bwMode="auto">
            <a:xfrm>
              <a:off x="4578802" y="3337530"/>
              <a:ext cx="1518" cy="71604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396" name="Line 136">
              <a:extLst>
                <a:ext uri="{FF2B5EF4-FFF2-40B4-BE49-F238E27FC236}">
                  <a16:creationId xmlns:a16="http://schemas.microsoft.com/office/drawing/2014/main" id="{8D345098-1D2C-1320-514D-07468552CDC2}"/>
                </a:ext>
              </a:extLst>
            </p:cNvPr>
            <p:cNvSpPr>
              <a:spLocks noChangeShapeType="1"/>
            </p:cNvSpPr>
            <p:nvPr/>
          </p:nvSpPr>
          <p:spPr bwMode="auto">
            <a:xfrm>
              <a:off x="4464479" y="3513441"/>
              <a:ext cx="1518" cy="360516"/>
            </a:xfrm>
            <a:prstGeom prst="line">
              <a:avLst/>
            </a:prstGeom>
            <a:noFill/>
            <a:ln w="381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397" name="Line 137">
              <a:extLst>
                <a:ext uri="{FF2B5EF4-FFF2-40B4-BE49-F238E27FC236}">
                  <a16:creationId xmlns:a16="http://schemas.microsoft.com/office/drawing/2014/main" id="{75CC459D-ACD7-77B7-69D0-B07FEC12C4F9}"/>
                </a:ext>
              </a:extLst>
            </p:cNvPr>
            <p:cNvSpPr>
              <a:spLocks noChangeShapeType="1"/>
            </p:cNvSpPr>
            <p:nvPr/>
          </p:nvSpPr>
          <p:spPr bwMode="auto">
            <a:xfrm flipV="1">
              <a:off x="4119434" y="3691190"/>
              <a:ext cx="2743200"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398" name="Line 138">
              <a:extLst>
                <a:ext uri="{FF2B5EF4-FFF2-40B4-BE49-F238E27FC236}">
                  <a16:creationId xmlns:a16="http://schemas.microsoft.com/office/drawing/2014/main" id="{3A12132C-9037-9763-6177-7D538F84FD1B}"/>
                </a:ext>
              </a:extLst>
            </p:cNvPr>
            <p:cNvSpPr>
              <a:spLocks noChangeShapeType="1"/>
            </p:cNvSpPr>
            <p:nvPr/>
          </p:nvSpPr>
          <p:spPr bwMode="auto">
            <a:xfrm>
              <a:off x="4352685" y="3523603"/>
              <a:ext cx="1518" cy="36051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399" name="Freeform 133">
              <a:extLst>
                <a:ext uri="{FF2B5EF4-FFF2-40B4-BE49-F238E27FC236}">
                  <a16:creationId xmlns:a16="http://schemas.microsoft.com/office/drawing/2014/main" id="{78261EBE-0F31-1064-3A73-8D8F08C993D6}"/>
                </a:ext>
              </a:extLst>
            </p:cNvPr>
            <p:cNvSpPr>
              <a:spLocks/>
            </p:cNvSpPr>
            <p:nvPr/>
          </p:nvSpPr>
          <p:spPr bwMode="auto">
            <a:xfrm>
              <a:off x="5851600" y="3963601"/>
              <a:ext cx="268609" cy="227607"/>
            </a:xfrm>
            <a:custGeom>
              <a:avLst/>
              <a:gdLst>
                <a:gd name="T0" fmla="*/ 0 w 177"/>
                <a:gd name="T1" fmla="*/ 0 h 137"/>
                <a:gd name="T2" fmla="*/ 2147483646 w 177"/>
                <a:gd name="T3" fmla="*/ 0 h 137"/>
                <a:gd name="T4" fmla="*/ 2147483646 w 177"/>
                <a:gd name="T5" fmla="*/ 2147483646 h 137"/>
                <a:gd name="T6" fmla="*/ 0 60000 65536"/>
                <a:gd name="T7" fmla="*/ 0 60000 65536"/>
                <a:gd name="T8" fmla="*/ 0 60000 65536"/>
                <a:gd name="T9" fmla="*/ 0 w 177"/>
                <a:gd name="T10" fmla="*/ 0 h 137"/>
                <a:gd name="T11" fmla="*/ 177 w 177"/>
                <a:gd name="T12" fmla="*/ 137 h 137"/>
              </a:gdLst>
              <a:ahLst/>
              <a:cxnLst>
                <a:cxn ang="T6">
                  <a:pos x="T0" y="T1"/>
                </a:cxn>
                <a:cxn ang="T7">
                  <a:pos x="T2" y="T3"/>
                </a:cxn>
                <a:cxn ang="T8">
                  <a:pos x="T4" y="T5"/>
                </a:cxn>
              </a:cxnLst>
              <a:rect l="T9" t="T10" r="T11" b="T12"/>
              <a:pathLst>
                <a:path w="177" h="137">
                  <a:moveTo>
                    <a:pt x="0" y="0"/>
                  </a:moveTo>
                  <a:lnTo>
                    <a:pt x="177" y="0"/>
                  </a:lnTo>
                  <a:lnTo>
                    <a:pt x="177" y="137"/>
                  </a:lnTo>
                </a:path>
              </a:pathLst>
            </a:custGeom>
            <a:noFill/>
            <a:ln w="19050">
              <a:solidFill>
                <a:srgbClr val="000000"/>
              </a:solidFill>
              <a:miter lim="800000"/>
              <a:headEn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400" name="Freeform 134">
              <a:extLst>
                <a:ext uri="{FF2B5EF4-FFF2-40B4-BE49-F238E27FC236}">
                  <a16:creationId xmlns:a16="http://schemas.microsoft.com/office/drawing/2014/main" id="{4CB4B19C-6EF1-9224-3013-9E249D5415DF}"/>
                </a:ext>
              </a:extLst>
            </p:cNvPr>
            <p:cNvSpPr>
              <a:spLocks/>
            </p:cNvSpPr>
            <p:nvPr/>
          </p:nvSpPr>
          <p:spPr bwMode="auto">
            <a:xfrm>
              <a:off x="5851600" y="3179437"/>
              <a:ext cx="268609" cy="234252"/>
            </a:xfrm>
            <a:custGeom>
              <a:avLst/>
              <a:gdLst>
                <a:gd name="T0" fmla="*/ 2147483646 w 177"/>
                <a:gd name="T1" fmla="*/ 0 h 141"/>
                <a:gd name="T2" fmla="*/ 2147483646 w 177"/>
                <a:gd name="T3" fmla="*/ 2147483646 h 141"/>
                <a:gd name="T4" fmla="*/ 0 w 177"/>
                <a:gd name="T5" fmla="*/ 2147483646 h 141"/>
                <a:gd name="T6" fmla="*/ 0 60000 65536"/>
                <a:gd name="T7" fmla="*/ 0 60000 65536"/>
                <a:gd name="T8" fmla="*/ 0 60000 65536"/>
                <a:gd name="T9" fmla="*/ 0 w 177"/>
                <a:gd name="T10" fmla="*/ 0 h 141"/>
                <a:gd name="T11" fmla="*/ 177 w 177"/>
                <a:gd name="T12" fmla="*/ 141 h 141"/>
              </a:gdLst>
              <a:ahLst/>
              <a:cxnLst>
                <a:cxn ang="T6">
                  <a:pos x="T0" y="T1"/>
                </a:cxn>
                <a:cxn ang="T7">
                  <a:pos x="T2" y="T3"/>
                </a:cxn>
                <a:cxn ang="T8">
                  <a:pos x="T4" y="T5"/>
                </a:cxn>
              </a:cxnLst>
              <a:rect l="T9" t="T10" r="T11" b="T12"/>
              <a:pathLst>
                <a:path w="177" h="141">
                  <a:moveTo>
                    <a:pt x="177" y="0"/>
                  </a:moveTo>
                  <a:lnTo>
                    <a:pt x="177" y="141"/>
                  </a:lnTo>
                  <a:lnTo>
                    <a:pt x="0" y="141"/>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401" name="Line 135">
              <a:extLst>
                <a:ext uri="{FF2B5EF4-FFF2-40B4-BE49-F238E27FC236}">
                  <a16:creationId xmlns:a16="http://schemas.microsoft.com/office/drawing/2014/main" id="{C3093443-A360-5FD6-C56A-EE7C387315D7}"/>
                </a:ext>
              </a:extLst>
            </p:cNvPr>
            <p:cNvSpPr>
              <a:spLocks noChangeShapeType="1"/>
            </p:cNvSpPr>
            <p:nvPr/>
          </p:nvSpPr>
          <p:spPr bwMode="auto">
            <a:xfrm>
              <a:off x="5851600" y="3327298"/>
              <a:ext cx="1518" cy="71604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402" name="Line 136">
              <a:extLst>
                <a:ext uri="{FF2B5EF4-FFF2-40B4-BE49-F238E27FC236}">
                  <a16:creationId xmlns:a16="http://schemas.microsoft.com/office/drawing/2014/main" id="{1DD10E45-A97C-786A-B27D-573188A9CD24}"/>
                </a:ext>
              </a:extLst>
            </p:cNvPr>
            <p:cNvSpPr>
              <a:spLocks noChangeShapeType="1"/>
            </p:cNvSpPr>
            <p:nvPr/>
          </p:nvSpPr>
          <p:spPr bwMode="auto">
            <a:xfrm>
              <a:off x="5737277" y="3503209"/>
              <a:ext cx="1518" cy="360516"/>
            </a:xfrm>
            <a:prstGeom prst="line">
              <a:avLst/>
            </a:prstGeom>
            <a:noFill/>
            <a:ln w="381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403" name="Line 138">
              <a:extLst>
                <a:ext uri="{FF2B5EF4-FFF2-40B4-BE49-F238E27FC236}">
                  <a16:creationId xmlns:a16="http://schemas.microsoft.com/office/drawing/2014/main" id="{1F5AC238-9C07-3B54-88DF-9DE45E42ADCF}"/>
                </a:ext>
              </a:extLst>
            </p:cNvPr>
            <p:cNvSpPr>
              <a:spLocks noChangeShapeType="1"/>
            </p:cNvSpPr>
            <p:nvPr/>
          </p:nvSpPr>
          <p:spPr bwMode="auto">
            <a:xfrm>
              <a:off x="5625483" y="3513371"/>
              <a:ext cx="1518" cy="36051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404" name="Line 137">
              <a:extLst>
                <a:ext uri="{FF2B5EF4-FFF2-40B4-BE49-F238E27FC236}">
                  <a16:creationId xmlns:a16="http://schemas.microsoft.com/office/drawing/2014/main" id="{909FD047-B3DB-A106-54FB-1838A5B97E46}"/>
                </a:ext>
              </a:extLst>
            </p:cNvPr>
            <p:cNvSpPr>
              <a:spLocks noChangeShapeType="1"/>
            </p:cNvSpPr>
            <p:nvPr/>
          </p:nvSpPr>
          <p:spPr bwMode="auto">
            <a:xfrm flipV="1">
              <a:off x="4095684" y="3190936"/>
              <a:ext cx="2743200"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cxnSp>
          <p:nvCxnSpPr>
            <p:cNvPr id="100405" name="Straight Connector 89">
              <a:extLst>
                <a:ext uri="{FF2B5EF4-FFF2-40B4-BE49-F238E27FC236}">
                  <a16:creationId xmlns:a16="http://schemas.microsoft.com/office/drawing/2014/main" id="{622A4F70-822A-A868-6379-8A02005DC934}"/>
                </a:ext>
              </a:extLst>
            </p:cNvPr>
            <p:cNvCxnSpPr>
              <a:cxnSpLocks noChangeShapeType="1"/>
            </p:cNvCxnSpPr>
            <p:nvPr/>
          </p:nvCxnSpPr>
          <p:spPr bwMode="auto">
            <a:xfrm rot="5400000">
              <a:off x="3815844" y="3137524"/>
              <a:ext cx="256032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00406" name="Straight Connector 90">
              <a:extLst>
                <a:ext uri="{FF2B5EF4-FFF2-40B4-BE49-F238E27FC236}">
                  <a16:creationId xmlns:a16="http://schemas.microsoft.com/office/drawing/2014/main" id="{100C48C2-4421-24C6-6CB5-B6F534BAB220}"/>
                </a:ext>
              </a:extLst>
            </p:cNvPr>
            <p:cNvCxnSpPr>
              <a:cxnSpLocks noChangeShapeType="1"/>
            </p:cNvCxnSpPr>
            <p:nvPr/>
          </p:nvCxnSpPr>
          <p:spPr bwMode="auto">
            <a:xfrm rot="5400000">
              <a:off x="5078396" y="3136730"/>
              <a:ext cx="256032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00407" name="TextBox 94">
              <a:extLst>
                <a:ext uri="{FF2B5EF4-FFF2-40B4-BE49-F238E27FC236}">
                  <a16:creationId xmlns:a16="http://schemas.microsoft.com/office/drawing/2014/main" id="{F5064963-501A-7982-C53E-DC1A5EE2D0B0}"/>
                </a:ext>
              </a:extLst>
            </p:cNvPr>
            <p:cNvSpPr txBox="1">
              <a:spLocks noChangeArrowheads="1"/>
            </p:cNvSpPr>
            <p:nvPr/>
          </p:nvSpPr>
          <p:spPr bwMode="auto">
            <a:xfrm>
              <a:off x="3655181" y="3012435"/>
              <a:ext cx="5486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0 V</a:t>
              </a:r>
              <a:endParaRPr lang="en-GB" altLang="en-US" sz="1400" b="1"/>
            </a:p>
          </p:txBody>
        </p:sp>
        <p:sp>
          <p:nvSpPr>
            <p:cNvPr id="100408" name="TextBox 95">
              <a:extLst>
                <a:ext uri="{FF2B5EF4-FFF2-40B4-BE49-F238E27FC236}">
                  <a16:creationId xmlns:a16="http://schemas.microsoft.com/office/drawing/2014/main" id="{0141CA32-3984-C9D5-C7F8-5FE8210DCB1E}"/>
                </a:ext>
              </a:extLst>
            </p:cNvPr>
            <p:cNvSpPr txBox="1">
              <a:spLocks noChangeArrowheads="1"/>
            </p:cNvSpPr>
            <p:nvPr/>
          </p:nvSpPr>
          <p:spPr bwMode="auto">
            <a:xfrm>
              <a:off x="3607493" y="2500118"/>
              <a:ext cx="5486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12 V</a:t>
              </a:r>
              <a:endParaRPr lang="en-GB" altLang="en-US" sz="1400" b="1"/>
            </a:p>
          </p:txBody>
        </p:sp>
        <p:sp>
          <p:nvSpPr>
            <p:cNvPr id="100409" name="TextBox 96">
              <a:extLst>
                <a:ext uri="{FF2B5EF4-FFF2-40B4-BE49-F238E27FC236}">
                  <a16:creationId xmlns:a16="http://schemas.microsoft.com/office/drawing/2014/main" id="{E232CEAA-D6C9-FC1C-F4E6-6A5E12E972ED}"/>
                </a:ext>
              </a:extLst>
            </p:cNvPr>
            <p:cNvSpPr txBox="1">
              <a:spLocks noChangeArrowheads="1"/>
            </p:cNvSpPr>
            <p:nvPr/>
          </p:nvSpPr>
          <p:spPr bwMode="auto">
            <a:xfrm>
              <a:off x="3678931" y="3500438"/>
              <a:ext cx="5486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0 V</a:t>
              </a:r>
              <a:endParaRPr lang="en-GB" altLang="en-US" sz="1400" b="1"/>
            </a:p>
          </p:txBody>
        </p:sp>
        <p:cxnSp>
          <p:nvCxnSpPr>
            <p:cNvPr id="100410" name="Straight Connector 98">
              <a:extLst>
                <a:ext uri="{FF2B5EF4-FFF2-40B4-BE49-F238E27FC236}">
                  <a16:creationId xmlns:a16="http://schemas.microsoft.com/office/drawing/2014/main" id="{F0900AF1-DE07-7054-6E04-A0164E6FF0A3}"/>
                </a:ext>
              </a:extLst>
            </p:cNvPr>
            <p:cNvCxnSpPr>
              <a:cxnSpLocks noChangeShapeType="1"/>
            </p:cNvCxnSpPr>
            <p:nvPr/>
          </p:nvCxnSpPr>
          <p:spPr bwMode="auto">
            <a:xfrm>
              <a:off x="4845877" y="2178741"/>
              <a:ext cx="237744" cy="1588"/>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00411" name="Straight Connector 102">
              <a:extLst>
                <a:ext uri="{FF2B5EF4-FFF2-40B4-BE49-F238E27FC236}">
                  <a16:creationId xmlns:a16="http://schemas.microsoft.com/office/drawing/2014/main" id="{7744971C-59F2-79F1-BE4C-366C5B7D3B9C}"/>
                </a:ext>
              </a:extLst>
            </p:cNvPr>
            <p:cNvCxnSpPr>
              <a:cxnSpLocks noChangeShapeType="1"/>
            </p:cNvCxnSpPr>
            <p:nvPr/>
          </p:nvCxnSpPr>
          <p:spPr bwMode="auto">
            <a:xfrm>
              <a:off x="4845877" y="4191068"/>
              <a:ext cx="237744" cy="1588"/>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00412" name="Straight Connector 103">
              <a:extLst>
                <a:ext uri="{FF2B5EF4-FFF2-40B4-BE49-F238E27FC236}">
                  <a16:creationId xmlns:a16="http://schemas.microsoft.com/office/drawing/2014/main" id="{0F3275D6-C7B0-3D70-BA38-1904AEEBB2B3}"/>
                </a:ext>
              </a:extLst>
            </p:cNvPr>
            <p:cNvCxnSpPr>
              <a:cxnSpLocks noChangeShapeType="1"/>
            </p:cNvCxnSpPr>
            <p:nvPr/>
          </p:nvCxnSpPr>
          <p:spPr bwMode="auto">
            <a:xfrm>
              <a:off x="6107635" y="2166866"/>
              <a:ext cx="237744" cy="1588"/>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00413" name="Straight Connector 104">
              <a:extLst>
                <a:ext uri="{FF2B5EF4-FFF2-40B4-BE49-F238E27FC236}">
                  <a16:creationId xmlns:a16="http://schemas.microsoft.com/office/drawing/2014/main" id="{FD76303C-62AA-54CD-2699-8694280FC604}"/>
                </a:ext>
              </a:extLst>
            </p:cNvPr>
            <p:cNvCxnSpPr>
              <a:cxnSpLocks noChangeShapeType="1"/>
            </p:cNvCxnSpPr>
            <p:nvPr/>
          </p:nvCxnSpPr>
          <p:spPr bwMode="auto">
            <a:xfrm>
              <a:off x="6107635" y="4179381"/>
              <a:ext cx="237744" cy="1588"/>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sp>
          <p:nvSpPr>
            <p:cNvPr id="100414" name="TextBox 107">
              <a:extLst>
                <a:ext uri="{FF2B5EF4-FFF2-40B4-BE49-F238E27FC236}">
                  <a16:creationId xmlns:a16="http://schemas.microsoft.com/office/drawing/2014/main" id="{3962C6ED-83BC-CD65-7601-18BA5F0E3568}"/>
                </a:ext>
              </a:extLst>
            </p:cNvPr>
            <p:cNvSpPr txBox="1">
              <a:spLocks noChangeArrowheads="1"/>
            </p:cNvSpPr>
            <p:nvPr/>
          </p:nvSpPr>
          <p:spPr bwMode="auto">
            <a:xfrm>
              <a:off x="4762000" y="1571612"/>
              <a:ext cx="5715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BL0</a:t>
              </a:r>
              <a:endParaRPr lang="en-GB" altLang="en-US" sz="1600"/>
            </a:p>
          </p:txBody>
        </p:sp>
        <p:sp>
          <p:nvSpPr>
            <p:cNvPr id="100415" name="TextBox 108">
              <a:extLst>
                <a:ext uri="{FF2B5EF4-FFF2-40B4-BE49-F238E27FC236}">
                  <a16:creationId xmlns:a16="http://schemas.microsoft.com/office/drawing/2014/main" id="{AE271FDC-C9D0-B27F-9F01-82CC5F0D3BA4}"/>
                </a:ext>
              </a:extLst>
            </p:cNvPr>
            <p:cNvSpPr txBox="1">
              <a:spLocks noChangeArrowheads="1"/>
            </p:cNvSpPr>
            <p:nvPr/>
          </p:nvSpPr>
          <p:spPr bwMode="auto">
            <a:xfrm>
              <a:off x="6167198" y="1571612"/>
              <a:ext cx="5715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BL1</a:t>
              </a:r>
              <a:endParaRPr lang="en-GB" altLang="en-US" sz="1600"/>
            </a:p>
          </p:txBody>
        </p:sp>
        <p:sp>
          <p:nvSpPr>
            <p:cNvPr id="100416" name="Oval 109">
              <a:extLst>
                <a:ext uri="{FF2B5EF4-FFF2-40B4-BE49-F238E27FC236}">
                  <a16:creationId xmlns:a16="http://schemas.microsoft.com/office/drawing/2014/main" id="{27FECFB2-4D1E-99FD-2B2B-55BCAA0D55CC}"/>
                </a:ext>
              </a:extLst>
            </p:cNvPr>
            <p:cNvSpPr>
              <a:spLocks noChangeArrowheads="1"/>
            </p:cNvSpPr>
            <p:nvPr/>
          </p:nvSpPr>
          <p:spPr bwMode="auto">
            <a:xfrm>
              <a:off x="4260538" y="2095240"/>
              <a:ext cx="1005840" cy="1005840"/>
            </a:xfrm>
            <a:prstGeom prst="ellipse">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0417" name="TextBox 113">
              <a:extLst>
                <a:ext uri="{FF2B5EF4-FFF2-40B4-BE49-F238E27FC236}">
                  <a16:creationId xmlns:a16="http://schemas.microsoft.com/office/drawing/2014/main" id="{B0F5391C-91E2-AEE9-3B39-3466F9F58F44}"/>
                </a:ext>
              </a:extLst>
            </p:cNvPr>
            <p:cNvSpPr txBox="1">
              <a:spLocks noChangeArrowheads="1"/>
            </p:cNvSpPr>
            <p:nvPr/>
          </p:nvSpPr>
          <p:spPr bwMode="auto">
            <a:xfrm>
              <a:off x="4689622" y="4410496"/>
              <a:ext cx="8825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   6 V</a:t>
              </a:r>
              <a:endParaRPr lang="en-GB" altLang="en-US" sz="1600"/>
            </a:p>
          </p:txBody>
        </p:sp>
        <p:sp>
          <p:nvSpPr>
            <p:cNvPr id="100418" name="TextBox 114">
              <a:extLst>
                <a:ext uri="{FF2B5EF4-FFF2-40B4-BE49-F238E27FC236}">
                  <a16:creationId xmlns:a16="http://schemas.microsoft.com/office/drawing/2014/main" id="{AC9AC003-0632-A35B-A936-1E350A764ED2}"/>
                </a:ext>
              </a:extLst>
            </p:cNvPr>
            <p:cNvSpPr txBox="1">
              <a:spLocks noChangeArrowheads="1"/>
            </p:cNvSpPr>
            <p:nvPr/>
          </p:nvSpPr>
          <p:spPr bwMode="auto">
            <a:xfrm>
              <a:off x="5953072" y="4381632"/>
              <a:ext cx="8825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  0 V</a:t>
              </a:r>
              <a:endParaRPr lang="en-GB" altLang="en-US" sz="1600"/>
            </a:p>
          </p:txBody>
        </p:sp>
      </p:grpSp>
      <p:grpSp>
        <p:nvGrpSpPr>
          <p:cNvPr id="100356" name="Group 84">
            <a:extLst>
              <a:ext uri="{FF2B5EF4-FFF2-40B4-BE49-F238E27FC236}">
                <a16:creationId xmlns:a16="http://schemas.microsoft.com/office/drawing/2014/main" id="{4B958685-90CE-2925-9703-F9113DCF6866}"/>
              </a:ext>
            </a:extLst>
          </p:cNvPr>
          <p:cNvGrpSpPr>
            <a:grpSpLocks/>
          </p:cNvGrpSpPr>
          <p:nvPr/>
        </p:nvGrpSpPr>
        <p:grpSpPr bwMode="auto">
          <a:xfrm>
            <a:off x="1857376" y="1428751"/>
            <a:ext cx="2251075" cy="2441575"/>
            <a:chOff x="333596" y="1428736"/>
            <a:chExt cx="2251089" cy="2441034"/>
          </a:xfrm>
        </p:grpSpPr>
        <p:sp>
          <p:nvSpPr>
            <p:cNvPr id="100357" name="Rectangle 2">
              <a:extLst>
                <a:ext uri="{FF2B5EF4-FFF2-40B4-BE49-F238E27FC236}">
                  <a16:creationId xmlns:a16="http://schemas.microsoft.com/office/drawing/2014/main" id="{CE57BCA3-FA73-05B1-6FE7-2CB28174B47D}"/>
                </a:ext>
              </a:extLst>
            </p:cNvPr>
            <p:cNvSpPr>
              <a:spLocks noChangeArrowheads="1"/>
            </p:cNvSpPr>
            <p:nvPr/>
          </p:nvSpPr>
          <p:spPr bwMode="auto">
            <a:xfrm>
              <a:off x="928662" y="2094300"/>
              <a:ext cx="1071570" cy="214314"/>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0358" name="Rectangle 4">
              <a:extLst>
                <a:ext uri="{FF2B5EF4-FFF2-40B4-BE49-F238E27FC236}">
                  <a16:creationId xmlns:a16="http://schemas.microsoft.com/office/drawing/2014/main" id="{DEF04368-E52D-F329-B268-B8BFE2702884}"/>
                </a:ext>
              </a:extLst>
            </p:cNvPr>
            <p:cNvSpPr>
              <a:spLocks noChangeArrowheads="1"/>
            </p:cNvSpPr>
            <p:nvPr/>
          </p:nvSpPr>
          <p:spPr bwMode="auto">
            <a:xfrm>
              <a:off x="928662" y="2475427"/>
              <a:ext cx="1071570" cy="202439"/>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sym typeface="Symbol" panose="05050102010706020507" pitchFamily="18" charset="2"/>
                </a:rPr>
                <a:t>        </a:t>
              </a:r>
              <a:endParaRPr lang="en-GB" altLang="en-US"/>
            </a:p>
          </p:txBody>
        </p:sp>
        <p:sp>
          <p:nvSpPr>
            <p:cNvPr id="100359" name="Rectangle 7">
              <a:extLst>
                <a:ext uri="{FF2B5EF4-FFF2-40B4-BE49-F238E27FC236}">
                  <a16:creationId xmlns:a16="http://schemas.microsoft.com/office/drawing/2014/main" id="{BFECA1A2-24EC-FB41-F5FB-55142B26E3BB}"/>
                </a:ext>
              </a:extLst>
            </p:cNvPr>
            <p:cNvSpPr>
              <a:spLocks noChangeArrowheads="1"/>
            </p:cNvSpPr>
            <p:nvPr/>
          </p:nvSpPr>
          <p:spPr bwMode="auto">
            <a:xfrm>
              <a:off x="488347" y="2797369"/>
              <a:ext cx="1920240" cy="428628"/>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100360" name="Straight Connector 9">
              <a:extLst>
                <a:ext uri="{FF2B5EF4-FFF2-40B4-BE49-F238E27FC236}">
                  <a16:creationId xmlns:a16="http://schemas.microsoft.com/office/drawing/2014/main" id="{3F56E713-9CCB-9CF5-A123-417F61C018DD}"/>
                </a:ext>
              </a:extLst>
            </p:cNvPr>
            <p:cNvCxnSpPr>
              <a:cxnSpLocks noChangeShapeType="1"/>
            </p:cNvCxnSpPr>
            <p:nvPr/>
          </p:nvCxnSpPr>
          <p:spPr bwMode="auto">
            <a:xfrm rot="10800000" flipH="1">
              <a:off x="488346" y="3035433"/>
              <a:ext cx="51175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0361" name="Straight Connector 11">
              <a:extLst>
                <a:ext uri="{FF2B5EF4-FFF2-40B4-BE49-F238E27FC236}">
                  <a16:creationId xmlns:a16="http://schemas.microsoft.com/office/drawing/2014/main" id="{53DA379F-A02E-3571-0A1D-5F5BAEDEB6D3}"/>
                </a:ext>
              </a:extLst>
            </p:cNvPr>
            <p:cNvCxnSpPr>
              <a:cxnSpLocks noChangeShapeType="1"/>
            </p:cNvCxnSpPr>
            <p:nvPr/>
          </p:nvCxnSpPr>
          <p:spPr bwMode="auto">
            <a:xfrm rot="5400000" flipH="1" flipV="1">
              <a:off x="885800" y="2911293"/>
              <a:ext cx="2286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0362" name="Straight Connector 12">
              <a:extLst>
                <a:ext uri="{FF2B5EF4-FFF2-40B4-BE49-F238E27FC236}">
                  <a16:creationId xmlns:a16="http://schemas.microsoft.com/office/drawing/2014/main" id="{C2BBD2DF-7335-FBD0-AECF-6B8413825E8E}"/>
                </a:ext>
              </a:extLst>
            </p:cNvPr>
            <p:cNvCxnSpPr>
              <a:cxnSpLocks noChangeShapeType="1"/>
            </p:cNvCxnSpPr>
            <p:nvPr/>
          </p:nvCxnSpPr>
          <p:spPr bwMode="auto">
            <a:xfrm rot="10800000" flipH="1">
              <a:off x="1893169" y="3035245"/>
              <a:ext cx="51175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0363" name="Straight Connector 13">
              <a:extLst>
                <a:ext uri="{FF2B5EF4-FFF2-40B4-BE49-F238E27FC236}">
                  <a16:creationId xmlns:a16="http://schemas.microsoft.com/office/drawing/2014/main" id="{77DC2E0A-50B3-293C-B56B-AC3B139863BA}"/>
                </a:ext>
              </a:extLst>
            </p:cNvPr>
            <p:cNvCxnSpPr>
              <a:cxnSpLocks noChangeShapeType="1"/>
            </p:cNvCxnSpPr>
            <p:nvPr/>
          </p:nvCxnSpPr>
          <p:spPr bwMode="auto">
            <a:xfrm rot="5400000" flipH="1" flipV="1">
              <a:off x="1755725" y="2922374"/>
              <a:ext cx="2286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0364" name="TextBox 15">
              <a:extLst>
                <a:ext uri="{FF2B5EF4-FFF2-40B4-BE49-F238E27FC236}">
                  <a16:creationId xmlns:a16="http://schemas.microsoft.com/office/drawing/2014/main" id="{98B0DBCB-65AF-4488-075D-2B5D14A2A656}"/>
                </a:ext>
              </a:extLst>
            </p:cNvPr>
            <p:cNvSpPr txBox="1">
              <a:spLocks noChangeArrowheads="1"/>
            </p:cNvSpPr>
            <p:nvPr/>
          </p:nvSpPr>
          <p:spPr bwMode="auto">
            <a:xfrm>
              <a:off x="523784" y="2773243"/>
              <a:ext cx="4286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S</a:t>
              </a:r>
              <a:endParaRPr lang="en-GB" altLang="en-US" sz="1400" b="1"/>
            </a:p>
          </p:txBody>
        </p:sp>
        <p:sp>
          <p:nvSpPr>
            <p:cNvPr id="100365" name="TextBox 16">
              <a:extLst>
                <a:ext uri="{FF2B5EF4-FFF2-40B4-BE49-F238E27FC236}">
                  <a16:creationId xmlns:a16="http://schemas.microsoft.com/office/drawing/2014/main" id="{9D114EC7-7BC1-0DCE-6E1B-AD01270D1AE9}"/>
                </a:ext>
              </a:extLst>
            </p:cNvPr>
            <p:cNvSpPr txBox="1">
              <a:spLocks noChangeArrowheads="1"/>
            </p:cNvSpPr>
            <p:nvPr/>
          </p:nvSpPr>
          <p:spPr bwMode="auto">
            <a:xfrm>
              <a:off x="1952544" y="2761368"/>
              <a:ext cx="4286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D</a:t>
              </a:r>
              <a:endParaRPr lang="en-GB" altLang="en-US" sz="1400" b="1"/>
            </a:p>
          </p:txBody>
        </p:sp>
        <p:cxnSp>
          <p:nvCxnSpPr>
            <p:cNvPr id="100366" name="Straight Connector 18">
              <a:extLst>
                <a:ext uri="{FF2B5EF4-FFF2-40B4-BE49-F238E27FC236}">
                  <a16:creationId xmlns:a16="http://schemas.microsoft.com/office/drawing/2014/main" id="{95E22817-7368-43CA-7CAA-8CB255A9CFA0}"/>
                </a:ext>
              </a:extLst>
            </p:cNvPr>
            <p:cNvCxnSpPr>
              <a:cxnSpLocks noChangeShapeType="1"/>
            </p:cNvCxnSpPr>
            <p:nvPr/>
          </p:nvCxnSpPr>
          <p:spPr bwMode="auto">
            <a:xfrm rot="16200000" flipV="1">
              <a:off x="2101451" y="2684839"/>
              <a:ext cx="226189"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00367" name="Oval 19">
              <a:extLst>
                <a:ext uri="{FF2B5EF4-FFF2-40B4-BE49-F238E27FC236}">
                  <a16:creationId xmlns:a16="http://schemas.microsoft.com/office/drawing/2014/main" id="{20EB35BA-63AD-093E-81DC-F1E8BBA4C471}"/>
                </a:ext>
              </a:extLst>
            </p:cNvPr>
            <p:cNvSpPr>
              <a:spLocks noChangeArrowheads="1"/>
            </p:cNvSpPr>
            <p:nvPr/>
          </p:nvSpPr>
          <p:spPr bwMode="auto">
            <a:xfrm>
              <a:off x="2154794" y="2440931"/>
              <a:ext cx="118872" cy="118872"/>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100368" name="Straight Connector 21">
              <a:extLst>
                <a:ext uri="{FF2B5EF4-FFF2-40B4-BE49-F238E27FC236}">
                  <a16:creationId xmlns:a16="http://schemas.microsoft.com/office/drawing/2014/main" id="{73CE9F5D-CAB0-A1FC-86B9-E9C7210E46F1}"/>
                </a:ext>
              </a:extLst>
            </p:cNvPr>
            <p:cNvCxnSpPr>
              <a:cxnSpLocks noChangeShapeType="1"/>
            </p:cNvCxnSpPr>
            <p:nvPr/>
          </p:nvCxnSpPr>
          <p:spPr bwMode="auto">
            <a:xfrm rot="16200000" flipH="1">
              <a:off x="531656" y="2599873"/>
              <a:ext cx="36576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00369" name="Straight Connector 23">
              <a:extLst>
                <a:ext uri="{FF2B5EF4-FFF2-40B4-BE49-F238E27FC236}">
                  <a16:creationId xmlns:a16="http://schemas.microsoft.com/office/drawing/2014/main" id="{3733F2D0-0364-AB03-AD50-F96CD67546D1}"/>
                </a:ext>
              </a:extLst>
            </p:cNvPr>
            <p:cNvCxnSpPr>
              <a:cxnSpLocks noChangeShapeType="1"/>
            </p:cNvCxnSpPr>
            <p:nvPr/>
          </p:nvCxnSpPr>
          <p:spPr bwMode="auto">
            <a:xfrm>
              <a:off x="488347" y="2425939"/>
              <a:ext cx="214314"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0370" name="Straight Connector 25">
              <a:extLst>
                <a:ext uri="{FF2B5EF4-FFF2-40B4-BE49-F238E27FC236}">
                  <a16:creationId xmlns:a16="http://schemas.microsoft.com/office/drawing/2014/main" id="{38C806DB-5F86-79BA-E217-4ABB06D63BCC}"/>
                </a:ext>
              </a:extLst>
            </p:cNvPr>
            <p:cNvCxnSpPr>
              <a:cxnSpLocks noChangeShapeType="1"/>
            </p:cNvCxnSpPr>
            <p:nvPr/>
          </p:nvCxnSpPr>
          <p:spPr bwMode="auto">
            <a:xfrm rot="5400000">
              <a:off x="416909" y="2497377"/>
              <a:ext cx="142876"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00371" name="Straight Connector 27">
              <a:extLst>
                <a:ext uri="{FF2B5EF4-FFF2-40B4-BE49-F238E27FC236}">
                  <a16:creationId xmlns:a16="http://schemas.microsoft.com/office/drawing/2014/main" id="{02D02D74-40FD-DBE2-48DA-0F6F12682B52}"/>
                </a:ext>
              </a:extLst>
            </p:cNvPr>
            <p:cNvCxnSpPr>
              <a:cxnSpLocks noChangeShapeType="1"/>
            </p:cNvCxnSpPr>
            <p:nvPr/>
          </p:nvCxnSpPr>
          <p:spPr bwMode="auto">
            <a:xfrm>
              <a:off x="333596" y="2568815"/>
              <a:ext cx="28575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0372" name="Straight Connector 28">
              <a:extLst>
                <a:ext uri="{FF2B5EF4-FFF2-40B4-BE49-F238E27FC236}">
                  <a16:creationId xmlns:a16="http://schemas.microsoft.com/office/drawing/2014/main" id="{E8FBDBF0-A21B-C39F-4FFD-77D9194053BD}"/>
                </a:ext>
              </a:extLst>
            </p:cNvPr>
            <p:cNvCxnSpPr>
              <a:cxnSpLocks noChangeShapeType="1"/>
            </p:cNvCxnSpPr>
            <p:nvPr/>
          </p:nvCxnSpPr>
          <p:spPr bwMode="auto">
            <a:xfrm>
              <a:off x="392971" y="2616315"/>
              <a:ext cx="18288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0373" name="Straight Connector 29">
              <a:extLst>
                <a:ext uri="{FF2B5EF4-FFF2-40B4-BE49-F238E27FC236}">
                  <a16:creationId xmlns:a16="http://schemas.microsoft.com/office/drawing/2014/main" id="{9C8968BB-64DD-C775-6529-BC003CEDC230}"/>
                </a:ext>
              </a:extLst>
            </p:cNvPr>
            <p:cNvCxnSpPr>
              <a:cxnSpLocks noChangeShapeType="1"/>
            </p:cNvCxnSpPr>
            <p:nvPr/>
          </p:nvCxnSpPr>
          <p:spPr bwMode="auto">
            <a:xfrm>
              <a:off x="440659" y="2675878"/>
              <a:ext cx="9144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0374" name="TextBox 30">
              <a:extLst>
                <a:ext uri="{FF2B5EF4-FFF2-40B4-BE49-F238E27FC236}">
                  <a16:creationId xmlns:a16="http://schemas.microsoft.com/office/drawing/2014/main" id="{CDE1B2C6-7D70-A0A7-92CD-D1E0C44A5E67}"/>
                </a:ext>
              </a:extLst>
            </p:cNvPr>
            <p:cNvSpPr txBox="1">
              <a:spLocks noChangeArrowheads="1"/>
            </p:cNvSpPr>
            <p:nvPr/>
          </p:nvSpPr>
          <p:spPr bwMode="auto">
            <a:xfrm>
              <a:off x="1643042" y="1643050"/>
              <a:ext cx="4286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G</a:t>
              </a:r>
              <a:endParaRPr lang="en-GB" altLang="en-US" sz="1400" b="1"/>
            </a:p>
          </p:txBody>
        </p:sp>
        <p:cxnSp>
          <p:nvCxnSpPr>
            <p:cNvPr id="100375" name="Straight Arrow Connector 117">
              <a:extLst>
                <a:ext uri="{FF2B5EF4-FFF2-40B4-BE49-F238E27FC236}">
                  <a16:creationId xmlns:a16="http://schemas.microsoft.com/office/drawing/2014/main" id="{72F6B4C5-1504-BB9B-FAAF-CABDBDB4EDB8}"/>
                </a:ext>
              </a:extLst>
            </p:cNvPr>
            <p:cNvCxnSpPr>
              <a:cxnSpLocks noChangeShapeType="1"/>
            </p:cNvCxnSpPr>
            <p:nvPr/>
          </p:nvCxnSpPr>
          <p:spPr bwMode="auto">
            <a:xfrm rot="16200000" flipH="1">
              <a:off x="1500167" y="2714620"/>
              <a:ext cx="357189" cy="71439"/>
            </a:xfrm>
            <a:prstGeom prst="straightConnector1">
              <a:avLst/>
            </a:prstGeom>
            <a:noFill/>
            <a:ln w="9525" algn="ctr">
              <a:solidFill>
                <a:schemeClr val="tx1"/>
              </a:solidFill>
              <a:round/>
              <a:headEnd type="arrow" w="med" len="med"/>
              <a:tailEnd/>
            </a:ln>
            <a:extLst>
              <a:ext uri="{909E8E84-426E-40DD-AFC4-6F175D3DCCD1}">
                <a14:hiddenFill xmlns:a14="http://schemas.microsoft.com/office/drawing/2010/main">
                  <a:noFill/>
                </a14:hiddenFill>
              </a:ext>
            </a:extLst>
          </p:spPr>
        </p:cxnSp>
        <p:cxnSp>
          <p:nvCxnSpPr>
            <p:cNvPr id="100376" name="Straight Connector 65">
              <a:extLst>
                <a:ext uri="{FF2B5EF4-FFF2-40B4-BE49-F238E27FC236}">
                  <a16:creationId xmlns:a16="http://schemas.microsoft.com/office/drawing/2014/main" id="{565DF402-8A2B-03A8-371E-A40DD19F140D}"/>
                </a:ext>
              </a:extLst>
            </p:cNvPr>
            <p:cNvCxnSpPr>
              <a:cxnSpLocks noChangeShapeType="1"/>
            </p:cNvCxnSpPr>
            <p:nvPr/>
          </p:nvCxnSpPr>
          <p:spPr bwMode="auto">
            <a:xfrm rot="16200000" flipV="1">
              <a:off x="1387071" y="1970458"/>
              <a:ext cx="226189"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00377" name="Oval 66">
              <a:extLst>
                <a:ext uri="{FF2B5EF4-FFF2-40B4-BE49-F238E27FC236}">
                  <a16:creationId xmlns:a16="http://schemas.microsoft.com/office/drawing/2014/main" id="{E49220BF-083C-C321-69A7-2F8E346BA240}"/>
                </a:ext>
              </a:extLst>
            </p:cNvPr>
            <p:cNvSpPr>
              <a:spLocks noChangeArrowheads="1"/>
            </p:cNvSpPr>
            <p:nvPr/>
          </p:nvSpPr>
          <p:spPr bwMode="auto">
            <a:xfrm>
              <a:off x="1440414" y="1726550"/>
              <a:ext cx="118872" cy="118872"/>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0378" name="TextBox 67">
              <a:extLst>
                <a:ext uri="{FF2B5EF4-FFF2-40B4-BE49-F238E27FC236}">
                  <a16:creationId xmlns:a16="http://schemas.microsoft.com/office/drawing/2014/main" id="{5CBCF0D1-BD60-4857-5581-C033C5F1A9BB}"/>
                </a:ext>
              </a:extLst>
            </p:cNvPr>
            <p:cNvSpPr txBox="1">
              <a:spLocks noChangeArrowheads="1"/>
            </p:cNvSpPr>
            <p:nvPr/>
          </p:nvSpPr>
          <p:spPr bwMode="auto">
            <a:xfrm>
              <a:off x="1214414" y="1428736"/>
              <a:ext cx="5486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12 V</a:t>
              </a:r>
              <a:endParaRPr lang="en-GB" altLang="en-US" sz="1400" b="1"/>
            </a:p>
          </p:txBody>
        </p:sp>
        <p:sp>
          <p:nvSpPr>
            <p:cNvPr id="100379" name="TextBox 68">
              <a:extLst>
                <a:ext uri="{FF2B5EF4-FFF2-40B4-BE49-F238E27FC236}">
                  <a16:creationId xmlns:a16="http://schemas.microsoft.com/office/drawing/2014/main" id="{0136343B-C00D-EAA9-DCFA-E6F9BE4E8E40}"/>
                </a:ext>
              </a:extLst>
            </p:cNvPr>
            <p:cNvSpPr txBox="1">
              <a:spLocks noChangeArrowheads="1"/>
            </p:cNvSpPr>
            <p:nvPr/>
          </p:nvSpPr>
          <p:spPr bwMode="auto">
            <a:xfrm>
              <a:off x="2036045" y="2178741"/>
              <a:ext cx="5486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6 V</a:t>
              </a:r>
              <a:endParaRPr lang="en-GB" altLang="en-US" sz="1400" b="1"/>
            </a:p>
          </p:txBody>
        </p:sp>
        <p:cxnSp>
          <p:nvCxnSpPr>
            <p:cNvPr id="100380" name="Straight Arrow Connector 75">
              <a:extLst>
                <a:ext uri="{FF2B5EF4-FFF2-40B4-BE49-F238E27FC236}">
                  <a16:creationId xmlns:a16="http://schemas.microsoft.com/office/drawing/2014/main" id="{219CC396-B49B-9090-1FD8-22C055A172E2}"/>
                </a:ext>
              </a:extLst>
            </p:cNvPr>
            <p:cNvCxnSpPr>
              <a:cxnSpLocks noChangeShapeType="1"/>
            </p:cNvCxnSpPr>
            <p:nvPr/>
          </p:nvCxnSpPr>
          <p:spPr bwMode="auto">
            <a:xfrm>
              <a:off x="1071538" y="2928934"/>
              <a:ext cx="71438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00381" name="TextBox 83">
              <a:extLst>
                <a:ext uri="{FF2B5EF4-FFF2-40B4-BE49-F238E27FC236}">
                  <a16:creationId xmlns:a16="http://schemas.microsoft.com/office/drawing/2014/main" id="{4BB423E1-D1C6-6EDB-8208-4F8BBA236C7F}"/>
                </a:ext>
              </a:extLst>
            </p:cNvPr>
            <p:cNvSpPr txBox="1">
              <a:spLocks noChangeArrowheads="1"/>
            </p:cNvSpPr>
            <p:nvPr/>
          </p:nvSpPr>
          <p:spPr bwMode="auto">
            <a:xfrm>
              <a:off x="571472" y="3500438"/>
              <a:ext cx="12144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Writing</a:t>
              </a:r>
              <a:endParaRPr lang="en-GB" altLang="en-US"/>
            </a:p>
          </p:txBody>
        </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8C0ECD56-21CA-BB27-47D2-EBEF342650A9}"/>
              </a:ext>
            </a:extLst>
          </p:cNvPr>
          <p:cNvSpPr>
            <a:spLocks noGrp="1" noChangeArrowheads="1"/>
          </p:cNvSpPr>
          <p:nvPr>
            <p:ph type="title"/>
          </p:nvPr>
        </p:nvSpPr>
        <p:spPr/>
        <p:txBody>
          <a:bodyPr/>
          <a:lstStyle/>
          <a:p>
            <a:r>
              <a:rPr lang="en-US" altLang="en-US"/>
              <a:t>Reading  from  Flash Memory</a:t>
            </a:r>
            <a:endParaRPr lang="en-GB" altLang="en-US"/>
          </a:p>
        </p:txBody>
      </p:sp>
      <p:grpSp>
        <p:nvGrpSpPr>
          <p:cNvPr id="101379" name="Group 69">
            <a:extLst>
              <a:ext uri="{FF2B5EF4-FFF2-40B4-BE49-F238E27FC236}">
                <a16:creationId xmlns:a16="http://schemas.microsoft.com/office/drawing/2014/main" id="{0239463F-E875-1489-D1C0-D21595181D39}"/>
              </a:ext>
            </a:extLst>
          </p:cNvPr>
          <p:cNvGrpSpPr>
            <a:grpSpLocks/>
          </p:cNvGrpSpPr>
          <p:nvPr/>
        </p:nvGrpSpPr>
        <p:grpSpPr bwMode="auto">
          <a:xfrm>
            <a:off x="2130426" y="1630364"/>
            <a:ext cx="2251075" cy="2441575"/>
            <a:chOff x="333596" y="1428736"/>
            <a:chExt cx="2251089" cy="2441034"/>
          </a:xfrm>
        </p:grpSpPr>
        <p:sp>
          <p:nvSpPr>
            <p:cNvPr id="101420" name="Rectangle 70">
              <a:extLst>
                <a:ext uri="{FF2B5EF4-FFF2-40B4-BE49-F238E27FC236}">
                  <a16:creationId xmlns:a16="http://schemas.microsoft.com/office/drawing/2014/main" id="{3DD63D41-CA79-B5EA-004C-19216D9D80D6}"/>
                </a:ext>
              </a:extLst>
            </p:cNvPr>
            <p:cNvSpPr>
              <a:spLocks noChangeArrowheads="1"/>
            </p:cNvSpPr>
            <p:nvPr/>
          </p:nvSpPr>
          <p:spPr bwMode="auto">
            <a:xfrm>
              <a:off x="928662" y="2094300"/>
              <a:ext cx="1071570" cy="214314"/>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1421" name="Rectangle 71">
              <a:extLst>
                <a:ext uri="{FF2B5EF4-FFF2-40B4-BE49-F238E27FC236}">
                  <a16:creationId xmlns:a16="http://schemas.microsoft.com/office/drawing/2014/main" id="{1EB90DCA-2576-A3C6-CAAE-E4C8BA44740A}"/>
                </a:ext>
              </a:extLst>
            </p:cNvPr>
            <p:cNvSpPr>
              <a:spLocks noChangeArrowheads="1"/>
            </p:cNvSpPr>
            <p:nvPr/>
          </p:nvSpPr>
          <p:spPr bwMode="auto">
            <a:xfrm>
              <a:off x="928662" y="2475427"/>
              <a:ext cx="1071570" cy="202439"/>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sym typeface="Symbol" panose="05050102010706020507" pitchFamily="18" charset="2"/>
              </a:endParaRPr>
            </a:p>
            <a:p>
              <a:pPr eaLnBrk="1" hangingPunct="1"/>
              <a:endParaRPr lang="en-GB" altLang="en-US">
                <a:sym typeface="Symbol" panose="05050102010706020507" pitchFamily="18" charset="2"/>
              </a:endParaRPr>
            </a:p>
            <a:p>
              <a:pPr eaLnBrk="1" hangingPunct="1"/>
              <a:r>
                <a:rPr lang="en-GB" altLang="en-US">
                  <a:sym typeface="Symbol" panose="05050102010706020507" pitchFamily="18" charset="2"/>
                </a:rPr>
                <a:t> </a:t>
              </a:r>
            </a:p>
            <a:p>
              <a:pPr eaLnBrk="1" hangingPunct="1"/>
              <a:r>
                <a:rPr lang="en-GB" altLang="en-US">
                  <a:sym typeface="Symbol" panose="05050102010706020507" pitchFamily="18" charset="2"/>
                </a:rPr>
                <a:t>       </a:t>
              </a:r>
              <a:endParaRPr lang="en-GB" altLang="en-US"/>
            </a:p>
            <a:p>
              <a:pPr eaLnBrk="1" hangingPunct="1"/>
              <a:endParaRPr lang="en-GB" altLang="en-US"/>
            </a:p>
            <a:p>
              <a:pPr eaLnBrk="1" hangingPunct="1"/>
              <a:endParaRPr lang="en-GB" altLang="en-US"/>
            </a:p>
            <a:p>
              <a:pPr eaLnBrk="1" hangingPunct="1"/>
              <a:endParaRPr lang="en-GB" altLang="en-US"/>
            </a:p>
          </p:txBody>
        </p:sp>
        <p:sp>
          <p:nvSpPr>
            <p:cNvPr id="101422" name="Rectangle 72">
              <a:extLst>
                <a:ext uri="{FF2B5EF4-FFF2-40B4-BE49-F238E27FC236}">
                  <a16:creationId xmlns:a16="http://schemas.microsoft.com/office/drawing/2014/main" id="{EE183321-4EF9-BE65-3262-6FDF2C25A359}"/>
                </a:ext>
              </a:extLst>
            </p:cNvPr>
            <p:cNvSpPr>
              <a:spLocks noChangeArrowheads="1"/>
            </p:cNvSpPr>
            <p:nvPr/>
          </p:nvSpPr>
          <p:spPr bwMode="auto">
            <a:xfrm>
              <a:off x="488347" y="2797369"/>
              <a:ext cx="1920240" cy="428628"/>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101423" name="Straight Connector 73">
              <a:extLst>
                <a:ext uri="{FF2B5EF4-FFF2-40B4-BE49-F238E27FC236}">
                  <a16:creationId xmlns:a16="http://schemas.microsoft.com/office/drawing/2014/main" id="{FB921326-B820-DF13-6264-C5B2451BE0D4}"/>
                </a:ext>
              </a:extLst>
            </p:cNvPr>
            <p:cNvCxnSpPr>
              <a:cxnSpLocks noChangeShapeType="1"/>
            </p:cNvCxnSpPr>
            <p:nvPr/>
          </p:nvCxnSpPr>
          <p:spPr bwMode="auto">
            <a:xfrm rot="10800000" flipH="1">
              <a:off x="488346" y="3035433"/>
              <a:ext cx="51175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1424" name="Straight Connector 74">
              <a:extLst>
                <a:ext uri="{FF2B5EF4-FFF2-40B4-BE49-F238E27FC236}">
                  <a16:creationId xmlns:a16="http://schemas.microsoft.com/office/drawing/2014/main" id="{A9C5D6ED-A1FC-BB15-35A2-8F0773C7A259}"/>
                </a:ext>
              </a:extLst>
            </p:cNvPr>
            <p:cNvCxnSpPr>
              <a:cxnSpLocks noChangeShapeType="1"/>
            </p:cNvCxnSpPr>
            <p:nvPr/>
          </p:nvCxnSpPr>
          <p:spPr bwMode="auto">
            <a:xfrm rot="5400000" flipH="1" flipV="1">
              <a:off x="885800" y="2911293"/>
              <a:ext cx="2286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1425" name="Straight Connector 75">
              <a:extLst>
                <a:ext uri="{FF2B5EF4-FFF2-40B4-BE49-F238E27FC236}">
                  <a16:creationId xmlns:a16="http://schemas.microsoft.com/office/drawing/2014/main" id="{B629A65C-DBD9-A465-6B96-B653C1DBD7D6}"/>
                </a:ext>
              </a:extLst>
            </p:cNvPr>
            <p:cNvCxnSpPr>
              <a:cxnSpLocks noChangeShapeType="1"/>
            </p:cNvCxnSpPr>
            <p:nvPr/>
          </p:nvCxnSpPr>
          <p:spPr bwMode="auto">
            <a:xfrm rot="10800000" flipH="1">
              <a:off x="1893169" y="3035245"/>
              <a:ext cx="51175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1426" name="Straight Connector 76">
              <a:extLst>
                <a:ext uri="{FF2B5EF4-FFF2-40B4-BE49-F238E27FC236}">
                  <a16:creationId xmlns:a16="http://schemas.microsoft.com/office/drawing/2014/main" id="{F1796662-F6B8-9ECF-405D-A0463CF8F980}"/>
                </a:ext>
              </a:extLst>
            </p:cNvPr>
            <p:cNvCxnSpPr>
              <a:cxnSpLocks noChangeShapeType="1"/>
            </p:cNvCxnSpPr>
            <p:nvPr/>
          </p:nvCxnSpPr>
          <p:spPr bwMode="auto">
            <a:xfrm rot="5400000" flipH="1" flipV="1">
              <a:off x="1755725" y="2922374"/>
              <a:ext cx="2286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1427" name="TextBox 77">
              <a:extLst>
                <a:ext uri="{FF2B5EF4-FFF2-40B4-BE49-F238E27FC236}">
                  <a16:creationId xmlns:a16="http://schemas.microsoft.com/office/drawing/2014/main" id="{7546DDFD-2039-40F3-2D41-BBA68EDE4AE8}"/>
                </a:ext>
              </a:extLst>
            </p:cNvPr>
            <p:cNvSpPr txBox="1">
              <a:spLocks noChangeArrowheads="1"/>
            </p:cNvSpPr>
            <p:nvPr/>
          </p:nvSpPr>
          <p:spPr bwMode="auto">
            <a:xfrm>
              <a:off x="523784" y="2773243"/>
              <a:ext cx="4286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S</a:t>
              </a:r>
              <a:endParaRPr lang="en-GB" altLang="en-US" sz="1400" b="1"/>
            </a:p>
          </p:txBody>
        </p:sp>
        <p:sp>
          <p:nvSpPr>
            <p:cNvPr id="101428" name="TextBox 78">
              <a:extLst>
                <a:ext uri="{FF2B5EF4-FFF2-40B4-BE49-F238E27FC236}">
                  <a16:creationId xmlns:a16="http://schemas.microsoft.com/office/drawing/2014/main" id="{AC9C060D-87E5-2093-6776-8A86C842117B}"/>
                </a:ext>
              </a:extLst>
            </p:cNvPr>
            <p:cNvSpPr txBox="1">
              <a:spLocks noChangeArrowheads="1"/>
            </p:cNvSpPr>
            <p:nvPr/>
          </p:nvSpPr>
          <p:spPr bwMode="auto">
            <a:xfrm>
              <a:off x="1952544" y="2761368"/>
              <a:ext cx="4286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D</a:t>
              </a:r>
              <a:endParaRPr lang="en-GB" altLang="en-US" sz="1400" b="1"/>
            </a:p>
          </p:txBody>
        </p:sp>
        <p:cxnSp>
          <p:nvCxnSpPr>
            <p:cNvPr id="101429" name="Straight Connector 79">
              <a:extLst>
                <a:ext uri="{FF2B5EF4-FFF2-40B4-BE49-F238E27FC236}">
                  <a16:creationId xmlns:a16="http://schemas.microsoft.com/office/drawing/2014/main" id="{66901A78-A5A7-B24D-0A33-B47DDBEEF864}"/>
                </a:ext>
              </a:extLst>
            </p:cNvPr>
            <p:cNvCxnSpPr>
              <a:cxnSpLocks noChangeShapeType="1"/>
            </p:cNvCxnSpPr>
            <p:nvPr/>
          </p:nvCxnSpPr>
          <p:spPr bwMode="auto">
            <a:xfrm rot="16200000" flipV="1">
              <a:off x="2101451" y="2684839"/>
              <a:ext cx="226189"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01430" name="Oval 80">
              <a:extLst>
                <a:ext uri="{FF2B5EF4-FFF2-40B4-BE49-F238E27FC236}">
                  <a16:creationId xmlns:a16="http://schemas.microsoft.com/office/drawing/2014/main" id="{AA264F3B-AF0B-8D73-AA67-A1550A3EEEE5}"/>
                </a:ext>
              </a:extLst>
            </p:cNvPr>
            <p:cNvSpPr>
              <a:spLocks noChangeArrowheads="1"/>
            </p:cNvSpPr>
            <p:nvPr/>
          </p:nvSpPr>
          <p:spPr bwMode="auto">
            <a:xfrm>
              <a:off x="2154794" y="2440931"/>
              <a:ext cx="118872" cy="118872"/>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101431" name="Straight Connector 81">
              <a:extLst>
                <a:ext uri="{FF2B5EF4-FFF2-40B4-BE49-F238E27FC236}">
                  <a16:creationId xmlns:a16="http://schemas.microsoft.com/office/drawing/2014/main" id="{89C8825E-587A-2B75-C67C-8B59897C0BA5}"/>
                </a:ext>
              </a:extLst>
            </p:cNvPr>
            <p:cNvCxnSpPr>
              <a:cxnSpLocks noChangeShapeType="1"/>
            </p:cNvCxnSpPr>
            <p:nvPr/>
          </p:nvCxnSpPr>
          <p:spPr bwMode="auto">
            <a:xfrm rot="16200000" flipH="1">
              <a:off x="531656" y="2599873"/>
              <a:ext cx="36576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01432" name="Straight Connector 82">
              <a:extLst>
                <a:ext uri="{FF2B5EF4-FFF2-40B4-BE49-F238E27FC236}">
                  <a16:creationId xmlns:a16="http://schemas.microsoft.com/office/drawing/2014/main" id="{3D329C62-6BF8-489D-76B6-3887A207BC9D}"/>
                </a:ext>
              </a:extLst>
            </p:cNvPr>
            <p:cNvCxnSpPr>
              <a:cxnSpLocks noChangeShapeType="1"/>
            </p:cNvCxnSpPr>
            <p:nvPr/>
          </p:nvCxnSpPr>
          <p:spPr bwMode="auto">
            <a:xfrm>
              <a:off x="488347" y="2425939"/>
              <a:ext cx="214314"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1433" name="Straight Connector 83">
              <a:extLst>
                <a:ext uri="{FF2B5EF4-FFF2-40B4-BE49-F238E27FC236}">
                  <a16:creationId xmlns:a16="http://schemas.microsoft.com/office/drawing/2014/main" id="{B1EF84F3-F354-9E29-87B2-90C2F24DFDFE}"/>
                </a:ext>
              </a:extLst>
            </p:cNvPr>
            <p:cNvCxnSpPr>
              <a:cxnSpLocks noChangeShapeType="1"/>
            </p:cNvCxnSpPr>
            <p:nvPr/>
          </p:nvCxnSpPr>
          <p:spPr bwMode="auto">
            <a:xfrm rot="5400000">
              <a:off x="416909" y="2497377"/>
              <a:ext cx="142876"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01434" name="Straight Connector 84">
              <a:extLst>
                <a:ext uri="{FF2B5EF4-FFF2-40B4-BE49-F238E27FC236}">
                  <a16:creationId xmlns:a16="http://schemas.microsoft.com/office/drawing/2014/main" id="{ACD99D1B-2997-DB03-CA70-956DDC4C6BAE}"/>
                </a:ext>
              </a:extLst>
            </p:cNvPr>
            <p:cNvCxnSpPr>
              <a:cxnSpLocks noChangeShapeType="1"/>
            </p:cNvCxnSpPr>
            <p:nvPr/>
          </p:nvCxnSpPr>
          <p:spPr bwMode="auto">
            <a:xfrm>
              <a:off x="333596" y="2568815"/>
              <a:ext cx="28575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1435" name="Straight Connector 85">
              <a:extLst>
                <a:ext uri="{FF2B5EF4-FFF2-40B4-BE49-F238E27FC236}">
                  <a16:creationId xmlns:a16="http://schemas.microsoft.com/office/drawing/2014/main" id="{02BA6D1B-09D3-A4B4-7DCE-EDD3D4082EE9}"/>
                </a:ext>
              </a:extLst>
            </p:cNvPr>
            <p:cNvCxnSpPr>
              <a:cxnSpLocks noChangeShapeType="1"/>
            </p:cNvCxnSpPr>
            <p:nvPr/>
          </p:nvCxnSpPr>
          <p:spPr bwMode="auto">
            <a:xfrm>
              <a:off x="392971" y="2616315"/>
              <a:ext cx="18288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1436" name="Straight Connector 86">
              <a:extLst>
                <a:ext uri="{FF2B5EF4-FFF2-40B4-BE49-F238E27FC236}">
                  <a16:creationId xmlns:a16="http://schemas.microsoft.com/office/drawing/2014/main" id="{F08A1A36-F04C-06C7-7F2C-F621550C903B}"/>
                </a:ext>
              </a:extLst>
            </p:cNvPr>
            <p:cNvCxnSpPr>
              <a:cxnSpLocks noChangeShapeType="1"/>
            </p:cNvCxnSpPr>
            <p:nvPr/>
          </p:nvCxnSpPr>
          <p:spPr bwMode="auto">
            <a:xfrm>
              <a:off x="440659" y="2675878"/>
              <a:ext cx="9144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1437" name="TextBox 87">
              <a:extLst>
                <a:ext uri="{FF2B5EF4-FFF2-40B4-BE49-F238E27FC236}">
                  <a16:creationId xmlns:a16="http://schemas.microsoft.com/office/drawing/2014/main" id="{727C2048-C56B-B559-3787-261F7661D77E}"/>
                </a:ext>
              </a:extLst>
            </p:cNvPr>
            <p:cNvSpPr txBox="1">
              <a:spLocks noChangeArrowheads="1"/>
            </p:cNvSpPr>
            <p:nvPr/>
          </p:nvSpPr>
          <p:spPr bwMode="auto">
            <a:xfrm>
              <a:off x="1643042" y="1643050"/>
              <a:ext cx="4286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G</a:t>
              </a:r>
              <a:endParaRPr lang="en-GB" altLang="en-US" sz="1400" b="1"/>
            </a:p>
          </p:txBody>
        </p:sp>
        <p:cxnSp>
          <p:nvCxnSpPr>
            <p:cNvPr id="101438" name="Straight Connector 89">
              <a:extLst>
                <a:ext uri="{FF2B5EF4-FFF2-40B4-BE49-F238E27FC236}">
                  <a16:creationId xmlns:a16="http://schemas.microsoft.com/office/drawing/2014/main" id="{766E8ADC-A0A1-F3D1-F1B7-7EA983CC3059}"/>
                </a:ext>
              </a:extLst>
            </p:cNvPr>
            <p:cNvCxnSpPr>
              <a:cxnSpLocks noChangeShapeType="1"/>
            </p:cNvCxnSpPr>
            <p:nvPr/>
          </p:nvCxnSpPr>
          <p:spPr bwMode="auto">
            <a:xfrm rot="16200000" flipV="1">
              <a:off x="1387071" y="1970458"/>
              <a:ext cx="226189"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01439" name="Oval 90">
              <a:extLst>
                <a:ext uri="{FF2B5EF4-FFF2-40B4-BE49-F238E27FC236}">
                  <a16:creationId xmlns:a16="http://schemas.microsoft.com/office/drawing/2014/main" id="{04EAE481-D606-8212-A66E-CD70AD2F26BC}"/>
                </a:ext>
              </a:extLst>
            </p:cNvPr>
            <p:cNvSpPr>
              <a:spLocks noChangeArrowheads="1"/>
            </p:cNvSpPr>
            <p:nvPr/>
          </p:nvSpPr>
          <p:spPr bwMode="auto">
            <a:xfrm>
              <a:off x="1440414" y="1726550"/>
              <a:ext cx="118872" cy="118872"/>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1440" name="TextBox 91">
              <a:extLst>
                <a:ext uri="{FF2B5EF4-FFF2-40B4-BE49-F238E27FC236}">
                  <a16:creationId xmlns:a16="http://schemas.microsoft.com/office/drawing/2014/main" id="{72CF196C-7BE6-8E6B-6FEF-E0E335AFEA81}"/>
                </a:ext>
              </a:extLst>
            </p:cNvPr>
            <p:cNvSpPr txBox="1">
              <a:spLocks noChangeArrowheads="1"/>
            </p:cNvSpPr>
            <p:nvPr/>
          </p:nvSpPr>
          <p:spPr bwMode="auto">
            <a:xfrm>
              <a:off x="1214414" y="1428736"/>
              <a:ext cx="5486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5 V</a:t>
              </a:r>
              <a:endParaRPr lang="en-GB" altLang="en-US" sz="1400" b="1"/>
            </a:p>
          </p:txBody>
        </p:sp>
        <p:sp>
          <p:nvSpPr>
            <p:cNvPr id="101441" name="TextBox 92">
              <a:extLst>
                <a:ext uri="{FF2B5EF4-FFF2-40B4-BE49-F238E27FC236}">
                  <a16:creationId xmlns:a16="http://schemas.microsoft.com/office/drawing/2014/main" id="{2E3D1105-6066-7E4F-4A97-0CC5C042D1B7}"/>
                </a:ext>
              </a:extLst>
            </p:cNvPr>
            <p:cNvSpPr txBox="1">
              <a:spLocks noChangeArrowheads="1"/>
            </p:cNvSpPr>
            <p:nvPr/>
          </p:nvSpPr>
          <p:spPr bwMode="auto">
            <a:xfrm>
              <a:off x="2036045" y="2178741"/>
              <a:ext cx="5486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1 V</a:t>
              </a:r>
              <a:endParaRPr lang="en-GB" altLang="en-US" sz="1400" b="1"/>
            </a:p>
          </p:txBody>
        </p:sp>
        <p:sp>
          <p:nvSpPr>
            <p:cNvPr id="101442" name="TextBox 94">
              <a:extLst>
                <a:ext uri="{FF2B5EF4-FFF2-40B4-BE49-F238E27FC236}">
                  <a16:creationId xmlns:a16="http://schemas.microsoft.com/office/drawing/2014/main" id="{93292FC1-AF29-2746-DE5A-84B80FAA6B2E}"/>
                </a:ext>
              </a:extLst>
            </p:cNvPr>
            <p:cNvSpPr txBox="1">
              <a:spLocks noChangeArrowheads="1"/>
            </p:cNvSpPr>
            <p:nvPr/>
          </p:nvSpPr>
          <p:spPr bwMode="auto">
            <a:xfrm>
              <a:off x="571472" y="3500438"/>
              <a:ext cx="12144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Reading</a:t>
              </a:r>
              <a:endParaRPr lang="en-GB" altLang="en-US"/>
            </a:p>
          </p:txBody>
        </p:sp>
      </p:grpSp>
      <p:grpSp>
        <p:nvGrpSpPr>
          <p:cNvPr id="101380" name="Group 97">
            <a:extLst>
              <a:ext uri="{FF2B5EF4-FFF2-40B4-BE49-F238E27FC236}">
                <a16:creationId xmlns:a16="http://schemas.microsoft.com/office/drawing/2014/main" id="{764058E9-CD3B-5F87-E62D-D85100248E3B}"/>
              </a:ext>
            </a:extLst>
          </p:cNvPr>
          <p:cNvGrpSpPr>
            <a:grpSpLocks/>
          </p:cNvGrpSpPr>
          <p:nvPr/>
        </p:nvGrpSpPr>
        <p:grpSpPr bwMode="auto">
          <a:xfrm>
            <a:off x="5627689" y="1809750"/>
            <a:ext cx="4111625" cy="3176588"/>
            <a:chOff x="4102941" y="1809112"/>
            <a:chExt cx="4112397" cy="3177438"/>
          </a:xfrm>
        </p:grpSpPr>
        <p:sp>
          <p:nvSpPr>
            <p:cNvPr id="101381" name="Freeform 133">
              <a:extLst>
                <a:ext uri="{FF2B5EF4-FFF2-40B4-BE49-F238E27FC236}">
                  <a16:creationId xmlns:a16="http://schemas.microsoft.com/office/drawing/2014/main" id="{1137EB57-E6E3-BCD8-EAD5-AD6A7E31198E}"/>
                </a:ext>
              </a:extLst>
            </p:cNvPr>
            <p:cNvSpPr>
              <a:spLocks/>
            </p:cNvSpPr>
            <p:nvPr/>
          </p:nvSpPr>
          <p:spPr bwMode="auto">
            <a:xfrm>
              <a:off x="5075460" y="3198950"/>
              <a:ext cx="268609" cy="227607"/>
            </a:xfrm>
            <a:custGeom>
              <a:avLst/>
              <a:gdLst>
                <a:gd name="T0" fmla="*/ 0 w 177"/>
                <a:gd name="T1" fmla="*/ 0 h 137"/>
                <a:gd name="T2" fmla="*/ 2147483646 w 177"/>
                <a:gd name="T3" fmla="*/ 0 h 137"/>
                <a:gd name="T4" fmla="*/ 2147483646 w 177"/>
                <a:gd name="T5" fmla="*/ 2147483646 h 137"/>
                <a:gd name="T6" fmla="*/ 0 60000 65536"/>
                <a:gd name="T7" fmla="*/ 0 60000 65536"/>
                <a:gd name="T8" fmla="*/ 0 60000 65536"/>
                <a:gd name="T9" fmla="*/ 0 w 177"/>
                <a:gd name="T10" fmla="*/ 0 h 137"/>
                <a:gd name="T11" fmla="*/ 177 w 177"/>
                <a:gd name="T12" fmla="*/ 137 h 137"/>
              </a:gdLst>
              <a:ahLst/>
              <a:cxnLst>
                <a:cxn ang="T6">
                  <a:pos x="T0" y="T1"/>
                </a:cxn>
                <a:cxn ang="T7">
                  <a:pos x="T2" y="T3"/>
                </a:cxn>
                <a:cxn ang="T8">
                  <a:pos x="T4" y="T5"/>
                </a:cxn>
              </a:cxnLst>
              <a:rect l="T9" t="T10" r="T11" b="T12"/>
              <a:pathLst>
                <a:path w="177" h="137">
                  <a:moveTo>
                    <a:pt x="0" y="0"/>
                  </a:moveTo>
                  <a:lnTo>
                    <a:pt x="177" y="0"/>
                  </a:lnTo>
                  <a:lnTo>
                    <a:pt x="177" y="137"/>
                  </a:lnTo>
                </a:path>
              </a:pathLst>
            </a:custGeom>
            <a:noFill/>
            <a:ln w="19050">
              <a:solidFill>
                <a:srgbClr val="000000"/>
              </a:solidFill>
              <a:miter lim="800000"/>
              <a:headEnd/>
              <a:tailEnd type="oval"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382" name="Freeform 134">
              <a:extLst>
                <a:ext uri="{FF2B5EF4-FFF2-40B4-BE49-F238E27FC236}">
                  <a16:creationId xmlns:a16="http://schemas.microsoft.com/office/drawing/2014/main" id="{B55C8409-81D5-4E72-46A2-5AA0BAB6764D}"/>
                </a:ext>
              </a:extLst>
            </p:cNvPr>
            <p:cNvSpPr>
              <a:spLocks/>
            </p:cNvSpPr>
            <p:nvPr/>
          </p:nvSpPr>
          <p:spPr bwMode="auto">
            <a:xfrm>
              <a:off x="5075460" y="2414786"/>
              <a:ext cx="268609" cy="234252"/>
            </a:xfrm>
            <a:custGeom>
              <a:avLst/>
              <a:gdLst>
                <a:gd name="T0" fmla="*/ 2147483646 w 177"/>
                <a:gd name="T1" fmla="*/ 0 h 141"/>
                <a:gd name="T2" fmla="*/ 2147483646 w 177"/>
                <a:gd name="T3" fmla="*/ 2147483646 h 141"/>
                <a:gd name="T4" fmla="*/ 0 w 177"/>
                <a:gd name="T5" fmla="*/ 2147483646 h 141"/>
                <a:gd name="T6" fmla="*/ 0 60000 65536"/>
                <a:gd name="T7" fmla="*/ 0 60000 65536"/>
                <a:gd name="T8" fmla="*/ 0 60000 65536"/>
                <a:gd name="T9" fmla="*/ 0 w 177"/>
                <a:gd name="T10" fmla="*/ 0 h 141"/>
                <a:gd name="T11" fmla="*/ 177 w 177"/>
                <a:gd name="T12" fmla="*/ 141 h 141"/>
              </a:gdLst>
              <a:ahLst/>
              <a:cxnLst>
                <a:cxn ang="T6">
                  <a:pos x="T0" y="T1"/>
                </a:cxn>
                <a:cxn ang="T7">
                  <a:pos x="T2" y="T3"/>
                </a:cxn>
                <a:cxn ang="T8">
                  <a:pos x="T4" y="T5"/>
                </a:cxn>
              </a:cxnLst>
              <a:rect l="T9" t="T10" r="T11" b="T12"/>
              <a:pathLst>
                <a:path w="177" h="141">
                  <a:moveTo>
                    <a:pt x="177" y="0"/>
                  </a:moveTo>
                  <a:lnTo>
                    <a:pt x="177" y="141"/>
                  </a:lnTo>
                  <a:lnTo>
                    <a:pt x="0" y="141"/>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383" name="Line 135">
              <a:extLst>
                <a:ext uri="{FF2B5EF4-FFF2-40B4-BE49-F238E27FC236}">
                  <a16:creationId xmlns:a16="http://schemas.microsoft.com/office/drawing/2014/main" id="{20BC35E7-ABB0-C5B0-E453-9D3E73972082}"/>
                </a:ext>
              </a:extLst>
            </p:cNvPr>
            <p:cNvSpPr>
              <a:spLocks noChangeShapeType="1"/>
            </p:cNvSpPr>
            <p:nvPr/>
          </p:nvSpPr>
          <p:spPr bwMode="auto">
            <a:xfrm>
              <a:off x="5075460" y="2562647"/>
              <a:ext cx="1518" cy="71604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384" name="Line 136">
              <a:extLst>
                <a:ext uri="{FF2B5EF4-FFF2-40B4-BE49-F238E27FC236}">
                  <a16:creationId xmlns:a16="http://schemas.microsoft.com/office/drawing/2014/main" id="{CDB0D63F-6B60-A4AC-65E6-2D448DE89A4B}"/>
                </a:ext>
              </a:extLst>
            </p:cNvPr>
            <p:cNvSpPr>
              <a:spLocks noChangeShapeType="1"/>
            </p:cNvSpPr>
            <p:nvPr/>
          </p:nvSpPr>
          <p:spPr bwMode="auto">
            <a:xfrm>
              <a:off x="4961137" y="2738558"/>
              <a:ext cx="1518" cy="360516"/>
            </a:xfrm>
            <a:prstGeom prst="line">
              <a:avLst/>
            </a:prstGeom>
            <a:noFill/>
            <a:ln w="381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385" name="Line 137">
              <a:extLst>
                <a:ext uri="{FF2B5EF4-FFF2-40B4-BE49-F238E27FC236}">
                  <a16:creationId xmlns:a16="http://schemas.microsoft.com/office/drawing/2014/main" id="{74E2A39A-5E91-C97E-451B-8B47CD8C59F5}"/>
                </a:ext>
              </a:extLst>
            </p:cNvPr>
            <p:cNvSpPr>
              <a:spLocks noChangeShapeType="1"/>
            </p:cNvSpPr>
            <p:nvPr/>
          </p:nvSpPr>
          <p:spPr bwMode="auto">
            <a:xfrm flipV="1">
              <a:off x="4568592" y="2916307"/>
              <a:ext cx="2743200"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386" name="Line 138">
              <a:extLst>
                <a:ext uri="{FF2B5EF4-FFF2-40B4-BE49-F238E27FC236}">
                  <a16:creationId xmlns:a16="http://schemas.microsoft.com/office/drawing/2014/main" id="{872A5B4D-4689-D988-B30F-2359EF64B290}"/>
                </a:ext>
              </a:extLst>
            </p:cNvPr>
            <p:cNvSpPr>
              <a:spLocks noChangeShapeType="1"/>
            </p:cNvSpPr>
            <p:nvPr/>
          </p:nvSpPr>
          <p:spPr bwMode="auto">
            <a:xfrm>
              <a:off x="4849343" y="2748720"/>
              <a:ext cx="1518" cy="36051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387" name="Freeform 133">
              <a:extLst>
                <a:ext uri="{FF2B5EF4-FFF2-40B4-BE49-F238E27FC236}">
                  <a16:creationId xmlns:a16="http://schemas.microsoft.com/office/drawing/2014/main" id="{1E528015-920F-A6CB-75BB-8B5DA4F71BF9}"/>
                </a:ext>
              </a:extLst>
            </p:cNvPr>
            <p:cNvSpPr>
              <a:spLocks/>
            </p:cNvSpPr>
            <p:nvPr/>
          </p:nvSpPr>
          <p:spPr bwMode="auto">
            <a:xfrm>
              <a:off x="6348258" y="3188718"/>
              <a:ext cx="268609" cy="227607"/>
            </a:xfrm>
            <a:custGeom>
              <a:avLst/>
              <a:gdLst>
                <a:gd name="T0" fmla="*/ 0 w 177"/>
                <a:gd name="T1" fmla="*/ 0 h 137"/>
                <a:gd name="T2" fmla="*/ 2147483646 w 177"/>
                <a:gd name="T3" fmla="*/ 0 h 137"/>
                <a:gd name="T4" fmla="*/ 2147483646 w 177"/>
                <a:gd name="T5" fmla="*/ 2147483646 h 137"/>
                <a:gd name="T6" fmla="*/ 0 60000 65536"/>
                <a:gd name="T7" fmla="*/ 0 60000 65536"/>
                <a:gd name="T8" fmla="*/ 0 60000 65536"/>
                <a:gd name="T9" fmla="*/ 0 w 177"/>
                <a:gd name="T10" fmla="*/ 0 h 137"/>
                <a:gd name="T11" fmla="*/ 177 w 177"/>
                <a:gd name="T12" fmla="*/ 137 h 137"/>
              </a:gdLst>
              <a:ahLst/>
              <a:cxnLst>
                <a:cxn ang="T6">
                  <a:pos x="T0" y="T1"/>
                </a:cxn>
                <a:cxn ang="T7">
                  <a:pos x="T2" y="T3"/>
                </a:cxn>
                <a:cxn ang="T8">
                  <a:pos x="T4" y="T5"/>
                </a:cxn>
              </a:cxnLst>
              <a:rect l="T9" t="T10" r="T11" b="T12"/>
              <a:pathLst>
                <a:path w="177" h="137">
                  <a:moveTo>
                    <a:pt x="0" y="0"/>
                  </a:moveTo>
                  <a:lnTo>
                    <a:pt x="177" y="0"/>
                  </a:lnTo>
                  <a:lnTo>
                    <a:pt x="177" y="137"/>
                  </a:lnTo>
                </a:path>
              </a:pathLst>
            </a:custGeom>
            <a:noFill/>
            <a:ln w="19050">
              <a:solidFill>
                <a:srgbClr val="000000"/>
              </a:solidFill>
              <a:miter lim="800000"/>
              <a:headEnd/>
              <a:tailEnd type="oval"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388" name="Freeform 134">
              <a:extLst>
                <a:ext uri="{FF2B5EF4-FFF2-40B4-BE49-F238E27FC236}">
                  <a16:creationId xmlns:a16="http://schemas.microsoft.com/office/drawing/2014/main" id="{DD849664-FF6B-6061-182D-554FB62C2CA0}"/>
                </a:ext>
              </a:extLst>
            </p:cNvPr>
            <p:cNvSpPr>
              <a:spLocks/>
            </p:cNvSpPr>
            <p:nvPr/>
          </p:nvSpPr>
          <p:spPr bwMode="auto">
            <a:xfrm>
              <a:off x="6348258" y="2404554"/>
              <a:ext cx="268609" cy="234252"/>
            </a:xfrm>
            <a:custGeom>
              <a:avLst/>
              <a:gdLst>
                <a:gd name="T0" fmla="*/ 2147483646 w 177"/>
                <a:gd name="T1" fmla="*/ 0 h 141"/>
                <a:gd name="T2" fmla="*/ 2147483646 w 177"/>
                <a:gd name="T3" fmla="*/ 2147483646 h 141"/>
                <a:gd name="T4" fmla="*/ 0 w 177"/>
                <a:gd name="T5" fmla="*/ 2147483646 h 141"/>
                <a:gd name="T6" fmla="*/ 0 60000 65536"/>
                <a:gd name="T7" fmla="*/ 0 60000 65536"/>
                <a:gd name="T8" fmla="*/ 0 60000 65536"/>
                <a:gd name="T9" fmla="*/ 0 w 177"/>
                <a:gd name="T10" fmla="*/ 0 h 141"/>
                <a:gd name="T11" fmla="*/ 177 w 177"/>
                <a:gd name="T12" fmla="*/ 141 h 141"/>
              </a:gdLst>
              <a:ahLst/>
              <a:cxnLst>
                <a:cxn ang="T6">
                  <a:pos x="T0" y="T1"/>
                </a:cxn>
                <a:cxn ang="T7">
                  <a:pos x="T2" y="T3"/>
                </a:cxn>
                <a:cxn ang="T8">
                  <a:pos x="T4" y="T5"/>
                </a:cxn>
              </a:cxnLst>
              <a:rect l="T9" t="T10" r="T11" b="T12"/>
              <a:pathLst>
                <a:path w="177" h="141">
                  <a:moveTo>
                    <a:pt x="177" y="0"/>
                  </a:moveTo>
                  <a:lnTo>
                    <a:pt x="177" y="141"/>
                  </a:lnTo>
                  <a:lnTo>
                    <a:pt x="0" y="141"/>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389" name="Line 135">
              <a:extLst>
                <a:ext uri="{FF2B5EF4-FFF2-40B4-BE49-F238E27FC236}">
                  <a16:creationId xmlns:a16="http://schemas.microsoft.com/office/drawing/2014/main" id="{60D73D69-BBA7-13E4-958A-428A9154DA72}"/>
                </a:ext>
              </a:extLst>
            </p:cNvPr>
            <p:cNvSpPr>
              <a:spLocks noChangeShapeType="1"/>
            </p:cNvSpPr>
            <p:nvPr/>
          </p:nvSpPr>
          <p:spPr bwMode="auto">
            <a:xfrm>
              <a:off x="6348258" y="2552415"/>
              <a:ext cx="1518" cy="71604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390" name="Line 136">
              <a:extLst>
                <a:ext uri="{FF2B5EF4-FFF2-40B4-BE49-F238E27FC236}">
                  <a16:creationId xmlns:a16="http://schemas.microsoft.com/office/drawing/2014/main" id="{28DBD337-B19A-2230-3886-938A3732992F}"/>
                </a:ext>
              </a:extLst>
            </p:cNvPr>
            <p:cNvSpPr>
              <a:spLocks noChangeShapeType="1"/>
            </p:cNvSpPr>
            <p:nvPr/>
          </p:nvSpPr>
          <p:spPr bwMode="auto">
            <a:xfrm>
              <a:off x="6233935" y="2728326"/>
              <a:ext cx="1518" cy="360516"/>
            </a:xfrm>
            <a:prstGeom prst="line">
              <a:avLst/>
            </a:prstGeom>
            <a:noFill/>
            <a:ln w="381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391" name="Line 138">
              <a:extLst>
                <a:ext uri="{FF2B5EF4-FFF2-40B4-BE49-F238E27FC236}">
                  <a16:creationId xmlns:a16="http://schemas.microsoft.com/office/drawing/2014/main" id="{E5EF3FC9-837B-E631-D5E0-476100774E61}"/>
                </a:ext>
              </a:extLst>
            </p:cNvPr>
            <p:cNvSpPr>
              <a:spLocks noChangeShapeType="1"/>
            </p:cNvSpPr>
            <p:nvPr/>
          </p:nvSpPr>
          <p:spPr bwMode="auto">
            <a:xfrm>
              <a:off x="6122141" y="2738488"/>
              <a:ext cx="1518" cy="36051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392" name="Freeform 133">
              <a:extLst>
                <a:ext uri="{FF2B5EF4-FFF2-40B4-BE49-F238E27FC236}">
                  <a16:creationId xmlns:a16="http://schemas.microsoft.com/office/drawing/2014/main" id="{9370B1CD-9FCD-F602-BE28-85DF31B56CFF}"/>
                </a:ext>
              </a:extLst>
            </p:cNvPr>
            <p:cNvSpPr>
              <a:spLocks/>
            </p:cNvSpPr>
            <p:nvPr/>
          </p:nvSpPr>
          <p:spPr bwMode="auto">
            <a:xfrm>
              <a:off x="5074250" y="4211333"/>
              <a:ext cx="268609" cy="227607"/>
            </a:xfrm>
            <a:custGeom>
              <a:avLst/>
              <a:gdLst>
                <a:gd name="T0" fmla="*/ 0 w 177"/>
                <a:gd name="T1" fmla="*/ 0 h 137"/>
                <a:gd name="T2" fmla="*/ 2147483646 w 177"/>
                <a:gd name="T3" fmla="*/ 0 h 137"/>
                <a:gd name="T4" fmla="*/ 2147483646 w 177"/>
                <a:gd name="T5" fmla="*/ 2147483646 h 137"/>
                <a:gd name="T6" fmla="*/ 0 60000 65536"/>
                <a:gd name="T7" fmla="*/ 0 60000 65536"/>
                <a:gd name="T8" fmla="*/ 0 60000 65536"/>
                <a:gd name="T9" fmla="*/ 0 w 177"/>
                <a:gd name="T10" fmla="*/ 0 h 137"/>
                <a:gd name="T11" fmla="*/ 177 w 177"/>
                <a:gd name="T12" fmla="*/ 137 h 137"/>
              </a:gdLst>
              <a:ahLst/>
              <a:cxnLst>
                <a:cxn ang="T6">
                  <a:pos x="T0" y="T1"/>
                </a:cxn>
                <a:cxn ang="T7">
                  <a:pos x="T2" y="T3"/>
                </a:cxn>
                <a:cxn ang="T8">
                  <a:pos x="T4" y="T5"/>
                </a:cxn>
              </a:cxnLst>
              <a:rect l="T9" t="T10" r="T11" b="T12"/>
              <a:pathLst>
                <a:path w="177" h="137">
                  <a:moveTo>
                    <a:pt x="0" y="0"/>
                  </a:moveTo>
                  <a:lnTo>
                    <a:pt x="177" y="0"/>
                  </a:lnTo>
                  <a:lnTo>
                    <a:pt x="177" y="137"/>
                  </a:lnTo>
                </a:path>
              </a:pathLst>
            </a:custGeom>
            <a:noFill/>
            <a:ln w="19050">
              <a:solidFill>
                <a:srgbClr val="000000"/>
              </a:solidFill>
              <a:miter lim="800000"/>
              <a:headEn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393" name="Freeform 134">
              <a:extLst>
                <a:ext uri="{FF2B5EF4-FFF2-40B4-BE49-F238E27FC236}">
                  <a16:creationId xmlns:a16="http://schemas.microsoft.com/office/drawing/2014/main" id="{CFA64FB4-2E3F-A762-AD69-6FE40472AFB9}"/>
                </a:ext>
              </a:extLst>
            </p:cNvPr>
            <p:cNvSpPr>
              <a:spLocks/>
            </p:cNvSpPr>
            <p:nvPr/>
          </p:nvSpPr>
          <p:spPr bwMode="auto">
            <a:xfrm>
              <a:off x="5074250" y="3427169"/>
              <a:ext cx="268609" cy="234252"/>
            </a:xfrm>
            <a:custGeom>
              <a:avLst/>
              <a:gdLst>
                <a:gd name="T0" fmla="*/ 2147483646 w 177"/>
                <a:gd name="T1" fmla="*/ 0 h 141"/>
                <a:gd name="T2" fmla="*/ 2147483646 w 177"/>
                <a:gd name="T3" fmla="*/ 2147483646 h 141"/>
                <a:gd name="T4" fmla="*/ 0 w 177"/>
                <a:gd name="T5" fmla="*/ 2147483646 h 141"/>
                <a:gd name="T6" fmla="*/ 0 60000 65536"/>
                <a:gd name="T7" fmla="*/ 0 60000 65536"/>
                <a:gd name="T8" fmla="*/ 0 60000 65536"/>
                <a:gd name="T9" fmla="*/ 0 w 177"/>
                <a:gd name="T10" fmla="*/ 0 h 141"/>
                <a:gd name="T11" fmla="*/ 177 w 177"/>
                <a:gd name="T12" fmla="*/ 141 h 141"/>
              </a:gdLst>
              <a:ahLst/>
              <a:cxnLst>
                <a:cxn ang="T6">
                  <a:pos x="T0" y="T1"/>
                </a:cxn>
                <a:cxn ang="T7">
                  <a:pos x="T2" y="T3"/>
                </a:cxn>
                <a:cxn ang="T8">
                  <a:pos x="T4" y="T5"/>
                </a:cxn>
              </a:cxnLst>
              <a:rect l="T9" t="T10" r="T11" b="T12"/>
              <a:pathLst>
                <a:path w="177" h="141">
                  <a:moveTo>
                    <a:pt x="177" y="0"/>
                  </a:moveTo>
                  <a:lnTo>
                    <a:pt x="177" y="141"/>
                  </a:lnTo>
                  <a:lnTo>
                    <a:pt x="0" y="141"/>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394" name="Line 135">
              <a:extLst>
                <a:ext uri="{FF2B5EF4-FFF2-40B4-BE49-F238E27FC236}">
                  <a16:creationId xmlns:a16="http://schemas.microsoft.com/office/drawing/2014/main" id="{4D76FDE3-E98D-C812-3587-227827479322}"/>
                </a:ext>
              </a:extLst>
            </p:cNvPr>
            <p:cNvSpPr>
              <a:spLocks noChangeShapeType="1"/>
            </p:cNvSpPr>
            <p:nvPr/>
          </p:nvSpPr>
          <p:spPr bwMode="auto">
            <a:xfrm>
              <a:off x="5074250" y="3575030"/>
              <a:ext cx="1518" cy="71604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395" name="Line 136">
              <a:extLst>
                <a:ext uri="{FF2B5EF4-FFF2-40B4-BE49-F238E27FC236}">
                  <a16:creationId xmlns:a16="http://schemas.microsoft.com/office/drawing/2014/main" id="{36A2CC6B-394B-6862-8267-5C173DC1B6F1}"/>
                </a:ext>
              </a:extLst>
            </p:cNvPr>
            <p:cNvSpPr>
              <a:spLocks noChangeShapeType="1"/>
            </p:cNvSpPr>
            <p:nvPr/>
          </p:nvSpPr>
          <p:spPr bwMode="auto">
            <a:xfrm>
              <a:off x="4959927" y="3750941"/>
              <a:ext cx="1518" cy="360516"/>
            </a:xfrm>
            <a:prstGeom prst="line">
              <a:avLst/>
            </a:prstGeom>
            <a:noFill/>
            <a:ln w="381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396" name="Line 137">
              <a:extLst>
                <a:ext uri="{FF2B5EF4-FFF2-40B4-BE49-F238E27FC236}">
                  <a16:creationId xmlns:a16="http://schemas.microsoft.com/office/drawing/2014/main" id="{7ECE5E33-B42E-A3B2-3B89-DAED60388458}"/>
                </a:ext>
              </a:extLst>
            </p:cNvPr>
            <p:cNvSpPr>
              <a:spLocks noChangeShapeType="1"/>
            </p:cNvSpPr>
            <p:nvPr/>
          </p:nvSpPr>
          <p:spPr bwMode="auto">
            <a:xfrm flipV="1">
              <a:off x="4614882" y="3928690"/>
              <a:ext cx="2743200"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397" name="Line 138">
              <a:extLst>
                <a:ext uri="{FF2B5EF4-FFF2-40B4-BE49-F238E27FC236}">
                  <a16:creationId xmlns:a16="http://schemas.microsoft.com/office/drawing/2014/main" id="{61B67F80-0BA4-62F9-0E28-E9A16A0C4838}"/>
                </a:ext>
              </a:extLst>
            </p:cNvPr>
            <p:cNvSpPr>
              <a:spLocks noChangeShapeType="1"/>
            </p:cNvSpPr>
            <p:nvPr/>
          </p:nvSpPr>
          <p:spPr bwMode="auto">
            <a:xfrm>
              <a:off x="4848133" y="3761103"/>
              <a:ext cx="1518" cy="36051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398" name="Freeform 133">
              <a:extLst>
                <a:ext uri="{FF2B5EF4-FFF2-40B4-BE49-F238E27FC236}">
                  <a16:creationId xmlns:a16="http://schemas.microsoft.com/office/drawing/2014/main" id="{A3EE8455-4A31-AF36-D779-A025702F91F0}"/>
                </a:ext>
              </a:extLst>
            </p:cNvPr>
            <p:cNvSpPr>
              <a:spLocks/>
            </p:cNvSpPr>
            <p:nvPr/>
          </p:nvSpPr>
          <p:spPr bwMode="auto">
            <a:xfrm>
              <a:off x="6347048" y="4201101"/>
              <a:ext cx="268609" cy="227607"/>
            </a:xfrm>
            <a:custGeom>
              <a:avLst/>
              <a:gdLst>
                <a:gd name="T0" fmla="*/ 0 w 177"/>
                <a:gd name="T1" fmla="*/ 0 h 137"/>
                <a:gd name="T2" fmla="*/ 2147483646 w 177"/>
                <a:gd name="T3" fmla="*/ 0 h 137"/>
                <a:gd name="T4" fmla="*/ 2147483646 w 177"/>
                <a:gd name="T5" fmla="*/ 2147483646 h 137"/>
                <a:gd name="T6" fmla="*/ 0 60000 65536"/>
                <a:gd name="T7" fmla="*/ 0 60000 65536"/>
                <a:gd name="T8" fmla="*/ 0 60000 65536"/>
                <a:gd name="T9" fmla="*/ 0 w 177"/>
                <a:gd name="T10" fmla="*/ 0 h 137"/>
                <a:gd name="T11" fmla="*/ 177 w 177"/>
                <a:gd name="T12" fmla="*/ 137 h 137"/>
              </a:gdLst>
              <a:ahLst/>
              <a:cxnLst>
                <a:cxn ang="T6">
                  <a:pos x="T0" y="T1"/>
                </a:cxn>
                <a:cxn ang="T7">
                  <a:pos x="T2" y="T3"/>
                </a:cxn>
                <a:cxn ang="T8">
                  <a:pos x="T4" y="T5"/>
                </a:cxn>
              </a:cxnLst>
              <a:rect l="T9" t="T10" r="T11" b="T12"/>
              <a:pathLst>
                <a:path w="177" h="137">
                  <a:moveTo>
                    <a:pt x="0" y="0"/>
                  </a:moveTo>
                  <a:lnTo>
                    <a:pt x="177" y="0"/>
                  </a:lnTo>
                  <a:lnTo>
                    <a:pt x="177" y="137"/>
                  </a:lnTo>
                </a:path>
              </a:pathLst>
            </a:custGeom>
            <a:noFill/>
            <a:ln w="19050">
              <a:solidFill>
                <a:srgbClr val="000000"/>
              </a:solidFill>
              <a:miter lim="800000"/>
              <a:headEn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399" name="Freeform 134">
              <a:extLst>
                <a:ext uri="{FF2B5EF4-FFF2-40B4-BE49-F238E27FC236}">
                  <a16:creationId xmlns:a16="http://schemas.microsoft.com/office/drawing/2014/main" id="{70E21E85-5F54-AB12-6ABC-FB832CE51AAE}"/>
                </a:ext>
              </a:extLst>
            </p:cNvPr>
            <p:cNvSpPr>
              <a:spLocks/>
            </p:cNvSpPr>
            <p:nvPr/>
          </p:nvSpPr>
          <p:spPr bwMode="auto">
            <a:xfrm>
              <a:off x="6347048" y="3416937"/>
              <a:ext cx="268609" cy="234252"/>
            </a:xfrm>
            <a:custGeom>
              <a:avLst/>
              <a:gdLst>
                <a:gd name="T0" fmla="*/ 2147483646 w 177"/>
                <a:gd name="T1" fmla="*/ 0 h 141"/>
                <a:gd name="T2" fmla="*/ 2147483646 w 177"/>
                <a:gd name="T3" fmla="*/ 2147483646 h 141"/>
                <a:gd name="T4" fmla="*/ 0 w 177"/>
                <a:gd name="T5" fmla="*/ 2147483646 h 141"/>
                <a:gd name="T6" fmla="*/ 0 60000 65536"/>
                <a:gd name="T7" fmla="*/ 0 60000 65536"/>
                <a:gd name="T8" fmla="*/ 0 60000 65536"/>
                <a:gd name="T9" fmla="*/ 0 w 177"/>
                <a:gd name="T10" fmla="*/ 0 h 141"/>
                <a:gd name="T11" fmla="*/ 177 w 177"/>
                <a:gd name="T12" fmla="*/ 141 h 141"/>
              </a:gdLst>
              <a:ahLst/>
              <a:cxnLst>
                <a:cxn ang="T6">
                  <a:pos x="T0" y="T1"/>
                </a:cxn>
                <a:cxn ang="T7">
                  <a:pos x="T2" y="T3"/>
                </a:cxn>
                <a:cxn ang="T8">
                  <a:pos x="T4" y="T5"/>
                </a:cxn>
              </a:cxnLst>
              <a:rect l="T9" t="T10" r="T11" b="T12"/>
              <a:pathLst>
                <a:path w="177" h="141">
                  <a:moveTo>
                    <a:pt x="177" y="0"/>
                  </a:moveTo>
                  <a:lnTo>
                    <a:pt x="177" y="141"/>
                  </a:lnTo>
                  <a:lnTo>
                    <a:pt x="0" y="141"/>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400" name="Line 135">
              <a:extLst>
                <a:ext uri="{FF2B5EF4-FFF2-40B4-BE49-F238E27FC236}">
                  <a16:creationId xmlns:a16="http://schemas.microsoft.com/office/drawing/2014/main" id="{4C6095EA-FF28-FF12-D082-FAEC5955E8E8}"/>
                </a:ext>
              </a:extLst>
            </p:cNvPr>
            <p:cNvSpPr>
              <a:spLocks noChangeShapeType="1"/>
            </p:cNvSpPr>
            <p:nvPr/>
          </p:nvSpPr>
          <p:spPr bwMode="auto">
            <a:xfrm>
              <a:off x="6347048" y="3564798"/>
              <a:ext cx="1518" cy="71604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401" name="Line 136">
              <a:extLst>
                <a:ext uri="{FF2B5EF4-FFF2-40B4-BE49-F238E27FC236}">
                  <a16:creationId xmlns:a16="http://schemas.microsoft.com/office/drawing/2014/main" id="{3539DCA9-B65B-A474-A8B0-260D682317B3}"/>
                </a:ext>
              </a:extLst>
            </p:cNvPr>
            <p:cNvSpPr>
              <a:spLocks noChangeShapeType="1"/>
            </p:cNvSpPr>
            <p:nvPr/>
          </p:nvSpPr>
          <p:spPr bwMode="auto">
            <a:xfrm>
              <a:off x="6232725" y="3740709"/>
              <a:ext cx="1518" cy="360516"/>
            </a:xfrm>
            <a:prstGeom prst="line">
              <a:avLst/>
            </a:prstGeom>
            <a:noFill/>
            <a:ln w="381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402" name="Line 138">
              <a:extLst>
                <a:ext uri="{FF2B5EF4-FFF2-40B4-BE49-F238E27FC236}">
                  <a16:creationId xmlns:a16="http://schemas.microsoft.com/office/drawing/2014/main" id="{15B9C956-478D-9805-D109-CAB254CE5E6A}"/>
                </a:ext>
              </a:extLst>
            </p:cNvPr>
            <p:cNvSpPr>
              <a:spLocks noChangeShapeType="1"/>
            </p:cNvSpPr>
            <p:nvPr/>
          </p:nvSpPr>
          <p:spPr bwMode="auto">
            <a:xfrm>
              <a:off x="6120931" y="3750871"/>
              <a:ext cx="1518" cy="36051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1403" name="Line 137">
              <a:extLst>
                <a:ext uri="{FF2B5EF4-FFF2-40B4-BE49-F238E27FC236}">
                  <a16:creationId xmlns:a16="http://schemas.microsoft.com/office/drawing/2014/main" id="{9FAA40C0-C96D-2448-02F7-923E9255DAB5}"/>
                </a:ext>
              </a:extLst>
            </p:cNvPr>
            <p:cNvSpPr>
              <a:spLocks noChangeShapeType="1"/>
            </p:cNvSpPr>
            <p:nvPr/>
          </p:nvSpPr>
          <p:spPr bwMode="auto">
            <a:xfrm flipV="1">
              <a:off x="4591132" y="3428436"/>
              <a:ext cx="2743200"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cxnSp>
          <p:nvCxnSpPr>
            <p:cNvPr id="101404" name="Straight Connector 55">
              <a:extLst>
                <a:ext uri="{FF2B5EF4-FFF2-40B4-BE49-F238E27FC236}">
                  <a16:creationId xmlns:a16="http://schemas.microsoft.com/office/drawing/2014/main" id="{3F139C68-40B2-3CF7-B0CE-EAE93046451E}"/>
                </a:ext>
              </a:extLst>
            </p:cNvPr>
            <p:cNvCxnSpPr>
              <a:cxnSpLocks noChangeShapeType="1"/>
            </p:cNvCxnSpPr>
            <p:nvPr/>
          </p:nvCxnSpPr>
          <p:spPr bwMode="auto">
            <a:xfrm rot="5400000">
              <a:off x="4311292" y="3375024"/>
              <a:ext cx="256032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01405" name="Straight Connector 56">
              <a:extLst>
                <a:ext uri="{FF2B5EF4-FFF2-40B4-BE49-F238E27FC236}">
                  <a16:creationId xmlns:a16="http://schemas.microsoft.com/office/drawing/2014/main" id="{749B0F5E-207D-FFCD-F1AB-2BA0EE5D7019}"/>
                </a:ext>
              </a:extLst>
            </p:cNvPr>
            <p:cNvCxnSpPr>
              <a:cxnSpLocks noChangeShapeType="1"/>
            </p:cNvCxnSpPr>
            <p:nvPr/>
          </p:nvCxnSpPr>
          <p:spPr bwMode="auto">
            <a:xfrm rot="5400000">
              <a:off x="5573844" y="3374230"/>
              <a:ext cx="256032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01406" name="TextBox 57">
              <a:extLst>
                <a:ext uri="{FF2B5EF4-FFF2-40B4-BE49-F238E27FC236}">
                  <a16:creationId xmlns:a16="http://schemas.microsoft.com/office/drawing/2014/main" id="{785C700E-C34B-BDA1-B5BB-ECC5CE82E018}"/>
                </a:ext>
              </a:extLst>
            </p:cNvPr>
            <p:cNvSpPr txBox="1">
              <a:spLocks noChangeArrowheads="1"/>
            </p:cNvSpPr>
            <p:nvPr/>
          </p:nvSpPr>
          <p:spPr bwMode="auto">
            <a:xfrm>
              <a:off x="4150629" y="3249935"/>
              <a:ext cx="5486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0 V</a:t>
              </a:r>
              <a:endParaRPr lang="en-GB" altLang="en-US" sz="1400" b="1"/>
            </a:p>
          </p:txBody>
        </p:sp>
        <p:sp>
          <p:nvSpPr>
            <p:cNvPr id="101407" name="TextBox 58">
              <a:extLst>
                <a:ext uri="{FF2B5EF4-FFF2-40B4-BE49-F238E27FC236}">
                  <a16:creationId xmlns:a16="http://schemas.microsoft.com/office/drawing/2014/main" id="{7AD853B7-046B-4998-9077-C1AB18E976D5}"/>
                </a:ext>
              </a:extLst>
            </p:cNvPr>
            <p:cNvSpPr txBox="1">
              <a:spLocks noChangeArrowheads="1"/>
            </p:cNvSpPr>
            <p:nvPr/>
          </p:nvSpPr>
          <p:spPr bwMode="auto">
            <a:xfrm>
              <a:off x="4102941" y="2737618"/>
              <a:ext cx="5486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5 V</a:t>
              </a:r>
              <a:endParaRPr lang="en-GB" altLang="en-US" sz="1400" b="1"/>
            </a:p>
          </p:txBody>
        </p:sp>
        <p:sp>
          <p:nvSpPr>
            <p:cNvPr id="101408" name="TextBox 59">
              <a:extLst>
                <a:ext uri="{FF2B5EF4-FFF2-40B4-BE49-F238E27FC236}">
                  <a16:creationId xmlns:a16="http://schemas.microsoft.com/office/drawing/2014/main" id="{4C445E5C-CE62-C2C8-1B22-AAACA5A3B8CB}"/>
                </a:ext>
              </a:extLst>
            </p:cNvPr>
            <p:cNvSpPr txBox="1">
              <a:spLocks noChangeArrowheads="1"/>
            </p:cNvSpPr>
            <p:nvPr/>
          </p:nvSpPr>
          <p:spPr bwMode="auto">
            <a:xfrm>
              <a:off x="4174379" y="3737938"/>
              <a:ext cx="5486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a:t>0 V</a:t>
              </a:r>
              <a:endParaRPr lang="en-GB" altLang="en-US" sz="1400" b="1"/>
            </a:p>
          </p:txBody>
        </p:sp>
        <p:cxnSp>
          <p:nvCxnSpPr>
            <p:cNvPr id="101409" name="Straight Connector 60">
              <a:extLst>
                <a:ext uri="{FF2B5EF4-FFF2-40B4-BE49-F238E27FC236}">
                  <a16:creationId xmlns:a16="http://schemas.microsoft.com/office/drawing/2014/main" id="{2DE5472F-D687-1BE8-8498-3DE4A3700622}"/>
                </a:ext>
              </a:extLst>
            </p:cNvPr>
            <p:cNvCxnSpPr>
              <a:cxnSpLocks noChangeShapeType="1"/>
            </p:cNvCxnSpPr>
            <p:nvPr/>
          </p:nvCxnSpPr>
          <p:spPr bwMode="auto">
            <a:xfrm>
              <a:off x="5341325" y="2416241"/>
              <a:ext cx="237744" cy="1588"/>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01410" name="Straight Connector 61">
              <a:extLst>
                <a:ext uri="{FF2B5EF4-FFF2-40B4-BE49-F238E27FC236}">
                  <a16:creationId xmlns:a16="http://schemas.microsoft.com/office/drawing/2014/main" id="{FDAD682F-996B-8C64-4D2B-1BE1ECBDC2C8}"/>
                </a:ext>
              </a:extLst>
            </p:cNvPr>
            <p:cNvCxnSpPr>
              <a:cxnSpLocks noChangeShapeType="1"/>
            </p:cNvCxnSpPr>
            <p:nvPr/>
          </p:nvCxnSpPr>
          <p:spPr bwMode="auto">
            <a:xfrm>
              <a:off x="5341325" y="4428568"/>
              <a:ext cx="237744" cy="1588"/>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01411" name="Straight Connector 62">
              <a:extLst>
                <a:ext uri="{FF2B5EF4-FFF2-40B4-BE49-F238E27FC236}">
                  <a16:creationId xmlns:a16="http://schemas.microsoft.com/office/drawing/2014/main" id="{B111BE8E-E6F5-76E4-923B-3CD5E445649F}"/>
                </a:ext>
              </a:extLst>
            </p:cNvPr>
            <p:cNvCxnSpPr>
              <a:cxnSpLocks noChangeShapeType="1"/>
            </p:cNvCxnSpPr>
            <p:nvPr/>
          </p:nvCxnSpPr>
          <p:spPr bwMode="auto">
            <a:xfrm>
              <a:off x="6603083" y="2404366"/>
              <a:ext cx="237744" cy="1588"/>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01412" name="Straight Connector 63">
              <a:extLst>
                <a:ext uri="{FF2B5EF4-FFF2-40B4-BE49-F238E27FC236}">
                  <a16:creationId xmlns:a16="http://schemas.microsoft.com/office/drawing/2014/main" id="{C31395A6-A225-093E-88D2-8CE90AE124D6}"/>
                </a:ext>
              </a:extLst>
            </p:cNvPr>
            <p:cNvCxnSpPr>
              <a:cxnSpLocks noChangeShapeType="1"/>
            </p:cNvCxnSpPr>
            <p:nvPr/>
          </p:nvCxnSpPr>
          <p:spPr bwMode="auto">
            <a:xfrm>
              <a:off x="6603083" y="4416881"/>
              <a:ext cx="237744" cy="1588"/>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sp>
          <p:nvSpPr>
            <p:cNvPr id="101413" name="TextBox 64">
              <a:extLst>
                <a:ext uri="{FF2B5EF4-FFF2-40B4-BE49-F238E27FC236}">
                  <a16:creationId xmlns:a16="http://schemas.microsoft.com/office/drawing/2014/main" id="{0C2A9078-79C5-04EB-4638-8EB652818EDD}"/>
                </a:ext>
              </a:extLst>
            </p:cNvPr>
            <p:cNvSpPr txBox="1">
              <a:spLocks noChangeArrowheads="1"/>
            </p:cNvSpPr>
            <p:nvPr/>
          </p:nvSpPr>
          <p:spPr bwMode="auto">
            <a:xfrm>
              <a:off x="5257448" y="1809112"/>
              <a:ext cx="5715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BL0</a:t>
              </a:r>
              <a:endParaRPr lang="en-GB" altLang="en-US" sz="1600"/>
            </a:p>
          </p:txBody>
        </p:sp>
        <p:sp>
          <p:nvSpPr>
            <p:cNvPr id="101414" name="TextBox 65">
              <a:extLst>
                <a:ext uri="{FF2B5EF4-FFF2-40B4-BE49-F238E27FC236}">
                  <a16:creationId xmlns:a16="http://schemas.microsoft.com/office/drawing/2014/main" id="{1B405B7D-B478-37FE-FDD6-4EBD36758541}"/>
                </a:ext>
              </a:extLst>
            </p:cNvPr>
            <p:cNvSpPr txBox="1">
              <a:spLocks noChangeArrowheads="1"/>
            </p:cNvSpPr>
            <p:nvPr/>
          </p:nvSpPr>
          <p:spPr bwMode="auto">
            <a:xfrm>
              <a:off x="6662646" y="1809112"/>
              <a:ext cx="5715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BL1</a:t>
              </a:r>
              <a:endParaRPr lang="en-GB" altLang="en-US" sz="1600"/>
            </a:p>
          </p:txBody>
        </p:sp>
        <p:sp>
          <p:nvSpPr>
            <p:cNvPr id="101415" name="Oval 66">
              <a:extLst>
                <a:ext uri="{FF2B5EF4-FFF2-40B4-BE49-F238E27FC236}">
                  <a16:creationId xmlns:a16="http://schemas.microsoft.com/office/drawing/2014/main" id="{6652E888-EE40-C74F-8783-30C97C45CC24}"/>
                </a:ext>
              </a:extLst>
            </p:cNvPr>
            <p:cNvSpPr>
              <a:spLocks noChangeArrowheads="1"/>
            </p:cNvSpPr>
            <p:nvPr/>
          </p:nvSpPr>
          <p:spPr bwMode="auto">
            <a:xfrm>
              <a:off x="4755986" y="2332740"/>
              <a:ext cx="1005840" cy="1005840"/>
            </a:xfrm>
            <a:prstGeom prst="ellipse">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1416" name="TextBox 67">
              <a:extLst>
                <a:ext uri="{FF2B5EF4-FFF2-40B4-BE49-F238E27FC236}">
                  <a16:creationId xmlns:a16="http://schemas.microsoft.com/office/drawing/2014/main" id="{1C187EE4-5A6B-B2D1-EB9D-F2A220C5AFB7}"/>
                </a:ext>
              </a:extLst>
            </p:cNvPr>
            <p:cNvSpPr txBox="1">
              <a:spLocks noChangeArrowheads="1"/>
            </p:cNvSpPr>
            <p:nvPr/>
          </p:nvSpPr>
          <p:spPr bwMode="auto">
            <a:xfrm>
              <a:off x="5185070" y="4647996"/>
              <a:ext cx="8825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1 V</a:t>
              </a:r>
              <a:endParaRPr lang="en-GB" altLang="en-US" sz="1600"/>
            </a:p>
          </p:txBody>
        </p:sp>
        <p:sp>
          <p:nvSpPr>
            <p:cNvPr id="101417" name="TextBox 68">
              <a:extLst>
                <a:ext uri="{FF2B5EF4-FFF2-40B4-BE49-F238E27FC236}">
                  <a16:creationId xmlns:a16="http://schemas.microsoft.com/office/drawing/2014/main" id="{3B964FA7-E6C4-CB57-BE7A-2AF91029A4FB}"/>
                </a:ext>
              </a:extLst>
            </p:cNvPr>
            <p:cNvSpPr txBox="1">
              <a:spLocks noChangeArrowheads="1"/>
            </p:cNvSpPr>
            <p:nvPr/>
          </p:nvSpPr>
          <p:spPr bwMode="auto">
            <a:xfrm>
              <a:off x="6448520" y="4619132"/>
              <a:ext cx="8825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  0 V</a:t>
              </a:r>
              <a:endParaRPr lang="en-GB" altLang="en-US" sz="1600"/>
            </a:p>
          </p:txBody>
        </p:sp>
        <p:sp>
          <p:nvSpPr>
            <p:cNvPr id="101418" name="TextBox 95">
              <a:extLst>
                <a:ext uri="{FF2B5EF4-FFF2-40B4-BE49-F238E27FC236}">
                  <a16:creationId xmlns:a16="http://schemas.microsoft.com/office/drawing/2014/main" id="{0E316A53-89EB-320A-9451-A423A6FB35F2}"/>
                </a:ext>
              </a:extLst>
            </p:cNvPr>
            <p:cNvSpPr txBox="1">
              <a:spLocks noChangeArrowheads="1"/>
            </p:cNvSpPr>
            <p:nvPr/>
          </p:nvSpPr>
          <p:spPr bwMode="auto">
            <a:xfrm>
              <a:off x="7358082" y="2714620"/>
              <a:ext cx="8572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WL0</a:t>
              </a:r>
              <a:endParaRPr lang="en-GB" altLang="en-US" sz="1600"/>
            </a:p>
          </p:txBody>
        </p:sp>
        <p:sp>
          <p:nvSpPr>
            <p:cNvPr id="101419" name="TextBox 96">
              <a:extLst>
                <a:ext uri="{FF2B5EF4-FFF2-40B4-BE49-F238E27FC236}">
                  <a16:creationId xmlns:a16="http://schemas.microsoft.com/office/drawing/2014/main" id="{7B163048-CE3A-1C29-7A63-AE2E81843309}"/>
                </a:ext>
              </a:extLst>
            </p:cNvPr>
            <p:cNvSpPr txBox="1">
              <a:spLocks noChangeArrowheads="1"/>
            </p:cNvSpPr>
            <p:nvPr/>
          </p:nvSpPr>
          <p:spPr bwMode="auto">
            <a:xfrm>
              <a:off x="7382020" y="3738502"/>
              <a:ext cx="6904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WL1</a:t>
              </a:r>
              <a:endParaRPr lang="en-GB" altLang="en-US" sz="1600"/>
            </a:p>
          </p:txBody>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47">
            <a:extLst>
              <a:ext uri="{FF2B5EF4-FFF2-40B4-BE49-F238E27FC236}">
                <a16:creationId xmlns:a16="http://schemas.microsoft.com/office/drawing/2014/main" id="{6B28CB6C-8569-C534-A7DD-2A2796FFBC47}"/>
              </a:ext>
            </a:extLst>
          </p:cNvPr>
          <p:cNvSpPr txBox="1">
            <a:spLocks noChangeArrowheads="1"/>
          </p:cNvSpPr>
          <p:nvPr/>
        </p:nvSpPr>
        <p:spPr bwMode="auto">
          <a:xfrm>
            <a:off x="2082801" y="4292601"/>
            <a:ext cx="8367713"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To form a low level in the output  F, the presence in chain of transistors even if one “on transistor” is enough.</a:t>
            </a:r>
          </a:p>
          <a:p>
            <a:pPr eaLnBrk="1" hangingPunct="1">
              <a:spcBef>
                <a:spcPct val="50000"/>
              </a:spcBef>
            </a:pPr>
            <a:r>
              <a:rPr lang="en-US" altLang="en-US"/>
              <a:t>All transistors, except addressable, must be closed. </a:t>
            </a:r>
          </a:p>
          <a:p>
            <a:pPr eaLnBrk="1" hangingPunct="1">
              <a:spcBef>
                <a:spcPct val="50000"/>
              </a:spcBef>
            </a:pPr>
            <a:r>
              <a:rPr lang="en-US" altLang="en-US"/>
              <a:t>Fast access at random sample.</a:t>
            </a:r>
            <a:endParaRPr lang="ru-RU" altLang="en-US"/>
          </a:p>
        </p:txBody>
      </p:sp>
      <p:grpSp>
        <p:nvGrpSpPr>
          <p:cNvPr id="102403" name="Group 62">
            <a:extLst>
              <a:ext uri="{FF2B5EF4-FFF2-40B4-BE49-F238E27FC236}">
                <a16:creationId xmlns:a16="http://schemas.microsoft.com/office/drawing/2014/main" id="{BFA41A63-5A7A-B14A-683B-42A8927DFC57}"/>
              </a:ext>
            </a:extLst>
          </p:cNvPr>
          <p:cNvGrpSpPr>
            <a:grpSpLocks/>
          </p:cNvGrpSpPr>
          <p:nvPr/>
        </p:nvGrpSpPr>
        <p:grpSpPr bwMode="auto">
          <a:xfrm>
            <a:off x="2576514" y="1674813"/>
            <a:ext cx="6327775" cy="2519362"/>
            <a:chOff x="663" y="1143"/>
            <a:chExt cx="4231" cy="1547"/>
          </a:xfrm>
        </p:grpSpPr>
        <p:sp>
          <p:nvSpPr>
            <p:cNvPr id="102405" name="Rectangle 7">
              <a:extLst>
                <a:ext uri="{FF2B5EF4-FFF2-40B4-BE49-F238E27FC236}">
                  <a16:creationId xmlns:a16="http://schemas.microsoft.com/office/drawing/2014/main" id="{6DC060D1-72A3-9542-0CF4-4DB23EAEFDCE}"/>
                </a:ext>
              </a:extLst>
            </p:cNvPr>
            <p:cNvSpPr>
              <a:spLocks noChangeArrowheads="1"/>
            </p:cNvSpPr>
            <p:nvPr/>
          </p:nvSpPr>
          <p:spPr bwMode="auto">
            <a:xfrm>
              <a:off x="2545" y="1497"/>
              <a:ext cx="123" cy="323"/>
            </a:xfrm>
            <a:prstGeom prst="rect">
              <a:avLst/>
            </a:prstGeom>
            <a:solidFill>
              <a:schemeClr val="accent1"/>
            </a:solidFill>
            <a:ln w="22225">
              <a:solidFill>
                <a:srgbClr val="000000"/>
              </a:solidFill>
              <a:miter lim="800000"/>
              <a:headEnd/>
              <a:tailEnd type="none" w="lg" len="lg"/>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2406" name="Line 8">
              <a:extLst>
                <a:ext uri="{FF2B5EF4-FFF2-40B4-BE49-F238E27FC236}">
                  <a16:creationId xmlns:a16="http://schemas.microsoft.com/office/drawing/2014/main" id="{1F60DB33-B2BB-D510-54CF-F90142E6D5FC}"/>
                </a:ext>
              </a:extLst>
            </p:cNvPr>
            <p:cNvSpPr>
              <a:spLocks noChangeShapeType="1"/>
            </p:cNvSpPr>
            <p:nvPr/>
          </p:nvSpPr>
          <p:spPr bwMode="auto">
            <a:xfrm>
              <a:off x="2608" y="1366"/>
              <a:ext cx="0" cy="124"/>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07" name="Oval 9">
              <a:extLst>
                <a:ext uri="{FF2B5EF4-FFF2-40B4-BE49-F238E27FC236}">
                  <a16:creationId xmlns:a16="http://schemas.microsoft.com/office/drawing/2014/main" id="{8F05ECAF-EACF-FA6B-C6E1-CBA078044D4E}"/>
                </a:ext>
              </a:extLst>
            </p:cNvPr>
            <p:cNvSpPr>
              <a:spLocks noChangeArrowheads="1"/>
            </p:cNvSpPr>
            <p:nvPr/>
          </p:nvSpPr>
          <p:spPr bwMode="auto">
            <a:xfrm>
              <a:off x="2566" y="1276"/>
              <a:ext cx="87" cy="86"/>
            </a:xfrm>
            <a:prstGeom prst="ellipse">
              <a:avLst/>
            </a:prstGeom>
            <a:solidFill>
              <a:schemeClr val="accent1"/>
            </a:solidFill>
            <a:ln w="22225">
              <a:solidFill>
                <a:srgbClr val="000000"/>
              </a:solidFill>
              <a:round/>
              <a:headEnd/>
              <a:tailEnd type="none" w="lg" len="lg"/>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2408" name="Line 10">
              <a:extLst>
                <a:ext uri="{FF2B5EF4-FFF2-40B4-BE49-F238E27FC236}">
                  <a16:creationId xmlns:a16="http://schemas.microsoft.com/office/drawing/2014/main" id="{B9644751-8237-1EE5-8C8A-3195E53F1B4E}"/>
                </a:ext>
              </a:extLst>
            </p:cNvPr>
            <p:cNvSpPr>
              <a:spLocks noChangeShapeType="1"/>
            </p:cNvSpPr>
            <p:nvPr/>
          </p:nvSpPr>
          <p:spPr bwMode="auto">
            <a:xfrm>
              <a:off x="2608" y="1822"/>
              <a:ext cx="0" cy="166"/>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09" name="Line 11">
              <a:extLst>
                <a:ext uri="{FF2B5EF4-FFF2-40B4-BE49-F238E27FC236}">
                  <a16:creationId xmlns:a16="http://schemas.microsoft.com/office/drawing/2014/main" id="{07AD43A9-C0B1-ECDE-572B-77CD7DF497B4}"/>
                </a:ext>
              </a:extLst>
            </p:cNvPr>
            <p:cNvSpPr>
              <a:spLocks noChangeShapeType="1"/>
            </p:cNvSpPr>
            <p:nvPr/>
          </p:nvSpPr>
          <p:spPr bwMode="auto">
            <a:xfrm>
              <a:off x="1249" y="1988"/>
              <a:ext cx="1882"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10" name="Line 12">
              <a:extLst>
                <a:ext uri="{FF2B5EF4-FFF2-40B4-BE49-F238E27FC236}">
                  <a16:creationId xmlns:a16="http://schemas.microsoft.com/office/drawing/2014/main" id="{751B374E-70FC-7490-67F4-42FAF6FB4748}"/>
                </a:ext>
              </a:extLst>
            </p:cNvPr>
            <p:cNvSpPr>
              <a:spLocks noChangeShapeType="1"/>
            </p:cNvSpPr>
            <p:nvPr/>
          </p:nvSpPr>
          <p:spPr bwMode="auto">
            <a:xfrm>
              <a:off x="2608" y="1988"/>
              <a:ext cx="0" cy="166"/>
            </a:xfrm>
            <a:prstGeom prst="line">
              <a:avLst/>
            </a:prstGeom>
            <a:noFill/>
            <a:ln w="22225">
              <a:solidFill>
                <a:srgbClr val="000000"/>
              </a:solidFill>
              <a:round/>
              <a:headEnd type="oval" w="med" len="me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11" name="Line 13">
              <a:extLst>
                <a:ext uri="{FF2B5EF4-FFF2-40B4-BE49-F238E27FC236}">
                  <a16:creationId xmlns:a16="http://schemas.microsoft.com/office/drawing/2014/main" id="{D246F4F8-7670-D066-B90E-0094DEC1D3FC}"/>
                </a:ext>
              </a:extLst>
            </p:cNvPr>
            <p:cNvSpPr>
              <a:spLocks noChangeShapeType="1"/>
            </p:cNvSpPr>
            <p:nvPr/>
          </p:nvSpPr>
          <p:spPr bwMode="auto">
            <a:xfrm>
              <a:off x="2461" y="2154"/>
              <a:ext cx="148"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12" name="Line 14">
              <a:extLst>
                <a:ext uri="{FF2B5EF4-FFF2-40B4-BE49-F238E27FC236}">
                  <a16:creationId xmlns:a16="http://schemas.microsoft.com/office/drawing/2014/main" id="{A4383464-1FCD-B47E-02CA-8B3678F83796}"/>
                </a:ext>
              </a:extLst>
            </p:cNvPr>
            <p:cNvSpPr>
              <a:spLocks noChangeShapeType="1"/>
            </p:cNvSpPr>
            <p:nvPr/>
          </p:nvSpPr>
          <p:spPr bwMode="auto">
            <a:xfrm>
              <a:off x="2461" y="2154"/>
              <a:ext cx="0" cy="290"/>
            </a:xfrm>
            <a:prstGeom prst="line">
              <a:avLst/>
            </a:prstGeom>
            <a:noFill/>
            <a:ln w="349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13" name="Line 15">
              <a:extLst>
                <a:ext uri="{FF2B5EF4-FFF2-40B4-BE49-F238E27FC236}">
                  <a16:creationId xmlns:a16="http://schemas.microsoft.com/office/drawing/2014/main" id="{BF7FC5A6-A7B5-009E-4790-9469BBE1A036}"/>
                </a:ext>
              </a:extLst>
            </p:cNvPr>
            <p:cNvSpPr>
              <a:spLocks noChangeShapeType="1"/>
            </p:cNvSpPr>
            <p:nvPr/>
          </p:nvSpPr>
          <p:spPr bwMode="auto">
            <a:xfrm>
              <a:off x="2460" y="2439"/>
              <a:ext cx="149"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14" name="Line 16">
              <a:extLst>
                <a:ext uri="{FF2B5EF4-FFF2-40B4-BE49-F238E27FC236}">
                  <a16:creationId xmlns:a16="http://schemas.microsoft.com/office/drawing/2014/main" id="{5390B313-44C3-2D72-50C1-0E83EFB98D52}"/>
                </a:ext>
              </a:extLst>
            </p:cNvPr>
            <p:cNvSpPr>
              <a:spLocks noChangeShapeType="1"/>
            </p:cNvSpPr>
            <p:nvPr/>
          </p:nvSpPr>
          <p:spPr bwMode="auto">
            <a:xfrm>
              <a:off x="2608" y="2444"/>
              <a:ext cx="0" cy="166"/>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15" name="Line 18">
              <a:extLst>
                <a:ext uri="{FF2B5EF4-FFF2-40B4-BE49-F238E27FC236}">
                  <a16:creationId xmlns:a16="http://schemas.microsoft.com/office/drawing/2014/main" id="{8E6B0B9A-3BF4-850A-5B23-565D03EB7A1E}"/>
                </a:ext>
              </a:extLst>
            </p:cNvPr>
            <p:cNvSpPr>
              <a:spLocks noChangeShapeType="1"/>
            </p:cNvSpPr>
            <p:nvPr/>
          </p:nvSpPr>
          <p:spPr bwMode="auto">
            <a:xfrm>
              <a:off x="2386" y="2194"/>
              <a:ext cx="0" cy="199"/>
            </a:xfrm>
            <a:prstGeom prst="line">
              <a:avLst/>
            </a:prstGeom>
            <a:noFill/>
            <a:ln w="4127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16" name="Line 19">
              <a:extLst>
                <a:ext uri="{FF2B5EF4-FFF2-40B4-BE49-F238E27FC236}">
                  <a16:creationId xmlns:a16="http://schemas.microsoft.com/office/drawing/2014/main" id="{1FE938E3-FB8D-795A-B890-B9CB5D9AADF3}"/>
                </a:ext>
              </a:extLst>
            </p:cNvPr>
            <p:cNvSpPr>
              <a:spLocks noChangeShapeType="1"/>
            </p:cNvSpPr>
            <p:nvPr/>
          </p:nvSpPr>
          <p:spPr bwMode="auto">
            <a:xfrm>
              <a:off x="2323" y="2194"/>
              <a:ext cx="0" cy="199"/>
            </a:xfrm>
            <a:prstGeom prst="line">
              <a:avLst/>
            </a:prstGeom>
            <a:noFill/>
            <a:ln w="2857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17" name="Line 20">
              <a:extLst>
                <a:ext uri="{FF2B5EF4-FFF2-40B4-BE49-F238E27FC236}">
                  <a16:creationId xmlns:a16="http://schemas.microsoft.com/office/drawing/2014/main" id="{BE4A0BDB-30DD-96B7-0F38-57D050584877}"/>
                </a:ext>
              </a:extLst>
            </p:cNvPr>
            <p:cNvSpPr>
              <a:spLocks noChangeShapeType="1"/>
            </p:cNvSpPr>
            <p:nvPr/>
          </p:nvSpPr>
          <p:spPr bwMode="auto">
            <a:xfrm>
              <a:off x="2025" y="2299"/>
              <a:ext cx="293"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18" name="Line 21">
              <a:extLst>
                <a:ext uri="{FF2B5EF4-FFF2-40B4-BE49-F238E27FC236}">
                  <a16:creationId xmlns:a16="http://schemas.microsoft.com/office/drawing/2014/main" id="{3C87C1FF-F385-35A3-F5A1-4CA25EE59E14}"/>
                </a:ext>
              </a:extLst>
            </p:cNvPr>
            <p:cNvSpPr>
              <a:spLocks noChangeShapeType="1"/>
            </p:cNvSpPr>
            <p:nvPr/>
          </p:nvSpPr>
          <p:spPr bwMode="auto">
            <a:xfrm>
              <a:off x="1495" y="1988"/>
              <a:ext cx="0" cy="166"/>
            </a:xfrm>
            <a:prstGeom prst="line">
              <a:avLst/>
            </a:prstGeom>
            <a:noFill/>
            <a:ln w="22225">
              <a:solidFill>
                <a:srgbClr val="000000"/>
              </a:solidFill>
              <a:round/>
              <a:headEnd type="oval" w="med" len="me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19" name="Line 22">
              <a:extLst>
                <a:ext uri="{FF2B5EF4-FFF2-40B4-BE49-F238E27FC236}">
                  <a16:creationId xmlns:a16="http://schemas.microsoft.com/office/drawing/2014/main" id="{CFB32622-FB43-1A09-D66D-50B61F83F15B}"/>
                </a:ext>
              </a:extLst>
            </p:cNvPr>
            <p:cNvSpPr>
              <a:spLocks noChangeShapeType="1"/>
            </p:cNvSpPr>
            <p:nvPr/>
          </p:nvSpPr>
          <p:spPr bwMode="auto">
            <a:xfrm>
              <a:off x="1349" y="2154"/>
              <a:ext cx="148"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20" name="Line 23">
              <a:extLst>
                <a:ext uri="{FF2B5EF4-FFF2-40B4-BE49-F238E27FC236}">
                  <a16:creationId xmlns:a16="http://schemas.microsoft.com/office/drawing/2014/main" id="{62C78B77-4387-E8FE-1799-C2D4327E71BF}"/>
                </a:ext>
              </a:extLst>
            </p:cNvPr>
            <p:cNvSpPr>
              <a:spLocks noChangeShapeType="1"/>
            </p:cNvSpPr>
            <p:nvPr/>
          </p:nvSpPr>
          <p:spPr bwMode="auto">
            <a:xfrm>
              <a:off x="1349" y="2154"/>
              <a:ext cx="0" cy="290"/>
            </a:xfrm>
            <a:prstGeom prst="line">
              <a:avLst/>
            </a:prstGeom>
            <a:noFill/>
            <a:ln w="349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21" name="Line 24">
              <a:extLst>
                <a:ext uri="{FF2B5EF4-FFF2-40B4-BE49-F238E27FC236}">
                  <a16:creationId xmlns:a16="http://schemas.microsoft.com/office/drawing/2014/main" id="{259F3F3B-C258-1E58-7B70-DEE058DA9CF1}"/>
                </a:ext>
              </a:extLst>
            </p:cNvPr>
            <p:cNvSpPr>
              <a:spLocks noChangeShapeType="1"/>
            </p:cNvSpPr>
            <p:nvPr/>
          </p:nvSpPr>
          <p:spPr bwMode="auto">
            <a:xfrm>
              <a:off x="1348" y="2446"/>
              <a:ext cx="148"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22" name="Line 25">
              <a:extLst>
                <a:ext uri="{FF2B5EF4-FFF2-40B4-BE49-F238E27FC236}">
                  <a16:creationId xmlns:a16="http://schemas.microsoft.com/office/drawing/2014/main" id="{93DBAEE8-6285-0AB5-9C37-8447DFE60244}"/>
                </a:ext>
              </a:extLst>
            </p:cNvPr>
            <p:cNvSpPr>
              <a:spLocks noChangeShapeType="1"/>
            </p:cNvSpPr>
            <p:nvPr/>
          </p:nvSpPr>
          <p:spPr bwMode="auto">
            <a:xfrm>
              <a:off x="1495" y="2444"/>
              <a:ext cx="0" cy="166"/>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23" name="Line 27">
              <a:extLst>
                <a:ext uri="{FF2B5EF4-FFF2-40B4-BE49-F238E27FC236}">
                  <a16:creationId xmlns:a16="http://schemas.microsoft.com/office/drawing/2014/main" id="{D216C04D-CBF5-EA7F-94D7-0EF69B63F289}"/>
                </a:ext>
              </a:extLst>
            </p:cNvPr>
            <p:cNvSpPr>
              <a:spLocks noChangeShapeType="1"/>
            </p:cNvSpPr>
            <p:nvPr/>
          </p:nvSpPr>
          <p:spPr bwMode="auto">
            <a:xfrm>
              <a:off x="1273" y="2194"/>
              <a:ext cx="0" cy="199"/>
            </a:xfrm>
            <a:prstGeom prst="line">
              <a:avLst/>
            </a:prstGeom>
            <a:noFill/>
            <a:ln w="4127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24" name="Line 28">
              <a:extLst>
                <a:ext uri="{FF2B5EF4-FFF2-40B4-BE49-F238E27FC236}">
                  <a16:creationId xmlns:a16="http://schemas.microsoft.com/office/drawing/2014/main" id="{5EF163EA-22AC-E6FD-C2F8-05CB499D9D0C}"/>
                </a:ext>
              </a:extLst>
            </p:cNvPr>
            <p:cNvSpPr>
              <a:spLocks noChangeShapeType="1"/>
            </p:cNvSpPr>
            <p:nvPr/>
          </p:nvSpPr>
          <p:spPr bwMode="auto">
            <a:xfrm>
              <a:off x="1195" y="2194"/>
              <a:ext cx="0" cy="199"/>
            </a:xfrm>
            <a:prstGeom prst="line">
              <a:avLst/>
            </a:prstGeom>
            <a:noFill/>
            <a:ln w="2857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25" name="Line 29">
              <a:extLst>
                <a:ext uri="{FF2B5EF4-FFF2-40B4-BE49-F238E27FC236}">
                  <a16:creationId xmlns:a16="http://schemas.microsoft.com/office/drawing/2014/main" id="{E8D8980F-9531-0702-363F-0D1A46F74DB8}"/>
                </a:ext>
              </a:extLst>
            </p:cNvPr>
            <p:cNvSpPr>
              <a:spLocks noChangeShapeType="1"/>
            </p:cNvSpPr>
            <p:nvPr/>
          </p:nvSpPr>
          <p:spPr bwMode="auto">
            <a:xfrm>
              <a:off x="897" y="2299"/>
              <a:ext cx="292"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26" name="Line 30">
              <a:extLst>
                <a:ext uri="{FF2B5EF4-FFF2-40B4-BE49-F238E27FC236}">
                  <a16:creationId xmlns:a16="http://schemas.microsoft.com/office/drawing/2014/main" id="{B71D4518-A1E2-563D-5D8C-47D0691AC69D}"/>
                </a:ext>
              </a:extLst>
            </p:cNvPr>
            <p:cNvSpPr>
              <a:spLocks noChangeShapeType="1"/>
            </p:cNvSpPr>
            <p:nvPr/>
          </p:nvSpPr>
          <p:spPr bwMode="auto">
            <a:xfrm>
              <a:off x="3298" y="1988"/>
              <a:ext cx="376" cy="0"/>
            </a:xfrm>
            <a:prstGeom prst="line">
              <a:avLst/>
            </a:prstGeom>
            <a:noFill/>
            <a:ln w="22225">
              <a:solidFill>
                <a:srgbClr val="000000"/>
              </a:solidFill>
              <a:prstDash val="lgDash"/>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27" name="Line 31">
              <a:extLst>
                <a:ext uri="{FF2B5EF4-FFF2-40B4-BE49-F238E27FC236}">
                  <a16:creationId xmlns:a16="http://schemas.microsoft.com/office/drawing/2014/main" id="{65AB265A-8786-48AA-C0FC-4105D9D2ECD5}"/>
                </a:ext>
              </a:extLst>
            </p:cNvPr>
            <p:cNvSpPr>
              <a:spLocks noChangeShapeType="1"/>
            </p:cNvSpPr>
            <p:nvPr/>
          </p:nvSpPr>
          <p:spPr bwMode="auto">
            <a:xfrm>
              <a:off x="3841" y="1988"/>
              <a:ext cx="753"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28" name="Line 32">
              <a:extLst>
                <a:ext uri="{FF2B5EF4-FFF2-40B4-BE49-F238E27FC236}">
                  <a16:creationId xmlns:a16="http://schemas.microsoft.com/office/drawing/2014/main" id="{57FDA14B-4CE9-4706-B7F2-435D5C460816}"/>
                </a:ext>
              </a:extLst>
            </p:cNvPr>
            <p:cNvSpPr>
              <a:spLocks noChangeShapeType="1"/>
            </p:cNvSpPr>
            <p:nvPr/>
          </p:nvSpPr>
          <p:spPr bwMode="auto">
            <a:xfrm>
              <a:off x="4140" y="1994"/>
              <a:ext cx="0" cy="166"/>
            </a:xfrm>
            <a:prstGeom prst="line">
              <a:avLst/>
            </a:prstGeom>
            <a:noFill/>
            <a:ln w="22225">
              <a:solidFill>
                <a:srgbClr val="000000"/>
              </a:solidFill>
              <a:round/>
              <a:headEnd type="oval" w="med" len="me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29" name="Line 33">
              <a:extLst>
                <a:ext uri="{FF2B5EF4-FFF2-40B4-BE49-F238E27FC236}">
                  <a16:creationId xmlns:a16="http://schemas.microsoft.com/office/drawing/2014/main" id="{65262D26-A3BD-4500-ADBF-C9420EE5C89B}"/>
                </a:ext>
              </a:extLst>
            </p:cNvPr>
            <p:cNvSpPr>
              <a:spLocks noChangeShapeType="1"/>
            </p:cNvSpPr>
            <p:nvPr/>
          </p:nvSpPr>
          <p:spPr bwMode="auto">
            <a:xfrm>
              <a:off x="3994" y="2160"/>
              <a:ext cx="148"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30" name="Line 34">
              <a:extLst>
                <a:ext uri="{FF2B5EF4-FFF2-40B4-BE49-F238E27FC236}">
                  <a16:creationId xmlns:a16="http://schemas.microsoft.com/office/drawing/2014/main" id="{15A97D84-DEFA-F3A2-3240-DD6919D1188E}"/>
                </a:ext>
              </a:extLst>
            </p:cNvPr>
            <p:cNvSpPr>
              <a:spLocks noChangeShapeType="1"/>
            </p:cNvSpPr>
            <p:nvPr/>
          </p:nvSpPr>
          <p:spPr bwMode="auto">
            <a:xfrm>
              <a:off x="3994" y="2160"/>
              <a:ext cx="0" cy="290"/>
            </a:xfrm>
            <a:prstGeom prst="line">
              <a:avLst/>
            </a:prstGeom>
            <a:noFill/>
            <a:ln w="349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31" name="Line 35">
              <a:extLst>
                <a:ext uri="{FF2B5EF4-FFF2-40B4-BE49-F238E27FC236}">
                  <a16:creationId xmlns:a16="http://schemas.microsoft.com/office/drawing/2014/main" id="{86923DD4-9294-12D3-D715-EA200F511CCB}"/>
                </a:ext>
              </a:extLst>
            </p:cNvPr>
            <p:cNvSpPr>
              <a:spLocks noChangeShapeType="1"/>
            </p:cNvSpPr>
            <p:nvPr/>
          </p:nvSpPr>
          <p:spPr bwMode="auto">
            <a:xfrm>
              <a:off x="3993" y="2445"/>
              <a:ext cx="148"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32" name="Line 36">
              <a:extLst>
                <a:ext uri="{FF2B5EF4-FFF2-40B4-BE49-F238E27FC236}">
                  <a16:creationId xmlns:a16="http://schemas.microsoft.com/office/drawing/2014/main" id="{2B7CE5DB-314A-EDEB-3E3D-A6C89432B29D}"/>
                </a:ext>
              </a:extLst>
            </p:cNvPr>
            <p:cNvSpPr>
              <a:spLocks noChangeShapeType="1"/>
            </p:cNvSpPr>
            <p:nvPr/>
          </p:nvSpPr>
          <p:spPr bwMode="auto">
            <a:xfrm>
              <a:off x="4140" y="2450"/>
              <a:ext cx="0" cy="166"/>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33" name="Line 38">
              <a:extLst>
                <a:ext uri="{FF2B5EF4-FFF2-40B4-BE49-F238E27FC236}">
                  <a16:creationId xmlns:a16="http://schemas.microsoft.com/office/drawing/2014/main" id="{4327E1F2-8935-9942-7B80-87160762724C}"/>
                </a:ext>
              </a:extLst>
            </p:cNvPr>
            <p:cNvSpPr>
              <a:spLocks noChangeShapeType="1"/>
            </p:cNvSpPr>
            <p:nvPr/>
          </p:nvSpPr>
          <p:spPr bwMode="auto">
            <a:xfrm>
              <a:off x="3918" y="2192"/>
              <a:ext cx="0" cy="199"/>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34" name="Line 39">
              <a:extLst>
                <a:ext uri="{FF2B5EF4-FFF2-40B4-BE49-F238E27FC236}">
                  <a16:creationId xmlns:a16="http://schemas.microsoft.com/office/drawing/2014/main" id="{34F49523-515F-6A6A-47B7-9553F00FEE4B}"/>
                </a:ext>
              </a:extLst>
            </p:cNvPr>
            <p:cNvSpPr>
              <a:spLocks noChangeShapeType="1"/>
            </p:cNvSpPr>
            <p:nvPr/>
          </p:nvSpPr>
          <p:spPr bwMode="auto">
            <a:xfrm>
              <a:off x="3856" y="2192"/>
              <a:ext cx="0" cy="199"/>
            </a:xfrm>
            <a:prstGeom prst="line">
              <a:avLst/>
            </a:prstGeom>
            <a:noFill/>
            <a:ln w="2857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35" name="Line 40">
              <a:extLst>
                <a:ext uri="{FF2B5EF4-FFF2-40B4-BE49-F238E27FC236}">
                  <a16:creationId xmlns:a16="http://schemas.microsoft.com/office/drawing/2014/main" id="{8937DFA7-3692-D7BA-CF96-D53C5D5187B5}"/>
                </a:ext>
              </a:extLst>
            </p:cNvPr>
            <p:cNvSpPr>
              <a:spLocks noChangeShapeType="1"/>
            </p:cNvSpPr>
            <p:nvPr/>
          </p:nvSpPr>
          <p:spPr bwMode="auto">
            <a:xfrm>
              <a:off x="3558" y="2305"/>
              <a:ext cx="293"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36" name="Text Box 41">
              <a:extLst>
                <a:ext uri="{FF2B5EF4-FFF2-40B4-BE49-F238E27FC236}">
                  <a16:creationId xmlns:a16="http://schemas.microsoft.com/office/drawing/2014/main" id="{CFB38CB8-E693-3E34-FD15-0800ABB6F6FC}"/>
                </a:ext>
              </a:extLst>
            </p:cNvPr>
            <p:cNvSpPr txBox="1">
              <a:spLocks noChangeArrowheads="1"/>
            </p:cNvSpPr>
            <p:nvPr/>
          </p:nvSpPr>
          <p:spPr bwMode="auto">
            <a:xfrm>
              <a:off x="663" y="2126"/>
              <a:ext cx="33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r>
                <a:rPr lang="en-US" altLang="en-US" baseline="-25000"/>
                <a:t>1</a:t>
              </a:r>
              <a:endParaRPr lang="en-US" altLang="en-US"/>
            </a:p>
          </p:txBody>
        </p:sp>
        <p:sp>
          <p:nvSpPr>
            <p:cNvPr id="102437" name="Text Box 42">
              <a:extLst>
                <a:ext uri="{FF2B5EF4-FFF2-40B4-BE49-F238E27FC236}">
                  <a16:creationId xmlns:a16="http://schemas.microsoft.com/office/drawing/2014/main" id="{CE79367A-39D5-0093-EC22-22BB6690B836}"/>
                </a:ext>
              </a:extLst>
            </p:cNvPr>
            <p:cNvSpPr txBox="1">
              <a:spLocks noChangeArrowheads="1"/>
            </p:cNvSpPr>
            <p:nvPr/>
          </p:nvSpPr>
          <p:spPr bwMode="auto">
            <a:xfrm>
              <a:off x="1752" y="2099"/>
              <a:ext cx="33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r>
                <a:rPr lang="en-US" altLang="en-US" baseline="-25000"/>
                <a:t>2</a:t>
              </a:r>
              <a:endParaRPr lang="en-US" altLang="en-US"/>
            </a:p>
          </p:txBody>
        </p:sp>
        <p:sp>
          <p:nvSpPr>
            <p:cNvPr id="102438" name="Text Box 43">
              <a:extLst>
                <a:ext uri="{FF2B5EF4-FFF2-40B4-BE49-F238E27FC236}">
                  <a16:creationId xmlns:a16="http://schemas.microsoft.com/office/drawing/2014/main" id="{06D54ED2-1ED4-07FB-70F7-A6887A9DB899}"/>
                </a:ext>
              </a:extLst>
            </p:cNvPr>
            <p:cNvSpPr txBox="1">
              <a:spLocks noChangeArrowheads="1"/>
            </p:cNvSpPr>
            <p:nvPr/>
          </p:nvSpPr>
          <p:spPr bwMode="auto">
            <a:xfrm>
              <a:off x="3270" y="2112"/>
              <a:ext cx="33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r>
                <a:rPr lang="en-US" altLang="en-US" baseline="-25000"/>
                <a:t>m</a:t>
              </a:r>
              <a:endParaRPr lang="en-US" altLang="en-US"/>
            </a:p>
          </p:txBody>
        </p:sp>
        <p:sp>
          <p:nvSpPr>
            <p:cNvPr id="102439" name="Text Box 44">
              <a:extLst>
                <a:ext uri="{FF2B5EF4-FFF2-40B4-BE49-F238E27FC236}">
                  <a16:creationId xmlns:a16="http://schemas.microsoft.com/office/drawing/2014/main" id="{C13882A7-7AEE-D14C-FDFE-D7FE78CC0B7A}"/>
                </a:ext>
              </a:extLst>
            </p:cNvPr>
            <p:cNvSpPr txBox="1">
              <a:spLocks noChangeArrowheads="1"/>
            </p:cNvSpPr>
            <p:nvPr/>
          </p:nvSpPr>
          <p:spPr bwMode="auto">
            <a:xfrm>
              <a:off x="2278" y="1528"/>
              <a:ext cx="33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a:t>
              </a:r>
            </a:p>
          </p:txBody>
        </p:sp>
        <p:sp>
          <p:nvSpPr>
            <p:cNvPr id="102440" name="Text Box 45">
              <a:extLst>
                <a:ext uri="{FF2B5EF4-FFF2-40B4-BE49-F238E27FC236}">
                  <a16:creationId xmlns:a16="http://schemas.microsoft.com/office/drawing/2014/main" id="{C91695C4-22A3-8A09-0FEF-A814B1DC34DC}"/>
                </a:ext>
              </a:extLst>
            </p:cNvPr>
            <p:cNvSpPr txBox="1">
              <a:spLocks noChangeArrowheads="1"/>
            </p:cNvSpPr>
            <p:nvPr/>
          </p:nvSpPr>
          <p:spPr bwMode="auto">
            <a:xfrm>
              <a:off x="2679" y="1143"/>
              <a:ext cx="458"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VDD</a:t>
              </a:r>
            </a:p>
          </p:txBody>
        </p:sp>
        <p:sp>
          <p:nvSpPr>
            <p:cNvPr id="102441" name="Text Box 46">
              <a:extLst>
                <a:ext uri="{FF2B5EF4-FFF2-40B4-BE49-F238E27FC236}">
                  <a16:creationId xmlns:a16="http://schemas.microsoft.com/office/drawing/2014/main" id="{04420028-1E7C-7C07-39D5-38D87394BF0D}"/>
                </a:ext>
              </a:extLst>
            </p:cNvPr>
            <p:cNvSpPr txBox="1">
              <a:spLocks noChangeArrowheads="1"/>
            </p:cNvSpPr>
            <p:nvPr/>
          </p:nvSpPr>
          <p:spPr bwMode="auto">
            <a:xfrm>
              <a:off x="4597" y="1850"/>
              <a:ext cx="297"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F</a:t>
              </a:r>
            </a:p>
          </p:txBody>
        </p:sp>
        <p:grpSp>
          <p:nvGrpSpPr>
            <p:cNvPr id="102442" name="Group 53">
              <a:extLst>
                <a:ext uri="{FF2B5EF4-FFF2-40B4-BE49-F238E27FC236}">
                  <a16:creationId xmlns:a16="http://schemas.microsoft.com/office/drawing/2014/main" id="{47095F38-61EF-4310-C58C-CDB95FA6429D}"/>
                </a:ext>
              </a:extLst>
            </p:cNvPr>
            <p:cNvGrpSpPr>
              <a:grpSpLocks/>
            </p:cNvGrpSpPr>
            <p:nvPr/>
          </p:nvGrpSpPr>
          <p:grpSpPr bwMode="auto">
            <a:xfrm>
              <a:off x="1411" y="2610"/>
              <a:ext cx="159" cy="72"/>
              <a:chOff x="1411" y="2610"/>
              <a:chExt cx="159" cy="72"/>
            </a:xfrm>
          </p:grpSpPr>
          <p:sp>
            <p:nvSpPr>
              <p:cNvPr id="102451" name="Line 26">
                <a:extLst>
                  <a:ext uri="{FF2B5EF4-FFF2-40B4-BE49-F238E27FC236}">
                    <a16:creationId xmlns:a16="http://schemas.microsoft.com/office/drawing/2014/main" id="{5E3D34D6-964B-5913-C613-003576BAC3C0}"/>
                  </a:ext>
                </a:extLst>
              </p:cNvPr>
              <p:cNvSpPr>
                <a:spLocks noChangeShapeType="1"/>
              </p:cNvSpPr>
              <p:nvPr/>
            </p:nvSpPr>
            <p:spPr bwMode="auto">
              <a:xfrm>
                <a:off x="1411" y="2610"/>
                <a:ext cx="159"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52" name="Line 51">
                <a:extLst>
                  <a:ext uri="{FF2B5EF4-FFF2-40B4-BE49-F238E27FC236}">
                    <a16:creationId xmlns:a16="http://schemas.microsoft.com/office/drawing/2014/main" id="{F9F27C9B-CE3A-5700-809D-B843EDF67970}"/>
                  </a:ext>
                </a:extLst>
              </p:cNvPr>
              <p:cNvSpPr>
                <a:spLocks noChangeShapeType="1"/>
              </p:cNvSpPr>
              <p:nvPr/>
            </p:nvSpPr>
            <p:spPr bwMode="auto">
              <a:xfrm>
                <a:off x="1413" y="2614"/>
                <a:ext cx="68"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53" name="Line 52">
                <a:extLst>
                  <a:ext uri="{FF2B5EF4-FFF2-40B4-BE49-F238E27FC236}">
                    <a16:creationId xmlns:a16="http://schemas.microsoft.com/office/drawing/2014/main" id="{A9557D6D-FDC8-136F-575E-800CB9053AE3}"/>
                  </a:ext>
                </a:extLst>
              </p:cNvPr>
              <p:cNvSpPr>
                <a:spLocks noChangeShapeType="1"/>
              </p:cNvSpPr>
              <p:nvPr/>
            </p:nvSpPr>
            <p:spPr bwMode="auto">
              <a:xfrm flipH="1">
                <a:off x="1490" y="2614"/>
                <a:ext cx="68"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2443" name="Group 54">
              <a:extLst>
                <a:ext uri="{FF2B5EF4-FFF2-40B4-BE49-F238E27FC236}">
                  <a16:creationId xmlns:a16="http://schemas.microsoft.com/office/drawing/2014/main" id="{FA9A92EA-1C99-7705-E36D-30E82872E956}"/>
                </a:ext>
              </a:extLst>
            </p:cNvPr>
            <p:cNvGrpSpPr>
              <a:grpSpLocks/>
            </p:cNvGrpSpPr>
            <p:nvPr/>
          </p:nvGrpSpPr>
          <p:grpSpPr bwMode="auto">
            <a:xfrm>
              <a:off x="2523" y="2602"/>
              <a:ext cx="159" cy="72"/>
              <a:chOff x="1411" y="2610"/>
              <a:chExt cx="159" cy="72"/>
            </a:xfrm>
          </p:grpSpPr>
          <p:sp>
            <p:nvSpPr>
              <p:cNvPr id="102448" name="Line 26">
                <a:extLst>
                  <a:ext uri="{FF2B5EF4-FFF2-40B4-BE49-F238E27FC236}">
                    <a16:creationId xmlns:a16="http://schemas.microsoft.com/office/drawing/2014/main" id="{50FD9E2A-20F0-F072-E702-38BCF2B4CF1C}"/>
                  </a:ext>
                </a:extLst>
              </p:cNvPr>
              <p:cNvSpPr>
                <a:spLocks noChangeShapeType="1"/>
              </p:cNvSpPr>
              <p:nvPr/>
            </p:nvSpPr>
            <p:spPr bwMode="auto">
              <a:xfrm>
                <a:off x="1411" y="2610"/>
                <a:ext cx="159"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49" name="Line 56">
                <a:extLst>
                  <a:ext uri="{FF2B5EF4-FFF2-40B4-BE49-F238E27FC236}">
                    <a16:creationId xmlns:a16="http://schemas.microsoft.com/office/drawing/2014/main" id="{ADD88492-47A0-E813-BABC-20F52D5F99F6}"/>
                  </a:ext>
                </a:extLst>
              </p:cNvPr>
              <p:cNvSpPr>
                <a:spLocks noChangeShapeType="1"/>
              </p:cNvSpPr>
              <p:nvPr/>
            </p:nvSpPr>
            <p:spPr bwMode="auto">
              <a:xfrm>
                <a:off x="1413" y="2614"/>
                <a:ext cx="68"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50" name="Line 57">
                <a:extLst>
                  <a:ext uri="{FF2B5EF4-FFF2-40B4-BE49-F238E27FC236}">
                    <a16:creationId xmlns:a16="http://schemas.microsoft.com/office/drawing/2014/main" id="{13A17F73-719A-3379-CCFA-F0C7B5677D24}"/>
                  </a:ext>
                </a:extLst>
              </p:cNvPr>
              <p:cNvSpPr>
                <a:spLocks noChangeShapeType="1"/>
              </p:cNvSpPr>
              <p:nvPr/>
            </p:nvSpPr>
            <p:spPr bwMode="auto">
              <a:xfrm flipH="1">
                <a:off x="1490" y="2614"/>
                <a:ext cx="68"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2444" name="Group 58">
              <a:extLst>
                <a:ext uri="{FF2B5EF4-FFF2-40B4-BE49-F238E27FC236}">
                  <a16:creationId xmlns:a16="http://schemas.microsoft.com/office/drawing/2014/main" id="{66E5EA8C-E6AF-7329-164B-90BA1A1E85BE}"/>
                </a:ext>
              </a:extLst>
            </p:cNvPr>
            <p:cNvGrpSpPr>
              <a:grpSpLocks/>
            </p:cNvGrpSpPr>
            <p:nvPr/>
          </p:nvGrpSpPr>
          <p:grpSpPr bwMode="auto">
            <a:xfrm>
              <a:off x="4059" y="2618"/>
              <a:ext cx="159" cy="72"/>
              <a:chOff x="1411" y="2610"/>
              <a:chExt cx="159" cy="72"/>
            </a:xfrm>
          </p:grpSpPr>
          <p:sp>
            <p:nvSpPr>
              <p:cNvPr id="102445" name="Line 26">
                <a:extLst>
                  <a:ext uri="{FF2B5EF4-FFF2-40B4-BE49-F238E27FC236}">
                    <a16:creationId xmlns:a16="http://schemas.microsoft.com/office/drawing/2014/main" id="{31936154-71F6-5712-EC2B-ABD21B26F4B4}"/>
                  </a:ext>
                </a:extLst>
              </p:cNvPr>
              <p:cNvSpPr>
                <a:spLocks noChangeShapeType="1"/>
              </p:cNvSpPr>
              <p:nvPr/>
            </p:nvSpPr>
            <p:spPr bwMode="auto">
              <a:xfrm>
                <a:off x="1411" y="2610"/>
                <a:ext cx="159"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2446" name="Line 60">
                <a:extLst>
                  <a:ext uri="{FF2B5EF4-FFF2-40B4-BE49-F238E27FC236}">
                    <a16:creationId xmlns:a16="http://schemas.microsoft.com/office/drawing/2014/main" id="{552397DF-681B-1BFD-B523-6E50127DB2B3}"/>
                  </a:ext>
                </a:extLst>
              </p:cNvPr>
              <p:cNvSpPr>
                <a:spLocks noChangeShapeType="1"/>
              </p:cNvSpPr>
              <p:nvPr/>
            </p:nvSpPr>
            <p:spPr bwMode="auto">
              <a:xfrm>
                <a:off x="1413" y="2614"/>
                <a:ext cx="68"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47" name="Line 61">
                <a:extLst>
                  <a:ext uri="{FF2B5EF4-FFF2-40B4-BE49-F238E27FC236}">
                    <a16:creationId xmlns:a16="http://schemas.microsoft.com/office/drawing/2014/main" id="{098BFDD5-C05C-81F7-AF51-9145BD7AAA80}"/>
                  </a:ext>
                </a:extLst>
              </p:cNvPr>
              <p:cNvSpPr>
                <a:spLocks noChangeShapeType="1"/>
              </p:cNvSpPr>
              <p:nvPr/>
            </p:nvSpPr>
            <p:spPr bwMode="auto">
              <a:xfrm flipH="1">
                <a:off x="1490" y="2614"/>
                <a:ext cx="68"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02404" name="Title 55">
            <a:extLst>
              <a:ext uri="{FF2B5EF4-FFF2-40B4-BE49-F238E27FC236}">
                <a16:creationId xmlns:a16="http://schemas.microsoft.com/office/drawing/2014/main" id="{49DDF420-4AE3-85B1-4E10-78DD47B1ACF0}"/>
              </a:ext>
            </a:extLst>
          </p:cNvPr>
          <p:cNvSpPr>
            <a:spLocks noGrp="1" noChangeArrowheads="1"/>
          </p:cNvSpPr>
          <p:nvPr>
            <p:ph type="title"/>
          </p:nvPr>
        </p:nvSpPr>
        <p:spPr/>
        <p:txBody>
          <a:bodyPr/>
          <a:lstStyle/>
          <a:p>
            <a:r>
              <a:rPr lang="en-US" altLang="en-US"/>
              <a:t> NOR  Flash Memory</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4">
            <a:extLst>
              <a:ext uri="{FF2B5EF4-FFF2-40B4-BE49-F238E27FC236}">
                <a16:creationId xmlns:a16="http://schemas.microsoft.com/office/drawing/2014/main" id="{76F4CFA3-1E4B-8A42-43A4-DDF4959FA54D}"/>
              </a:ext>
            </a:extLst>
          </p:cNvPr>
          <p:cNvSpPr>
            <a:spLocks noGrp="1" noChangeArrowheads="1"/>
          </p:cNvSpPr>
          <p:nvPr>
            <p:ph type="title"/>
          </p:nvPr>
        </p:nvSpPr>
        <p:spPr/>
        <p:txBody>
          <a:bodyPr/>
          <a:lstStyle/>
          <a:p>
            <a:r>
              <a:rPr lang="en-US" altLang="en-US"/>
              <a:t>NAND Flash Memory</a:t>
            </a:r>
            <a:endParaRPr lang="ru-RU" altLang="en-US"/>
          </a:p>
        </p:txBody>
      </p:sp>
      <p:grpSp>
        <p:nvGrpSpPr>
          <p:cNvPr id="103427" name="Group 154">
            <a:extLst>
              <a:ext uri="{FF2B5EF4-FFF2-40B4-BE49-F238E27FC236}">
                <a16:creationId xmlns:a16="http://schemas.microsoft.com/office/drawing/2014/main" id="{17C14C98-90A8-FA9C-7C77-00129A7B67BD}"/>
              </a:ext>
            </a:extLst>
          </p:cNvPr>
          <p:cNvGrpSpPr>
            <a:grpSpLocks/>
          </p:cNvGrpSpPr>
          <p:nvPr/>
        </p:nvGrpSpPr>
        <p:grpSpPr bwMode="auto">
          <a:xfrm>
            <a:off x="1809750" y="857250"/>
            <a:ext cx="8593138" cy="4806950"/>
            <a:chOff x="594846" y="857232"/>
            <a:chExt cx="8593273" cy="4807110"/>
          </a:xfrm>
        </p:grpSpPr>
        <p:sp>
          <p:nvSpPr>
            <p:cNvPr id="103428" name="Text Box 40">
              <a:extLst>
                <a:ext uri="{FF2B5EF4-FFF2-40B4-BE49-F238E27FC236}">
                  <a16:creationId xmlns:a16="http://schemas.microsoft.com/office/drawing/2014/main" id="{BEB757C2-E9C5-F925-4B43-925D8A20D1A4}"/>
                </a:ext>
              </a:extLst>
            </p:cNvPr>
            <p:cNvSpPr txBox="1">
              <a:spLocks noChangeArrowheads="1"/>
            </p:cNvSpPr>
            <p:nvPr/>
          </p:nvSpPr>
          <p:spPr bwMode="auto">
            <a:xfrm>
              <a:off x="6224265" y="2777716"/>
              <a:ext cx="296385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All transistors, except addressable, must be open. </a:t>
              </a:r>
            </a:p>
            <a:p>
              <a:pPr eaLnBrk="1" hangingPunct="1">
                <a:spcBef>
                  <a:spcPct val="50000"/>
                </a:spcBef>
              </a:pPr>
              <a:r>
                <a:rPr lang="en-US" altLang="en-US" sz="1600"/>
                <a:t>Compact structure, but random mode is not provided.</a:t>
              </a:r>
            </a:p>
            <a:p>
              <a:pPr eaLnBrk="1" hangingPunct="1">
                <a:spcBef>
                  <a:spcPct val="50000"/>
                </a:spcBef>
              </a:pPr>
              <a:r>
                <a:rPr lang="en-US" altLang="en-US" sz="1600"/>
                <a:t>  </a:t>
              </a:r>
            </a:p>
          </p:txBody>
        </p:sp>
        <p:sp>
          <p:nvSpPr>
            <p:cNvPr id="83974" name="Line 6">
              <a:extLst>
                <a:ext uri="{FF2B5EF4-FFF2-40B4-BE49-F238E27FC236}">
                  <a16:creationId xmlns:a16="http://schemas.microsoft.com/office/drawing/2014/main" id="{1234D45B-3880-43B8-B0DA-DA7E96D91EEE}"/>
                </a:ext>
              </a:extLst>
            </p:cNvPr>
            <p:cNvSpPr>
              <a:spLocks noChangeShapeType="1"/>
            </p:cNvSpPr>
            <p:nvPr/>
          </p:nvSpPr>
          <p:spPr bwMode="auto">
            <a:xfrm>
              <a:off x="2417325" y="4021225"/>
              <a:ext cx="0" cy="190506"/>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975" name="Line 7">
              <a:extLst>
                <a:ext uri="{FF2B5EF4-FFF2-40B4-BE49-F238E27FC236}">
                  <a16:creationId xmlns:a16="http://schemas.microsoft.com/office/drawing/2014/main" id="{552979DA-D67A-4EBF-83EA-C43A26639D7E}"/>
                </a:ext>
              </a:extLst>
            </p:cNvPr>
            <p:cNvSpPr>
              <a:spLocks noChangeShapeType="1"/>
            </p:cNvSpPr>
            <p:nvPr/>
          </p:nvSpPr>
          <p:spPr bwMode="auto">
            <a:xfrm>
              <a:off x="2160146" y="4208557"/>
              <a:ext cx="260354"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976" name="Line 8">
              <a:extLst>
                <a:ext uri="{FF2B5EF4-FFF2-40B4-BE49-F238E27FC236}">
                  <a16:creationId xmlns:a16="http://schemas.microsoft.com/office/drawing/2014/main" id="{87EB9E24-CA06-433C-8C64-A0F412674E26}"/>
                </a:ext>
              </a:extLst>
            </p:cNvPr>
            <p:cNvSpPr>
              <a:spLocks noChangeShapeType="1"/>
            </p:cNvSpPr>
            <p:nvPr/>
          </p:nvSpPr>
          <p:spPr bwMode="auto">
            <a:xfrm>
              <a:off x="2160146" y="4208557"/>
              <a:ext cx="0" cy="436577"/>
            </a:xfrm>
            <a:prstGeom prst="line">
              <a:avLst/>
            </a:prstGeom>
            <a:noFill/>
            <a:ln w="34925">
              <a:solidFill>
                <a:srgbClr val="000000"/>
              </a:solidFill>
              <a:round/>
              <a:headEnd/>
              <a:tailEnd type="none" w="lg" len="lg"/>
            </a:ln>
          </p:spPr>
          <p:txBody>
            <a:bodyPr/>
            <a:lstStyle/>
            <a:p>
              <a:pPr eaLnBrk="1" hangingPunct="1">
                <a:defRPr/>
              </a:pPr>
              <a:endParaRPr lang="en-US" sz="1400">
                <a:latin typeface="+mj-lt"/>
              </a:endParaRPr>
            </a:p>
          </p:txBody>
        </p:sp>
        <p:sp>
          <p:nvSpPr>
            <p:cNvPr id="83977" name="Line 9">
              <a:extLst>
                <a:ext uri="{FF2B5EF4-FFF2-40B4-BE49-F238E27FC236}">
                  <a16:creationId xmlns:a16="http://schemas.microsoft.com/office/drawing/2014/main" id="{BB0B9405-186B-457B-96CA-F3BB916D625D}"/>
                </a:ext>
              </a:extLst>
            </p:cNvPr>
            <p:cNvSpPr>
              <a:spLocks noChangeShapeType="1"/>
            </p:cNvSpPr>
            <p:nvPr/>
          </p:nvSpPr>
          <p:spPr bwMode="auto">
            <a:xfrm>
              <a:off x="2158559" y="4648308"/>
              <a:ext cx="260354"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978" name="Line 10">
              <a:extLst>
                <a:ext uri="{FF2B5EF4-FFF2-40B4-BE49-F238E27FC236}">
                  <a16:creationId xmlns:a16="http://schemas.microsoft.com/office/drawing/2014/main" id="{5E0A59FC-2AD6-456B-8DF8-CCD9100A7F8D}"/>
                </a:ext>
              </a:extLst>
            </p:cNvPr>
            <p:cNvSpPr>
              <a:spLocks noChangeShapeType="1"/>
            </p:cNvSpPr>
            <p:nvPr/>
          </p:nvSpPr>
          <p:spPr bwMode="auto">
            <a:xfrm>
              <a:off x="2417325" y="4645133"/>
              <a:ext cx="0" cy="250833"/>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979" name="Line 12">
              <a:extLst>
                <a:ext uri="{FF2B5EF4-FFF2-40B4-BE49-F238E27FC236}">
                  <a16:creationId xmlns:a16="http://schemas.microsoft.com/office/drawing/2014/main" id="{294DE37F-EBF1-4C3B-BAD5-5907128C3C18}"/>
                </a:ext>
              </a:extLst>
            </p:cNvPr>
            <p:cNvSpPr>
              <a:spLocks noChangeShapeType="1"/>
            </p:cNvSpPr>
            <p:nvPr/>
          </p:nvSpPr>
          <p:spPr bwMode="auto">
            <a:xfrm>
              <a:off x="2064894" y="4208557"/>
              <a:ext cx="0" cy="347674"/>
            </a:xfrm>
            <a:prstGeom prst="line">
              <a:avLst/>
            </a:prstGeom>
            <a:noFill/>
            <a:ln w="38100">
              <a:solidFill>
                <a:srgbClr val="000000"/>
              </a:solidFill>
              <a:round/>
              <a:headEnd/>
              <a:tailEnd type="none" w="lg" len="lg"/>
            </a:ln>
          </p:spPr>
          <p:txBody>
            <a:bodyPr/>
            <a:lstStyle/>
            <a:p>
              <a:pPr eaLnBrk="1" hangingPunct="1">
                <a:defRPr/>
              </a:pPr>
              <a:endParaRPr lang="en-US" sz="1400">
                <a:latin typeface="+mj-lt"/>
              </a:endParaRPr>
            </a:p>
          </p:txBody>
        </p:sp>
        <p:sp>
          <p:nvSpPr>
            <p:cNvPr id="83980" name="Line 13">
              <a:extLst>
                <a:ext uri="{FF2B5EF4-FFF2-40B4-BE49-F238E27FC236}">
                  <a16:creationId xmlns:a16="http://schemas.microsoft.com/office/drawing/2014/main" id="{02908751-9C93-49D6-B583-A1C5EA23D07B}"/>
                </a:ext>
              </a:extLst>
            </p:cNvPr>
            <p:cNvSpPr>
              <a:spLocks noChangeShapeType="1"/>
            </p:cNvSpPr>
            <p:nvPr/>
          </p:nvSpPr>
          <p:spPr bwMode="auto">
            <a:xfrm>
              <a:off x="1969643" y="4208557"/>
              <a:ext cx="0" cy="366724"/>
            </a:xfrm>
            <a:prstGeom prst="line">
              <a:avLst/>
            </a:prstGeom>
            <a:noFill/>
            <a:ln w="25400">
              <a:solidFill>
                <a:srgbClr val="000000"/>
              </a:solidFill>
              <a:round/>
              <a:headEnd/>
              <a:tailEnd type="none" w="lg" len="lg"/>
            </a:ln>
          </p:spPr>
          <p:txBody>
            <a:bodyPr/>
            <a:lstStyle/>
            <a:p>
              <a:pPr eaLnBrk="1" hangingPunct="1">
                <a:defRPr/>
              </a:pPr>
              <a:endParaRPr lang="en-US" sz="1400">
                <a:latin typeface="+mj-lt"/>
              </a:endParaRPr>
            </a:p>
          </p:txBody>
        </p:sp>
        <p:sp>
          <p:nvSpPr>
            <p:cNvPr id="83981" name="Line 14">
              <a:extLst>
                <a:ext uri="{FF2B5EF4-FFF2-40B4-BE49-F238E27FC236}">
                  <a16:creationId xmlns:a16="http://schemas.microsoft.com/office/drawing/2014/main" id="{E1C9E158-8A80-49DA-81BB-6B3E68138F25}"/>
                </a:ext>
              </a:extLst>
            </p:cNvPr>
            <p:cNvSpPr>
              <a:spLocks noChangeShapeType="1"/>
            </p:cNvSpPr>
            <p:nvPr/>
          </p:nvSpPr>
          <p:spPr bwMode="auto">
            <a:xfrm>
              <a:off x="1445759" y="4381599"/>
              <a:ext cx="1828829"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982" name="Text Box 15">
              <a:extLst>
                <a:ext uri="{FF2B5EF4-FFF2-40B4-BE49-F238E27FC236}">
                  <a16:creationId xmlns:a16="http://schemas.microsoft.com/office/drawing/2014/main" id="{4ACF31F6-8A48-44CE-9B1E-7A44C091F477}"/>
                </a:ext>
              </a:extLst>
            </p:cNvPr>
            <p:cNvSpPr txBox="1">
              <a:spLocks noChangeArrowheads="1"/>
            </p:cNvSpPr>
            <p:nvPr/>
          </p:nvSpPr>
          <p:spPr bwMode="auto">
            <a:xfrm>
              <a:off x="702798" y="4178393"/>
              <a:ext cx="895364" cy="338149"/>
            </a:xfrm>
            <a:prstGeom prst="rect">
              <a:avLst/>
            </a:prstGeom>
            <a:noFill/>
            <a:ln w="9525">
              <a:noFill/>
              <a:miter lim="800000"/>
              <a:headEnd/>
              <a:tailEnd type="none" w="lg" len="lg"/>
            </a:ln>
          </p:spPr>
          <p:txBody>
            <a:bodyPr>
              <a:spAutoFit/>
            </a:bodyPr>
            <a:lstStyle/>
            <a:p>
              <a:pPr eaLnBrk="1" hangingPunct="1">
                <a:spcBef>
                  <a:spcPct val="50000"/>
                </a:spcBef>
                <a:defRPr/>
              </a:pPr>
              <a:r>
                <a:rPr lang="en-US" sz="1600" dirty="0">
                  <a:latin typeface="+mj-lt"/>
                </a:rPr>
                <a:t>Word 0</a:t>
              </a:r>
            </a:p>
          </p:txBody>
        </p:sp>
        <p:sp>
          <p:nvSpPr>
            <p:cNvPr id="83983" name="Line 16">
              <a:extLst>
                <a:ext uri="{FF2B5EF4-FFF2-40B4-BE49-F238E27FC236}">
                  <a16:creationId xmlns:a16="http://schemas.microsoft.com/office/drawing/2014/main" id="{06B63D7F-D6AB-4CDD-8DD0-DDD18F3C6781}"/>
                </a:ext>
              </a:extLst>
            </p:cNvPr>
            <p:cNvSpPr>
              <a:spLocks noChangeShapeType="1"/>
            </p:cNvSpPr>
            <p:nvPr/>
          </p:nvSpPr>
          <p:spPr bwMode="auto">
            <a:xfrm>
              <a:off x="2452250" y="1868504"/>
              <a:ext cx="0" cy="274646"/>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984" name="Line 17">
              <a:extLst>
                <a:ext uri="{FF2B5EF4-FFF2-40B4-BE49-F238E27FC236}">
                  <a16:creationId xmlns:a16="http://schemas.microsoft.com/office/drawing/2014/main" id="{58B7ED7B-DFCF-4047-A3B0-DC483577E140}"/>
                </a:ext>
              </a:extLst>
            </p:cNvPr>
            <p:cNvSpPr>
              <a:spLocks noChangeShapeType="1"/>
            </p:cNvSpPr>
            <p:nvPr/>
          </p:nvSpPr>
          <p:spPr bwMode="auto">
            <a:xfrm>
              <a:off x="2187134" y="2124099"/>
              <a:ext cx="263529"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985" name="Line 18">
              <a:extLst>
                <a:ext uri="{FF2B5EF4-FFF2-40B4-BE49-F238E27FC236}">
                  <a16:creationId xmlns:a16="http://schemas.microsoft.com/office/drawing/2014/main" id="{74926D58-0F1D-4912-A6A7-1DAA4A4001C8}"/>
                </a:ext>
              </a:extLst>
            </p:cNvPr>
            <p:cNvSpPr>
              <a:spLocks noChangeShapeType="1"/>
            </p:cNvSpPr>
            <p:nvPr/>
          </p:nvSpPr>
          <p:spPr bwMode="auto">
            <a:xfrm>
              <a:off x="2187134" y="2124099"/>
              <a:ext cx="0" cy="438165"/>
            </a:xfrm>
            <a:prstGeom prst="line">
              <a:avLst/>
            </a:prstGeom>
            <a:noFill/>
            <a:ln w="34925">
              <a:solidFill>
                <a:srgbClr val="000000"/>
              </a:solidFill>
              <a:round/>
              <a:headEnd/>
              <a:tailEnd type="none" w="lg" len="lg"/>
            </a:ln>
          </p:spPr>
          <p:txBody>
            <a:bodyPr/>
            <a:lstStyle/>
            <a:p>
              <a:pPr eaLnBrk="1" hangingPunct="1">
                <a:defRPr/>
              </a:pPr>
              <a:endParaRPr lang="en-US" sz="1400">
                <a:latin typeface="+mj-lt"/>
              </a:endParaRPr>
            </a:p>
          </p:txBody>
        </p:sp>
        <p:sp>
          <p:nvSpPr>
            <p:cNvPr id="83986" name="Line 19">
              <a:extLst>
                <a:ext uri="{FF2B5EF4-FFF2-40B4-BE49-F238E27FC236}">
                  <a16:creationId xmlns:a16="http://schemas.microsoft.com/office/drawing/2014/main" id="{2BD0CD6C-7198-49E6-AA99-ED24DF094C41}"/>
                </a:ext>
              </a:extLst>
            </p:cNvPr>
            <p:cNvSpPr>
              <a:spLocks noChangeShapeType="1"/>
            </p:cNvSpPr>
            <p:nvPr/>
          </p:nvSpPr>
          <p:spPr bwMode="auto">
            <a:xfrm>
              <a:off x="2183959" y="2565439"/>
              <a:ext cx="258766"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987" name="Line 20">
              <a:extLst>
                <a:ext uri="{FF2B5EF4-FFF2-40B4-BE49-F238E27FC236}">
                  <a16:creationId xmlns:a16="http://schemas.microsoft.com/office/drawing/2014/main" id="{4A143DC5-5A0E-466E-B9E6-C0F84F10F384}"/>
                </a:ext>
              </a:extLst>
            </p:cNvPr>
            <p:cNvSpPr>
              <a:spLocks noChangeShapeType="1"/>
            </p:cNvSpPr>
            <p:nvPr/>
          </p:nvSpPr>
          <p:spPr bwMode="auto">
            <a:xfrm>
              <a:off x="2087119" y="2182839"/>
              <a:ext cx="0" cy="306397"/>
            </a:xfrm>
            <a:prstGeom prst="line">
              <a:avLst/>
            </a:prstGeom>
            <a:noFill/>
            <a:ln w="38100">
              <a:solidFill>
                <a:srgbClr val="000000"/>
              </a:solidFill>
              <a:round/>
              <a:headEnd/>
              <a:tailEnd type="none" w="lg" len="lg"/>
            </a:ln>
          </p:spPr>
          <p:txBody>
            <a:bodyPr/>
            <a:lstStyle/>
            <a:p>
              <a:pPr eaLnBrk="1" hangingPunct="1">
                <a:defRPr/>
              </a:pPr>
              <a:endParaRPr lang="en-US" sz="1400">
                <a:latin typeface="+mj-lt"/>
              </a:endParaRPr>
            </a:p>
          </p:txBody>
        </p:sp>
        <p:sp>
          <p:nvSpPr>
            <p:cNvPr id="83988" name="Line 21">
              <a:extLst>
                <a:ext uri="{FF2B5EF4-FFF2-40B4-BE49-F238E27FC236}">
                  <a16:creationId xmlns:a16="http://schemas.microsoft.com/office/drawing/2014/main" id="{A2826027-4ED7-467B-9D30-74FFF7B546A0}"/>
                </a:ext>
              </a:extLst>
            </p:cNvPr>
            <p:cNvSpPr>
              <a:spLocks noChangeShapeType="1"/>
            </p:cNvSpPr>
            <p:nvPr/>
          </p:nvSpPr>
          <p:spPr bwMode="auto">
            <a:xfrm>
              <a:off x="1996631" y="2182839"/>
              <a:ext cx="0" cy="306397"/>
            </a:xfrm>
            <a:prstGeom prst="line">
              <a:avLst/>
            </a:prstGeom>
            <a:noFill/>
            <a:ln w="25400">
              <a:solidFill>
                <a:srgbClr val="000000"/>
              </a:solidFill>
              <a:round/>
              <a:headEnd/>
              <a:tailEnd type="none" w="lg" len="lg"/>
            </a:ln>
          </p:spPr>
          <p:txBody>
            <a:bodyPr/>
            <a:lstStyle/>
            <a:p>
              <a:pPr eaLnBrk="1" hangingPunct="1">
                <a:defRPr/>
              </a:pPr>
              <a:endParaRPr lang="en-US" sz="1400">
                <a:latin typeface="+mj-lt"/>
              </a:endParaRPr>
            </a:p>
          </p:txBody>
        </p:sp>
        <p:sp>
          <p:nvSpPr>
            <p:cNvPr id="83989" name="Line 22">
              <a:extLst>
                <a:ext uri="{FF2B5EF4-FFF2-40B4-BE49-F238E27FC236}">
                  <a16:creationId xmlns:a16="http://schemas.microsoft.com/office/drawing/2014/main" id="{8E893EF7-4DC5-4510-8506-3333234E8B71}"/>
                </a:ext>
              </a:extLst>
            </p:cNvPr>
            <p:cNvSpPr>
              <a:spLocks noChangeShapeType="1"/>
            </p:cNvSpPr>
            <p:nvPr/>
          </p:nvSpPr>
          <p:spPr bwMode="auto">
            <a:xfrm>
              <a:off x="1464810" y="2343181"/>
              <a:ext cx="1919318"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990" name="Text Box 23">
              <a:extLst>
                <a:ext uri="{FF2B5EF4-FFF2-40B4-BE49-F238E27FC236}">
                  <a16:creationId xmlns:a16="http://schemas.microsoft.com/office/drawing/2014/main" id="{E87A8A39-F347-4BBE-9456-B6DFE2334AF0}"/>
                </a:ext>
              </a:extLst>
            </p:cNvPr>
            <p:cNvSpPr txBox="1">
              <a:spLocks noChangeArrowheads="1"/>
            </p:cNvSpPr>
            <p:nvPr/>
          </p:nvSpPr>
          <p:spPr bwMode="auto">
            <a:xfrm>
              <a:off x="750423" y="2119337"/>
              <a:ext cx="847738" cy="338148"/>
            </a:xfrm>
            <a:prstGeom prst="rect">
              <a:avLst/>
            </a:prstGeom>
            <a:noFill/>
            <a:ln w="9525">
              <a:noFill/>
              <a:miter lim="800000"/>
              <a:headEnd/>
              <a:tailEnd type="none" w="lg" len="lg"/>
            </a:ln>
          </p:spPr>
          <p:txBody>
            <a:bodyPr>
              <a:spAutoFit/>
            </a:bodyPr>
            <a:lstStyle/>
            <a:p>
              <a:pPr eaLnBrk="1" hangingPunct="1">
                <a:spcBef>
                  <a:spcPct val="50000"/>
                </a:spcBef>
                <a:defRPr/>
              </a:pPr>
              <a:r>
                <a:rPr lang="en-US" sz="1600" dirty="0">
                  <a:latin typeface="+mj-lt"/>
                </a:rPr>
                <a:t>Word 7 </a:t>
              </a:r>
            </a:p>
          </p:txBody>
        </p:sp>
        <p:sp>
          <p:nvSpPr>
            <p:cNvPr id="83991" name="Line 24">
              <a:extLst>
                <a:ext uri="{FF2B5EF4-FFF2-40B4-BE49-F238E27FC236}">
                  <a16:creationId xmlns:a16="http://schemas.microsoft.com/office/drawing/2014/main" id="{D8B4AA20-7680-4AA1-9C8D-8E3BD15ED4B2}"/>
                </a:ext>
              </a:extLst>
            </p:cNvPr>
            <p:cNvSpPr>
              <a:spLocks noChangeShapeType="1"/>
            </p:cNvSpPr>
            <p:nvPr/>
          </p:nvSpPr>
          <p:spPr bwMode="auto">
            <a:xfrm>
              <a:off x="2428438" y="2571789"/>
              <a:ext cx="0" cy="269884"/>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992" name="Line 25">
              <a:extLst>
                <a:ext uri="{FF2B5EF4-FFF2-40B4-BE49-F238E27FC236}">
                  <a16:creationId xmlns:a16="http://schemas.microsoft.com/office/drawing/2014/main" id="{5838E25D-8848-4C35-B234-07622BE501A0}"/>
                </a:ext>
              </a:extLst>
            </p:cNvPr>
            <p:cNvSpPr>
              <a:spLocks noChangeShapeType="1"/>
            </p:cNvSpPr>
            <p:nvPr/>
          </p:nvSpPr>
          <p:spPr bwMode="auto">
            <a:xfrm>
              <a:off x="2172846" y="2852786"/>
              <a:ext cx="258767"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993" name="Line 26">
              <a:extLst>
                <a:ext uri="{FF2B5EF4-FFF2-40B4-BE49-F238E27FC236}">
                  <a16:creationId xmlns:a16="http://schemas.microsoft.com/office/drawing/2014/main" id="{5AE3CA4D-E609-41B2-B54D-FB74FECE0DC6}"/>
                </a:ext>
              </a:extLst>
            </p:cNvPr>
            <p:cNvSpPr>
              <a:spLocks noChangeShapeType="1"/>
            </p:cNvSpPr>
            <p:nvPr/>
          </p:nvSpPr>
          <p:spPr bwMode="auto">
            <a:xfrm>
              <a:off x="2172846" y="2852786"/>
              <a:ext cx="0" cy="438165"/>
            </a:xfrm>
            <a:prstGeom prst="line">
              <a:avLst/>
            </a:prstGeom>
            <a:noFill/>
            <a:ln w="34925">
              <a:solidFill>
                <a:srgbClr val="000000"/>
              </a:solidFill>
              <a:round/>
              <a:headEnd/>
              <a:tailEnd type="none" w="lg" len="lg"/>
            </a:ln>
          </p:spPr>
          <p:txBody>
            <a:bodyPr/>
            <a:lstStyle/>
            <a:p>
              <a:pPr eaLnBrk="1" hangingPunct="1">
                <a:defRPr/>
              </a:pPr>
              <a:endParaRPr lang="en-US" sz="1400">
                <a:latin typeface="+mj-lt"/>
              </a:endParaRPr>
            </a:p>
          </p:txBody>
        </p:sp>
        <p:sp>
          <p:nvSpPr>
            <p:cNvPr id="83994" name="Line 27">
              <a:extLst>
                <a:ext uri="{FF2B5EF4-FFF2-40B4-BE49-F238E27FC236}">
                  <a16:creationId xmlns:a16="http://schemas.microsoft.com/office/drawing/2014/main" id="{5BAAA87F-75D9-4869-8EBC-75E6F5E43F6D}"/>
                </a:ext>
              </a:extLst>
            </p:cNvPr>
            <p:cNvSpPr>
              <a:spLocks noChangeShapeType="1"/>
            </p:cNvSpPr>
            <p:nvPr/>
          </p:nvSpPr>
          <p:spPr bwMode="auto">
            <a:xfrm>
              <a:off x="2171259" y="3294126"/>
              <a:ext cx="258766"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995" name="Line 28">
              <a:extLst>
                <a:ext uri="{FF2B5EF4-FFF2-40B4-BE49-F238E27FC236}">
                  <a16:creationId xmlns:a16="http://schemas.microsoft.com/office/drawing/2014/main" id="{7401F31D-1172-4C25-B584-93396004BC71}"/>
                </a:ext>
              </a:extLst>
            </p:cNvPr>
            <p:cNvSpPr>
              <a:spLocks noChangeShapeType="1"/>
            </p:cNvSpPr>
            <p:nvPr/>
          </p:nvSpPr>
          <p:spPr bwMode="auto">
            <a:xfrm>
              <a:off x="2428438" y="3290951"/>
              <a:ext cx="0" cy="250833"/>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996" name="Line 29">
              <a:extLst>
                <a:ext uri="{FF2B5EF4-FFF2-40B4-BE49-F238E27FC236}">
                  <a16:creationId xmlns:a16="http://schemas.microsoft.com/office/drawing/2014/main" id="{FB8D32A8-E69C-4FAC-96C7-AFA4608956F4}"/>
                </a:ext>
              </a:extLst>
            </p:cNvPr>
            <p:cNvSpPr>
              <a:spLocks noChangeShapeType="1"/>
            </p:cNvSpPr>
            <p:nvPr/>
          </p:nvSpPr>
          <p:spPr bwMode="auto">
            <a:xfrm>
              <a:off x="2064894" y="2916289"/>
              <a:ext cx="0" cy="347674"/>
            </a:xfrm>
            <a:prstGeom prst="line">
              <a:avLst/>
            </a:prstGeom>
            <a:noFill/>
            <a:ln w="38100">
              <a:solidFill>
                <a:srgbClr val="000000"/>
              </a:solidFill>
              <a:round/>
              <a:headEnd/>
              <a:tailEnd type="none" w="lg" len="lg"/>
            </a:ln>
          </p:spPr>
          <p:txBody>
            <a:bodyPr/>
            <a:lstStyle/>
            <a:p>
              <a:pPr eaLnBrk="1" hangingPunct="1">
                <a:defRPr/>
              </a:pPr>
              <a:endParaRPr lang="en-US" sz="1400">
                <a:latin typeface="+mj-lt"/>
              </a:endParaRPr>
            </a:p>
          </p:txBody>
        </p:sp>
        <p:sp>
          <p:nvSpPr>
            <p:cNvPr id="83997" name="Line 30">
              <a:extLst>
                <a:ext uri="{FF2B5EF4-FFF2-40B4-BE49-F238E27FC236}">
                  <a16:creationId xmlns:a16="http://schemas.microsoft.com/office/drawing/2014/main" id="{594AE113-D229-4365-876D-97979BEA8977}"/>
                </a:ext>
              </a:extLst>
            </p:cNvPr>
            <p:cNvSpPr>
              <a:spLocks noChangeShapeType="1"/>
            </p:cNvSpPr>
            <p:nvPr/>
          </p:nvSpPr>
          <p:spPr bwMode="auto">
            <a:xfrm>
              <a:off x="1969643" y="2911525"/>
              <a:ext cx="0" cy="366725"/>
            </a:xfrm>
            <a:prstGeom prst="line">
              <a:avLst/>
            </a:prstGeom>
            <a:noFill/>
            <a:ln w="25400">
              <a:solidFill>
                <a:srgbClr val="000000"/>
              </a:solidFill>
              <a:round/>
              <a:headEnd/>
              <a:tailEnd type="none" w="lg" len="lg"/>
            </a:ln>
          </p:spPr>
          <p:txBody>
            <a:bodyPr/>
            <a:lstStyle/>
            <a:p>
              <a:pPr eaLnBrk="1" hangingPunct="1">
                <a:defRPr/>
              </a:pPr>
              <a:endParaRPr lang="en-US" sz="1400">
                <a:latin typeface="+mj-lt"/>
              </a:endParaRPr>
            </a:p>
          </p:txBody>
        </p:sp>
        <p:sp>
          <p:nvSpPr>
            <p:cNvPr id="83998" name="Line 31">
              <a:extLst>
                <a:ext uri="{FF2B5EF4-FFF2-40B4-BE49-F238E27FC236}">
                  <a16:creationId xmlns:a16="http://schemas.microsoft.com/office/drawing/2014/main" id="{7A6F404D-9B41-4A63-8FC7-B6737792B879}"/>
                </a:ext>
              </a:extLst>
            </p:cNvPr>
            <p:cNvSpPr>
              <a:spLocks noChangeShapeType="1"/>
            </p:cNvSpPr>
            <p:nvPr/>
          </p:nvSpPr>
          <p:spPr bwMode="auto">
            <a:xfrm>
              <a:off x="1439409" y="3095682"/>
              <a:ext cx="1920905"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4002" name="Line 36">
              <a:extLst>
                <a:ext uri="{FF2B5EF4-FFF2-40B4-BE49-F238E27FC236}">
                  <a16:creationId xmlns:a16="http://schemas.microsoft.com/office/drawing/2014/main" id="{EE7D8777-9076-4A0C-AB27-8D529B9BE794}"/>
                </a:ext>
              </a:extLst>
            </p:cNvPr>
            <p:cNvSpPr>
              <a:spLocks noChangeShapeType="1"/>
            </p:cNvSpPr>
            <p:nvPr/>
          </p:nvSpPr>
          <p:spPr bwMode="auto">
            <a:xfrm>
              <a:off x="2423675" y="3592586"/>
              <a:ext cx="0" cy="438165"/>
            </a:xfrm>
            <a:prstGeom prst="line">
              <a:avLst/>
            </a:prstGeom>
            <a:noFill/>
            <a:ln w="22225">
              <a:solidFill>
                <a:srgbClr val="000000"/>
              </a:solidFill>
              <a:prstDash val="dash"/>
              <a:round/>
              <a:headEnd/>
              <a:tailEnd type="none" w="lg" len="lg"/>
            </a:ln>
          </p:spPr>
          <p:txBody>
            <a:bodyPr/>
            <a:lstStyle/>
            <a:p>
              <a:pPr eaLnBrk="1" hangingPunct="1">
                <a:defRPr/>
              </a:pPr>
              <a:endParaRPr lang="en-US" sz="1400">
                <a:latin typeface="+mj-lt"/>
              </a:endParaRPr>
            </a:p>
          </p:txBody>
        </p:sp>
        <p:sp>
          <p:nvSpPr>
            <p:cNvPr id="84006" name="Text Box 40">
              <a:extLst>
                <a:ext uri="{FF2B5EF4-FFF2-40B4-BE49-F238E27FC236}">
                  <a16:creationId xmlns:a16="http://schemas.microsoft.com/office/drawing/2014/main" id="{456709D6-6924-4AB6-AC3C-3C5BF11FC38F}"/>
                </a:ext>
              </a:extLst>
            </p:cNvPr>
            <p:cNvSpPr txBox="1">
              <a:spLocks noChangeArrowheads="1"/>
            </p:cNvSpPr>
            <p:nvPr/>
          </p:nvSpPr>
          <p:spPr bwMode="auto">
            <a:xfrm>
              <a:off x="1885504" y="3371916"/>
              <a:ext cx="268026" cy="954139"/>
            </a:xfrm>
            <a:prstGeom prst="rect">
              <a:avLst/>
            </a:prstGeom>
            <a:noFill/>
            <a:ln w="9525">
              <a:noFill/>
              <a:miter lim="800000"/>
              <a:headEnd/>
              <a:tailEnd/>
            </a:ln>
          </p:spPr>
          <p:txBody>
            <a:bodyPr wrap="none">
              <a:spAutoFit/>
            </a:bodyPr>
            <a:lstStyle/>
            <a:p>
              <a:pPr eaLnBrk="1" hangingPunct="1">
                <a:defRPr/>
              </a:pPr>
              <a:r>
                <a:rPr lang="ru-RU" sz="1400">
                  <a:latin typeface="+mj-lt"/>
                  <a:sym typeface="Symbol" pitchFamily="18" charset="2"/>
                </a:rPr>
                <a:t></a:t>
              </a:r>
              <a:endParaRPr lang="en-US" sz="1400">
                <a:latin typeface="+mj-lt"/>
                <a:sym typeface="Symbol" pitchFamily="18" charset="2"/>
              </a:endParaRPr>
            </a:p>
            <a:p>
              <a:pPr eaLnBrk="1" hangingPunct="1">
                <a:defRPr/>
              </a:pPr>
              <a:r>
                <a:rPr lang="ru-RU" sz="1400">
                  <a:latin typeface="+mj-lt"/>
                  <a:sym typeface="Symbol" pitchFamily="18" charset="2"/>
                </a:rPr>
                <a:t></a:t>
              </a:r>
              <a:endParaRPr lang="en-US" sz="1400">
                <a:latin typeface="+mj-lt"/>
                <a:sym typeface="Symbol" pitchFamily="18" charset="2"/>
              </a:endParaRPr>
            </a:p>
            <a:p>
              <a:pPr eaLnBrk="1" hangingPunct="1">
                <a:defRPr/>
              </a:pPr>
              <a:r>
                <a:rPr lang="ru-RU" sz="1400">
                  <a:latin typeface="+mj-lt"/>
                  <a:sym typeface="Symbol" pitchFamily="18" charset="2"/>
                </a:rPr>
                <a:t></a:t>
              </a:r>
            </a:p>
            <a:p>
              <a:pPr eaLnBrk="1" hangingPunct="1">
                <a:defRPr/>
              </a:pPr>
              <a:endParaRPr lang="ru-RU" sz="1400">
                <a:latin typeface="+mj-lt"/>
                <a:sym typeface="Symbol" pitchFamily="18" charset="2"/>
              </a:endParaRPr>
            </a:p>
          </p:txBody>
        </p:sp>
        <p:sp>
          <p:nvSpPr>
            <p:cNvPr id="44" name="Line 17">
              <a:extLst>
                <a:ext uri="{FF2B5EF4-FFF2-40B4-BE49-F238E27FC236}">
                  <a16:creationId xmlns:a16="http://schemas.microsoft.com/office/drawing/2014/main" id="{EDFE8A1B-BEDA-4250-9FA3-DB3DA285A4FE}"/>
                </a:ext>
              </a:extLst>
            </p:cNvPr>
            <p:cNvSpPr>
              <a:spLocks noChangeShapeType="1"/>
            </p:cNvSpPr>
            <p:nvPr/>
          </p:nvSpPr>
          <p:spPr bwMode="auto">
            <a:xfrm>
              <a:off x="2203009" y="1857390"/>
              <a:ext cx="263529"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45" name="Line 18">
              <a:extLst>
                <a:ext uri="{FF2B5EF4-FFF2-40B4-BE49-F238E27FC236}">
                  <a16:creationId xmlns:a16="http://schemas.microsoft.com/office/drawing/2014/main" id="{50578DAE-A4E5-4507-8BC2-1D5BAC4020DE}"/>
                </a:ext>
              </a:extLst>
            </p:cNvPr>
            <p:cNvSpPr>
              <a:spLocks noChangeShapeType="1"/>
            </p:cNvSpPr>
            <p:nvPr/>
          </p:nvSpPr>
          <p:spPr bwMode="auto">
            <a:xfrm>
              <a:off x="2214121" y="1476378"/>
              <a:ext cx="0" cy="365137"/>
            </a:xfrm>
            <a:prstGeom prst="line">
              <a:avLst/>
            </a:prstGeom>
            <a:noFill/>
            <a:ln w="34925">
              <a:solidFill>
                <a:srgbClr val="000000"/>
              </a:solidFill>
              <a:round/>
              <a:headEnd/>
              <a:tailEnd type="none" w="lg" len="lg"/>
            </a:ln>
          </p:spPr>
          <p:txBody>
            <a:bodyPr/>
            <a:lstStyle/>
            <a:p>
              <a:pPr eaLnBrk="1" hangingPunct="1">
                <a:defRPr/>
              </a:pPr>
              <a:endParaRPr lang="en-US" sz="1400">
                <a:latin typeface="+mj-lt"/>
              </a:endParaRPr>
            </a:p>
          </p:txBody>
        </p:sp>
        <p:sp>
          <p:nvSpPr>
            <p:cNvPr id="46" name="Line 20">
              <a:extLst>
                <a:ext uri="{FF2B5EF4-FFF2-40B4-BE49-F238E27FC236}">
                  <a16:creationId xmlns:a16="http://schemas.microsoft.com/office/drawing/2014/main" id="{BB8032BF-275C-40C5-982F-0F5F6CAC729F}"/>
                </a:ext>
              </a:extLst>
            </p:cNvPr>
            <p:cNvSpPr>
              <a:spLocks noChangeShapeType="1"/>
            </p:cNvSpPr>
            <p:nvPr/>
          </p:nvSpPr>
          <p:spPr bwMode="auto">
            <a:xfrm>
              <a:off x="2083944" y="1500191"/>
              <a:ext cx="0" cy="306397"/>
            </a:xfrm>
            <a:prstGeom prst="line">
              <a:avLst/>
            </a:prstGeom>
            <a:noFill/>
            <a:ln w="38100">
              <a:solidFill>
                <a:srgbClr val="000000"/>
              </a:solidFill>
              <a:round/>
              <a:headEnd/>
              <a:tailEnd type="none" w="lg" len="lg"/>
            </a:ln>
          </p:spPr>
          <p:txBody>
            <a:bodyPr/>
            <a:lstStyle/>
            <a:p>
              <a:pPr eaLnBrk="1" hangingPunct="1">
                <a:defRPr/>
              </a:pPr>
              <a:endParaRPr lang="en-US" sz="1400">
                <a:latin typeface="+mj-lt"/>
              </a:endParaRPr>
            </a:p>
          </p:txBody>
        </p:sp>
        <p:cxnSp>
          <p:nvCxnSpPr>
            <p:cNvPr id="103459" name="Straight Connector 47">
              <a:extLst>
                <a:ext uri="{FF2B5EF4-FFF2-40B4-BE49-F238E27FC236}">
                  <a16:creationId xmlns:a16="http://schemas.microsoft.com/office/drawing/2014/main" id="{E1E734AA-A0B5-3FB7-8BB2-1075B3772570}"/>
                </a:ext>
              </a:extLst>
            </p:cNvPr>
            <p:cNvCxnSpPr>
              <a:cxnSpLocks noChangeShapeType="1"/>
            </p:cNvCxnSpPr>
            <p:nvPr/>
          </p:nvCxnSpPr>
          <p:spPr bwMode="auto">
            <a:xfrm rot="10800000">
              <a:off x="1528754" y="1643050"/>
              <a:ext cx="18288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3460" name="Straight Connector 49">
              <a:extLst>
                <a:ext uri="{FF2B5EF4-FFF2-40B4-BE49-F238E27FC236}">
                  <a16:creationId xmlns:a16="http://schemas.microsoft.com/office/drawing/2014/main" id="{229559D5-4528-D12E-2423-939C5FA84369}"/>
                </a:ext>
              </a:extLst>
            </p:cNvPr>
            <p:cNvCxnSpPr>
              <a:cxnSpLocks noChangeShapeType="1"/>
            </p:cNvCxnSpPr>
            <p:nvPr/>
          </p:nvCxnSpPr>
          <p:spPr bwMode="auto">
            <a:xfrm>
              <a:off x="2214546" y="1476236"/>
              <a:ext cx="25603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3461" name="Straight Connector 51">
              <a:extLst>
                <a:ext uri="{FF2B5EF4-FFF2-40B4-BE49-F238E27FC236}">
                  <a16:creationId xmlns:a16="http://schemas.microsoft.com/office/drawing/2014/main" id="{5B176A26-4D50-0385-6E10-6D10885FEBF2}"/>
                </a:ext>
              </a:extLst>
            </p:cNvPr>
            <p:cNvCxnSpPr>
              <a:cxnSpLocks noChangeShapeType="1"/>
            </p:cNvCxnSpPr>
            <p:nvPr/>
          </p:nvCxnSpPr>
          <p:spPr bwMode="auto">
            <a:xfrm rot="5400000" flipH="1" flipV="1">
              <a:off x="2393047" y="1404798"/>
              <a:ext cx="142876"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03462" name="Straight Connector 53">
              <a:extLst>
                <a:ext uri="{FF2B5EF4-FFF2-40B4-BE49-F238E27FC236}">
                  <a16:creationId xmlns:a16="http://schemas.microsoft.com/office/drawing/2014/main" id="{2EECF5A2-26C2-7D98-77A6-1971B5785080}"/>
                </a:ext>
              </a:extLst>
            </p:cNvPr>
            <p:cNvCxnSpPr>
              <a:cxnSpLocks noChangeShapeType="1"/>
            </p:cNvCxnSpPr>
            <p:nvPr/>
          </p:nvCxnSpPr>
          <p:spPr bwMode="auto">
            <a:xfrm>
              <a:off x="2452610" y="1333360"/>
              <a:ext cx="365760" cy="1588"/>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03463" name="Straight Connector 55">
              <a:extLst>
                <a:ext uri="{FF2B5EF4-FFF2-40B4-BE49-F238E27FC236}">
                  <a16:creationId xmlns:a16="http://schemas.microsoft.com/office/drawing/2014/main" id="{89E034E2-BEBA-3386-8E50-720EF2978100}"/>
                </a:ext>
              </a:extLst>
            </p:cNvPr>
            <p:cNvCxnSpPr>
              <a:cxnSpLocks noChangeShapeType="1"/>
            </p:cNvCxnSpPr>
            <p:nvPr/>
          </p:nvCxnSpPr>
          <p:spPr bwMode="auto">
            <a:xfrm rot="5400000">
              <a:off x="489767" y="3331828"/>
              <a:ext cx="46634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57" name="Text Box 23">
              <a:extLst>
                <a:ext uri="{FF2B5EF4-FFF2-40B4-BE49-F238E27FC236}">
                  <a16:creationId xmlns:a16="http://schemas.microsoft.com/office/drawing/2014/main" id="{25DBFC60-723F-4973-AE82-58B46FD85FBD}"/>
                </a:ext>
              </a:extLst>
            </p:cNvPr>
            <p:cNvSpPr txBox="1">
              <a:spLocks noChangeArrowheads="1"/>
            </p:cNvSpPr>
            <p:nvPr/>
          </p:nvSpPr>
          <p:spPr bwMode="auto">
            <a:xfrm>
              <a:off x="702798" y="2928989"/>
              <a:ext cx="847738" cy="338148"/>
            </a:xfrm>
            <a:prstGeom prst="rect">
              <a:avLst/>
            </a:prstGeom>
            <a:noFill/>
            <a:ln w="9525">
              <a:noFill/>
              <a:miter lim="800000"/>
              <a:headEnd/>
              <a:tailEnd type="none" w="lg" len="lg"/>
            </a:ln>
          </p:spPr>
          <p:txBody>
            <a:bodyPr>
              <a:spAutoFit/>
            </a:bodyPr>
            <a:lstStyle/>
            <a:p>
              <a:pPr eaLnBrk="1" hangingPunct="1">
                <a:spcBef>
                  <a:spcPct val="50000"/>
                </a:spcBef>
                <a:defRPr/>
              </a:pPr>
              <a:r>
                <a:rPr lang="en-US" sz="1600" dirty="0">
                  <a:latin typeface="+mj-lt"/>
                </a:rPr>
                <a:t>Word 6 </a:t>
              </a:r>
            </a:p>
          </p:txBody>
        </p:sp>
        <p:sp>
          <p:nvSpPr>
            <p:cNvPr id="58" name="Text Box 23">
              <a:extLst>
                <a:ext uri="{FF2B5EF4-FFF2-40B4-BE49-F238E27FC236}">
                  <a16:creationId xmlns:a16="http://schemas.microsoft.com/office/drawing/2014/main" id="{9945D1D4-EE0F-4FED-B288-AD87270AAD42}"/>
                </a:ext>
              </a:extLst>
            </p:cNvPr>
            <p:cNvSpPr txBox="1">
              <a:spLocks noChangeArrowheads="1"/>
            </p:cNvSpPr>
            <p:nvPr/>
          </p:nvSpPr>
          <p:spPr bwMode="auto">
            <a:xfrm>
              <a:off x="713911" y="1428751"/>
              <a:ext cx="847738" cy="584219"/>
            </a:xfrm>
            <a:prstGeom prst="rect">
              <a:avLst/>
            </a:prstGeom>
            <a:noFill/>
            <a:ln w="9525">
              <a:noFill/>
              <a:miter lim="800000"/>
              <a:headEnd/>
              <a:tailEnd type="none" w="lg" len="lg"/>
            </a:ln>
          </p:spPr>
          <p:txBody>
            <a:bodyPr>
              <a:spAutoFit/>
            </a:bodyPr>
            <a:lstStyle/>
            <a:p>
              <a:pPr eaLnBrk="1" hangingPunct="1">
                <a:spcBef>
                  <a:spcPct val="50000"/>
                </a:spcBef>
                <a:defRPr/>
              </a:pPr>
              <a:r>
                <a:rPr lang="en-US" sz="1600" dirty="0">
                  <a:latin typeface="+mj-lt"/>
                </a:rPr>
                <a:t>Select</a:t>
              </a:r>
              <a:br>
                <a:rPr lang="en-US" sz="1600" dirty="0">
                  <a:latin typeface="+mj-lt"/>
                </a:rPr>
              </a:br>
              <a:r>
                <a:rPr lang="en-US" sz="1600" dirty="0">
                  <a:latin typeface="+mj-lt"/>
                </a:rPr>
                <a:t>gate 1 </a:t>
              </a:r>
            </a:p>
          </p:txBody>
        </p:sp>
        <p:sp>
          <p:nvSpPr>
            <p:cNvPr id="59" name="Line 17">
              <a:extLst>
                <a:ext uri="{FF2B5EF4-FFF2-40B4-BE49-F238E27FC236}">
                  <a16:creationId xmlns:a16="http://schemas.microsoft.com/office/drawing/2014/main" id="{989C6EA9-EEDA-4856-8E89-6227F754109A}"/>
                </a:ext>
              </a:extLst>
            </p:cNvPr>
            <p:cNvSpPr>
              <a:spLocks noChangeShapeType="1"/>
            </p:cNvSpPr>
            <p:nvPr/>
          </p:nvSpPr>
          <p:spPr bwMode="auto">
            <a:xfrm>
              <a:off x="2142683" y="5262692"/>
              <a:ext cx="263529"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60" name="Line 18">
              <a:extLst>
                <a:ext uri="{FF2B5EF4-FFF2-40B4-BE49-F238E27FC236}">
                  <a16:creationId xmlns:a16="http://schemas.microsoft.com/office/drawing/2014/main" id="{34D2B05D-DE8E-48F6-8B84-5E0483457910}"/>
                </a:ext>
              </a:extLst>
            </p:cNvPr>
            <p:cNvSpPr>
              <a:spLocks noChangeShapeType="1"/>
            </p:cNvSpPr>
            <p:nvPr/>
          </p:nvSpPr>
          <p:spPr bwMode="auto">
            <a:xfrm>
              <a:off x="2155384" y="4881679"/>
              <a:ext cx="0" cy="365137"/>
            </a:xfrm>
            <a:prstGeom prst="line">
              <a:avLst/>
            </a:prstGeom>
            <a:noFill/>
            <a:ln w="34925">
              <a:solidFill>
                <a:srgbClr val="000000"/>
              </a:solidFill>
              <a:round/>
              <a:headEnd/>
              <a:tailEnd type="none" w="lg" len="lg"/>
            </a:ln>
          </p:spPr>
          <p:txBody>
            <a:bodyPr/>
            <a:lstStyle/>
            <a:p>
              <a:pPr eaLnBrk="1" hangingPunct="1">
                <a:defRPr/>
              </a:pPr>
              <a:endParaRPr lang="en-US" sz="1400">
                <a:latin typeface="+mj-lt"/>
              </a:endParaRPr>
            </a:p>
          </p:txBody>
        </p:sp>
        <p:sp>
          <p:nvSpPr>
            <p:cNvPr id="61" name="Line 20">
              <a:extLst>
                <a:ext uri="{FF2B5EF4-FFF2-40B4-BE49-F238E27FC236}">
                  <a16:creationId xmlns:a16="http://schemas.microsoft.com/office/drawing/2014/main" id="{2D68EC3F-BFAE-44EA-B546-A7B6A0582DC2}"/>
                </a:ext>
              </a:extLst>
            </p:cNvPr>
            <p:cNvSpPr>
              <a:spLocks noChangeShapeType="1"/>
            </p:cNvSpPr>
            <p:nvPr/>
          </p:nvSpPr>
          <p:spPr bwMode="auto">
            <a:xfrm>
              <a:off x="2023618" y="4905492"/>
              <a:ext cx="0" cy="306398"/>
            </a:xfrm>
            <a:prstGeom prst="line">
              <a:avLst/>
            </a:prstGeom>
            <a:noFill/>
            <a:ln w="38100">
              <a:solidFill>
                <a:srgbClr val="000000"/>
              </a:solidFill>
              <a:round/>
              <a:headEnd/>
              <a:tailEnd type="none" w="lg" len="lg"/>
            </a:ln>
          </p:spPr>
          <p:txBody>
            <a:bodyPr/>
            <a:lstStyle/>
            <a:p>
              <a:pPr eaLnBrk="1" hangingPunct="1">
                <a:defRPr/>
              </a:pPr>
              <a:endParaRPr lang="en-US" sz="1400">
                <a:latin typeface="+mj-lt"/>
              </a:endParaRPr>
            </a:p>
          </p:txBody>
        </p:sp>
        <p:cxnSp>
          <p:nvCxnSpPr>
            <p:cNvPr id="103469" name="Straight Connector 61">
              <a:extLst>
                <a:ext uri="{FF2B5EF4-FFF2-40B4-BE49-F238E27FC236}">
                  <a16:creationId xmlns:a16="http://schemas.microsoft.com/office/drawing/2014/main" id="{7893FFE5-6248-00AF-CCDA-F5372239D966}"/>
                </a:ext>
              </a:extLst>
            </p:cNvPr>
            <p:cNvCxnSpPr>
              <a:cxnSpLocks noChangeShapeType="1"/>
            </p:cNvCxnSpPr>
            <p:nvPr/>
          </p:nvCxnSpPr>
          <p:spPr bwMode="auto">
            <a:xfrm rot="10800000">
              <a:off x="1517322" y="5048324"/>
              <a:ext cx="155448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3470" name="Straight Connector 62">
              <a:extLst>
                <a:ext uri="{FF2B5EF4-FFF2-40B4-BE49-F238E27FC236}">
                  <a16:creationId xmlns:a16="http://schemas.microsoft.com/office/drawing/2014/main" id="{A16CC83A-FB07-0687-9203-266818E3341A}"/>
                </a:ext>
              </a:extLst>
            </p:cNvPr>
            <p:cNvCxnSpPr>
              <a:cxnSpLocks noChangeShapeType="1"/>
            </p:cNvCxnSpPr>
            <p:nvPr/>
          </p:nvCxnSpPr>
          <p:spPr bwMode="auto">
            <a:xfrm>
              <a:off x="2154983" y="4881510"/>
              <a:ext cx="25603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64" name="Text Box 23">
              <a:extLst>
                <a:ext uri="{FF2B5EF4-FFF2-40B4-BE49-F238E27FC236}">
                  <a16:creationId xmlns:a16="http://schemas.microsoft.com/office/drawing/2014/main" id="{D742213C-29F9-4B65-9DBD-24A3A210790C}"/>
                </a:ext>
              </a:extLst>
            </p:cNvPr>
            <p:cNvSpPr txBox="1">
              <a:spLocks noChangeArrowheads="1"/>
            </p:cNvSpPr>
            <p:nvPr/>
          </p:nvSpPr>
          <p:spPr bwMode="auto">
            <a:xfrm>
              <a:off x="785349" y="4775312"/>
              <a:ext cx="847738" cy="584219"/>
            </a:xfrm>
            <a:prstGeom prst="rect">
              <a:avLst/>
            </a:prstGeom>
            <a:noFill/>
            <a:ln w="9525">
              <a:noFill/>
              <a:miter lim="800000"/>
              <a:headEnd/>
              <a:tailEnd type="none" w="lg" len="lg"/>
            </a:ln>
          </p:spPr>
          <p:txBody>
            <a:bodyPr>
              <a:spAutoFit/>
            </a:bodyPr>
            <a:lstStyle/>
            <a:p>
              <a:pPr eaLnBrk="1" hangingPunct="1">
                <a:spcBef>
                  <a:spcPct val="50000"/>
                </a:spcBef>
                <a:defRPr/>
              </a:pPr>
              <a:r>
                <a:rPr lang="en-US" sz="1600" dirty="0">
                  <a:latin typeface="+mj-lt"/>
                </a:rPr>
                <a:t>Select</a:t>
              </a:r>
              <a:br>
                <a:rPr lang="en-US" sz="1600" dirty="0">
                  <a:latin typeface="+mj-lt"/>
                </a:rPr>
              </a:br>
              <a:r>
                <a:rPr lang="en-US" sz="1600" dirty="0">
                  <a:latin typeface="+mj-lt"/>
                </a:rPr>
                <a:t>gate 2 </a:t>
              </a:r>
            </a:p>
          </p:txBody>
        </p:sp>
        <p:sp>
          <p:nvSpPr>
            <p:cNvPr id="65" name="Line 10">
              <a:extLst>
                <a:ext uri="{FF2B5EF4-FFF2-40B4-BE49-F238E27FC236}">
                  <a16:creationId xmlns:a16="http://schemas.microsoft.com/office/drawing/2014/main" id="{07B0C4CA-8B83-42F3-8C87-02EEE2066690}"/>
                </a:ext>
              </a:extLst>
            </p:cNvPr>
            <p:cNvSpPr>
              <a:spLocks noChangeShapeType="1"/>
            </p:cNvSpPr>
            <p:nvPr/>
          </p:nvSpPr>
          <p:spPr bwMode="auto">
            <a:xfrm>
              <a:off x="2393512" y="5262692"/>
              <a:ext cx="0" cy="228608"/>
            </a:xfrm>
            <a:prstGeom prst="line">
              <a:avLst/>
            </a:prstGeom>
            <a:noFill/>
            <a:ln w="22225">
              <a:solidFill>
                <a:srgbClr val="000000"/>
              </a:solidFill>
              <a:round/>
              <a:headEnd/>
              <a:tailEnd type="none" w="med" len="med"/>
            </a:ln>
          </p:spPr>
          <p:txBody>
            <a:bodyPr/>
            <a:lstStyle/>
            <a:p>
              <a:pPr eaLnBrk="1" hangingPunct="1">
                <a:defRPr/>
              </a:pPr>
              <a:endParaRPr lang="en-US" sz="1400">
                <a:latin typeface="+mj-lt"/>
              </a:endParaRPr>
            </a:p>
          </p:txBody>
        </p:sp>
        <p:sp>
          <p:nvSpPr>
            <p:cNvPr id="69" name="Text Box 23">
              <a:extLst>
                <a:ext uri="{FF2B5EF4-FFF2-40B4-BE49-F238E27FC236}">
                  <a16:creationId xmlns:a16="http://schemas.microsoft.com/office/drawing/2014/main" id="{DF13A10E-5A34-471B-823E-CBA2890B8E06}"/>
                </a:ext>
              </a:extLst>
            </p:cNvPr>
            <p:cNvSpPr txBox="1">
              <a:spLocks noChangeArrowheads="1"/>
            </p:cNvSpPr>
            <p:nvPr/>
          </p:nvSpPr>
          <p:spPr bwMode="auto">
            <a:xfrm>
              <a:off x="2857070" y="857232"/>
              <a:ext cx="1000141" cy="584219"/>
            </a:xfrm>
            <a:prstGeom prst="rect">
              <a:avLst/>
            </a:prstGeom>
            <a:noFill/>
            <a:ln w="9525">
              <a:noFill/>
              <a:miter lim="800000"/>
              <a:headEnd/>
              <a:tailEnd type="none" w="lg" len="lg"/>
            </a:ln>
          </p:spPr>
          <p:txBody>
            <a:bodyPr>
              <a:spAutoFit/>
            </a:bodyPr>
            <a:lstStyle/>
            <a:p>
              <a:pPr algn="ctr" eaLnBrk="1" hangingPunct="1">
                <a:spcBef>
                  <a:spcPct val="50000"/>
                </a:spcBef>
                <a:defRPr/>
              </a:pPr>
              <a:r>
                <a:rPr lang="en-US" sz="1600" dirty="0">
                  <a:latin typeface="+mj-lt"/>
                </a:rPr>
                <a:t>Bit Line 0</a:t>
              </a:r>
            </a:p>
          </p:txBody>
        </p:sp>
        <p:sp>
          <p:nvSpPr>
            <p:cNvPr id="70" name="Line 6">
              <a:extLst>
                <a:ext uri="{FF2B5EF4-FFF2-40B4-BE49-F238E27FC236}">
                  <a16:creationId xmlns:a16="http://schemas.microsoft.com/office/drawing/2014/main" id="{63F2330E-EF3F-4DDB-A475-A7B0B6D4AE4D}"/>
                </a:ext>
              </a:extLst>
            </p:cNvPr>
            <p:cNvSpPr>
              <a:spLocks noChangeShapeType="1"/>
            </p:cNvSpPr>
            <p:nvPr/>
          </p:nvSpPr>
          <p:spPr bwMode="auto">
            <a:xfrm>
              <a:off x="4847826" y="4019637"/>
              <a:ext cx="0" cy="190506"/>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71" name="Line 7">
              <a:extLst>
                <a:ext uri="{FF2B5EF4-FFF2-40B4-BE49-F238E27FC236}">
                  <a16:creationId xmlns:a16="http://schemas.microsoft.com/office/drawing/2014/main" id="{D834972A-E971-4748-B059-4F2F6F4E66AD}"/>
                </a:ext>
              </a:extLst>
            </p:cNvPr>
            <p:cNvSpPr>
              <a:spLocks noChangeShapeType="1"/>
            </p:cNvSpPr>
            <p:nvPr/>
          </p:nvSpPr>
          <p:spPr bwMode="auto">
            <a:xfrm>
              <a:off x="4590647" y="4206968"/>
              <a:ext cx="260354"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72" name="Line 8">
              <a:extLst>
                <a:ext uri="{FF2B5EF4-FFF2-40B4-BE49-F238E27FC236}">
                  <a16:creationId xmlns:a16="http://schemas.microsoft.com/office/drawing/2014/main" id="{2E9371B1-DDE9-4726-BB53-469D78EDAF29}"/>
                </a:ext>
              </a:extLst>
            </p:cNvPr>
            <p:cNvSpPr>
              <a:spLocks noChangeShapeType="1"/>
            </p:cNvSpPr>
            <p:nvPr/>
          </p:nvSpPr>
          <p:spPr bwMode="auto">
            <a:xfrm>
              <a:off x="4590647" y="4206968"/>
              <a:ext cx="0" cy="436578"/>
            </a:xfrm>
            <a:prstGeom prst="line">
              <a:avLst/>
            </a:prstGeom>
            <a:noFill/>
            <a:ln w="34925">
              <a:solidFill>
                <a:srgbClr val="000000"/>
              </a:solidFill>
              <a:round/>
              <a:headEnd/>
              <a:tailEnd type="none" w="lg" len="lg"/>
            </a:ln>
          </p:spPr>
          <p:txBody>
            <a:bodyPr/>
            <a:lstStyle/>
            <a:p>
              <a:pPr eaLnBrk="1" hangingPunct="1">
                <a:defRPr/>
              </a:pPr>
              <a:endParaRPr lang="en-US" sz="1400">
                <a:latin typeface="+mj-lt"/>
              </a:endParaRPr>
            </a:p>
          </p:txBody>
        </p:sp>
        <p:sp>
          <p:nvSpPr>
            <p:cNvPr id="73" name="Line 9">
              <a:extLst>
                <a:ext uri="{FF2B5EF4-FFF2-40B4-BE49-F238E27FC236}">
                  <a16:creationId xmlns:a16="http://schemas.microsoft.com/office/drawing/2014/main" id="{AE2A9215-5C6D-4FF4-83B9-55C479C63722}"/>
                </a:ext>
              </a:extLst>
            </p:cNvPr>
            <p:cNvSpPr>
              <a:spLocks noChangeShapeType="1"/>
            </p:cNvSpPr>
            <p:nvPr/>
          </p:nvSpPr>
          <p:spPr bwMode="auto">
            <a:xfrm>
              <a:off x="4589059" y="4646721"/>
              <a:ext cx="260354"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74" name="Line 10">
              <a:extLst>
                <a:ext uri="{FF2B5EF4-FFF2-40B4-BE49-F238E27FC236}">
                  <a16:creationId xmlns:a16="http://schemas.microsoft.com/office/drawing/2014/main" id="{7B988D06-1D0C-4842-9885-EEFDFC4226F4}"/>
                </a:ext>
              </a:extLst>
            </p:cNvPr>
            <p:cNvSpPr>
              <a:spLocks noChangeShapeType="1"/>
            </p:cNvSpPr>
            <p:nvPr/>
          </p:nvSpPr>
          <p:spPr bwMode="auto">
            <a:xfrm>
              <a:off x="4847826" y="4643546"/>
              <a:ext cx="0" cy="250833"/>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75" name="Line 12">
              <a:extLst>
                <a:ext uri="{FF2B5EF4-FFF2-40B4-BE49-F238E27FC236}">
                  <a16:creationId xmlns:a16="http://schemas.microsoft.com/office/drawing/2014/main" id="{7C5C0BDC-3501-4708-9066-5F9785A85E58}"/>
                </a:ext>
              </a:extLst>
            </p:cNvPr>
            <p:cNvSpPr>
              <a:spLocks noChangeShapeType="1"/>
            </p:cNvSpPr>
            <p:nvPr/>
          </p:nvSpPr>
          <p:spPr bwMode="auto">
            <a:xfrm>
              <a:off x="4495395" y="4206968"/>
              <a:ext cx="0" cy="347675"/>
            </a:xfrm>
            <a:prstGeom prst="line">
              <a:avLst/>
            </a:prstGeom>
            <a:noFill/>
            <a:ln w="38100">
              <a:solidFill>
                <a:srgbClr val="000000"/>
              </a:solidFill>
              <a:round/>
              <a:headEnd/>
              <a:tailEnd type="none" w="lg" len="lg"/>
            </a:ln>
          </p:spPr>
          <p:txBody>
            <a:bodyPr/>
            <a:lstStyle/>
            <a:p>
              <a:pPr eaLnBrk="1" hangingPunct="1">
                <a:defRPr/>
              </a:pPr>
              <a:endParaRPr lang="en-US" sz="1400">
                <a:latin typeface="+mj-lt"/>
              </a:endParaRPr>
            </a:p>
          </p:txBody>
        </p:sp>
        <p:sp>
          <p:nvSpPr>
            <p:cNvPr id="76" name="Line 13">
              <a:extLst>
                <a:ext uri="{FF2B5EF4-FFF2-40B4-BE49-F238E27FC236}">
                  <a16:creationId xmlns:a16="http://schemas.microsoft.com/office/drawing/2014/main" id="{E16E1B7B-2D5E-4116-9AC7-55F6E7C282F6}"/>
                </a:ext>
              </a:extLst>
            </p:cNvPr>
            <p:cNvSpPr>
              <a:spLocks noChangeShapeType="1"/>
            </p:cNvSpPr>
            <p:nvPr/>
          </p:nvSpPr>
          <p:spPr bwMode="auto">
            <a:xfrm>
              <a:off x="4400144" y="4206968"/>
              <a:ext cx="0" cy="366725"/>
            </a:xfrm>
            <a:prstGeom prst="line">
              <a:avLst/>
            </a:prstGeom>
            <a:noFill/>
            <a:ln w="25400">
              <a:solidFill>
                <a:srgbClr val="000000"/>
              </a:solidFill>
              <a:round/>
              <a:headEnd/>
              <a:tailEnd type="none" w="lg" len="lg"/>
            </a:ln>
          </p:spPr>
          <p:txBody>
            <a:bodyPr/>
            <a:lstStyle/>
            <a:p>
              <a:pPr eaLnBrk="1" hangingPunct="1">
                <a:defRPr/>
              </a:pPr>
              <a:endParaRPr lang="en-US" sz="1400">
                <a:latin typeface="+mj-lt"/>
              </a:endParaRPr>
            </a:p>
          </p:txBody>
        </p:sp>
        <p:sp>
          <p:nvSpPr>
            <p:cNvPr id="77" name="Line 14">
              <a:extLst>
                <a:ext uri="{FF2B5EF4-FFF2-40B4-BE49-F238E27FC236}">
                  <a16:creationId xmlns:a16="http://schemas.microsoft.com/office/drawing/2014/main" id="{22AD0BB7-28D7-4D8F-AB8C-2D58D1608A3A}"/>
                </a:ext>
              </a:extLst>
            </p:cNvPr>
            <p:cNvSpPr>
              <a:spLocks noChangeShapeType="1"/>
            </p:cNvSpPr>
            <p:nvPr/>
          </p:nvSpPr>
          <p:spPr bwMode="auto">
            <a:xfrm>
              <a:off x="3876261" y="4380012"/>
              <a:ext cx="511183"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79" name="Line 16">
              <a:extLst>
                <a:ext uri="{FF2B5EF4-FFF2-40B4-BE49-F238E27FC236}">
                  <a16:creationId xmlns:a16="http://schemas.microsoft.com/office/drawing/2014/main" id="{78247CFF-4492-4288-AE49-0DEFB0C413DC}"/>
                </a:ext>
              </a:extLst>
            </p:cNvPr>
            <p:cNvSpPr>
              <a:spLocks noChangeShapeType="1"/>
            </p:cNvSpPr>
            <p:nvPr/>
          </p:nvSpPr>
          <p:spPr bwMode="auto">
            <a:xfrm>
              <a:off x="4871638" y="1866916"/>
              <a:ext cx="0" cy="274647"/>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0" name="Line 17">
              <a:extLst>
                <a:ext uri="{FF2B5EF4-FFF2-40B4-BE49-F238E27FC236}">
                  <a16:creationId xmlns:a16="http://schemas.microsoft.com/office/drawing/2014/main" id="{F171ECB1-D733-4607-AE09-C827F06E083B}"/>
                </a:ext>
              </a:extLst>
            </p:cNvPr>
            <p:cNvSpPr>
              <a:spLocks noChangeShapeType="1"/>
            </p:cNvSpPr>
            <p:nvPr/>
          </p:nvSpPr>
          <p:spPr bwMode="auto">
            <a:xfrm>
              <a:off x="4604934" y="2122512"/>
              <a:ext cx="263529"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1" name="Line 18">
              <a:extLst>
                <a:ext uri="{FF2B5EF4-FFF2-40B4-BE49-F238E27FC236}">
                  <a16:creationId xmlns:a16="http://schemas.microsoft.com/office/drawing/2014/main" id="{A1D135E9-DA68-4F4E-8E09-8D2AF148CAEC}"/>
                </a:ext>
              </a:extLst>
            </p:cNvPr>
            <p:cNvSpPr>
              <a:spLocks noChangeShapeType="1"/>
            </p:cNvSpPr>
            <p:nvPr/>
          </p:nvSpPr>
          <p:spPr bwMode="auto">
            <a:xfrm>
              <a:off x="4604934" y="2122512"/>
              <a:ext cx="0" cy="438165"/>
            </a:xfrm>
            <a:prstGeom prst="line">
              <a:avLst/>
            </a:prstGeom>
            <a:noFill/>
            <a:ln w="34925">
              <a:solidFill>
                <a:srgbClr val="000000"/>
              </a:solidFill>
              <a:round/>
              <a:headEnd/>
              <a:tailEnd type="none" w="lg" len="lg"/>
            </a:ln>
          </p:spPr>
          <p:txBody>
            <a:bodyPr/>
            <a:lstStyle/>
            <a:p>
              <a:pPr eaLnBrk="1" hangingPunct="1">
                <a:defRPr/>
              </a:pPr>
              <a:endParaRPr lang="en-US" sz="1400">
                <a:latin typeface="+mj-lt"/>
              </a:endParaRPr>
            </a:p>
          </p:txBody>
        </p:sp>
        <p:sp>
          <p:nvSpPr>
            <p:cNvPr id="82" name="Line 19">
              <a:extLst>
                <a:ext uri="{FF2B5EF4-FFF2-40B4-BE49-F238E27FC236}">
                  <a16:creationId xmlns:a16="http://schemas.microsoft.com/office/drawing/2014/main" id="{C82160A9-7758-49BE-940B-DEA20FA727F3}"/>
                </a:ext>
              </a:extLst>
            </p:cNvPr>
            <p:cNvSpPr>
              <a:spLocks noChangeShapeType="1"/>
            </p:cNvSpPr>
            <p:nvPr/>
          </p:nvSpPr>
          <p:spPr bwMode="auto">
            <a:xfrm>
              <a:off x="4601759" y="2563852"/>
              <a:ext cx="258767"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3" name="Line 20">
              <a:extLst>
                <a:ext uri="{FF2B5EF4-FFF2-40B4-BE49-F238E27FC236}">
                  <a16:creationId xmlns:a16="http://schemas.microsoft.com/office/drawing/2014/main" id="{989F2696-5EA8-4000-A74E-5DA155B5B12A}"/>
                </a:ext>
              </a:extLst>
            </p:cNvPr>
            <p:cNvSpPr>
              <a:spLocks noChangeShapeType="1"/>
            </p:cNvSpPr>
            <p:nvPr/>
          </p:nvSpPr>
          <p:spPr bwMode="auto">
            <a:xfrm>
              <a:off x="4506507" y="2181251"/>
              <a:ext cx="0" cy="306398"/>
            </a:xfrm>
            <a:prstGeom prst="line">
              <a:avLst/>
            </a:prstGeom>
            <a:noFill/>
            <a:ln w="38100">
              <a:solidFill>
                <a:srgbClr val="000000"/>
              </a:solidFill>
              <a:round/>
              <a:headEnd/>
              <a:tailEnd type="none" w="lg" len="lg"/>
            </a:ln>
          </p:spPr>
          <p:txBody>
            <a:bodyPr/>
            <a:lstStyle/>
            <a:p>
              <a:pPr eaLnBrk="1" hangingPunct="1">
                <a:defRPr/>
              </a:pPr>
              <a:endParaRPr lang="en-US" sz="1400">
                <a:latin typeface="+mj-lt"/>
              </a:endParaRPr>
            </a:p>
          </p:txBody>
        </p:sp>
        <p:sp>
          <p:nvSpPr>
            <p:cNvPr id="84" name="Line 21">
              <a:extLst>
                <a:ext uri="{FF2B5EF4-FFF2-40B4-BE49-F238E27FC236}">
                  <a16:creationId xmlns:a16="http://schemas.microsoft.com/office/drawing/2014/main" id="{D4AEB2DD-28AA-4ED4-B9CA-2C79D5D373F2}"/>
                </a:ext>
              </a:extLst>
            </p:cNvPr>
            <p:cNvSpPr>
              <a:spLocks noChangeShapeType="1"/>
            </p:cNvSpPr>
            <p:nvPr/>
          </p:nvSpPr>
          <p:spPr bwMode="auto">
            <a:xfrm>
              <a:off x="4414431" y="2181251"/>
              <a:ext cx="0" cy="306398"/>
            </a:xfrm>
            <a:prstGeom prst="line">
              <a:avLst/>
            </a:prstGeom>
            <a:noFill/>
            <a:ln w="25400">
              <a:solidFill>
                <a:srgbClr val="000000"/>
              </a:solidFill>
              <a:round/>
              <a:headEnd/>
              <a:tailEnd type="none" w="lg" len="lg"/>
            </a:ln>
          </p:spPr>
          <p:txBody>
            <a:bodyPr/>
            <a:lstStyle/>
            <a:p>
              <a:pPr eaLnBrk="1" hangingPunct="1">
                <a:defRPr/>
              </a:pPr>
              <a:endParaRPr lang="en-US" sz="1400">
                <a:latin typeface="+mj-lt"/>
              </a:endParaRPr>
            </a:p>
          </p:txBody>
        </p:sp>
        <p:sp>
          <p:nvSpPr>
            <p:cNvPr id="85" name="Line 22">
              <a:extLst>
                <a:ext uri="{FF2B5EF4-FFF2-40B4-BE49-F238E27FC236}">
                  <a16:creationId xmlns:a16="http://schemas.microsoft.com/office/drawing/2014/main" id="{4D6A0DC5-519F-47FD-8CA9-717297B44656}"/>
                </a:ext>
              </a:extLst>
            </p:cNvPr>
            <p:cNvSpPr>
              <a:spLocks noChangeShapeType="1"/>
            </p:cNvSpPr>
            <p:nvPr/>
          </p:nvSpPr>
          <p:spPr bwMode="auto">
            <a:xfrm>
              <a:off x="3882611" y="2343181"/>
              <a:ext cx="519120"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7" name="Line 24">
              <a:extLst>
                <a:ext uri="{FF2B5EF4-FFF2-40B4-BE49-F238E27FC236}">
                  <a16:creationId xmlns:a16="http://schemas.microsoft.com/office/drawing/2014/main" id="{1052D098-451D-433E-89BD-EB2F30D64050}"/>
                </a:ext>
              </a:extLst>
            </p:cNvPr>
            <p:cNvSpPr>
              <a:spLocks noChangeShapeType="1"/>
            </p:cNvSpPr>
            <p:nvPr/>
          </p:nvSpPr>
          <p:spPr bwMode="auto">
            <a:xfrm>
              <a:off x="4847826" y="2570202"/>
              <a:ext cx="0" cy="269884"/>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8" name="Line 25">
              <a:extLst>
                <a:ext uri="{FF2B5EF4-FFF2-40B4-BE49-F238E27FC236}">
                  <a16:creationId xmlns:a16="http://schemas.microsoft.com/office/drawing/2014/main" id="{D73A9F10-A4AF-4E67-8E56-60F116041374}"/>
                </a:ext>
              </a:extLst>
            </p:cNvPr>
            <p:cNvSpPr>
              <a:spLocks noChangeShapeType="1"/>
            </p:cNvSpPr>
            <p:nvPr/>
          </p:nvSpPr>
          <p:spPr bwMode="auto">
            <a:xfrm>
              <a:off x="4592234" y="2851198"/>
              <a:ext cx="258767"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89" name="Line 26">
              <a:extLst>
                <a:ext uri="{FF2B5EF4-FFF2-40B4-BE49-F238E27FC236}">
                  <a16:creationId xmlns:a16="http://schemas.microsoft.com/office/drawing/2014/main" id="{6065562D-73B9-4E19-ADE0-F3F8D38A16B5}"/>
                </a:ext>
              </a:extLst>
            </p:cNvPr>
            <p:cNvSpPr>
              <a:spLocks noChangeShapeType="1"/>
            </p:cNvSpPr>
            <p:nvPr/>
          </p:nvSpPr>
          <p:spPr bwMode="auto">
            <a:xfrm>
              <a:off x="4592234" y="2851198"/>
              <a:ext cx="0" cy="438165"/>
            </a:xfrm>
            <a:prstGeom prst="line">
              <a:avLst/>
            </a:prstGeom>
            <a:noFill/>
            <a:ln w="34925">
              <a:solidFill>
                <a:srgbClr val="000000"/>
              </a:solidFill>
              <a:round/>
              <a:headEnd/>
              <a:tailEnd type="none" w="lg" len="lg"/>
            </a:ln>
          </p:spPr>
          <p:txBody>
            <a:bodyPr/>
            <a:lstStyle/>
            <a:p>
              <a:pPr eaLnBrk="1" hangingPunct="1">
                <a:defRPr/>
              </a:pPr>
              <a:endParaRPr lang="en-US" sz="1400">
                <a:latin typeface="+mj-lt"/>
              </a:endParaRPr>
            </a:p>
          </p:txBody>
        </p:sp>
        <p:sp>
          <p:nvSpPr>
            <p:cNvPr id="90" name="Line 27">
              <a:extLst>
                <a:ext uri="{FF2B5EF4-FFF2-40B4-BE49-F238E27FC236}">
                  <a16:creationId xmlns:a16="http://schemas.microsoft.com/office/drawing/2014/main" id="{5ED305D8-A793-4D01-83E3-ED293AE27652}"/>
                </a:ext>
              </a:extLst>
            </p:cNvPr>
            <p:cNvSpPr>
              <a:spLocks noChangeShapeType="1"/>
            </p:cNvSpPr>
            <p:nvPr/>
          </p:nvSpPr>
          <p:spPr bwMode="auto">
            <a:xfrm>
              <a:off x="4590647" y="3292538"/>
              <a:ext cx="258766"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91" name="Line 28">
              <a:extLst>
                <a:ext uri="{FF2B5EF4-FFF2-40B4-BE49-F238E27FC236}">
                  <a16:creationId xmlns:a16="http://schemas.microsoft.com/office/drawing/2014/main" id="{3E4CA8FD-0C6C-4614-AE4F-59D89CA5A220}"/>
                </a:ext>
              </a:extLst>
            </p:cNvPr>
            <p:cNvSpPr>
              <a:spLocks noChangeShapeType="1"/>
            </p:cNvSpPr>
            <p:nvPr/>
          </p:nvSpPr>
          <p:spPr bwMode="auto">
            <a:xfrm>
              <a:off x="4847826" y="3289363"/>
              <a:ext cx="0" cy="250833"/>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92" name="Line 29">
              <a:extLst>
                <a:ext uri="{FF2B5EF4-FFF2-40B4-BE49-F238E27FC236}">
                  <a16:creationId xmlns:a16="http://schemas.microsoft.com/office/drawing/2014/main" id="{C3606986-FE61-4E7A-AF50-DF98DA8585D3}"/>
                </a:ext>
              </a:extLst>
            </p:cNvPr>
            <p:cNvSpPr>
              <a:spLocks noChangeShapeType="1"/>
            </p:cNvSpPr>
            <p:nvPr/>
          </p:nvSpPr>
          <p:spPr bwMode="auto">
            <a:xfrm>
              <a:off x="4482695" y="2906763"/>
              <a:ext cx="0" cy="346087"/>
            </a:xfrm>
            <a:prstGeom prst="line">
              <a:avLst/>
            </a:prstGeom>
            <a:noFill/>
            <a:ln w="38100">
              <a:solidFill>
                <a:srgbClr val="000000"/>
              </a:solidFill>
              <a:round/>
              <a:headEnd/>
              <a:tailEnd type="none" w="lg" len="lg"/>
            </a:ln>
          </p:spPr>
          <p:txBody>
            <a:bodyPr/>
            <a:lstStyle/>
            <a:p>
              <a:pPr eaLnBrk="1" hangingPunct="1">
                <a:defRPr/>
              </a:pPr>
              <a:endParaRPr lang="en-US" sz="1400">
                <a:latin typeface="+mj-lt"/>
              </a:endParaRPr>
            </a:p>
          </p:txBody>
        </p:sp>
        <p:sp>
          <p:nvSpPr>
            <p:cNvPr id="93" name="Line 30">
              <a:extLst>
                <a:ext uri="{FF2B5EF4-FFF2-40B4-BE49-F238E27FC236}">
                  <a16:creationId xmlns:a16="http://schemas.microsoft.com/office/drawing/2014/main" id="{0695FB37-861A-43AB-9FDB-34F8A82043FD}"/>
                </a:ext>
              </a:extLst>
            </p:cNvPr>
            <p:cNvSpPr>
              <a:spLocks noChangeShapeType="1"/>
            </p:cNvSpPr>
            <p:nvPr/>
          </p:nvSpPr>
          <p:spPr bwMode="auto">
            <a:xfrm>
              <a:off x="4389031" y="2909938"/>
              <a:ext cx="0" cy="366724"/>
            </a:xfrm>
            <a:prstGeom prst="line">
              <a:avLst/>
            </a:prstGeom>
            <a:noFill/>
            <a:ln w="25400">
              <a:solidFill>
                <a:srgbClr val="000000"/>
              </a:solidFill>
              <a:round/>
              <a:headEnd/>
              <a:tailEnd type="none" w="lg" len="lg"/>
            </a:ln>
          </p:spPr>
          <p:txBody>
            <a:bodyPr/>
            <a:lstStyle/>
            <a:p>
              <a:pPr eaLnBrk="1" hangingPunct="1">
                <a:defRPr/>
              </a:pPr>
              <a:endParaRPr lang="en-US" sz="1400">
                <a:latin typeface="+mj-lt"/>
              </a:endParaRPr>
            </a:p>
          </p:txBody>
        </p:sp>
        <p:sp>
          <p:nvSpPr>
            <p:cNvPr id="94" name="Line 31">
              <a:extLst>
                <a:ext uri="{FF2B5EF4-FFF2-40B4-BE49-F238E27FC236}">
                  <a16:creationId xmlns:a16="http://schemas.microsoft.com/office/drawing/2014/main" id="{590106A5-1AE5-4D2F-A310-506E9BE82A53}"/>
                </a:ext>
              </a:extLst>
            </p:cNvPr>
            <p:cNvSpPr>
              <a:spLocks noChangeShapeType="1"/>
            </p:cNvSpPr>
            <p:nvPr/>
          </p:nvSpPr>
          <p:spPr bwMode="auto">
            <a:xfrm>
              <a:off x="3858797" y="3094094"/>
              <a:ext cx="515946"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95" name="Line 36">
              <a:extLst>
                <a:ext uri="{FF2B5EF4-FFF2-40B4-BE49-F238E27FC236}">
                  <a16:creationId xmlns:a16="http://schemas.microsoft.com/office/drawing/2014/main" id="{20F0057A-98D5-492B-A6A7-C27EC2E48FBE}"/>
                </a:ext>
              </a:extLst>
            </p:cNvPr>
            <p:cNvSpPr>
              <a:spLocks noChangeShapeType="1"/>
            </p:cNvSpPr>
            <p:nvPr/>
          </p:nvSpPr>
          <p:spPr bwMode="auto">
            <a:xfrm>
              <a:off x="4843063" y="3579886"/>
              <a:ext cx="0" cy="436577"/>
            </a:xfrm>
            <a:prstGeom prst="line">
              <a:avLst/>
            </a:prstGeom>
            <a:noFill/>
            <a:ln w="22225">
              <a:solidFill>
                <a:srgbClr val="000000"/>
              </a:solidFill>
              <a:prstDash val="dash"/>
              <a:round/>
              <a:headEnd/>
              <a:tailEnd type="none" w="lg" len="lg"/>
            </a:ln>
          </p:spPr>
          <p:txBody>
            <a:bodyPr/>
            <a:lstStyle/>
            <a:p>
              <a:pPr eaLnBrk="1" hangingPunct="1">
                <a:defRPr/>
              </a:pPr>
              <a:endParaRPr lang="en-US" sz="1400">
                <a:latin typeface="+mj-lt"/>
              </a:endParaRPr>
            </a:p>
          </p:txBody>
        </p:sp>
        <p:sp>
          <p:nvSpPr>
            <p:cNvPr id="96" name="Text Box 40">
              <a:extLst>
                <a:ext uri="{FF2B5EF4-FFF2-40B4-BE49-F238E27FC236}">
                  <a16:creationId xmlns:a16="http://schemas.microsoft.com/office/drawing/2014/main" id="{7C7A9C44-7F67-424D-AD07-631527D69EEB}"/>
                </a:ext>
              </a:extLst>
            </p:cNvPr>
            <p:cNvSpPr txBox="1">
              <a:spLocks noChangeArrowheads="1"/>
            </p:cNvSpPr>
            <p:nvPr/>
          </p:nvSpPr>
          <p:spPr bwMode="auto">
            <a:xfrm>
              <a:off x="3671469" y="3333814"/>
              <a:ext cx="268026" cy="954139"/>
            </a:xfrm>
            <a:prstGeom prst="rect">
              <a:avLst/>
            </a:prstGeom>
            <a:noFill/>
            <a:ln w="9525">
              <a:noFill/>
              <a:miter lim="800000"/>
              <a:headEnd/>
              <a:tailEnd/>
            </a:ln>
          </p:spPr>
          <p:txBody>
            <a:bodyPr wrap="none">
              <a:spAutoFit/>
            </a:bodyPr>
            <a:lstStyle/>
            <a:p>
              <a:pPr eaLnBrk="1" hangingPunct="1">
                <a:defRPr/>
              </a:pPr>
              <a:r>
                <a:rPr lang="ru-RU" sz="1400">
                  <a:latin typeface="+mj-lt"/>
                  <a:sym typeface="Symbol" pitchFamily="18" charset="2"/>
                </a:rPr>
                <a:t></a:t>
              </a:r>
              <a:endParaRPr lang="en-US" sz="1400">
                <a:latin typeface="+mj-lt"/>
                <a:sym typeface="Symbol" pitchFamily="18" charset="2"/>
              </a:endParaRPr>
            </a:p>
            <a:p>
              <a:pPr eaLnBrk="1" hangingPunct="1">
                <a:defRPr/>
              </a:pPr>
              <a:r>
                <a:rPr lang="ru-RU" sz="1400">
                  <a:latin typeface="+mj-lt"/>
                  <a:sym typeface="Symbol" pitchFamily="18" charset="2"/>
                </a:rPr>
                <a:t></a:t>
              </a:r>
              <a:endParaRPr lang="en-US" sz="1400">
                <a:latin typeface="+mj-lt"/>
                <a:sym typeface="Symbol" pitchFamily="18" charset="2"/>
              </a:endParaRPr>
            </a:p>
            <a:p>
              <a:pPr eaLnBrk="1" hangingPunct="1">
                <a:defRPr/>
              </a:pPr>
              <a:r>
                <a:rPr lang="ru-RU" sz="1400">
                  <a:latin typeface="+mj-lt"/>
                  <a:sym typeface="Symbol" pitchFamily="18" charset="2"/>
                </a:rPr>
                <a:t></a:t>
              </a:r>
            </a:p>
            <a:p>
              <a:pPr eaLnBrk="1" hangingPunct="1">
                <a:defRPr/>
              </a:pPr>
              <a:endParaRPr lang="ru-RU" sz="1400">
                <a:latin typeface="+mj-lt"/>
                <a:sym typeface="Symbol" pitchFamily="18" charset="2"/>
              </a:endParaRPr>
            </a:p>
          </p:txBody>
        </p:sp>
        <p:sp>
          <p:nvSpPr>
            <p:cNvPr id="97" name="Line 17">
              <a:extLst>
                <a:ext uri="{FF2B5EF4-FFF2-40B4-BE49-F238E27FC236}">
                  <a16:creationId xmlns:a16="http://schemas.microsoft.com/office/drawing/2014/main" id="{082BFB44-1F3A-4DFF-8AA3-53162F64FEF4}"/>
                </a:ext>
              </a:extLst>
            </p:cNvPr>
            <p:cNvSpPr>
              <a:spLocks noChangeShapeType="1"/>
            </p:cNvSpPr>
            <p:nvPr/>
          </p:nvSpPr>
          <p:spPr bwMode="auto">
            <a:xfrm>
              <a:off x="4620809" y="1855803"/>
              <a:ext cx="263529"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98" name="Line 18">
              <a:extLst>
                <a:ext uri="{FF2B5EF4-FFF2-40B4-BE49-F238E27FC236}">
                  <a16:creationId xmlns:a16="http://schemas.microsoft.com/office/drawing/2014/main" id="{D4BC5D30-BA72-4757-9CD3-2D8EFB09DE46}"/>
                </a:ext>
              </a:extLst>
            </p:cNvPr>
            <p:cNvSpPr>
              <a:spLocks noChangeShapeType="1"/>
            </p:cNvSpPr>
            <p:nvPr/>
          </p:nvSpPr>
          <p:spPr bwMode="auto">
            <a:xfrm>
              <a:off x="4633509" y="1474791"/>
              <a:ext cx="0" cy="365137"/>
            </a:xfrm>
            <a:prstGeom prst="line">
              <a:avLst/>
            </a:prstGeom>
            <a:noFill/>
            <a:ln w="34925">
              <a:solidFill>
                <a:srgbClr val="000000"/>
              </a:solidFill>
              <a:round/>
              <a:headEnd/>
              <a:tailEnd type="none" w="lg" len="lg"/>
            </a:ln>
          </p:spPr>
          <p:txBody>
            <a:bodyPr/>
            <a:lstStyle/>
            <a:p>
              <a:pPr eaLnBrk="1" hangingPunct="1">
                <a:defRPr/>
              </a:pPr>
              <a:endParaRPr lang="en-US" sz="1400">
                <a:latin typeface="+mj-lt"/>
              </a:endParaRPr>
            </a:p>
          </p:txBody>
        </p:sp>
        <p:sp>
          <p:nvSpPr>
            <p:cNvPr id="99" name="Line 20">
              <a:extLst>
                <a:ext uri="{FF2B5EF4-FFF2-40B4-BE49-F238E27FC236}">
                  <a16:creationId xmlns:a16="http://schemas.microsoft.com/office/drawing/2014/main" id="{5E971672-C1B3-49BB-95C5-AF25765B6909}"/>
                </a:ext>
              </a:extLst>
            </p:cNvPr>
            <p:cNvSpPr>
              <a:spLocks noChangeShapeType="1"/>
            </p:cNvSpPr>
            <p:nvPr/>
          </p:nvSpPr>
          <p:spPr bwMode="auto">
            <a:xfrm>
              <a:off x="4501745" y="1498603"/>
              <a:ext cx="0" cy="306398"/>
            </a:xfrm>
            <a:prstGeom prst="line">
              <a:avLst/>
            </a:prstGeom>
            <a:noFill/>
            <a:ln w="38100">
              <a:solidFill>
                <a:srgbClr val="000000"/>
              </a:solidFill>
              <a:round/>
              <a:headEnd/>
              <a:tailEnd type="none" w="lg" len="lg"/>
            </a:ln>
          </p:spPr>
          <p:txBody>
            <a:bodyPr/>
            <a:lstStyle/>
            <a:p>
              <a:pPr eaLnBrk="1" hangingPunct="1">
                <a:defRPr/>
              </a:pPr>
              <a:endParaRPr lang="en-US" sz="1400">
                <a:latin typeface="+mj-lt"/>
              </a:endParaRPr>
            </a:p>
          </p:txBody>
        </p:sp>
        <p:cxnSp>
          <p:nvCxnSpPr>
            <p:cNvPr id="103502" name="Straight Connector 99">
              <a:extLst>
                <a:ext uri="{FF2B5EF4-FFF2-40B4-BE49-F238E27FC236}">
                  <a16:creationId xmlns:a16="http://schemas.microsoft.com/office/drawing/2014/main" id="{10495678-D088-C567-8BAE-52BA48AED4D2}"/>
                </a:ext>
              </a:extLst>
            </p:cNvPr>
            <p:cNvCxnSpPr>
              <a:cxnSpLocks noChangeShapeType="1"/>
            </p:cNvCxnSpPr>
            <p:nvPr/>
          </p:nvCxnSpPr>
          <p:spPr bwMode="auto">
            <a:xfrm rot="10800000">
              <a:off x="3918729" y="1641692"/>
              <a:ext cx="571504"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3503" name="Straight Connector 100">
              <a:extLst>
                <a:ext uri="{FF2B5EF4-FFF2-40B4-BE49-F238E27FC236}">
                  <a16:creationId xmlns:a16="http://schemas.microsoft.com/office/drawing/2014/main" id="{739F9D62-FC44-B2A3-4D44-F7F7075162B1}"/>
                </a:ext>
              </a:extLst>
            </p:cNvPr>
            <p:cNvCxnSpPr>
              <a:cxnSpLocks noChangeShapeType="1"/>
            </p:cNvCxnSpPr>
            <p:nvPr/>
          </p:nvCxnSpPr>
          <p:spPr bwMode="auto">
            <a:xfrm>
              <a:off x="4633297" y="1474878"/>
              <a:ext cx="25603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3504" name="Straight Connector 101">
              <a:extLst>
                <a:ext uri="{FF2B5EF4-FFF2-40B4-BE49-F238E27FC236}">
                  <a16:creationId xmlns:a16="http://schemas.microsoft.com/office/drawing/2014/main" id="{D7593CC7-D54D-D772-2865-1F3C4E5FD3DC}"/>
                </a:ext>
              </a:extLst>
            </p:cNvPr>
            <p:cNvCxnSpPr>
              <a:cxnSpLocks noChangeShapeType="1"/>
            </p:cNvCxnSpPr>
            <p:nvPr/>
          </p:nvCxnSpPr>
          <p:spPr bwMode="auto">
            <a:xfrm rot="5400000" flipH="1" flipV="1">
              <a:off x="4811798" y="1403440"/>
              <a:ext cx="142876"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03505" name="Straight Connector 102">
              <a:extLst>
                <a:ext uri="{FF2B5EF4-FFF2-40B4-BE49-F238E27FC236}">
                  <a16:creationId xmlns:a16="http://schemas.microsoft.com/office/drawing/2014/main" id="{51D503E7-A822-17BB-F5BD-FCDFD4DD9B16}"/>
                </a:ext>
              </a:extLst>
            </p:cNvPr>
            <p:cNvCxnSpPr>
              <a:cxnSpLocks noChangeShapeType="1"/>
            </p:cNvCxnSpPr>
            <p:nvPr/>
          </p:nvCxnSpPr>
          <p:spPr bwMode="auto">
            <a:xfrm>
              <a:off x="4871361" y="1332002"/>
              <a:ext cx="365760" cy="1588"/>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03506" name="Straight Connector 103">
              <a:extLst>
                <a:ext uri="{FF2B5EF4-FFF2-40B4-BE49-F238E27FC236}">
                  <a16:creationId xmlns:a16="http://schemas.microsoft.com/office/drawing/2014/main" id="{120F45A6-D70C-FAC0-8BB7-DE4FC285C35F}"/>
                </a:ext>
              </a:extLst>
            </p:cNvPr>
            <p:cNvCxnSpPr>
              <a:cxnSpLocks noChangeShapeType="1"/>
            </p:cNvCxnSpPr>
            <p:nvPr/>
          </p:nvCxnSpPr>
          <p:spPr bwMode="auto">
            <a:xfrm rot="5400000">
              <a:off x="2908518" y="3330470"/>
              <a:ext cx="46634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07" name="Line 17">
              <a:extLst>
                <a:ext uri="{FF2B5EF4-FFF2-40B4-BE49-F238E27FC236}">
                  <a16:creationId xmlns:a16="http://schemas.microsoft.com/office/drawing/2014/main" id="{9C12FB50-3A07-48EF-AF5D-1BE4A4E9AD5D}"/>
                </a:ext>
              </a:extLst>
            </p:cNvPr>
            <p:cNvSpPr>
              <a:spLocks noChangeShapeType="1"/>
            </p:cNvSpPr>
            <p:nvPr/>
          </p:nvSpPr>
          <p:spPr bwMode="auto">
            <a:xfrm>
              <a:off x="4573183" y="5261104"/>
              <a:ext cx="263529"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108" name="Line 18">
              <a:extLst>
                <a:ext uri="{FF2B5EF4-FFF2-40B4-BE49-F238E27FC236}">
                  <a16:creationId xmlns:a16="http://schemas.microsoft.com/office/drawing/2014/main" id="{EB97026D-A246-427B-9394-4386B05E5C10}"/>
                </a:ext>
              </a:extLst>
            </p:cNvPr>
            <p:cNvSpPr>
              <a:spLocks noChangeShapeType="1"/>
            </p:cNvSpPr>
            <p:nvPr/>
          </p:nvSpPr>
          <p:spPr bwMode="auto">
            <a:xfrm>
              <a:off x="4585884" y="4880091"/>
              <a:ext cx="0" cy="365137"/>
            </a:xfrm>
            <a:prstGeom prst="line">
              <a:avLst/>
            </a:prstGeom>
            <a:noFill/>
            <a:ln w="34925">
              <a:solidFill>
                <a:srgbClr val="000000"/>
              </a:solidFill>
              <a:round/>
              <a:headEnd/>
              <a:tailEnd type="none" w="lg" len="lg"/>
            </a:ln>
          </p:spPr>
          <p:txBody>
            <a:bodyPr/>
            <a:lstStyle/>
            <a:p>
              <a:pPr eaLnBrk="1" hangingPunct="1">
                <a:defRPr/>
              </a:pPr>
              <a:endParaRPr lang="en-US" sz="1400">
                <a:latin typeface="+mj-lt"/>
              </a:endParaRPr>
            </a:p>
          </p:txBody>
        </p:sp>
        <p:sp>
          <p:nvSpPr>
            <p:cNvPr id="109" name="Line 20">
              <a:extLst>
                <a:ext uri="{FF2B5EF4-FFF2-40B4-BE49-F238E27FC236}">
                  <a16:creationId xmlns:a16="http://schemas.microsoft.com/office/drawing/2014/main" id="{49449C80-D30B-41DC-9D27-C15023CFD9CD}"/>
                </a:ext>
              </a:extLst>
            </p:cNvPr>
            <p:cNvSpPr>
              <a:spLocks noChangeShapeType="1"/>
            </p:cNvSpPr>
            <p:nvPr/>
          </p:nvSpPr>
          <p:spPr bwMode="auto">
            <a:xfrm>
              <a:off x="4454120" y="4903905"/>
              <a:ext cx="0" cy="306397"/>
            </a:xfrm>
            <a:prstGeom prst="line">
              <a:avLst/>
            </a:prstGeom>
            <a:noFill/>
            <a:ln w="38100">
              <a:solidFill>
                <a:srgbClr val="000000"/>
              </a:solidFill>
              <a:round/>
              <a:headEnd/>
              <a:tailEnd type="none" w="lg" len="lg"/>
            </a:ln>
          </p:spPr>
          <p:txBody>
            <a:bodyPr/>
            <a:lstStyle/>
            <a:p>
              <a:pPr eaLnBrk="1" hangingPunct="1">
                <a:defRPr/>
              </a:pPr>
              <a:endParaRPr lang="en-US" sz="1400">
                <a:latin typeface="+mj-lt"/>
              </a:endParaRPr>
            </a:p>
          </p:txBody>
        </p:sp>
        <p:cxnSp>
          <p:nvCxnSpPr>
            <p:cNvPr id="103510" name="Straight Connector 109">
              <a:extLst>
                <a:ext uri="{FF2B5EF4-FFF2-40B4-BE49-F238E27FC236}">
                  <a16:creationId xmlns:a16="http://schemas.microsoft.com/office/drawing/2014/main" id="{27B7EEA7-916E-E02B-6D8A-D6A7161EB322}"/>
                </a:ext>
              </a:extLst>
            </p:cNvPr>
            <p:cNvCxnSpPr>
              <a:cxnSpLocks noChangeShapeType="1"/>
            </p:cNvCxnSpPr>
            <p:nvPr/>
          </p:nvCxnSpPr>
          <p:spPr bwMode="auto">
            <a:xfrm rot="10800000">
              <a:off x="3871041" y="5046966"/>
              <a:ext cx="571504"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3511" name="Straight Connector 110">
              <a:extLst>
                <a:ext uri="{FF2B5EF4-FFF2-40B4-BE49-F238E27FC236}">
                  <a16:creationId xmlns:a16="http://schemas.microsoft.com/office/drawing/2014/main" id="{E3E2FDA9-4923-9851-0F89-C35C23F51773}"/>
                </a:ext>
              </a:extLst>
            </p:cNvPr>
            <p:cNvCxnSpPr>
              <a:cxnSpLocks noChangeShapeType="1"/>
            </p:cNvCxnSpPr>
            <p:nvPr/>
          </p:nvCxnSpPr>
          <p:spPr bwMode="auto">
            <a:xfrm>
              <a:off x="4585609" y="4880152"/>
              <a:ext cx="25603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13" name="Line 10">
              <a:extLst>
                <a:ext uri="{FF2B5EF4-FFF2-40B4-BE49-F238E27FC236}">
                  <a16:creationId xmlns:a16="http://schemas.microsoft.com/office/drawing/2014/main" id="{6AD43058-B32E-4C8F-8778-D47DB13B7BB6}"/>
                </a:ext>
              </a:extLst>
            </p:cNvPr>
            <p:cNvSpPr>
              <a:spLocks noChangeShapeType="1"/>
            </p:cNvSpPr>
            <p:nvPr/>
          </p:nvSpPr>
          <p:spPr bwMode="auto">
            <a:xfrm>
              <a:off x="4824012" y="5261104"/>
              <a:ext cx="0" cy="228608"/>
            </a:xfrm>
            <a:prstGeom prst="line">
              <a:avLst/>
            </a:prstGeom>
            <a:noFill/>
            <a:ln w="22225">
              <a:solidFill>
                <a:srgbClr val="000000"/>
              </a:solidFill>
              <a:round/>
              <a:headEnd/>
              <a:tailEnd type="none" w="med" len="med"/>
            </a:ln>
          </p:spPr>
          <p:txBody>
            <a:bodyPr/>
            <a:lstStyle/>
            <a:p>
              <a:pPr eaLnBrk="1" hangingPunct="1">
                <a:defRPr/>
              </a:pPr>
              <a:endParaRPr lang="en-US" sz="1400">
                <a:latin typeface="+mj-lt"/>
              </a:endParaRPr>
            </a:p>
          </p:txBody>
        </p:sp>
        <p:sp>
          <p:nvSpPr>
            <p:cNvPr id="114" name="Text Box 23">
              <a:extLst>
                <a:ext uri="{FF2B5EF4-FFF2-40B4-BE49-F238E27FC236}">
                  <a16:creationId xmlns:a16="http://schemas.microsoft.com/office/drawing/2014/main" id="{5F87185F-477E-46A5-8917-6EF83D092F5B}"/>
                </a:ext>
              </a:extLst>
            </p:cNvPr>
            <p:cNvSpPr txBox="1">
              <a:spLocks noChangeArrowheads="1"/>
            </p:cNvSpPr>
            <p:nvPr/>
          </p:nvSpPr>
          <p:spPr bwMode="auto">
            <a:xfrm>
              <a:off x="5109767" y="912797"/>
              <a:ext cx="1071580" cy="584219"/>
            </a:xfrm>
            <a:prstGeom prst="rect">
              <a:avLst/>
            </a:prstGeom>
            <a:noFill/>
            <a:ln w="9525">
              <a:noFill/>
              <a:miter lim="800000"/>
              <a:headEnd/>
              <a:tailEnd type="none" w="lg" len="lg"/>
            </a:ln>
          </p:spPr>
          <p:txBody>
            <a:bodyPr>
              <a:spAutoFit/>
            </a:bodyPr>
            <a:lstStyle/>
            <a:p>
              <a:pPr algn="ctr" eaLnBrk="1" hangingPunct="1">
                <a:spcBef>
                  <a:spcPct val="50000"/>
                </a:spcBef>
                <a:defRPr/>
              </a:pPr>
              <a:r>
                <a:rPr lang="en-US" sz="1600" dirty="0">
                  <a:latin typeface="+mj-lt"/>
                </a:rPr>
                <a:t>Bit Line n-1</a:t>
              </a:r>
            </a:p>
          </p:txBody>
        </p:sp>
        <p:cxnSp>
          <p:nvCxnSpPr>
            <p:cNvPr id="103514" name="Straight Connector 115">
              <a:extLst>
                <a:ext uri="{FF2B5EF4-FFF2-40B4-BE49-F238E27FC236}">
                  <a16:creationId xmlns:a16="http://schemas.microsoft.com/office/drawing/2014/main" id="{EF8B12F6-8CCD-B5CA-F7AF-C344D4D754F2}"/>
                </a:ext>
              </a:extLst>
            </p:cNvPr>
            <p:cNvCxnSpPr>
              <a:cxnSpLocks noChangeShapeType="1"/>
            </p:cNvCxnSpPr>
            <p:nvPr/>
          </p:nvCxnSpPr>
          <p:spPr bwMode="auto">
            <a:xfrm>
              <a:off x="3429368" y="1643050"/>
              <a:ext cx="365760" cy="1588"/>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03515" name="Straight Connector 116">
              <a:extLst>
                <a:ext uri="{FF2B5EF4-FFF2-40B4-BE49-F238E27FC236}">
                  <a16:creationId xmlns:a16="http://schemas.microsoft.com/office/drawing/2014/main" id="{29C563FE-CDDF-8825-32A1-D93942352E05}"/>
                </a:ext>
              </a:extLst>
            </p:cNvPr>
            <p:cNvCxnSpPr>
              <a:cxnSpLocks noChangeShapeType="1"/>
            </p:cNvCxnSpPr>
            <p:nvPr/>
          </p:nvCxnSpPr>
          <p:spPr bwMode="auto">
            <a:xfrm>
              <a:off x="3393367" y="2321805"/>
              <a:ext cx="365760" cy="1588"/>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03516" name="Straight Connector 117">
              <a:extLst>
                <a:ext uri="{FF2B5EF4-FFF2-40B4-BE49-F238E27FC236}">
                  <a16:creationId xmlns:a16="http://schemas.microsoft.com/office/drawing/2014/main" id="{67E6047E-75E1-CC7B-5DBD-9E3BCE794963}"/>
                </a:ext>
              </a:extLst>
            </p:cNvPr>
            <p:cNvCxnSpPr>
              <a:cxnSpLocks noChangeShapeType="1"/>
            </p:cNvCxnSpPr>
            <p:nvPr/>
          </p:nvCxnSpPr>
          <p:spPr bwMode="auto">
            <a:xfrm>
              <a:off x="3405430" y="3095560"/>
              <a:ext cx="365760" cy="1588"/>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03517" name="Straight Connector 118">
              <a:extLst>
                <a:ext uri="{FF2B5EF4-FFF2-40B4-BE49-F238E27FC236}">
                  <a16:creationId xmlns:a16="http://schemas.microsoft.com/office/drawing/2014/main" id="{0A28299A-69A1-0A7E-A8C0-E2AB9F4CE564}"/>
                </a:ext>
              </a:extLst>
            </p:cNvPr>
            <p:cNvCxnSpPr>
              <a:cxnSpLocks noChangeShapeType="1"/>
            </p:cNvCxnSpPr>
            <p:nvPr/>
          </p:nvCxnSpPr>
          <p:spPr bwMode="auto">
            <a:xfrm>
              <a:off x="3321929" y="4381444"/>
              <a:ext cx="365760" cy="1588"/>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grpSp>
          <p:nvGrpSpPr>
            <p:cNvPr id="103518" name="Group 43">
              <a:extLst>
                <a:ext uri="{FF2B5EF4-FFF2-40B4-BE49-F238E27FC236}">
                  <a16:creationId xmlns:a16="http://schemas.microsoft.com/office/drawing/2014/main" id="{198688C3-9104-FE27-F0D3-41F410500A01}"/>
                </a:ext>
              </a:extLst>
            </p:cNvPr>
            <p:cNvGrpSpPr>
              <a:grpSpLocks/>
            </p:cNvGrpSpPr>
            <p:nvPr/>
          </p:nvGrpSpPr>
          <p:grpSpPr bwMode="auto">
            <a:xfrm>
              <a:off x="2285984" y="5500702"/>
              <a:ext cx="242202" cy="105396"/>
              <a:chOff x="1411" y="2610"/>
              <a:chExt cx="159" cy="72"/>
            </a:xfrm>
          </p:grpSpPr>
          <p:sp>
            <p:nvSpPr>
              <p:cNvPr id="121" name="Line 26">
                <a:extLst>
                  <a:ext uri="{FF2B5EF4-FFF2-40B4-BE49-F238E27FC236}">
                    <a16:creationId xmlns:a16="http://schemas.microsoft.com/office/drawing/2014/main" id="{E2682C35-77B5-49CB-8487-04A571B66536}"/>
                  </a:ext>
                </a:extLst>
              </p:cNvPr>
              <p:cNvSpPr>
                <a:spLocks noChangeShapeType="1"/>
              </p:cNvSpPr>
              <p:nvPr/>
            </p:nvSpPr>
            <p:spPr bwMode="auto">
              <a:xfrm>
                <a:off x="1411" y="2610"/>
                <a:ext cx="147"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122" name="Line 45">
                <a:extLst>
                  <a:ext uri="{FF2B5EF4-FFF2-40B4-BE49-F238E27FC236}">
                    <a16:creationId xmlns:a16="http://schemas.microsoft.com/office/drawing/2014/main" id="{D4C9FFE2-ED13-4A60-B9EC-2B4DABBE7531}"/>
                  </a:ext>
                </a:extLst>
              </p:cNvPr>
              <p:cNvSpPr>
                <a:spLocks noChangeShapeType="1"/>
              </p:cNvSpPr>
              <p:nvPr/>
            </p:nvSpPr>
            <p:spPr bwMode="auto">
              <a:xfrm>
                <a:off x="1413" y="2617"/>
                <a:ext cx="68" cy="65"/>
              </a:xfrm>
              <a:prstGeom prst="line">
                <a:avLst/>
              </a:prstGeom>
              <a:noFill/>
              <a:ln w="9525">
                <a:solidFill>
                  <a:schemeClr val="tx1"/>
                </a:solidFill>
                <a:round/>
                <a:headEnd/>
                <a:tailEnd/>
              </a:ln>
            </p:spPr>
            <p:txBody>
              <a:bodyPr/>
              <a:lstStyle/>
              <a:p>
                <a:pPr eaLnBrk="1" hangingPunct="1">
                  <a:defRPr/>
                </a:pPr>
                <a:endParaRPr lang="en-US" sz="1400">
                  <a:latin typeface="+mj-lt"/>
                </a:endParaRPr>
              </a:p>
            </p:txBody>
          </p:sp>
          <p:sp>
            <p:nvSpPr>
              <p:cNvPr id="123" name="Line 46">
                <a:extLst>
                  <a:ext uri="{FF2B5EF4-FFF2-40B4-BE49-F238E27FC236}">
                    <a16:creationId xmlns:a16="http://schemas.microsoft.com/office/drawing/2014/main" id="{2D652A46-4344-4508-A853-409882B899D1}"/>
                  </a:ext>
                </a:extLst>
              </p:cNvPr>
              <p:cNvSpPr>
                <a:spLocks noChangeShapeType="1"/>
              </p:cNvSpPr>
              <p:nvPr/>
            </p:nvSpPr>
            <p:spPr bwMode="auto">
              <a:xfrm flipH="1">
                <a:off x="1490" y="2617"/>
                <a:ext cx="68" cy="65"/>
              </a:xfrm>
              <a:prstGeom prst="line">
                <a:avLst/>
              </a:prstGeom>
              <a:noFill/>
              <a:ln w="9525">
                <a:solidFill>
                  <a:schemeClr val="tx1"/>
                </a:solidFill>
                <a:round/>
                <a:headEnd/>
                <a:tailEnd/>
              </a:ln>
            </p:spPr>
            <p:txBody>
              <a:bodyPr/>
              <a:lstStyle/>
              <a:p>
                <a:pPr eaLnBrk="1" hangingPunct="1">
                  <a:defRPr/>
                </a:pPr>
                <a:endParaRPr lang="en-US" sz="1400">
                  <a:latin typeface="+mj-lt"/>
                </a:endParaRPr>
              </a:p>
            </p:txBody>
          </p:sp>
        </p:grpSp>
        <p:grpSp>
          <p:nvGrpSpPr>
            <p:cNvPr id="103519" name="Group 43">
              <a:extLst>
                <a:ext uri="{FF2B5EF4-FFF2-40B4-BE49-F238E27FC236}">
                  <a16:creationId xmlns:a16="http://schemas.microsoft.com/office/drawing/2014/main" id="{CF615FCC-C2DE-81D9-1760-517ADCF85F3A}"/>
                </a:ext>
              </a:extLst>
            </p:cNvPr>
            <p:cNvGrpSpPr>
              <a:grpSpLocks/>
            </p:cNvGrpSpPr>
            <p:nvPr/>
          </p:nvGrpSpPr>
          <p:grpSpPr bwMode="auto">
            <a:xfrm>
              <a:off x="4703565" y="5500702"/>
              <a:ext cx="242202" cy="105396"/>
              <a:chOff x="1411" y="2610"/>
              <a:chExt cx="159" cy="72"/>
            </a:xfrm>
          </p:grpSpPr>
          <p:sp>
            <p:nvSpPr>
              <p:cNvPr id="125" name="Line 26">
                <a:extLst>
                  <a:ext uri="{FF2B5EF4-FFF2-40B4-BE49-F238E27FC236}">
                    <a16:creationId xmlns:a16="http://schemas.microsoft.com/office/drawing/2014/main" id="{7666FE9D-608C-4BF7-9A22-5083285E8D07}"/>
                  </a:ext>
                </a:extLst>
              </p:cNvPr>
              <p:cNvSpPr>
                <a:spLocks noChangeShapeType="1"/>
              </p:cNvSpPr>
              <p:nvPr/>
            </p:nvSpPr>
            <p:spPr bwMode="auto">
              <a:xfrm>
                <a:off x="1411" y="2610"/>
                <a:ext cx="147" cy="0"/>
              </a:xfrm>
              <a:prstGeom prst="line">
                <a:avLst/>
              </a:prstGeom>
              <a:noFill/>
              <a:ln w="22225">
                <a:solidFill>
                  <a:srgbClr val="000000"/>
                </a:solidFill>
                <a:round/>
                <a:headEnd/>
                <a:tailEnd type="none" w="lg" len="lg"/>
              </a:ln>
            </p:spPr>
            <p:txBody>
              <a:bodyPr/>
              <a:lstStyle/>
              <a:p>
                <a:pPr eaLnBrk="1" hangingPunct="1">
                  <a:defRPr/>
                </a:pPr>
                <a:endParaRPr lang="en-US" sz="1400">
                  <a:latin typeface="+mj-lt"/>
                </a:endParaRPr>
              </a:p>
            </p:txBody>
          </p:sp>
          <p:sp>
            <p:nvSpPr>
              <p:cNvPr id="126" name="Line 45">
                <a:extLst>
                  <a:ext uri="{FF2B5EF4-FFF2-40B4-BE49-F238E27FC236}">
                    <a16:creationId xmlns:a16="http://schemas.microsoft.com/office/drawing/2014/main" id="{A012A1B9-29B0-4F8E-BEC0-AB6C9F160DDD}"/>
                  </a:ext>
                </a:extLst>
              </p:cNvPr>
              <p:cNvSpPr>
                <a:spLocks noChangeShapeType="1"/>
              </p:cNvSpPr>
              <p:nvPr/>
            </p:nvSpPr>
            <p:spPr bwMode="auto">
              <a:xfrm>
                <a:off x="1413" y="2617"/>
                <a:ext cx="68" cy="65"/>
              </a:xfrm>
              <a:prstGeom prst="line">
                <a:avLst/>
              </a:prstGeom>
              <a:noFill/>
              <a:ln w="9525">
                <a:solidFill>
                  <a:schemeClr val="tx1"/>
                </a:solidFill>
                <a:round/>
                <a:headEnd/>
                <a:tailEnd/>
              </a:ln>
            </p:spPr>
            <p:txBody>
              <a:bodyPr/>
              <a:lstStyle/>
              <a:p>
                <a:pPr eaLnBrk="1" hangingPunct="1">
                  <a:defRPr/>
                </a:pPr>
                <a:endParaRPr lang="en-US" sz="1400">
                  <a:latin typeface="+mj-lt"/>
                </a:endParaRPr>
              </a:p>
            </p:txBody>
          </p:sp>
          <p:sp>
            <p:nvSpPr>
              <p:cNvPr id="127" name="Line 46">
                <a:extLst>
                  <a:ext uri="{FF2B5EF4-FFF2-40B4-BE49-F238E27FC236}">
                    <a16:creationId xmlns:a16="http://schemas.microsoft.com/office/drawing/2014/main" id="{7A2F53C3-0CEB-4775-B029-F7FDAC336CBC}"/>
                  </a:ext>
                </a:extLst>
              </p:cNvPr>
              <p:cNvSpPr>
                <a:spLocks noChangeShapeType="1"/>
              </p:cNvSpPr>
              <p:nvPr/>
            </p:nvSpPr>
            <p:spPr bwMode="auto">
              <a:xfrm flipH="1">
                <a:off x="1490" y="2617"/>
                <a:ext cx="68" cy="65"/>
              </a:xfrm>
              <a:prstGeom prst="line">
                <a:avLst/>
              </a:prstGeom>
              <a:noFill/>
              <a:ln w="9525">
                <a:solidFill>
                  <a:schemeClr val="tx1"/>
                </a:solidFill>
                <a:round/>
                <a:headEnd/>
                <a:tailEnd/>
              </a:ln>
            </p:spPr>
            <p:txBody>
              <a:bodyPr/>
              <a:lstStyle/>
              <a:p>
                <a:pPr eaLnBrk="1" hangingPunct="1">
                  <a:defRPr/>
                </a:pPr>
                <a:endParaRPr lang="en-US" sz="1400">
                  <a:latin typeface="+mj-lt"/>
                </a:endParaRPr>
              </a:p>
            </p:txBody>
          </p:sp>
        </p:grpSp>
        <p:cxnSp>
          <p:nvCxnSpPr>
            <p:cNvPr id="103520" name="Straight Connector 127">
              <a:extLst>
                <a:ext uri="{FF2B5EF4-FFF2-40B4-BE49-F238E27FC236}">
                  <a16:creationId xmlns:a16="http://schemas.microsoft.com/office/drawing/2014/main" id="{C9852F8C-1F72-8261-99BE-1B67843200BA}"/>
                </a:ext>
              </a:extLst>
            </p:cNvPr>
            <p:cNvCxnSpPr>
              <a:cxnSpLocks noChangeShapeType="1"/>
            </p:cNvCxnSpPr>
            <p:nvPr/>
          </p:nvCxnSpPr>
          <p:spPr bwMode="auto">
            <a:xfrm>
              <a:off x="3345679" y="5060199"/>
              <a:ext cx="365760" cy="1588"/>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130" name="Text Box 23">
              <a:extLst>
                <a:ext uri="{FF2B5EF4-FFF2-40B4-BE49-F238E27FC236}">
                  <a16:creationId xmlns:a16="http://schemas.microsoft.com/office/drawing/2014/main" id="{E7A1CA50-165C-4D26-A532-8868D5C61521}"/>
                </a:ext>
              </a:extLst>
            </p:cNvPr>
            <p:cNvSpPr txBox="1">
              <a:spLocks noChangeArrowheads="1"/>
            </p:cNvSpPr>
            <p:nvPr/>
          </p:nvSpPr>
          <p:spPr bwMode="auto">
            <a:xfrm>
              <a:off x="5238357" y="1609732"/>
              <a:ext cx="1535136" cy="738213"/>
            </a:xfrm>
            <a:prstGeom prst="rect">
              <a:avLst/>
            </a:prstGeom>
            <a:noFill/>
            <a:ln w="9525">
              <a:noFill/>
              <a:miter lim="800000"/>
              <a:headEnd/>
              <a:tailEnd type="none" w="lg" len="lg"/>
            </a:ln>
          </p:spPr>
          <p:txBody>
            <a:bodyPr>
              <a:spAutoFit/>
            </a:bodyPr>
            <a:lstStyle/>
            <a:p>
              <a:pPr>
                <a:defRPr/>
              </a:pPr>
              <a:r>
                <a:rPr lang="en-US" sz="1400" dirty="0">
                  <a:latin typeface="+mj-lt"/>
                </a:rPr>
                <a:t>Cells can</a:t>
              </a:r>
            </a:p>
            <a:p>
              <a:pPr>
                <a:defRPr/>
              </a:pPr>
              <a:r>
                <a:rPr lang="en-US" sz="1400" dirty="0">
                  <a:latin typeface="+mj-lt"/>
                </a:rPr>
                <a:t> be accessed serially</a:t>
              </a:r>
            </a:p>
          </p:txBody>
        </p:sp>
        <p:sp>
          <p:nvSpPr>
            <p:cNvPr id="103522" name="TextBox 134">
              <a:extLst>
                <a:ext uri="{FF2B5EF4-FFF2-40B4-BE49-F238E27FC236}">
                  <a16:creationId xmlns:a16="http://schemas.microsoft.com/office/drawing/2014/main" id="{0550E296-0313-F5CD-49AE-8B320D8DE9E7}"/>
                </a:ext>
              </a:extLst>
            </p:cNvPr>
            <p:cNvSpPr txBox="1">
              <a:spLocks noChangeArrowheads="1"/>
            </p:cNvSpPr>
            <p:nvPr/>
          </p:nvSpPr>
          <p:spPr bwMode="auto">
            <a:xfrm>
              <a:off x="594846" y="3357562"/>
              <a:ext cx="14287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Cells 5 to1 not shown</a:t>
              </a:r>
              <a:endParaRPr lang="en-GB" altLang="en-US" sz="1600"/>
            </a:p>
          </p:txBody>
        </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4">
            <a:extLst>
              <a:ext uri="{FF2B5EF4-FFF2-40B4-BE49-F238E27FC236}">
                <a16:creationId xmlns:a16="http://schemas.microsoft.com/office/drawing/2014/main" id="{AF1869D4-C536-E953-F177-77CBBD9D33DD}"/>
              </a:ext>
            </a:extLst>
          </p:cNvPr>
          <p:cNvSpPr>
            <a:spLocks noGrp="1" noChangeArrowheads="1"/>
          </p:cNvSpPr>
          <p:nvPr>
            <p:ph type="title"/>
          </p:nvPr>
        </p:nvSpPr>
        <p:spPr/>
        <p:txBody>
          <a:bodyPr/>
          <a:lstStyle/>
          <a:p>
            <a:r>
              <a:rPr lang="en-US" altLang="en-US"/>
              <a:t>The Structure of Matrix Based on NOR Gates</a:t>
            </a:r>
            <a:endParaRPr lang="ru-RU" altLang="en-US"/>
          </a:p>
        </p:txBody>
      </p:sp>
      <p:grpSp>
        <p:nvGrpSpPr>
          <p:cNvPr id="104451" name="Group 247">
            <a:extLst>
              <a:ext uri="{FF2B5EF4-FFF2-40B4-BE49-F238E27FC236}">
                <a16:creationId xmlns:a16="http://schemas.microsoft.com/office/drawing/2014/main" id="{24238930-C0F3-D77F-1A4D-539D8D066020}"/>
              </a:ext>
            </a:extLst>
          </p:cNvPr>
          <p:cNvGrpSpPr>
            <a:grpSpLocks/>
          </p:cNvGrpSpPr>
          <p:nvPr/>
        </p:nvGrpSpPr>
        <p:grpSpPr bwMode="auto">
          <a:xfrm>
            <a:off x="2351089" y="1268414"/>
            <a:ext cx="6840537" cy="4501659"/>
            <a:chOff x="340" y="434"/>
            <a:chExt cx="4587" cy="3672"/>
          </a:xfrm>
        </p:grpSpPr>
        <p:sp>
          <p:nvSpPr>
            <p:cNvPr id="104452" name="Text Box 152">
              <a:extLst>
                <a:ext uri="{FF2B5EF4-FFF2-40B4-BE49-F238E27FC236}">
                  <a16:creationId xmlns:a16="http://schemas.microsoft.com/office/drawing/2014/main" id="{890755F7-1631-D6AC-7F19-346EA07245FE}"/>
                </a:ext>
              </a:extLst>
            </p:cNvPr>
            <p:cNvSpPr txBox="1">
              <a:spLocks noChangeArrowheads="1"/>
            </p:cNvSpPr>
            <p:nvPr/>
          </p:nvSpPr>
          <p:spPr bwMode="auto">
            <a:xfrm>
              <a:off x="340" y="1685"/>
              <a:ext cx="646"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FF"/>
                  </a:solidFill>
                </a:rPr>
                <a:t>Word</a:t>
              </a:r>
            </a:p>
            <a:p>
              <a:pPr eaLnBrk="1" hangingPunct="1"/>
              <a:r>
                <a:rPr lang="en-US" altLang="en-US" sz="2000">
                  <a:solidFill>
                    <a:srgbClr val="0000FF"/>
                  </a:solidFill>
                </a:rPr>
                <a:t> lines</a:t>
              </a:r>
            </a:p>
          </p:txBody>
        </p:sp>
        <p:sp>
          <p:nvSpPr>
            <p:cNvPr id="104453" name="Text Box 176">
              <a:extLst>
                <a:ext uri="{FF2B5EF4-FFF2-40B4-BE49-F238E27FC236}">
                  <a16:creationId xmlns:a16="http://schemas.microsoft.com/office/drawing/2014/main" id="{D11493A4-B1A2-7155-593A-ACFBDBFAB79F}"/>
                </a:ext>
              </a:extLst>
            </p:cNvPr>
            <p:cNvSpPr txBox="1">
              <a:spLocks noChangeArrowheads="1"/>
            </p:cNvSpPr>
            <p:nvPr/>
          </p:nvSpPr>
          <p:spPr bwMode="auto">
            <a:xfrm>
              <a:off x="3039" y="3780"/>
              <a:ext cx="73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olidFill>
                    <a:srgbClr val="0000FF"/>
                  </a:solidFill>
                </a:rPr>
                <a:t>Bit lines</a:t>
              </a:r>
            </a:p>
          </p:txBody>
        </p:sp>
        <p:sp>
          <p:nvSpPr>
            <p:cNvPr id="104454" name="Line 7">
              <a:extLst>
                <a:ext uri="{FF2B5EF4-FFF2-40B4-BE49-F238E27FC236}">
                  <a16:creationId xmlns:a16="http://schemas.microsoft.com/office/drawing/2014/main" id="{B6D43C35-1FB1-1B4B-616E-8162C7E2BF3C}"/>
                </a:ext>
              </a:extLst>
            </p:cNvPr>
            <p:cNvSpPr>
              <a:spLocks noChangeShapeType="1"/>
            </p:cNvSpPr>
            <p:nvPr/>
          </p:nvSpPr>
          <p:spPr bwMode="auto">
            <a:xfrm>
              <a:off x="1053" y="1271"/>
              <a:ext cx="2338"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55" name="Line 8">
              <a:extLst>
                <a:ext uri="{FF2B5EF4-FFF2-40B4-BE49-F238E27FC236}">
                  <a16:creationId xmlns:a16="http://schemas.microsoft.com/office/drawing/2014/main" id="{4F08A7B9-D029-19AD-3D06-2414FAEC5A19}"/>
                </a:ext>
              </a:extLst>
            </p:cNvPr>
            <p:cNvSpPr>
              <a:spLocks noChangeShapeType="1"/>
            </p:cNvSpPr>
            <p:nvPr/>
          </p:nvSpPr>
          <p:spPr bwMode="auto">
            <a:xfrm>
              <a:off x="3516" y="1271"/>
              <a:ext cx="363" cy="0"/>
            </a:xfrm>
            <a:prstGeom prst="line">
              <a:avLst/>
            </a:prstGeom>
            <a:noFill/>
            <a:ln w="9525">
              <a:solidFill>
                <a:srgbClr val="000000"/>
              </a:solidFill>
              <a:prstDash val="dashDot"/>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56" name="Line 9">
              <a:extLst>
                <a:ext uri="{FF2B5EF4-FFF2-40B4-BE49-F238E27FC236}">
                  <a16:creationId xmlns:a16="http://schemas.microsoft.com/office/drawing/2014/main" id="{498D9DD2-97C7-3878-1F14-A5F7BA373475}"/>
                </a:ext>
              </a:extLst>
            </p:cNvPr>
            <p:cNvSpPr>
              <a:spLocks noChangeShapeType="1"/>
            </p:cNvSpPr>
            <p:nvPr/>
          </p:nvSpPr>
          <p:spPr bwMode="auto">
            <a:xfrm>
              <a:off x="3969" y="1271"/>
              <a:ext cx="384"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57" name="Line 10">
              <a:extLst>
                <a:ext uri="{FF2B5EF4-FFF2-40B4-BE49-F238E27FC236}">
                  <a16:creationId xmlns:a16="http://schemas.microsoft.com/office/drawing/2014/main" id="{6D31748E-1A8B-6710-44FC-18CA09E23DB4}"/>
                </a:ext>
              </a:extLst>
            </p:cNvPr>
            <p:cNvSpPr>
              <a:spLocks noChangeShapeType="1"/>
            </p:cNvSpPr>
            <p:nvPr/>
          </p:nvSpPr>
          <p:spPr bwMode="auto">
            <a:xfrm>
              <a:off x="4879" y="1213"/>
              <a:ext cx="0" cy="1149"/>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58" name="Line 11">
              <a:extLst>
                <a:ext uri="{FF2B5EF4-FFF2-40B4-BE49-F238E27FC236}">
                  <a16:creationId xmlns:a16="http://schemas.microsoft.com/office/drawing/2014/main" id="{92C1C337-5533-5984-0630-E6806093ACA3}"/>
                </a:ext>
              </a:extLst>
            </p:cNvPr>
            <p:cNvSpPr>
              <a:spLocks noChangeShapeType="1"/>
            </p:cNvSpPr>
            <p:nvPr/>
          </p:nvSpPr>
          <p:spPr bwMode="auto">
            <a:xfrm>
              <a:off x="4879" y="2426"/>
              <a:ext cx="0" cy="102"/>
            </a:xfrm>
            <a:prstGeom prst="line">
              <a:avLst/>
            </a:prstGeom>
            <a:noFill/>
            <a:ln w="9525">
              <a:solidFill>
                <a:srgbClr val="000000"/>
              </a:solidFill>
              <a:prstDash val="dashDot"/>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59" name="Line 20">
              <a:extLst>
                <a:ext uri="{FF2B5EF4-FFF2-40B4-BE49-F238E27FC236}">
                  <a16:creationId xmlns:a16="http://schemas.microsoft.com/office/drawing/2014/main" id="{26673BE1-153B-1FAD-8897-D685930C4996}"/>
                </a:ext>
              </a:extLst>
            </p:cNvPr>
            <p:cNvSpPr>
              <a:spLocks noChangeShapeType="1"/>
            </p:cNvSpPr>
            <p:nvPr/>
          </p:nvSpPr>
          <p:spPr bwMode="auto">
            <a:xfrm>
              <a:off x="4637" y="1657"/>
              <a:ext cx="125"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60" name="Line 23">
              <a:extLst>
                <a:ext uri="{FF2B5EF4-FFF2-40B4-BE49-F238E27FC236}">
                  <a16:creationId xmlns:a16="http://schemas.microsoft.com/office/drawing/2014/main" id="{9ABD0BF9-B466-4EED-4DF2-2F32020A09C9}"/>
                </a:ext>
              </a:extLst>
            </p:cNvPr>
            <p:cNvSpPr>
              <a:spLocks noChangeShapeType="1"/>
            </p:cNvSpPr>
            <p:nvPr/>
          </p:nvSpPr>
          <p:spPr bwMode="auto">
            <a:xfrm>
              <a:off x="4358" y="1271"/>
              <a:ext cx="0" cy="27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61" name="Line 24">
              <a:extLst>
                <a:ext uri="{FF2B5EF4-FFF2-40B4-BE49-F238E27FC236}">
                  <a16:creationId xmlns:a16="http://schemas.microsoft.com/office/drawing/2014/main" id="{ECA749C5-0F37-494C-28B9-0BEF43477AC8}"/>
                </a:ext>
              </a:extLst>
            </p:cNvPr>
            <p:cNvSpPr>
              <a:spLocks noChangeShapeType="1"/>
            </p:cNvSpPr>
            <p:nvPr/>
          </p:nvSpPr>
          <p:spPr bwMode="auto">
            <a:xfrm>
              <a:off x="4365" y="1537"/>
              <a:ext cx="128"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62" name="Line 34">
              <a:extLst>
                <a:ext uri="{FF2B5EF4-FFF2-40B4-BE49-F238E27FC236}">
                  <a16:creationId xmlns:a16="http://schemas.microsoft.com/office/drawing/2014/main" id="{4BF89CEF-F73D-2720-EE3A-A67F3642BCCF}"/>
                </a:ext>
              </a:extLst>
            </p:cNvPr>
            <p:cNvSpPr>
              <a:spLocks noChangeShapeType="1"/>
            </p:cNvSpPr>
            <p:nvPr/>
          </p:nvSpPr>
          <p:spPr bwMode="auto">
            <a:xfrm>
              <a:off x="4357" y="1879"/>
              <a:ext cx="0" cy="258"/>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63" name="Line 36">
              <a:extLst>
                <a:ext uri="{FF2B5EF4-FFF2-40B4-BE49-F238E27FC236}">
                  <a16:creationId xmlns:a16="http://schemas.microsoft.com/office/drawing/2014/main" id="{51C84DAE-9BF9-CF0A-4C74-B8C5FC8B39C8}"/>
                </a:ext>
              </a:extLst>
            </p:cNvPr>
            <p:cNvSpPr>
              <a:spLocks noChangeShapeType="1"/>
            </p:cNvSpPr>
            <p:nvPr/>
          </p:nvSpPr>
          <p:spPr bwMode="auto">
            <a:xfrm>
              <a:off x="4879" y="2581"/>
              <a:ext cx="0" cy="107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64" name="Line 54">
              <a:extLst>
                <a:ext uri="{FF2B5EF4-FFF2-40B4-BE49-F238E27FC236}">
                  <a16:creationId xmlns:a16="http://schemas.microsoft.com/office/drawing/2014/main" id="{FDAB7547-14D8-BB64-443B-0BC4D1FDDAF0}"/>
                </a:ext>
              </a:extLst>
            </p:cNvPr>
            <p:cNvSpPr>
              <a:spLocks noChangeShapeType="1"/>
            </p:cNvSpPr>
            <p:nvPr/>
          </p:nvSpPr>
          <p:spPr bwMode="auto">
            <a:xfrm>
              <a:off x="2535" y="1402"/>
              <a:ext cx="249" cy="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4465" name="Line 60">
              <a:extLst>
                <a:ext uri="{FF2B5EF4-FFF2-40B4-BE49-F238E27FC236}">
                  <a16:creationId xmlns:a16="http://schemas.microsoft.com/office/drawing/2014/main" id="{83E3FF3B-35C3-62DC-A33A-7E8D76136720}"/>
                </a:ext>
              </a:extLst>
            </p:cNvPr>
            <p:cNvSpPr>
              <a:spLocks noChangeShapeType="1"/>
            </p:cNvSpPr>
            <p:nvPr/>
          </p:nvSpPr>
          <p:spPr bwMode="auto">
            <a:xfrm>
              <a:off x="2531" y="1643"/>
              <a:ext cx="127"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66" name="Line 63">
              <a:extLst>
                <a:ext uri="{FF2B5EF4-FFF2-40B4-BE49-F238E27FC236}">
                  <a16:creationId xmlns:a16="http://schemas.microsoft.com/office/drawing/2014/main" id="{DDE0D0A7-8816-9758-4A25-30D84A09B788}"/>
                </a:ext>
              </a:extLst>
            </p:cNvPr>
            <p:cNvSpPr>
              <a:spLocks noChangeShapeType="1"/>
            </p:cNvSpPr>
            <p:nvPr/>
          </p:nvSpPr>
          <p:spPr bwMode="auto">
            <a:xfrm flipH="1">
              <a:off x="2265" y="1271"/>
              <a:ext cx="0" cy="237"/>
            </a:xfrm>
            <a:prstGeom prst="line">
              <a:avLst/>
            </a:prstGeom>
            <a:noFill/>
            <a:ln w="9525">
              <a:solidFill>
                <a:srgbClr val="000000"/>
              </a:solidFill>
              <a:round/>
              <a:headEnd type="oval" w="med" len="me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67" name="Line 64">
              <a:extLst>
                <a:ext uri="{FF2B5EF4-FFF2-40B4-BE49-F238E27FC236}">
                  <a16:creationId xmlns:a16="http://schemas.microsoft.com/office/drawing/2014/main" id="{4148D3E5-6FD1-4D0C-E24D-56ABC0E43D8A}"/>
                </a:ext>
              </a:extLst>
            </p:cNvPr>
            <p:cNvSpPr>
              <a:spLocks noChangeShapeType="1"/>
            </p:cNvSpPr>
            <p:nvPr/>
          </p:nvSpPr>
          <p:spPr bwMode="auto">
            <a:xfrm>
              <a:off x="2271" y="1511"/>
              <a:ext cx="108"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68" name="Line 65">
              <a:extLst>
                <a:ext uri="{FF2B5EF4-FFF2-40B4-BE49-F238E27FC236}">
                  <a16:creationId xmlns:a16="http://schemas.microsoft.com/office/drawing/2014/main" id="{BD8DF8A3-1700-B04F-9B2F-A6A3CB45BF04}"/>
                </a:ext>
              </a:extLst>
            </p:cNvPr>
            <p:cNvSpPr>
              <a:spLocks noChangeShapeType="1"/>
            </p:cNvSpPr>
            <p:nvPr/>
          </p:nvSpPr>
          <p:spPr bwMode="auto">
            <a:xfrm>
              <a:off x="1566" y="1387"/>
              <a:ext cx="249" cy="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4469" name="Line 71">
              <a:extLst>
                <a:ext uri="{FF2B5EF4-FFF2-40B4-BE49-F238E27FC236}">
                  <a16:creationId xmlns:a16="http://schemas.microsoft.com/office/drawing/2014/main" id="{F9285679-0907-D9B9-E808-4708366605C0}"/>
                </a:ext>
              </a:extLst>
            </p:cNvPr>
            <p:cNvSpPr>
              <a:spLocks noChangeShapeType="1"/>
            </p:cNvSpPr>
            <p:nvPr/>
          </p:nvSpPr>
          <p:spPr bwMode="auto">
            <a:xfrm>
              <a:off x="1573" y="1630"/>
              <a:ext cx="127"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70" name="Line 66">
              <a:extLst>
                <a:ext uri="{FF2B5EF4-FFF2-40B4-BE49-F238E27FC236}">
                  <a16:creationId xmlns:a16="http://schemas.microsoft.com/office/drawing/2014/main" id="{83996633-65B7-DB7E-59DE-B3B45C9A1891}"/>
                </a:ext>
              </a:extLst>
            </p:cNvPr>
            <p:cNvSpPr>
              <a:spLocks noChangeShapeType="1"/>
            </p:cNvSpPr>
            <p:nvPr/>
          </p:nvSpPr>
          <p:spPr bwMode="auto">
            <a:xfrm flipH="1">
              <a:off x="1570" y="1387"/>
              <a:ext cx="0" cy="239"/>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nvGrpSpPr>
            <p:cNvPr id="104471" name="Group 201">
              <a:extLst>
                <a:ext uri="{FF2B5EF4-FFF2-40B4-BE49-F238E27FC236}">
                  <a16:creationId xmlns:a16="http://schemas.microsoft.com/office/drawing/2014/main" id="{F913EB05-2BF3-3D5E-391B-104B9C2C3340}"/>
                </a:ext>
              </a:extLst>
            </p:cNvPr>
            <p:cNvGrpSpPr>
              <a:grpSpLocks/>
            </p:cNvGrpSpPr>
            <p:nvPr/>
          </p:nvGrpSpPr>
          <p:grpSpPr bwMode="auto">
            <a:xfrm>
              <a:off x="1438" y="1426"/>
              <a:ext cx="67" cy="155"/>
              <a:chOff x="1438" y="1514"/>
              <a:chExt cx="67" cy="155"/>
            </a:xfrm>
          </p:grpSpPr>
          <p:sp>
            <p:nvSpPr>
              <p:cNvPr id="104641" name="Line 72">
                <a:extLst>
                  <a:ext uri="{FF2B5EF4-FFF2-40B4-BE49-F238E27FC236}">
                    <a16:creationId xmlns:a16="http://schemas.microsoft.com/office/drawing/2014/main" id="{AC2D448F-6705-5D66-41C4-84F248F815F0}"/>
                  </a:ext>
                </a:extLst>
              </p:cNvPr>
              <p:cNvSpPr>
                <a:spLocks noChangeShapeType="1"/>
              </p:cNvSpPr>
              <p:nvPr/>
            </p:nvSpPr>
            <p:spPr bwMode="auto">
              <a:xfrm>
                <a:off x="1505" y="1515"/>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42" name="Line 73">
                <a:extLst>
                  <a:ext uri="{FF2B5EF4-FFF2-40B4-BE49-F238E27FC236}">
                    <a16:creationId xmlns:a16="http://schemas.microsoft.com/office/drawing/2014/main" id="{2692022B-BCA6-7182-64A0-572258F914DF}"/>
                  </a:ext>
                </a:extLst>
              </p:cNvPr>
              <p:cNvSpPr>
                <a:spLocks noChangeShapeType="1"/>
              </p:cNvSpPr>
              <p:nvPr/>
            </p:nvSpPr>
            <p:spPr bwMode="auto">
              <a:xfrm>
                <a:off x="1438" y="1514"/>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sp>
          <p:nvSpPr>
            <p:cNvPr id="104472" name="Line 74">
              <a:extLst>
                <a:ext uri="{FF2B5EF4-FFF2-40B4-BE49-F238E27FC236}">
                  <a16:creationId xmlns:a16="http://schemas.microsoft.com/office/drawing/2014/main" id="{C9167DED-B94E-3AB6-0B20-B3417E38471C}"/>
                </a:ext>
              </a:extLst>
            </p:cNvPr>
            <p:cNvSpPr>
              <a:spLocks noChangeShapeType="1"/>
            </p:cNvSpPr>
            <p:nvPr/>
          </p:nvSpPr>
          <p:spPr bwMode="auto">
            <a:xfrm>
              <a:off x="1302" y="1270"/>
              <a:ext cx="0" cy="236"/>
            </a:xfrm>
            <a:prstGeom prst="line">
              <a:avLst/>
            </a:prstGeom>
            <a:noFill/>
            <a:ln w="9525">
              <a:solidFill>
                <a:srgbClr val="000000"/>
              </a:solidFill>
              <a:round/>
              <a:headEnd type="oval" w="med" len="me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73" name="Line 75">
              <a:extLst>
                <a:ext uri="{FF2B5EF4-FFF2-40B4-BE49-F238E27FC236}">
                  <a16:creationId xmlns:a16="http://schemas.microsoft.com/office/drawing/2014/main" id="{1ECA2076-EB78-9CB1-491B-9A7C97648F59}"/>
                </a:ext>
              </a:extLst>
            </p:cNvPr>
            <p:cNvSpPr>
              <a:spLocks noChangeShapeType="1"/>
            </p:cNvSpPr>
            <p:nvPr/>
          </p:nvSpPr>
          <p:spPr bwMode="auto">
            <a:xfrm flipV="1">
              <a:off x="1302" y="1508"/>
              <a:ext cx="114"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74" name="Line 76">
              <a:extLst>
                <a:ext uri="{FF2B5EF4-FFF2-40B4-BE49-F238E27FC236}">
                  <a16:creationId xmlns:a16="http://schemas.microsoft.com/office/drawing/2014/main" id="{61F34696-0752-866C-DCE1-53708675CF19}"/>
                </a:ext>
              </a:extLst>
            </p:cNvPr>
            <p:cNvSpPr>
              <a:spLocks noChangeShapeType="1"/>
            </p:cNvSpPr>
            <p:nvPr/>
          </p:nvSpPr>
          <p:spPr bwMode="auto">
            <a:xfrm>
              <a:off x="2779" y="1181"/>
              <a:ext cx="0" cy="1145"/>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75" name="Line 78">
              <a:extLst>
                <a:ext uri="{FF2B5EF4-FFF2-40B4-BE49-F238E27FC236}">
                  <a16:creationId xmlns:a16="http://schemas.microsoft.com/office/drawing/2014/main" id="{235FCE85-D71D-4CB6-4A8C-0D353E80C257}"/>
                </a:ext>
              </a:extLst>
            </p:cNvPr>
            <p:cNvSpPr>
              <a:spLocks noChangeShapeType="1"/>
            </p:cNvSpPr>
            <p:nvPr/>
          </p:nvSpPr>
          <p:spPr bwMode="auto">
            <a:xfrm>
              <a:off x="2777" y="2389"/>
              <a:ext cx="0" cy="125"/>
            </a:xfrm>
            <a:prstGeom prst="line">
              <a:avLst/>
            </a:prstGeom>
            <a:noFill/>
            <a:ln w="9525">
              <a:solidFill>
                <a:srgbClr val="000000"/>
              </a:solidFill>
              <a:prstDash val="dashDot"/>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76" name="Line 80">
              <a:extLst>
                <a:ext uri="{FF2B5EF4-FFF2-40B4-BE49-F238E27FC236}">
                  <a16:creationId xmlns:a16="http://schemas.microsoft.com/office/drawing/2014/main" id="{71D2F38A-07FD-DEA1-D037-0E1A0FB07012}"/>
                </a:ext>
              </a:extLst>
            </p:cNvPr>
            <p:cNvSpPr>
              <a:spLocks noChangeShapeType="1"/>
            </p:cNvSpPr>
            <p:nvPr/>
          </p:nvSpPr>
          <p:spPr bwMode="auto">
            <a:xfrm>
              <a:off x="1816" y="1170"/>
              <a:ext cx="0" cy="1145"/>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77" name="Line 81">
              <a:extLst>
                <a:ext uri="{FF2B5EF4-FFF2-40B4-BE49-F238E27FC236}">
                  <a16:creationId xmlns:a16="http://schemas.microsoft.com/office/drawing/2014/main" id="{DFEA565C-5A84-4014-44C3-1484B0CE1211}"/>
                </a:ext>
              </a:extLst>
            </p:cNvPr>
            <p:cNvSpPr>
              <a:spLocks noChangeShapeType="1"/>
            </p:cNvSpPr>
            <p:nvPr/>
          </p:nvSpPr>
          <p:spPr bwMode="auto">
            <a:xfrm>
              <a:off x="1816" y="2380"/>
              <a:ext cx="0" cy="103"/>
            </a:xfrm>
            <a:prstGeom prst="line">
              <a:avLst/>
            </a:prstGeom>
            <a:noFill/>
            <a:ln w="9525">
              <a:solidFill>
                <a:srgbClr val="000000"/>
              </a:solidFill>
              <a:prstDash val="dashDot"/>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78" name="Line 84">
              <a:extLst>
                <a:ext uri="{FF2B5EF4-FFF2-40B4-BE49-F238E27FC236}">
                  <a16:creationId xmlns:a16="http://schemas.microsoft.com/office/drawing/2014/main" id="{B7295A63-036B-4167-9B5B-6B0F4B06DA15}"/>
                </a:ext>
              </a:extLst>
            </p:cNvPr>
            <p:cNvSpPr>
              <a:spLocks noChangeShapeType="1"/>
            </p:cNvSpPr>
            <p:nvPr/>
          </p:nvSpPr>
          <p:spPr bwMode="auto">
            <a:xfrm>
              <a:off x="2519" y="1978"/>
              <a:ext cx="248" cy="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4479" name="Line 90">
              <a:extLst>
                <a:ext uri="{FF2B5EF4-FFF2-40B4-BE49-F238E27FC236}">
                  <a16:creationId xmlns:a16="http://schemas.microsoft.com/office/drawing/2014/main" id="{5EFD24BC-4710-F607-3560-5118CB4B2B0B}"/>
                </a:ext>
              </a:extLst>
            </p:cNvPr>
            <p:cNvSpPr>
              <a:spLocks noChangeShapeType="1"/>
            </p:cNvSpPr>
            <p:nvPr/>
          </p:nvSpPr>
          <p:spPr bwMode="auto">
            <a:xfrm>
              <a:off x="2526" y="2227"/>
              <a:ext cx="125"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80" name="Line 106">
              <a:extLst>
                <a:ext uri="{FF2B5EF4-FFF2-40B4-BE49-F238E27FC236}">
                  <a16:creationId xmlns:a16="http://schemas.microsoft.com/office/drawing/2014/main" id="{9D690C60-6E19-EC59-B9A6-B8002C2EF24A}"/>
                </a:ext>
              </a:extLst>
            </p:cNvPr>
            <p:cNvSpPr>
              <a:spLocks noChangeShapeType="1"/>
            </p:cNvSpPr>
            <p:nvPr/>
          </p:nvSpPr>
          <p:spPr bwMode="auto">
            <a:xfrm>
              <a:off x="1053" y="1873"/>
              <a:ext cx="2338"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81" name="Line 107">
              <a:extLst>
                <a:ext uri="{FF2B5EF4-FFF2-40B4-BE49-F238E27FC236}">
                  <a16:creationId xmlns:a16="http://schemas.microsoft.com/office/drawing/2014/main" id="{9A1E7F59-1E5C-7E4B-21A1-D753491CD878}"/>
                </a:ext>
              </a:extLst>
            </p:cNvPr>
            <p:cNvSpPr>
              <a:spLocks noChangeShapeType="1"/>
            </p:cNvSpPr>
            <p:nvPr/>
          </p:nvSpPr>
          <p:spPr bwMode="auto">
            <a:xfrm>
              <a:off x="3525" y="1876"/>
              <a:ext cx="363" cy="0"/>
            </a:xfrm>
            <a:prstGeom prst="line">
              <a:avLst/>
            </a:prstGeom>
            <a:noFill/>
            <a:ln w="9525">
              <a:solidFill>
                <a:srgbClr val="000000"/>
              </a:solidFill>
              <a:prstDash val="dashDot"/>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82" name="Line 108">
              <a:extLst>
                <a:ext uri="{FF2B5EF4-FFF2-40B4-BE49-F238E27FC236}">
                  <a16:creationId xmlns:a16="http://schemas.microsoft.com/office/drawing/2014/main" id="{91587D34-12CE-3315-45F6-569D07CED3A0}"/>
                </a:ext>
              </a:extLst>
            </p:cNvPr>
            <p:cNvSpPr>
              <a:spLocks noChangeShapeType="1"/>
            </p:cNvSpPr>
            <p:nvPr/>
          </p:nvSpPr>
          <p:spPr bwMode="auto">
            <a:xfrm>
              <a:off x="3969" y="1882"/>
              <a:ext cx="384"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83" name="Line 109">
              <a:extLst>
                <a:ext uri="{FF2B5EF4-FFF2-40B4-BE49-F238E27FC236}">
                  <a16:creationId xmlns:a16="http://schemas.microsoft.com/office/drawing/2014/main" id="{CC1EF4CF-C6EB-41C5-A6DA-47D05D3E7719}"/>
                </a:ext>
              </a:extLst>
            </p:cNvPr>
            <p:cNvSpPr>
              <a:spLocks noChangeShapeType="1"/>
            </p:cNvSpPr>
            <p:nvPr/>
          </p:nvSpPr>
          <p:spPr bwMode="auto">
            <a:xfrm>
              <a:off x="3975" y="2596"/>
              <a:ext cx="385"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84" name="Line 110">
              <a:extLst>
                <a:ext uri="{FF2B5EF4-FFF2-40B4-BE49-F238E27FC236}">
                  <a16:creationId xmlns:a16="http://schemas.microsoft.com/office/drawing/2014/main" id="{81AF154E-E522-1222-82C4-6BE462F1EAED}"/>
                </a:ext>
              </a:extLst>
            </p:cNvPr>
            <p:cNvSpPr>
              <a:spLocks noChangeShapeType="1"/>
            </p:cNvSpPr>
            <p:nvPr/>
          </p:nvSpPr>
          <p:spPr bwMode="auto">
            <a:xfrm>
              <a:off x="3585" y="2597"/>
              <a:ext cx="363" cy="0"/>
            </a:xfrm>
            <a:prstGeom prst="line">
              <a:avLst/>
            </a:prstGeom>
            <a:noFill/>
            <a:ln w="9525">
              <a:solidFill>
                <a:srgbClr val="000000"/>
              </a:solidFill>
              <a:prstDash val="dashDot"/>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85" name="Line 111">
              <a:extLst>
                <a:ext uri="{FF2B5EF4-FFF2-40B4-BE49-F238E27FC236}">
                  <a16:creationId xmlns:a16="http://schemas.microsoft.com/office/drawing/2014/main" id="{B70E57D9-BFFF-638F-4158-BCE2FBD71DB2}"/>
                </a:ext>
              </a:extLst>
            </p:cNvPr>
            <p:cNvSpPr>
              <a:spLocks noChangeShapeType="1"/>
            </p:cNvSpPr>
            <p:nvPr/>
          </p:nvSpPr>
          <p:spPr bwMode="auto">
            <a:xfrm>
              <a:off x="1073" y="2603"/>
              <a:ext cx="2338"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86" name="Line 134">
              <a:extLst>
                <a:ext uri="{FF2B5EF4-FFF2-40B4-BE49-F238E27FC236}">
                  <a16:creationId xmlns:a16="http://schemas.microsoft.com/office/drawing/2014/main" id="{9049F93F-5E96-90E7-78C1-F64F78A91D6E}"/>
                </a:ext>
              </a:extLst>
            </p:cNvPr>
            <p:cNvSpPr>
              <a:spLocks noChangeShapeType="1"/>
            </p:cNvSpPr>
            <p:nvPr/>
          </p:nvSpPr>
          <p:spPr bwMode="auto">
            <a:xfrm>
              <a:off x="1094" y="3155"/>
              <a:ext cx="2338"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87" name="Line 135">
              <a:extLst>
                <a:ext uri="{FF2B5EF4-FFF2-40B4-BE49-F238E27FC236}">
                  <a16:creationId xmlns:a16="http://schemas.microsoft.com/office/drawing/2014/main" id="{BFE1ECA7-30A7-3D2C-292D-68AFB6C5A138}"/>
                </a:ext>
              </a:extLst>
            </p:cNvPr>
            <p:cNvSpPr>
              <a:spLocks noChangeShapeType="1"/>
            </p:cNvSpPr>
            <p:nvPr/>
          </p:nvSpPr>
          <p:spPr bwMode="auto">
            <a:xfrm>
              <a:off x="3552" y="3153"/>
              <a:ext cx="383" cy="0"/>
            </a:xfrm>
            <a:prstGeom prst="line">
              <a:avLst/>
            </a:prstGeom>
            <a:noFill/>
            <a:ln w="9525">
              <a:solidFill>
                <a:srgbClr val="000000"/>
              </a:solidFill>
              <a:prstDash val="dashDot"/>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88" name="Line 136">
              <a:extLst>
                <a:ext uri="{FF2B5EF4-FFF2-40B4-BE49-F238E27FC236}">
                  <a16:creationId xmlns:a16="http://schemas.microsoft.com/office/drawing/2014/main" id="{129674EC-E08A-80EA-97D8-616C824400A9}"/>
                </a:ext>
              </a:extLst>
            </p:cNvPr>
            <p:cNvSpPr>
              <a:spLocks noChangeShapeType="1"/>
            </p:cNvSpPr>
            <p:nvPr/>
          </p:nvSpPr>
          <p:spPr bwMode="auto">
            <a:xfrm>
              <a:off x="3969" y="3147"/>
              <a:ext cx="384"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89" name="Line 148">
              <a:extLst>
                <a:ext uri="{FF2B5EF4-FFF2-40B4-BE49-F238E27FC236}">
                  <a16:creationId xmlns:a16="http://schemas.microsoft.com/office/drawing/2014/main" id="{59BF393F-F1BA-1F32-4613-0C2F45DF36A8}"/>
                </a:ext>
              </a:extLst>
            </p:cNvPr>
            <p:cNvSpPr>
              <a:spLocks noChangeShapeType="1"/>
            </p:cNvSpPr>
            <p:nvPr/>
          </p:nvSpPr>
          <p:spPr bwMode="auto">
            <a:xfrm>
              <a:off x="1823" y="2534"/>
              <a:ext cx="0" cy="114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90" name="Line 149">
              <a:extLst>
                <a:ext uri="{FF2B5EF4-FFF2-40B4-BE49-F238E27FC236}">
                  <a16:creationId xmlns:a16="http://schemas.microsoft.com/office/drawing/2014/main" id="{1AD396CD-7FE9-08C1-EDFD-532C4E0C2812}"/>
                </a:ext>
              </a:extLst>
            </p:cNvPr>
            <p:cNvSpPr>
              <a:spLocks noChangeShapeType="1"/>
            </p:cNvSpPr>
            <p:nvPr/>
          </p:nvSpPr>
          <p:spPr bwMode="auto">
            <a:xfrm>
              <a:off x="2779" y="2559"/>
              <a:ext cx="0" cy="1122"/>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91" name="AutoShape 174">
              <a:extLst>
                <a:ext uri="{FF2B5EF4-FFF2-40B4-BE49-F238E27FC236}">
                  <a16:creationId xmlns:a16="http://schemas.microsoft.com/office/drawing/2014/main" id="{599D8962-C6C4-5333-8AA1-FCA5BA6C5C7E}"/>
                </a:ext>
              </a:extLst>
            </p:cNvPr>
            <p:cNvSpPr>
              <a:spLocks/>
            </p:cNvSpPr>
            <p:nvPr/>
          </p:nvSpPr>
          <p:spPr bwMode="auto">
            <a:xfrm>
              <a:off x="791" y="1265"/>
              <a:ext cx="178" cy="1875"/>
            </a:xfrm>
            <a:prstGeom prst="leftBrace">
              <a:avLst>
                <a:gd name="adj1" fmla="val 87781"/>
                <a:gd name="adj2" fmla="val 50000"/>
              </a:avLst>
            </a:prstGeom>
            <a:noFill/>
            <a:ln w="9525">
              <a:solidFill>
                <a:srgbClr val="000000"/>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4492" name="AutoShape 175">
              <a:extLst>
                <a:ext uri="{FF2B5EF4-FFF2-40B4-BE49-F238E27FC236}">
                  <a16:creationId xmlns:a16="http://schemas.microsoft.com/office/drawing/2014/main" id="{0A013F8B-DD70-F364-2E94-00A23B6AE77E}"/>
                </a:ext>
              </a:extLst>
            </p:cNvPr>
            <p:cNvSpPr>
              <a:spLocks/>
            </p:cNvSpPr>
            <p:nvPr/>
          </p:nvSpPr>
          <p:spPr bwMode="auto">
            <a:xfrm rot="5400000">
              <a:off x="3280" y="2276"/>
              <a:ext cx="101" cy="3007"/>
            </a:xfrm>
            <a:prstGeom prst="rightBrace">
              <a:avLst>
                <a:gd name="adj1" fmla="val 248102"/>
                <a:gd name="adj2" fmla="val 50343"/>
              </a:avLst>
            </a:prstGeom>
            <a:noFill/>
            <a:ln w="9525">
              <a:solidFill>
                <a:srgbClr val="000000"/>
              </a:solidFill>
              <a:round/>
              <a:headEnd/>
              <a:tailEnd type="none" w="lg" len="lg"/>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4493" name="Line 179">
              <a:extLst>
                <a:ext uri="{FF2B5EF4-FFF2-40B4-BE49-F238E27FC236}">
                  <a16:creationId xmlns:a16="http://schemas.microsoft.com/office/drawing/2014/main" id="{AE44329F-D482-F643-9EAB-C09E8EB1D71F}"/>
                </a:ext>
              </a:extLst>
            </p:cNvPr>
            <p:cNvSpPr>
              <a:spLocks noChangeShapeType="1"/>
            </p:cNvSpPr>
            <p:nvPr/>
          </p:nvSpPr>
          <p:spPr bwMode="auto">
            <a:xfrm flipH="1">
              <a:off x="2526" y="1401"/>
              <a:ext cx="0" cy="247"/>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94" name="Line 182">
              <a:extLst>
                <a:ext uri="{FF2B5EF4-FFF2-40B4-BE49-F238E27FC236}">
                  <a16:creationId xmlns:a16="http://schemas.microsoft.com/office/drawing/2014/main" id="{ADA94EFF-55A6-4BCD-C0EF-8313C22911A4}"/>
                </a:ext>
              </a:extLst>
            </p:cNvPr>
            <p:cNvSpPr>
              <a:spLocks noChangeShapeType="1"/>
            </p:cNvSpPr>
            <p:nvPr/>
          </p:nvSpPr>
          <p:spPr bwMode="auto">
            <a:xfrm flipH="1">
              <a:off x="2519" y="1980"/>
              <a:ext cx="0" cy="247"/>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95" name="Line 185">
              <a:extLst>
                <a:ext uri="{FF2B5EF4-FFF2-40B4-BE49-F238E27FC236}">
                  <a16:creationId xmlns:a16="http://schemas.microsoft.com/office/drawing/2014/main" id="{97FFF4CB-C5E4-1807-383F-8D27CE1374FA}"/>
                </a:ext>
              </a:extLst>
            </p:cNvPr>
            <p:cNvSpPr>
              <a:spLocks noChangeShapeType="1"/>
            </p:cNvSpPr>
            <p:nvPr/>
          </p:nvSpPr>
          <p:spPr bwMode="auto">
            <a:xfrm flipH="1">
              <a:off x="2259" y="1877"/>
              <a:ext cx="0" cy="221"/>
            </a:xfrm>
            <a:prstGeom prst="line">
              <a:avLst/>
            </a:prstGeom>
            <a:noFill/>
            <a:ln w="9525">
              <a:solidFill>
                <a:srgbClr val="000000"/>
              </a:solidFill>
              <a:round/>
              <a:headEnd type="oval" w="med" len="me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96" name="Line 186">
              <a:extLst>
                <a:ext uri="{FF2B5EF4-FFF2-40B4-BE49-F238E27FC236}">
                  <a16:creationId xmlns:a16="http://schemas.microsoft.com/office/drawing/2014/main" id="{1426A06A-BE5E-431D-CAD0-073BFDCC14B6}"/>
                </a:ext>
              </a:extLst>
            </p:cNvPr>
            <p:cNvSpPr>
              <a:spLocks noChangeShapeType="1"/>
            </p:cNvSpPr>
            <p:nvPr/>
          </p:nvSpPr>
          <p:spPr bwMode="auto">
            <a:xfrm>
              <a:off x="2257" y="2104"/>
              <a:ext cx="108"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97" name="Line 187">
              <a:extLst>
                <a:ext uri="{FF2B5EF4-FFF2-40B4-BE49-F238E27FC236}">
                  <a16:creationId xmlns:a16="http://schemas.microsoft.com/office/drawing/2014/main" id="{A585D4BC-65F4-9DAB-77E0-94334CD2D179}"/>
                </a:ext>
              </a:extLst>
            </p:cNvPr>
            <p:cNvSpPr>
              <a:spLocks noChangeShapeType="1"/>
            </p:cNvSpPr>
            <p:nvPr/>
          </p:nvSpPr>
          <p:spPr bwMode="auto">
            <a:xfrm>
              <a:off x="1570" y="1981"/>
              <a:ext cx="248" cy="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4498" name="Line 188">
              <a:extLst>
                <a:ext uri="{FF2B5EF4-FFF2-40B4-BE49-F238E27FC236}">
                  <a16:creationId xmlns:a16="http://schemas.microsoft.com/office/drawing/2014/main" id="{C3BEDD87-B0AE-07F8-8C55-411CC3309FB2}"/>
                </a:ext>
              </a:extLst>
            </p:cNvPr>
            <p:cNvSpPr>
              <a:spLocks noChangeShapeType="1"/>
            </p:cNvSpPr>
            <p:nvPr/>
          </p:nvSpPr>
          <p:spPr bwMode="auto">
            <a:xfrm>
              <a:off x="1577" y="2230"/>
              <a:ext cx="125"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499" name="Line 189">
              <a:extLst>
                <a:ext uri="{FF2B5EF4-FFF2-40B4-BE49-F238E27FC236}">
                  <a16:creationId xmlns:a16="http://schemas.microsoft.com/office/drawing/2014/main" id="{FB9FD828-2C2C-A7AD-DCBF-64A35E6DA3F0}"/>
                </a:ext>
              </a:extLst>
            </p:cNvPr>
            <p:cNvSpPr>
              <a:spLocks noChangeShapeType="1"/>
            </p:cNvSpPr>
            <p:nvPr/>
          </p:nvSpPr>
          <p:spPr bwMode="auto">
            <a:xfrm flipH="1">
              <a:off x="1570" y="1984"/>
              <a:ext cx="0" cy="247"/>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00" name="Line 192">
              <a:extLst>
                <a:ext uri="{FF2B5EF4-FFF2-40B4-BE49-F238E27FC236}">
                  <a16:creationId xmlns:a16="http://schemas.microsoft.com/office/drawing/2014/main" id="{AF2B03C4-B16A-48DE-568C-A6E815FD00FF}"/>
                </a:ext>
              </a:extLst>
            </p:cNvPr>
            <p:cNvSpPr>
              <a:spLocks noChangeShapeType="1"/>
            </p:cNvSpPr>
            <p:nvPr/>
          </p:nvSpPr>
          <p:spPr bwMode="auto">
            <a:xfrm flipH="1">
              <a:off x="1302" y="1881"/>
              <a:ext cx="0" cy="221"/>
            </a:xfrm>
            <a:prstGeom prst="line">
              <a:avLst/>
            </a:prstGeom>
            <a:noFill/>
            <a:ln w="9525">
              <a:solidFill>
                <a:srgbClr val="000000"/>
              </a:solidFill>
              <a:round/>
              <a:headEnd type="oval" w="med" len="me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01" name="Line 193">
              <a:extLst>
                <a:ext uri="{FF2B5EF4-FFF2-40B4-BE49-F238E27FC236}">
                  <a16:creationId xmlns:a16="http://schemas.microsoft.com/office/drawing/2014/main" id="{03A334C6-B05E-A147-0229-AD8752B20572}"/>
                </a:ext>
              </a:extLst>
            </p:cNvPr>
            <p:cNvSpPr>
              <a:spLocks noChangeShapeType="1"/>
            </p:cNvSpPr>
            <p:nvPr/>
          </p:nvSpPr>
          <p:spPr bwMode="auto">
            <a:xfrm>
              <a:off x="1308" y="2107"/>
              <a:ext cx="109"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02" name="Line 194">
              <a:extLst>
                <a:ext uri="{FF2B5EF4-FFF2-40B4-BE49-F238E27FC236}">
                  <a16:creationId xmlns:a16="http://schemas.microsoft.com/office/drawing/2014/main" id="{ABFDFBAB-1B22-D159-AF3A-68DF03620AEC}"/>
                </a:ext>
              </a:extLst>
            </p:cNvPr>
            <p:cNvSpPr>
              <a:spLocks noChangeShapeType="1"/>
            </p:cNvSpPr>
            <p:nvPr/>
          </p:nvSpPr>
          <p:spPr bwMode="auto">
            <a:xfrm>
              <a:off x="4623" y="2016"/>
              <a:ext cx="249" cy="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4503" name="Line 195">
              <a:extLst>
                <a:ext uri="{FF2B5EF4-FFF2-40B4-BE49-F238E27FC236}">
                  <a16:creationId xmlns:a16="http://schemas.microsoft.com/office/drawing/2014/main" id="{2B4F37DC-ED6A-4653-A4D2-EEC5DD567F8A}"/>
                </a:ext>
              </a:extLst>
            </p:cNvPr>
            <p:cNvSpPr>
              <a:spLocks noChangeShapeType="1"/>
            </p:cNvSpPr>
            <p:nvPr/>
          </p:nvSpPr>
          <p:spPr bwMode="auto">
            <a:xfrm>
              <a:off x="4630" y="2257"/>
              <a:ext cx="127"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04" name="Line 196">
              <a:extLst>
                <a:ext uri="{FF2B5EF4-FFF2-40B4-BE49-F238E27FC236}">
                  <a16:creationId xmlns:a16="http://schemas.microsoft.com/office/drawing/2014/main" id="{352AF33C-70D4-C1BC-9F42-94C56AF44BE4}"/>
                </a:ext>
              </a:extLst>
            </p:cNvPr>
            <p:cNvSpPr>
              <a:spLocks noChangeShapeType="1"/>
            </p:cNvSpPr>
            <p:nvPr/>
          </p:nvSpPr>
          <p:spPr bwMode="auto">
            <a:xfrm flipH="1">
              <a:off x="4623" y="2018"/>
              <a:ext cx="0" cy="247"/>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05" name="Line 200">
              <a:extLst>
                <a:ext uri="{FF2B5EF4-FFF2-40B4-BE49-F238E27FC236}">
                  <a16:creationId xmlns:a16="http://schemas.microsoft.com/office/drawing/2014/main" id="{61C91A9E-8A6F-0C23-5DF8-A66610879389}"/>
                </a:ext>
              </a:extLst>
            </p:cNvPr>
            <p:cNvSpPr>
              <a:spLocks noChangeShapeType="1"/>
            </p:cNvSpPr>
            <p:nvPr/>
          </p:nvSpPr>
          <p:spPr bwMode="auto">
            <a:xfrm>
              <a:off x="4362" y="2141"/>
              <a:ext cx="108"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06" name="Line 201">
              <a:extLst>
                <a:ext uri="{FF2B5EF4-FFF2-40B4-BE49-F238E27FC236}">
                  <a16:creationId xmlns:a16="http://schemas.microsoft.com/office/drawing/2014/main" id="{1E191034-1413-BB95-3BA7-09234E45F4CA}"/>
                </a:ext>
              </a:extLst>
            </p:cNvPr>
            <p:cNvSpPr>
              <a:spLocks noChangeShapeType="1"/>
            </p:cNvSpPr>
            <p:nvPr/>
          </p:nvSpPr>
          <p:spPr bwMode="auto">
            <a:xfrm>
              <a:off x="4638" y="1406"/>
              <a:ext cx="249" cy="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4507" name="Line 202">
              <a:extLst>
                <a:ext uri="{FF2B5EF4-FFF2-40B4-BE49-F238E27FC236}">
                  <a16:creationId xmlns:a16="http://schemas.microsoft.com/office/drawing/2014/main" id="{F9929B8A-3F86-7B10-DD7C-3719383CDF47}"/>
                </a:ext>
              </a:extLst>
            </p:cNvPr>
            <p:cNvSpPr>
              <a:spLocks noChangeShapeType="1"/>
            </p:cNvSpPr>
            <p:nvPr/>
          </p:nvSpPr>
          <p:spPr bwMode="auto">
            <a:xfrm flipH="1">
              <a:off x="4638" y="1408"/>
              <a:ext cx="0" cy="248"/>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08" name="Line 205">
              <a:extLst>
                <a:ext uri="{FF2B5EF4-FFF2-40B4-BE49-F238E27FC236}">
                  <a16:creationId xmlns:a16="http://schemas.microsoft.com/office/drawing/2014/main" id="{A0DDCA61-15D5-C7CA-B9DA-86D536BCC4F9}"/>
                </a:ext>
              </a:extLst>
            </p:cNvPr>
            <p:cNvSpPr>
              <a:spLocks noChangeShapeType="1"/>
            </p:cNvSpPr>
            <p:nvPr/>
          </p:nvSpPr>
          <p:spPr bwMode="auto">
            <a:xfrm>
              <a:off x="1570" y="2708"/>
              <a:ext cx="249" cy="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4509" name="Line 206">
              <a:extLst>
                <a:ext uri="{FF2B5EF4-FFF2-40B4-BE49-F238E27FC236}">
                  <a16:creationId xmlns:a16="http://schemas.microsoft.com/office/drawing/2014/main" id="{986AD5FF-1399-1619-8C8C-F17DCE52E0BC}"/>
                </a:ext>
              </a:extLst>
            </p:cNvPr>
            <p:cNvSpPr>
              <a:spLocks noChangeShapeType="1"/>
            </p:cNvSpPr>
            <p:nvPr/>
          </p:nvSpPr>
          <p:spPr bwMode="auto">
            <a:xfrm>
              <a:off x="1577" y="2948"/>
              <a:ext cx="127"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10" name="Line 207">
              <a:extLst>
                <a:ext uri="{FF2B5EF4-FFF2-40B4-BE49-F238E27FC236}">
                  <a16:creationId xmlns:a16="http://schemas.microsoft.com/office/drawing/2014/main" id="{8BA2B473-DD92-FBFA-F699-77241B3CE115}"/>
                </a:ext>
              </a:extLst>
            </p:cNvPr>
            <p:cNvSpPr>
              <a:spLocks noChangeShapeType="1"/>
            </p:cNvSpPr>
            <p:nvPr/>
          </p:nvSpPr>
          <p:spPr bwMode="auto">
            <a:xfrm flipH="1">
              <a:off x="1570" y="2710"/>
              <a:ext cx="0" cy="248"/>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11" name="Line 210">
              <a:extLst>
                <a:ext uri="{FF2B5EF4-FFF2-40B4-BE49-F238E27FC236}">
                  <a16:creationId xmlns:a16="http://schemas.microsoft.com/office/drawing/2014/main" id="{6E35B068-8322-4327-BDC2-D8F608CC611C}"/>
                </a:ext>
              </a:extLst>
            </p:cNvPr>
            <p:cNvSpPr>
              <a:spLocks noChangeShapeType="1"/>
            </p:cNvSpPr>
            <p:nvPr/>
          </p:nvSpPr>
          <p:spPr bwMode="auto">
            <a:xfrm flipH="1">
              <a:off x="1311" y="2607"/>
              <a:ext cx="0" cy="222"/>
            </a:xfrm>
            <a:prstGeom prst="line">
              <a:avLst/>
            </a:prstGeom>
            <a:noFill/>
            <a:ln w="9525">
              <a:solidFill>
                <a:srgbClr val="000000"/>
              </a:solidFill>
              <a:round/>
              <a:headEnd type="oval" w="med" len="me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12" name="Line 211">
              <a:extLst>
                <a:ext uri="{FF2B5EF4-FFF2-40B4-BE49-F238E27FC236}">
                  <a16:creationId xmlns:a16="http://schemas.microsoft.com/office/drawing/2014/main" id="{F2C3AC32-415E-DAD1-8C3B-5CA998969685}"/>
                </a:ext>
              </a:extLst>
            </p:cNvPr>
            <p:cNvSpPr>
              <a:spLocks noChangeShapeType="1"/>
            </p:cNvSpPr>
            <p:nvPr/>
          </p:nvSpPr>
          <p:spPr bwMode="auto">
            <a:xfrm>
              <a:off x="1309" y="2833"/>
              <a:ext cx="108"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13" name="Line 212">
              <a:extLst>
                <a:ext uri="{FF2B5EF4-FFF2-40B4-BE49-F238E27FC236}">
                  <a16:creationId xmlns:a16="http://schemas.microsoft.com/office/drawing/2014/main" id="{6A510F3C-44AC-D45E-DAF3-80F3861B4E2D}"/>
                </a:ext>
              </a:extLst>
            </p:cNvPr>
            <p:cNvSpPr>
              <a:spLocks noChangeShapeType="1"/>
            </p:cNvSpPr>
            <p:nvPr/>
          </p:nvSpPr>
          <p:spPr bwMode="auto">
            <a:xfrm>
              <a:off x="2526" y="2710"/>
              <a:ext cx="248" cy="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4514" name="Line 213">
              <a:extLst>
                <a:ext uri="{FF2B5EF4-FFF2-40B4-BE49-F238E27FC236}">
                  <a16:creationId xmlns:a16="http://schemas.microsoft.com/office/drawing/2014/main" id="{683678B1-F18A-DAEC-E2ED-E296892EA716}"/>
                </a:ext>
              </a:extLst>
            </p:cNvPr>
            <p:cNvSpPr>
              <a:spLocks noChangeShapeType="1"/>
            </p:cNvSpPr>
            <p:nvPr/>
          </p:nvSpPr>
          <p:spPr bwMode="auto">
            <a:xfrm>
              <a:off x="2524" y="2959"/>
              <a:ext cx="12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15" name="Line 214">
              <a:extLst>
                <a:ext uri="{FF2B5EF4-FFF2-40B4-BE49-F238E27FC236}">
                  <a16:creationId xmlns:a16="http://schemas.microsoft.com/office/drawing/2014/main" id="{8B8552A3-33E4-2A51-C4DC-C269D1D400FC}"/>
                </a:ext>
              </a:extLst>
            </p:cNvPr>
            <p:cNvSpPr>
              <a:spLocks noChangeShapeType="1"/>
            </p:cNvSpPr>
            <p:nvPr/>
          </p:nvSpPr>
          <p:spPr bwMode="auto">
            <a:xfrm flipH="1">
              <a:off x="2526" y="2713"/>
              <a:ext cx="0" cy="247"/>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16" name="Line 217">
              <a:extLst>
                <a:ext uri="{FF2B5EF4-FFF2-40B4-BE49-F238E27FC236}">
                  <a16:creationId xmlns:a16="http://schemas.microsoft.com/office/drawing/2014/main" id="{8CE0A643-E678-14FF-F248-8C9D091F3F93}"/>
                </a:ext>
              </a:extLst>
            </p:cNvPr>
            <p:cNvSpPr>
              <a:spLocks noChangeShapeType="1"/>
            </p:cNvSpPr>
            <p:nvPr/>
          </p:nvSpPr>
          <p:spPr bwMode="auto">
            <a:xfrm flipH="1">
              <a:off x="2266" y="2609"/>
              <a:ext cx="0" cy="222"/>
            </a:xfrm>
            <a:prstGeom prst="line">
              <a:avLst/>
            </a:prstGeom>
            <a:noFill/>
            <a:ln w="9525">
              <a:solidFill>
                <a:srgbClr val="000000"/>
              </a:solidFill>
              <a:round/>
              <a:headEnd type="oval" w="med" len="me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17" name="Line 218">
              <a:extLst>
                <a:ext uri="{FF2B5EF4-FFF2-40B4-BE49-F238E27FC236}">
                  <a16:creationId xmlns:a16="http://schemas.microsoft.com/office/drawing/2014/main" id="{0723338D-3E17-48D3-0380-3B25F04B30DB}"/>
                </a:ext>
              </a:extLst>
            </p:cNvPr>
            <p:cNvSpPr>
              <a:spLocks noChangeShapeType="1"/>
            </p:cNvSpPr>
            <p:nvPr/>
          </p:nvSpPr>
          <p:spPr bwMode="auto">
            <a:xfrm>
              <a:off x="2264" y="2835"/>
              <a:ext cx="108"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18" name="Line 219">
              <a:extLst>
                <a:ext uri="{FF2B5EF4-FFF2-40B4-BE49-F238E27FC236}">
                  <a16:creationId xmlns:a16="http://schemas.microsoft.com/office/drawing/2014/main" id="{E86BA057-2EEB-9F6F-ECB9-E6AF993551FB}"/>
                </a:ext>
              </a:extLst>
            </p:cNvPr>
            <p:cNvSpPr>
              <a:spLocks noChangeShapeType="1"/>
            </p:cNvSpPr>
            <p:nvPr/>
          </p:nvSpPr>
          <p:spPr bwMode="auto">
            <a:xfrm>
              <a:off x="4357" y="2599"/>
              <a:ext cx="0" cy="257"/>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19" name="Line 220">
              <a:extLst>
                <a:ext uri="{FF2B5EF4-FFF2-40B4-BE49-F238E27FC236}">
                  <a16:creationId xmlns:a16="http://schemas.microsoft.com/office/drawing/2014/main" id="{E403F51C-F56E-B969-4202-927F9E5352BE}"/>
                </a:ext>
              </a:extLst>
            </p:cNvPr>
            <p:cNvSpPr>
              <a:spLocks noChangeShapeType="1"/>
            </p:cNvSpPr>
            <p:nvPr/>
          </p:nvSpPr>
          <p:spPr bwMode="auto">
            <a:xfrm>
              <a:off x="4623" y="2735"/>
              <a:ext cx="249" cy="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4520" name="Line 221">
              <a:extLst>
                <a:ext uri="{FF2B5EF4-FFF2-40B4-BE49-F238E27FC236}">
                  <a16:creationId xmlns:a16="http://schemas.microsoft.com/office/drawing/2014/main" id="{8005C463-D116-869F-AACA-14ACD9430EC3}"/>
                </a:ext>
              </a:extLst>
            </p:cNvPr>
            <p:cNvSpPr>
              <a:spLocks noChangeShapeType="1"/>
            </p:cNvSpPr>
            <p:nvPr/>
          </p:nvSpPr>
          <p:spPr bwMode="auto">
            <a:xfrm>
              <a:off x="4630" y="2976"/>
              <a:ext cx="127"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21" name="Line 222">
              <a:extLst>
                <a:ext uri="{FF2B5EF4-FFF2-40B4-BE49-F238E27FC236}">
                  <a16:creationId xmlns:a16="http://schemas.microsoft.com/office/drawing/2014/main" id="{70A61A63-5927-0CD7-FF8A-A927FA5F5B7B}"/>
                </a:ext>
              </a:extLst>
            </p:cNvPr>
            <p:cNvSpPr>
              <a:spLocks noChangeShapeType="1"/>
            </p:cNvSpPr>
            <p:nvPr/>
          </p:nvSpPr>
          <p:spPr bwMode="auto">
            <a:xfrm flipH="1">
              <a:off x="4623" y="2737"/>
              <a:ext cx="0" cy="248"/>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22" name="Line 225">
              <a:extLst>
                <a:ext uri="{FF2B5EF4-FFF2-40B4-BE49-F238E27FC236}">
                  <a16:creationId xmlns:a16="http://schemas.microsoft.com/office/drawing/2014/main" id="{1B849F55-A8FA-A8FB-980E-FC23BA0FB9D8}"/>
                </a:ext>
              </a:extLst>
            </p:cNvPr>
            <p:cNvSpPr>
              <a:spLocks noChangeShapeType="1"/>
            </p:cNvSpPr>
            <p:nvPr/>
          </p:nvSpPr>
          <p:spPr bwMode="auto">
            <a:xfrm>
              <a:off x="4362" y="2860"/>
              <a:ext cx="108"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23" name="Line 226">
              <a:extLst>
                <a:ext uri="{FF2B5EF4-FFF2-40B4-BE49-F238E27FC236}">
                  <a16:creationId xmlns:a16="http://schemas.microsoft.com/office/drawing/2014/main" id="{361388CF-702E-D0F6-770C-F10397F3D880}"/>
                </a:ext>
              </a:extLst>
            </p:cNvPr>
            <p:cNvSpPr>
              <a:spLocks noChangeShapeType="1"/>
            </p:cNvSpPr>
            <p:nvPr/>
          </p:nvSpPr>
          <p:spPr bwMode="auto">
            <a:xfrm>
              <a:off x="1563" y="3255"/>
              <a:ext cx="248" cy="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4524" name="Line 227">
              <a:extLst>
                <a:ext uri="{FF2B5EF4-FFF2-40B4-BE49-F238E27FC236}">
                  <a16:creationId xmlns:a16="http://schemas.microsoft.com/office/drawing/2014/main" id="{00DD6627-2B2A-F64D-5980-D78C8AB63DC7}"/>
                </a:ext>
              </a:extLst>
            </p:cNvPr>
            <p:cNvSpPr>
              <a:spLocks noChangeShapeType="1"/>
            </p:cNvSpPr>
            <p:nvPr/>
          </p:nvSpPr>
          <p:spPr bwMode="auto">
            <a:xfrm>
              <a:off x="1570" y="3496"/>
              <a:ext cx="125"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25" name="Line 228">
              <a:extLst>
                <a:ext uri="{FF2B5EF4-FFF2-40B4-BE49-F238E27FC236}">
                  <a16:creationId xmlns:a16="http://schemas.microsoft.com/office/drawing/2014/main" id="{1B895D4D-DB2E-57C1-5D35-643A00BF1011}"/>
                </a:ext>
              </a:extLst>
            </p:cNvPr>
            <p:cNvSpPr>
              <a:spLocks noChangeShapeType="1"/>
            </p:cNvSpPr>
            <p:nvPr/>
          </p:nvSpPr>
          <p:spPr bwMode="auto">
            <a:xfrm flipH="1">
              <a:off x="1563" y="3257"/>
              <a:ext cx="0" cy="247"/>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26" name="Line 231">
              <a:extLst>
                <a:ext uri="{FF2B5EF4-FFF2-40B4-BE49-F238E27FC236}">
                  <a16:creationId xmlns:a16="http://schemas.microsoft.com/office/drawing/2014/main" id="{B034969A-A7D4-60B7-22D8-FA9E2DB9B011}"/>
                </a:ext>
              </a:extLst>
            </p:cNvPr>
            <p:cNvSpPr>
              <a:spLocks noChangeShapeType="1"/>
            </p:cNvSpPr>
            <p:nvPr/>
          </p:nvSpPr>
          <p:spPr bwMode="auto">
            <a:xfrm flipH="1">
              <a:off x="1303" y="3155"/>
              <a:ext cx="0" cy="220"/>
            </a:xfrm>
            <a:prstGeom prst="line">
              <a:avLst/>
            </a:prstGeom>
            <a:noFill/>
            <a:ln w="9525">
              <a:solidFill>
                <a:srgbClr val="000000"/>
              </a:solidFill>
              <a:round/>
              <a:headEnd type="oval" w="med" len="me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27" name="Line 232">
              <a:extLst>
                <a:ext uri="{FF2B5EF4-FFF2-40B4-BE49-F238E27FC236}">
                  <a16:creationId xmlns:a16="http://schemas.microsoft.com/office/drawing/2014/main" id="{064C8862-9EEF-1FAA-976B-F618729A14BD}"/>
                </a:ext>
              </a:extLst>
            </p:cNvPr>
            <p:cNvSpPr>
              <a:spLocks noChangeShapeType="1"/>
            </p:cNvSpPr>
            <p:nvPr/>
          </p:nvSpPr>
          <p:spPr bwMode="auto">
            <a:xfrm>
              <a:off x="1301" y="3381"/>
              <a:ext cx="109"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28" name="Line 233">
              <a:extLst>
                <a:ext uri="{FF2B5EF4-FFF2-40B4-BE49-F238E27FC236}">
                  <a16:creationId xmlns:a16="http://schemas.microsoft.com/office/drawing/2014/main" id="{73076413-7E28-EE9A-D3BB-584CC3A04633}"/>
                </a:ext>
              </a:extLst>
            </p:cNvPr>
            <p:cNvSpPr>
              <a:spLocks noChangeShapeType="1"/>
            </p:cNvSpPr>
            <p:nvPr/>
          </p:nvSpPr>
          <p:spPr bwMode="auto">
            <a:xfrm>
              <a:off x="2532" y="3256"/>
              <a:ext cx="249" cy="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4529" name="Line 234">
              <a:extLst>
                <a:ext uri="{FF2B5EF4-FFF2-40B4-BE49-F238E27FC236}">
                  <a16:creationId xmlns:a16="http://schemas.microsoft.com/office/drawing/2014/main" id="{50453900-6ACE-22FE-8010-113C56C3BF66}"/>
                </a:ext>
              </a:extLst>
            </p:cNvPr>
            <p:cNvSpPr>
              <a:spLocks noChangeShapeType="1"/>
            </p:cNvSpPr>
            <p:nvPr/>
          </p:nvSpPr>
          <p:spPr bwMode="auto">
            <a:xfrm>
              <a:off x="2539" y="3506"/>
              <a:ext cx="127"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30" name="Line 235">
              <a:extLst>
                <a:ext uri="{FF2B5EF4-FFF2-40B4-BE49-F238E27FC236}">
                  <a16:creationId xmlns:a16="http://schemas.microsoft.com/office/drawing/2014/main" id="{6BF8FCE9-9EB9-B868-3585-48C9A4AEFB3B}"/>
                </a:ext>
              </a:extLst>
            </p:cNvPr>
            <p:cNvSpPr>
              <a:spLocks noChangeShapeType="1"/>
            </p:cNvSpPr>
            <p:nvPr/>
          </p:nvSpPr>
          <p:spPr bwMode="auto">
            <a:xfrm flipH="1">
              <a:off x="2540" y="3259"/>
              <a:ext cx="0" cy="248"/>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31" name="Line 238">
              <a:extLst>
                <a:ext uri="{FF2B5EF4-FFF2-40B4-BE49-F238E27FC236}">
                  <a16:creationId xmlns:a16="http://schemas.microsoft.com/office/drawing/2014/main" id="{9E87E693-B299-A303-D8C5-5C193F4A2825}"/>
                </a:ext>
              </a:extLst>
            </p:cNvPr>
            <p:cNvSpPr>
              <a:spLocks noChangeShapeType="1"/>
            </p:cNvSpPr>
            <p:nvPr/>
          </p:nvSpPr>
          <p:spPr bwMode="auto">
            <a:xfrm flipH="1">
              <a:off x="2272" y="3157"/>
              <a:ext cx="0" cy="221"/>
            </a:xfrm>
            <a:prstGeom prst="line">
              <a:avLst/>
            </a:prstGeom>
            <a:noFill/>
            <a:ln w="9525">
              <a:solidFill>
                <a:srgbClr val="000000"/>
              </a:solidFill>
              <a:round/>
              <a:headEnd type="oval" w="med" len="me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32" name="Line 239">
              <a:extLst>
                <a:ext uri="{FF2B5EF4-FFF2-40B4-BE49-F238E27FC236}">
                  <a16:creationId xmlns:a16="http://schemas.microsoft.com/office/drawing/2014/main" id="{E307DBE7-3801-9B99-4699-1906B342C7A5}"/>
                </a:ext>
              </a:extLst>
            </p:cNvPr>
            <p:cNvSpPr>
              <a:spLocks noChangeShapeType="1"/>
            </p:cNvSpPr>
            <p:nvPr/>
          </p:nvSpPr>
          <p:spPr bwMode="auto">
            <a:xfrm>
              <a:off x="2279" y="3383"/>
              <a:ext cx="108"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33" name="Line 240">
              <a:extLst>
                <a:ext uri="{FF2B5EF4-FFF2-40B4-BE49-F238E27FC236}">
                  <a16:creationId xmlns:a16="http://schemas.microsoft.com/office/drawing/2014/main" id="{225FD5D5-B8A1-5832-947A-474533D2DBD0}"/>
                </a:ext>
              </a:extLst>
            </p:cNvPr>
            <p:cNvSpPr>
              <a:spLocks noChangeShapeType="1"/>
            </p:cNvSpPr>
            <p:nvPr/>
          </p:nvSpPr>
          <p:spPr bwMode="auto">
            <a:xfrm>
              <a:off x="4612" y="3251"/>
              <a:ext cx="256" cy="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4534" name="Line 241">
              <a:extLst>
                <a:ext uri="{FF2B5EF4-FFF2-40B4-BE49-F238E27FC236}">
                  <a16:creationId xmlns:a16="http://schemas.microsoft.com/office/drawing/2014/main" id="{C31CC66D-7276-1E16-1D26-7B7C6F7B2266}"/>
                </a:ext>
              </a:extLst>
            </p:cNvPr>
            <p:cNvSpPr>
              <a:spLocks noChangeShapeType="1"/>
            </p:cNvSpPr>
            <p:nvPr/>
          </p:nvSpPr>
          <p:spPr bwMode="auto">
            <a:xfrm>
              <a:off x="4619" y="3501"/>
              <a:ext cx="127"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35" name="Line 242">
              <a:extLst>
                <a:ext uri="{FF2B5EF4-FFF2-40B4-BE49-F238E27FC236}">
                  <a16:creationId xmlns:a16="http://schemas.microsoft.com/office/drawing/2014/main" id="{7FE6CC27-21FA-844F-52E6-56153C448B53}"/>
                </a:ext>
              </a:extLst>
            </p:cNvPr>
            <p:cNvSpPr>
              <a:spLocks noChangeShapeType="1"/>
            </p:cNvSpPr>
            <p:nvPr/>
          </p:nvSpPr>
          <p:spPr bwMode="auto">
            <a:xfrm flipH="1">
              <a:off x="4620" y="3246"/>
              <a:ext cx="0" cy="248"/>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36" name="Line 245">
              <a:extLst>
                <a:ext uri="{FF2B5EF4-FFF2-40B4-BE49-F238E27FC236}">
                  <a16:creationId xmlns:a16="http://schemas.microsoft.com/office/drawing/2014/main" id="{887F10FC-F3CD-1F19-8935-8F1FB93E7E9F}"/>
                </a:ext>
              </a:extLst>
            </p:cNvPr>
            <p:cNvSpPr>
              <a:spLocks noChangeShapeType="1"/>
            </p:cNvSpPr>
            <p:nvPr/>
          </p:nvSpPr>
          <p:spPr bwMode="auto">
            <a:xfrm flipH="1">
              <a:off x="4352" y="3144"/>
              <a:ext cx="0" cy="221"/>
            </a:xfrm>
            <a:prstGeom prst="line">
              <a:avLst/>
            </a:prstGeom>
            <a:noFill/>
            <a:ln w="9525">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37" name="Line 246">
              <a:extLst>
                <a:ext uri="{FF2B5EF4-FFF2-40B4-BE49-F238E27FC236}">
                  <a16:creationId xmlns:a16="http://schemas.microsoft.com/office/drawing/2014/main" id="{BA1E1002-732C-B2EE-897D-0E8AB6EFC8D8}"/>
                </a:ext>
              </a:extLst>
            </p:cNvPr>
            <p:cNvSpPr>
              <a:spLocks noChangeShapeType="1"/>
            </p:cNvSpPr>
            <p:nvPr/>
          </p:nvSpPr>
          <p:spPr bwMode="auto">
            <a:xfrm>
              <a:off x="4358" y="3370"/>
              <a:ext cx="109" cy="0"/>
            </a:xfrm>
            <a:prstGeom prst="line">
              <a:avLst/>
            </a:prstGeom>
            <a:noFill/>
            <a:ln w="95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38" name="Rectangle 129">
              <a:extLst>
                <a:ext uri="{FF2B5EF4-FFF2-40B4-BE49-F238E27FC236}">
                  <a16:creationId xmlns:a16="http://schemas.microsoft.com/office/drawing/2014/main" id="{AAA43F3F-704A-85B1-4896-8471F5BFD2EA}"/>
                </a:ext>
              </a:extLst>
            </p:cNvPr>
            <p:cNvSpPr>
              <a:spLocks noChangeArrowheads="1"/>
            </p:cNvSpPr>
            <p:nvPr/>
          </p:nvSpPr>
          <p:spPr bwMode="auto">
            <a:xfrm>
              <a:off x="1764" y="901"/>
              <a:ext cx="102"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104539" name="Rectangle 130">
              <a:extLst>
                <a:ext uri="{FF2B5EF4-FFF2-40B4-BE49-F238E27FC236}">
                  <a16:creationId xmlns:a16="http://schemas.microsoft.com/office/drawing/2014/main" id="{9C85B7B0-CA34-A2CF-79EF-74FEF41B8D02}"/>
                </a:ext>
              </a:extLst>
            </p:cNvPr>
            <p:cNvSpPr>
              <a:spLocks noChangeArrowheads="1"/>
            </p:cNvSpPr>
            <p:nvPr/>
          </p:nvSpPr>
          <p:spPr bwMode="auto">
            <a:xfrm>
              <a:off x="2728" y="911"/>
              <a:ext cx="102"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104540" name="Rectangle 131">
              <a:extLst>
                <a:ext uri="{FF2B5EF4-FFF2-40B4-BE49-F238E27FC236}">
                  <a16:creationId xmlns:a16="http://schemas.microsoft.com/office/drawing/2014/main" id="{52660E3D-8F5B-DF1B-2EBE-E261FD4F4AF9}"/>
                </a:ext>
              </a:extLst>
            </p:cNvPr>
            <p:cNvSpPr>
              <a:spLocks noChangeArrowheads="1"/>
            </p:cNvSpPr>
            <p:nvPr/>
          </p:nvSpPr>
          <p:spPr bwMode="auto">
            <a:xfrm>
              <a:off x="4825" y="933"/>
              <a:ext cx="102"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104541" name="Line 132">
              <a:extLst>
                <a:ext uri="{FF2B5EF4-FFF2-40B4-BE49-F238E27FC236}">
                  <a16:creationId xmlns:a16="http://schemas.microsoft.com/office/drawing/2014/main" id="{839907A8-4746-8437-86F7-3F2C3370105B}"/>
                </a:ext>
              </a:extLst>
            </p:cNvPr>
            <p:cNvSpPr>
              <a:spLocks noChangeShapeType="1"/>
            </p:cNvSpPr>
            <p:nvPr/>
          </p:nvSpPr>
          <p:spPr bwMode="auto">
            <a:xfrm flipV="1">
              <a:off x="1815" y="762"/>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42" name="Line 133">
              <a:extLst>
                <a:ext uri="{FF2B5EF4-FFF2-40B4-BE49-F238E27FC236}">
                  <a16:creationId xmlns:a16="http://schemas.microsoft.com/office/drawing/2014/main" id="{BE018F9A-C8A7-E46F-2B82-77046975BAAD}"/>
                </a:ext>
              </a:extLst>
            </p:cNvPr>
            <p:cNvSpPr>
              <a:spLocks noChangeShapeType="1"/>
            </p:cNvSpPr>
            <p:nvPr/>
          </p:nvSpPr>
          <p:spPr bwMode="auto">
            <a:xfrm flipV="1">
              <a:off x="2773" y="762"/>
              <a:ext cx="0" cy="136"/>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4543" name="Line 134">
              <a:extLst>
                <a:ext uri="{FF2B5EF4-FFF2-40B4-BE49-F238E27FC236}">
                  <a16:creationId xmlns:a16="http://schemas.microsoft.com/office/drawing/2014/main" id="{9F033C04-766C-6335-2E40-1C9F09E0405E}"/>
                </a:ext>
              </a:extLst>
            </p:cNvPr>
            <p:cNvSpPr>
              <a:spLocks noChangeShapeType="1"/>
            </p:cNvSpPr>
            <p:nvPr/>
          </p:nvSpPr>
          <p:spPr bwMode="auto">
            <a:xfrm flipV="1">
              <a:off x="4870" y="762"/>
              <a:ext cx="0" cy="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44" name="Line 135">
              <a:extLst>
                <a:ext uri="{FF2B5EF4-FFF2-40B4-BE49-F238E27FC236}">
                  <a16:creationId xmlns:a16="http://schemas.microsoft.com/office/drawing/2014/main" id="{913DEFFB-1142-C12E-510A-BF322C69648F}"/>
                </a:ext>
              </a:extLst>
            </p:cNvPr>
            <p:cNvSpPr>
              <a:spLocks noChangeShapeType="1"/>
            </p:cNvSpPr>
            <p:nvPr/>
          </p:nvSpPr>
          <p:spPr bwMode="auto">
            <a:xfrm>
              <a:off x="1815" y="762"/>
              <a:ext cx="305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545" name="Group 146">
              <a:extLst>
                <a:ext uri="{FF2B5EF4-FFF2-40B4-BE49-F238E27FC236}">
                  <a16:creationId xmlns:a16="http://schemas.microsoft.com/office/drawing/2014/main" id="{E816361E-88EE-C889-CEDD-3A0ADC855DCC}"/>
                </a:ext>
              </a:extLst>
            </p:cNvPr>
            <p:cNvGrpSpPr>
              <a:grpSpLocks/>
            </p:cNvGrpSpPr>
            <p:nvPr/>
          </p:nvGrpSpPr>
          <p:grpSpPr bwMode="auto">
            <a:xfrm>
              <a:off x="1639" y="1730"/>
              <a:ext cx="116" cy="62"/>
              <a:chOff x="1655" y="1810"/>
              <a:chExt cx="116" cy="62"/>
            </a:xfrm>
          </p:grpSpPr>
          <p:sp>
            <p:nvSpPr>
              <p:cNvPr id="104638" name="Line 26">
                <a:extLst>
                  <a:ext uri="{FF2B5EF4-FFF2-40B4-BE49-F238E27FC236}">
                    <a16:creationId xmlns:a16="http://schemas.microsoft.com/office/drawing/2014/main" id="{915FC5AB-61C3-E5A7-C805-5C11CEC65E66}"/>
                  </a:ext>
                </a:extLst>
              </p:cNvPr>
              <p:cNvSpPr>
                <a:spLocks noChangeShapeType="1"/>
              </p:cNvSpPr>
              <p:nvPr/>
            </p:nvSpPr>
            <p:spPr bwMode="auto">
              <a:xfrm>
                <a:off x="1655" y="1810"/>
                <a:ext cx="116"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39" name="Line 143">
                <a:extLst>
                  <a:ext uri="{FF2B5EF4-FFF2-40B4-BE49-F238E27FC236}">
                    <a16:creationId xmlns:a16="http://schemas.microsoft.com/office/drawing/2014/main" id="{71D91895-7796-4FFA-2616-BE6170D73E6F}"/>
                  </a:ext>
                </a:extLst>
              </p:cNvPr>
              <p:cNvSpPr>
                <a:spLocks noChangeShapeType="1"/>
              </p:cNvSpPr>
              <p:nvPr/>
            </p:nvSpPr>
            <p:spPr bwMode="auto">
              <a:xfrm>
                <a:off x="1657"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640" name="Line 144">
                <a:extLst>
                  <a:ext uri="{FF2B5EF4-FFF2-40B4-BE49-F238E27FC236}">
                    <a16:creationId xmlns:a16="http://schemas.microsoft.com/office/drawing/2014/main" id="{8242D720-5342-37B0-9C9D-49527676DA3E}"/>
                  </a:ext>
                </a:extLst>
              </p:cNvPr>
              <p:cNvSpPr>
                <a:spLocks noChangeShapeType="1"/>
              </p:cNvSpPr>
              <p:nvPr/>
            </p:nvSpPr>
            <p:spPr bwMode="auto">
              <a:xfrm flipH="1">
                <a:off x="1708"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546" name="Line 145">
              <a:extLst>
                <a:ext uri="{FF2B5EF4-FFF2-40B4-BE49-F238E27FC236}">
                  <a16:creationId xmlns:a16="http://schemas.microsoft.com/office/drawing/2014/main" id="{43C1F031-EE1C-D4C3-646F-1F4D422E5503}"/>
                </a:ext>
              </a:extLst>
            </p:cNvPr>
            <p:cNvSpPr>
              <a:spLocks noChangeShapeType="1"/>
            </p:cNvSpPr>
            <p:nvPr/>
          </p:nvSpPr>
          <p:spPr bwMode="auto">
            <a:xfrm>
              <a:off x="1701" y="1626"/>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547" name="Group 147">
              <a:extLst>
                <a:ext uri="{FF2B5EF4-FFF2-40B4-BE49-F238E27FC236}">
                  <a16:creationId xmlns:a16="http://schemas.microsoft.com/office/drawing/2014/main" id="{B6706214-1CC1-2C93-FCCB-03DD71714A29}"/>
                </a:ext>
              </a:extLst>
            </p:cNvPr>
            <p:cNvGrpSpPr>
              <a:grpSpLocks/>
            </p:cNvGrpSpPr>
            <p:nvPr/>
          </p:nvGrpSpPr>
          <p:grpSpPr bwMode="auto">
            <a:xfrm>
              <a:off x="1634" y="2328"/>
              <a:ext cx="116" cy="62"/>
              <a:chOff x="1655" y="1810"/>
              <a:chExt cx="116" cy="62"/>
            </a:xfrm>
          </p:grpSpPr>
          <p:sp>
            <p:nvSpPr>
              <p:cNvPr id="104635" name="Line 26">
                <a:extLst>
                  <a:ext uri="{FF2B5EF4-FFF2-40B4-BE49-F238E27FC236}">
                    <a16:creationId xmlns:a16="http://schemas.microsoft.com/office/drawing/2014/main" id="{C43260A3-CC7F-2632-6881-49E1D32E5B3D}"/>
                  </a:ext>
                </a:extLst>
              </p:cNvPr>
              <p:cNvSpPr>
                <a:spLocks noChangeShapeType="1"/>
              </p:cNvSpPr>
              <p:nvPr/>
            </p:nvSpPr>
            <p:spPr bwMode="auto">
              <a:xfrm>
                <a:off x="1655" y="1810"/>
                <a:ext cx="116"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36" name="Line 149">
                <a:extLst>
                  <a:ext uri="{FF2B5EF4-FFF2-40B4-BE49-F238E27FC236}">
                    <a16:creationId xmlns:a16="http://schemas.microsoft.com/office/drawing/2014/main" id="{C5EF600E-21FE-D39F-D9BF-39D49B62DC29}"/>
                  </a:ext>
                </a:extLst>
              </p:cNvPr>
              <p:cNvSpPr>
                <a:spLocks noChangeShapeType="1"/>
              </p:cNvSpPr>
              <p:nvPr/>
            </p:nvSpPr>
            <p:spPr bwMode="auto">
              <a:xfrm>
                <a:off x="1657"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637" name="Line 150">
                <a:extLst>
                  <a:ext uri="{FF2B5EF4-FFF2-40B4-BE49-F238E27FC236}">
                    <a16:creationId xmlns:a16="http://schemas.microsoft.com/office/drawing/2014/main" id="{C177104C-1141-0092-6536-B0A78A3C9FE1}"/>
                  </a:ext>
                </a:extLst>
              </p:cNvPr>
              <p:cNvSpPr>
                <a:spLocks noChangeShapeType="1"/>
              </p:cNvSpPr>
              <p:nvPr/>
            </p:nvSpPr>
            <p:spPr bwMode="auto">
              <a:xfrm flipH="1">
                <a:off x="1708"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548" name="Line 151">
              <a:extLst>
                <a:ext uri="{FF2B5EF4-FFF2-40B4-BE49-F238E27FC236}">
                  <a16:creationId xmlns:a16="http://schemas.microsoft.com/office/drawing/2014/main" id="{1A6DDFED-4C1A-FEAD-5AF1-3962C1B8292B}"/>
                </a:ext>
              </a:extLst>
            </p:cNvPr>
            <p:cNvSpPr>
              <a:spLocks noChangeShapeType="1"/>
            </p:cNvSpPr>
            <p:nvPr/>
          </p:nvSpPr>
          <p:spPr bwMode="auto">
            <a:xfrm>
              <a:off x="1696" y="2224"/>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549" name="Group 152">
              <a:extLst>
                <a:ext uri="{FF2B5EF4-FFF2-40B4-BE49-F238E27FC236}">
                  <a16:creationId xmlns:a16="http://schemas.microsoft.com/office/drawing/2014/main" id="{E52728A7-0AEB-2A99-31AC-025813DB5293}"/>
                </a:ext>
              </a:extLst>
            </p:cNvPr>
            <p:cNvGrpSpPr>
              <a:grpSpLocks/>
            </p:cNvGrpSpPr>
            <p:nvPr/>
          </p:nvGrpSpPr>
          <p:grpSpPr bwMode="auto">
            <a:xfrm>
              <a:off x="2600" y="1754"/>
              <a:ext cx="116" cy="62"/>
              <a:chOff x="1655" y="1810"/>
              <a:chExt cx="116" cy="62"/>
            </a:xfrm>
          </p:grpSpPr>
          <p:sp>
            <p:nvSpPr>
              <p:cNvPr id="104632" name="Line 26">
                <a:extLst>
                  <a:ext uri="{FF2B5EF4-FFF2-40B4-BE49-F238E27FC236}">
                    <a16:creationId xmlns:a16="http://schemas.microsoft.com/office/drawing/2014/main" id="{626A8461-EA4E-40FB-E883-56379B7887F5}"/>
                  </a:ext>
                </a:extLst>
              </p:cNvPr>
              <p:cNvSpPr>
                <a:spLocks noChangeShapeType="1"/>
              </p:cNvSpPr>
              <p:nvPr/>
            </p:nvSpPr>
            <p:spPr bwMode="auto">
              <a:xfrm>
                <a:off x="1655" y="1810"/>
                <a:ext cx="116"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33" name="Line 154">
                <a:extLst>
                  <a:ext uri="{FF2B5EF4-FFF2-40B4-BE49-F238E27FC236}">
                    <a16:creationId xmlns:a16="http://schemas.microsoft.com/office/drawing/2014/main" id="{38B752D0-8B13-6EAB-D8AD-44FBE1C27145}"/>
                  </a:ext>
                </a:extLst>
              </p:cNvPr>
              <p:cNvSpPr>
                <a:spLocks noChangeShapeType="1"/>
              </p:cNvSpPr>
              <p:nvPr/>
            </p:nvSpPr>
            <p:spPr bwMode="auto">
              <a:xfrm>
                <a:off x="1657"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634" name="Line 155">
                <a:extLst>
                  <a:ext uri="{FF2B5EF4-FFF2-40B4-BE49-F238E27FC236}">
                    <a16:creationId xmlns:a16="http://schemas.microsoft.com/office/drawing/2014/main" id="{51B3E92B-AB04-F3D8-6892-A0BD81BD7E8F}"/>
                  </a:ext>
                </a:extLst>
              </p:cNvPr>
              <p:cNvSpPr>
                <a:spLocks noChangeShapeType="1"/>
              </p:cNvSpPr>
              <p:nvPr/>
            </p:nvSpPr>
            <p:spPr bwMode="auto">
              <a:xfrm flipH="1">
                <a:off x="1708"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550" name="Line 156">
              <a:extLst>
                <a:ext uri="{FF2B5EF4-FFF2-40B4-BE49-F238E27FC236}">
                  <a16:creationId xmlns:a16="http://schemas.microsoft.com/office/drawing/2014/main" id="{081D306B-16F2-6471-AE1B-254F67D9A184}"/>
                </a:ext>
              </a:extLst>
            </p:cNvPr>
            <p:cNvSpPr>
              <a:spLocks noChangeShapeType="1"/>
            </p:cNvSpPr>
            <p:nvPr/>
          </p:nvSpPr>
          <p:spPr bwMode="auto">
            <a:xfrm>
              <a:off x="2662" y="1650"/>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551" name="Group 157">
              <a:extLst>
                <a:ext uri="{FF2B5EF4-FFF2-40B4-BE49-F238E27FC236}">
                  <a16:creationId xmlns:a16="http://schemas.microsoft.com/office/drawing/2014/main" id="{28B7466D-E539-A0D1-7001-607978C6F6EA}"/>
                </a:ext>
              </a:extLst>
            </p:cNvPr>
            <p:cNvGrpSpPr>
              <a:grpSpLocks/>
            </p:cNvGrpSpPr>
            <p:nvPr/>
          </p:nvGrpSpPr>
          <p:grpSpPr bwMode="auto">
            <a:xfrm>
              <a:off x="4694" y="1768"/>
              <a:ext cx="116" cy="62"/>
              <a:chOff x="1655" y="1810"/>
              <a:chExt cx="116" cy="62"/>
            </a:xfrm>
          </p:grpSpPr>
          <p:sp>
            <p:nvSpPr>
              <p:cNvPr id="104629" name="Line 26">
                <a:extLst>
                  <a:ext uri="{FF2B5EF4-FFF2-40B4-BE49-F238E27FC236}">
                    <a16:creationId xmlns:a16="http://schemas.microsoft.com/office/drawing/2014/main" id="{A23A1455-B7B0-C03D-15B6-8B5CBE388FBD}"/>
                  </a:ext>
                </a:extLst>
              </p:cNvPr>
              <p:cNvSpPr>
                <a:spLocks noChangeShapeType="1"/>
              </p:cNvSpPr>
              <p:nvPr/>
            </p:nvSpPr>
            <p:spPr bwMode="auto">
              <a:xfrm>
                <a:off x="1655" y="1810"/>
                <a:ext cx="116"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30" name="Line 159">
                <a:extLst>
                  <a:ext uri="{FF2B5EF4-FFF2-40B4-BE49-F238E27FC236}">
                    <a16:creationId xmlns:a16="http://schemas.microsoft.com/office/drawing/2014/main" id="{67A1328D-2845-41E4-35F5-3D074A5E6722}"/>
                  </a:ext>
                </a:extLst>
              </p:cNvPr>
              <p:cNvSpPr>
                <a:spLocks noChangeShapeType="1"/>
              </p:cNvSpPr>
              <p:nvPr/>
            </p:nvSpPr>
            <p:spPr bwMode="auto">
              <a:xfrm>
                <a:off x="1657"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631" name="Line 160">
                <a:extLst>
                  <a:ext uri="{FF2B5EF4-FFF2-40B4-BE49-F238E27FC236}">
                    <a16:creationId xmlns:a16="http://schemas.microsoft.com/office/drawing/2014/main" id="{5D8E6011-2079-E323-1686-BC5AC626E33B}"/>
                  </a:ext>
                </a:extLst>
              </p:cNvPr>
              <p:cNvSpPr>
                <a:spLocks noChangeShapeType="1"/>
              </p:cNvSpPr>
              <p:nvPr/>
            </p:nvSpPr>
            <p:spPr bwMode="auto">
              <a:xfrm flipH="1">
                <a:off x="1708"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552" name="Line 161">
              <a:extLst>
                <a:ext uri="{FF2B5EF4-FFF2-40B4-BE49-F238E27FC236}">
                  <a16:creationId xmlns:a16="http://schemas.microsoft.com/office/drawing/2014/main" id="{40ABE8DB-856F-F724-A211-9DD68E2BE2A6}"/>
                </a:ext>
              </a:extLst>
            </p:cNvPr>
            <p:cNvSpPr>
              <a:spLocks noChangeShapeType="1"/>
            </p:cNvSpPr>
            <p:nvPr/>
          </p:nvSpPr>
          <p:spPr bwMode="auto">
            <a:xfrm>
              <a:off x="4756" y="1664"/>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553" name="Group 162">
              <a:extLst>
                <a:ext uri="{FF2B5EF4-FFF2-40B4-BE49-F238E27FC236}">
                  <a16:creationId xmlns:a16="http://schemas.microsoft.com/office/drawing/2014/main" id="{A00242F8-162C-8C05-2628-78C011149BB1}"/>
                </a:ext>
              </a:extLst>
            </p:cNvPr>
            <p:cNvGrpSpPr>
              <a:grpSpLocks/>
            </p:cNvGrpSpPr>
            <p:nvPr/>
          </p:nvGrpSpPr>
          <p:grpSpPr bwMode="auto">
            <a:xfrm>
              <a:off x="1642" y="3054"/>
              <a:ext cx="116" cy="62"/>
              <a:chOff x="1655" y="1810"/>
              <a:chExt cx="116" cy="62"/>
            </a:xfrm>
          </p:grpSpPr>
          <p:sp>
            <p:nvSpPr>
              <p:cNvPr id="104626" name="Line 26">
                <a:extLst>
                  <a:ext uri="{FF2B5EF4-FFF2-40B4-BE49-F238E27FC236}">
                    <a16:creationId xmlns:a16="http://schemas.microsoft.com/office/drawing/2014/main" id="{CDB79BCB-FCD3-4368-FADD-09208A311D1B}"/>
                  </a:ext>
                </a:extLst>
              </p:cNvPr>
              <p:cNvSpPr>
                <a:spLocks noChangeShapeType="1"/>
              </p:cNvSpPr>
              <p:nvPr/>
            </p:nvSpPr>
            <p:spPr bwMode="auto">
              <a:xfrm>
                <a:off x="1655" y="1810"/>
                <a:ext cx="116"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27" name="Line 164">
                <a:extLst>
                  <a:ext uri="{FF2B5EF4-FFF2-40B4-BE49-F238E27FC236}">
                    <a16:creationId xmlns:a16="http://schemas.microsoft.com/office/drawing/2014/main" id="{FE7DAFB5-2966-9555-B917-A70D770AE956}"/>
                  </a:ext>
                </a:extLst>
              </p:cNvPr>
              <p:cNvSpPr>
                <a:spLocks noChangeShapeType="1"/>
              </p:cNvSpPr>
              <p:nvPr/>
            </p:nvSpPr>
            <p:spPr bwMode="auto">
              <a:xfrm>
                <a:off x="1657"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628" name="Line 165">
                <a:extLst>
                  <a:ext uri="{FF2B5EF4-FFF2-40B4-BE49-F238E27FC236}">
                    <a16:creationId xmlns:a16="http://schemas.microsoft.com/office/drawing/2014/main" id="{A561734A-5037-C6D6-2597-0CBAB68E96E3}"/>
                  </a:ext>
                </a:extLst>
              </p:cNvPr>
              <p:cNvSpPr>
                <a:spLocks noChangeShapeType="1"/>
              </p:cNvSpPr>
              <p:nvPr/>
            </p:nvSpPr>
            <p:spPr bwMode="auto">
              <a:xfrm flipH="1">
                <a:off x="1708"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554" name="Line 166">
              <a:extLst>
                <a:ext uri="{FF2B5EF4-FFF2-40B4-BE49-F238E27FC236}">
                  <a16:creationId xmlns:a16="http://schemas.microsoft.com/office/drawing/2014/main" id="{FF5FBB4D-30F6-4F6F-DA07-F840555450C3}"/>
                </a:ext>
              </a:extLst>
            </p:cNvPr>
            <p:cNvSpPr>
              <a:spLocks noChangeShapeType="1"/>
            </p:cNvSpPr>
            <p:nvPr/>
          </p:nvSpPr>
          <p:spPr bwMode="auto">
            <a:xfrm>
              <a:off x="1704" y="2950"/>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555" name="Group 167">
              <a:extLst>
                <a:ext uri="{FF2B5EF4-FFF2-40B4-BE49-F238E27FC236}">
                  <a16:creationId xmlns:a16="http://schemas.microsoft.com/office/drawing/2014/main" id="{CB357582-CC8E-4E0E-E7A6-F03B1F065814}"/>
                </a:ext>
              </a:extLst>
            </p:cNvPr>
            <p:cNvGrpSpPr>
              <a:grpSpLocks/>
            </p:cNvGrpSpPr>
            <p:nvPr/>
          </p:nvGrpSpPr>
          <p:grpSpPr bwMode="auto">
            <a:xfrm>
              <a:off x="2594" y="3062"/>
              <a:ext cx="116" cy="62"/>
              <a:chOff x="1655" y="1810"/>
              <a:chExt cx="116" cy="62"/>
            </a:xfrm>
          </p:grpSpPr>
          <p:sp>
            <p:nvSpPr>
              <p:cNvPr id="104623" name="Line 26">
                <a:extLst>
                  <a:ext uri="{FF2B5EF4-FFF2-40B4-BE49-F238E27FC236}">
                    <a16:creationId xmlns:a16="http://schemas.microsoft.com/office/drawing/2014/main" id="{38D98AE0-96C7-2DDD-2EE7-85866A0BFBBF}"/>
                  </a:ext>
                </a:extLst>
              </p:cNvPr>
              <p:cNvSpPr>
                <a:spLocks noChangeShapeType="1"/>
              </p:cNvSpPr>
              <p:nvPr/>
            </p:nvSpPr>
            <p:spPr bwMode="auto">
              <a:xfrm>
                <a:off x="1655" y="1810"/>
                <a:ext cx="116"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24" name="Line 169">
                <a:extLst>
                  <a:ext uri="{FF2B5EF4-FFF2-40B4-BE49-F238E27FC236}">
                    <a16:creationId xmlns:a16="http://schemas.microsoft.com/office/drawing/2014/main" id="{101B4933-A11C-4E4D-81BC-F5997E02C0D1}"/>
                  </a:ext>
                </a:extLst>
              </p:cNvPr>
              <p:cNvSpPr>
                <a:spLocks noChangeShapeType="1"/>
              </p:cNvSpPr>
              <p:nvPr/>
            </p:nvSpPr>
            <p:spPr bwMode="auto">
              <a:xfrm>
                <a:off x="1657"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625" name="Line 170">
                <a:extLst>
                  <a:ext uri="{FF2B5EF4-FFF2-40B4-BE49-F238E27FC236}">
                    <a16:creationId xmlns:a16="http://schemas.microsoft.com/office/drawing/2014/main" id="{F4BF9688-8982-687D-7F96-BE2FA534BE6C}"/>
                  </a:ext>
                </a:extLst>
              </p:cNvPr>
              <p:cNvSpPr>
                <a:spLocks noChangeShapeType="1"/>
              </p:cNvSpPr>
              <p:nvPr/>
            </p:nvSpPr>
            <p:spPr bwMode="auto">
              <a:xfrm flipH="1">
                <a:off x="1708"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556" name="Line 171">
              <a:extLst>
                <a:ext uri="{FF2B5EF4-FFF2-40B4-BE49-F238E27FC236}">
                  <a16:creationId xmlns:a16="http://schemas.microsoft.com/office/drawing/2014/main" id="{AB23E948-D968-4043-6315-BEC1166A7878}"/>
                </a:ext>
              </a:extLst>
            </p:cNvPr>
            <p:cNvSpPr>
              <a:spLocks noChangeShapeType="1"/>
            </p:cNvSpPr>
            <p:nvPr/>
          </p:nvSpPr>
          <p:spPr bwMode="auto">
            <a:xfrm>
              <a:off x="2648" y="2958"/>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557" name="Group 172">
              <a:extLst>
                <a:ext uri="{FF2B5EF4-FFF2-40B4-BE49-F238E27FC236}">
                  <a16:creationId xmlns:a16="http://schemas.microsoft.com/office/drawing/2014/main" id="{66B7C6B3-61D8-F84E-DFD7-6ABFBA953C98}"/>
                </a:ext>
              </a:extLst>
            </p:cNvPr>
            <p:cNvGrpSpPr>
              <a:grpSpLocks/>
            </p:cNvGrpSpPr>
            <p:nvPr/>
          </p:nvGrpSpPr>
          <p:grpSpPr bwMode="auto">
            <a:xfrm>
              <a:off x="4694" y="3083"/>
              <a:ext cx="116" cy="62"/>
              <a:chOff x="1655" y="1810"/>
              <a:chExt cx="116" cy="62"/>
            </a:xfrm>
          </p:grpSpPr>
          <p:sp>
            <p:nvSpPr>
              <p:cNvPr id="104620" name="Line 26">
                <a:extLst>
                  <a:ext uri="{FF2B5EF4-FFF2-40B4-BE49-F238E27FC236}">
                    <a16:creationId xmlns:a16="http://schemas.microsoft.com/office/drawing/2014/main" id="{DE103A50-F5F1-7AB8-AF21-5CB18547C652}"/>
                  </a:ext>
                </a:extLst>
              </p:cNvPr>
              <p:cNvSpPr>
                <a:spLocks noChangeShapeType="1"/>
              </p:cNvSpPr>
              <p:nvPr/>
            </p:nvSpPr>
            <p:spPr bwMode="auto">
              <a:xfrm>
                <a:off x="1655" y="1810"/>
                <a:ext cx="116"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21" name="Line 174">
                <a:extLst>
                  <a:ext uri="{FF2B5EF4-FFF2-40B4-BE49-F238E27FC236}">
                    <a16:creationId xmlns:a16="http://schemas.microsoft.com/office/drawing/2014/main" id="{582FBD72-5167-E71E-7D1F-FBEB706EF8DF}"/>
                  </a:ext>
                </a:extLst>
              </p:cNvPr>
              <p:cNvSpPr>
                <a:spLocks noChangeShapeType="1"/>
              </p:cNvSpPr>
              <p:nvPr/>
            </p:nvSpPr>
            <p:spPr bwMode="auto">
              <a:xfrm>
                <a:off x="1657"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622" name="Line 175">
                <a:extLst>
                  <a:ext uri="{FF2B5EF4-FFF2-40B4-BE49-F238E27FC236}">
                    <a16:creationId xmlns:a16="http://schemas.microsoft.com/office/drawing/2014/main" id="{1DB06172-3390-436C-31B6-22D703AF07F2}"/>
                  </a:ext>
                </a:extLst>
              </p:cNvPr>
              <p:cNvSpPr>
                <a:spLocks noChangeShapeType="1"/>
              </p:cNvSpPr>
              <p:nvPr/>
            </p:nvSpPr>
            <p:spPr bwMode="auto">
              <a:xfrm flipH="1">
                <a:off x="1708"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558" name="Line 176">
              <a:extLst>
                <a:ext uri="{FF2B5EF4-FFF2-40B4-BE49-F238E27FC236}">
                  <a16:creationId xmlns:a16="http://schemas.microsoft.com/office/drawing/2014/main" id="{6255FA2F-3101-F745-58BC-82226C545F8F}"/>
                </a:ext>
              </a:extLst>
            </p:cNvPr>
            <p:cNvSpPr>
              <a:spLocks noChangeShapeType="1"/>
            </p:cNvSpPr>
            <p:nvPr/>
          </p:nvSpPr>
          <p:spPr bwMode="auto">
            <a:xfrm>
              <a:off x="4756" y="2979"/>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559" name="Group 182">
              <a:extLst>
                <a:ext uri="{FF2B5EF4-FFF2-40B4-BE49-F238E27FC236}">
                  <a16:creationId xmlns:a16="http://schemas.microsoft.com/office/drawing/2014/main" id="{9CF589C4-FAAF-AB84-69E3-504F53925AF2}"/>
                </a:ext>
              </a:extLst>
            </p:cNvPr>
            <p:cNvGrpSpPr>
              <a:grpSpLocks/>
            </p:cNvGrpSpPr>
            <p:nvPr/>
          </p:nvGrpSpPr>
          <p:grpSpPr bwMode="auto">
            <a:xfrm>
              <a:off x="1639" y="3598"/>
              <a:ext cx="116" cy="62"/>
              <a:chOff x="1655" y="1810"/>
              <a:chExt cx="116" cy="62"/>
            </a:xfrm>
          </p:grpSpPr>
          <p:sp>
            <p:nvSpPr>
              <p:cNvPr id="104617" name="Line 26">
                <a:extLst>
                  <a:ext uri="{FF2B5EF4-FFF2-40B4-BE49-F238E27FC236}">
                    <a16:creationId xmlns:a16="http://schemas.microsoft.com/office/drawing/2014/main" id="{E84B096E-51AD-2073-D675-A4283DE816C9}"/>
                  </a:ext>
                </a:extLst>
              </p:cNvPr>
              <p:cNvSpPr>
                <a:spLocks noChangeShapeType="1"/>
              </p:cNvSpPr>
              <p:nvPr/>
            </p:nvSpPr>
            <p:spPr bwMode="auto">
              <a:xfrm>
                <a:off x="1655" y="1810"/>
                <a:ext cx="116"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18" name="Line 184">
                <a:extLst>
                  <a:ext uri="{FF2B5EF4-FFF2-40B4-BE49-F238E27FC236}">
                    <a16:creationId xmlns:a16="http://schemas.microsoft.com/office/drawing/2014/main" id="{EB5E2FA3-2BBD-DB13-9D6D-D4005B965A52}"/>
                  </a:ext>
                </a:extLst>
              </p:cNvPr>
              <p:cNvSpPr>
                <a:spLocks noChangeShapeType="1"/>
              </p:cNvSpPr>
              <p:nvPr/>
            </p:nvSpPr>
            <p:spPr bwMode="auto">
              <a:xfrm>
                <a:off x="1657"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619" name="Line 185">
                <a:extLst>
                  <a:ext uri="{FF2B5EF4-FFF2-40B4-BE49-F238E27FC236}">
                    <a16:creationId xmlns:a16="http://schemas.microsoft.com/office/drawing/2014/main" id="{52115EA7-4589-2838-8436-304ECAFD5675}"/>
                  </a:ext>
                </a:extLst>
              </p:cNvPr>
              <p:cNvSpPr>
                <a:spLocks noChangeShapeType="1"/>
              </p:cNvSpPr>
              <p:nvPr/>
            </p:nvSpPr>
            <p:spPr bwMode="auto">
              <a:xfrm flipH="1">
                <a:off x="1708"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560" name="Line 186">
              <a:extLst>
                <a:ext uri="{FF2B5EF4-FFF2-40B4-BE49-F238E27FC236}">
                  <a16:creationId xmlns:a16="http://schemas.microsoft.com/office/drawing/2014/main" id="{E4EF9EE8-FFC9-DA11-954E-FDCF3A7678E6}"/>
                </a:ext>
              </a:extLst>
            </p:cNvPr>
            <p:cNvSpPr>
              <a:spLocks noChangeShapeType="1"/>
            </p:cNvSpPr>
            <p:nvPr/>
          </p:nvSpPr>
          <p:spPr bwMode="auto">
            <a:xfrm>
              <a:off x="1701" y="3494"/>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561" name="Group 187">
              <a:extLst>
                <a:ext uri="{FF2B5EF4-FFF2-40B4-BE49-F238E27FC236}">
                  <a16:creationId xmlns:a16="http://schemas.microsoft.com/office/drawing/2014/main" id="{85B65472-3C24-A489-65FE-BD9294F26CD1}"/>
                </a:ext>
              </a:extLst>
            </p:cNvPr>
            <p:cNvGrpSpPr>
              <a:grpSpLocks/>
            </p:cNvGrpSpPr>
            <p:nvPr/>
          </p:nvGrpSpPr>
          <p:grpSpPr bwMode="auto">
            <a:xfrm>
              <a:off x="2608" y="3614"/>
              <a:ext cx="116" cy="62"/>
              <a:chOff x="1655" y="1810"/>
              <a:chExt cx="116" cy="62"/>
            </a:xfrm>
          </p:grpSpPr>
          <p:sp>
            <p:nvSpPr>
              <p:cNvPr id="104614" name="Line 26">
                <a:extLst>
                  <a:ext uri="{FF2B5EF4-FFF2-40B4-BE49-F238E27FC236}">
                    <a16:creationId xmlns:a16="http://schemas.microsoft.com/office/drawing/2014/main" id="{202711D0-5B0A-28F4-9E47-1D4B1326D586}"/>
                  </a:ext>
                </a:extLst>
              </p:cNvPr>
              <p:cNvSpPr>
                <a:spLocks noChangeShapeType="1"/>
              </p:cNvSpPr>
              <p:nvPr/>
            </p:nvSpPr>
            <p:spPr bwMode="auto">
              <a:xfrm>
                <a:off x="1655" y="1810"/>
                <a:ext cx="116"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15" name="Line 189">
                <a:extLst>
                  <a:ext uri="{FF2B5EF4-FFF2-40B4-BE49-F238E27FC236}">
                    <a16:creationId xmlns:a16="http://schemas.microsoft.com/office/drawing/2014/main" id="{49DA2E79-73AC-06A2-F2E1-B626B4CA7A26}"/>
                  </a:ext>
                </a:extLst>
              </p:cNvPr>
              <p:cNvSpPr>
                <a:spLocks noChangeShapeType="1"/>
              </p:cNvSpPr>
              <p:nvPr/>
            </p:nvSpPr>
            <p:spPr bwMode="auto">
              <a:xfrm>
                <a:off x="1657"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616" name="Line 190">
                <a:extLst>
                  <a:ext uri="{FF2B5EF4-FFF2-40B4-BE49-F238E27FC236}">
                    <a16:creationId xmlns:a16="http://schemas.microsoft.com/office/drawing/2014/main" id="{FFA5A05C-82E0-C5FA-7C2B-E53BB56A4D35}"/>
                  </a:ext>
                </a:extLst>
              </p:cNvPr>
              <p:cNvSpPr>
                <a:spLocks noChangeShapeType="1"/>
              </p:cNvSpPr>
              <p:nvPr/>
            </p:nvSpPr>
            <p:spPr bwMode="auto">
              <a:xfrm flipH="1">
                <a:off x="1708"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562" name="Line 191">
              <a:extLst>
                <a:ext uri="{FF2B5EF4-FFF2-40B4-BE49-F238E27FC236}">
                  <a16:creationId xmlns:a16="http://schemas.microsoft.com/office/drawing/2014/main" id="{E3B1CCE0-DEDB-9223-9CAF-AAED97891F2D}"/>
                </a:ext>
              </a:extLst>
            </p:cNvPr>
            <p:cNvSpPr>
              <a:spLocks noChangeShapeType="1"/>
            </p:cNvSpPr>
            <p:nvPr/>
          </p:nvSpPr>
          <p:spPr bwMode="auto">
            <a:xfrm>
              <a:off x="2670" y="3510"/>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563" name="Group 192">
              <a:extLst>
                <a:ext uri="{FF2B5EF4-FFF2-40B4-BE49-F238E27FC236}">
                  <a16:creationId xmlns:a16="http://schemas.microsoft.com/office/drawing/2014/main" id="{5BCEC5DB-B08C-1B82-4F19-8839F9A833DF}"/>
                </a:ext>
              </a:extLst>
            </p:cNvPr>
            <p:cNvGrpSpPr>
              <a:grpSpLocks/>
            </p:cNvGrpSpPr>
            <p:nvPr/>
          </p:nvGrpSpPr>
          <p:grpSpPr bwMode="auto">
            <a:xfrm>
              <a:off x="4686" y="3606"/>
              <a:ext cx="116" cy="62"/>
              <a:chOff x="1655" y="1810"/>
              <a:chExt cx="116" cy="62"/>
            </a:xfrm>
          </p:grpSpPr>
          <p:sp>
            <p:nvSpPr>
              <p:cNvPr id="104611" name="Line 26">
                <a:extLst>
                  <a:ext uri="{FF2B5EF4-FFF2-40B4-BE49-F238E27FC236}">
                    <a16:creationId xmlns:a16="http://schemas.microsoft.com/office/drawing/2014/main" id="{8B9B9698-389F-685F-7EB8-119FE5C2F1A2}"/>
                  </a:ext>
                </a:extLst>
              </p:cNvPr>
              <p:cNvSpPr>
                <a:spLocks noChangeShapeType="1"/>
              </p:cNvSpPr>
              <p:nvPr/>
            </p:nvSpPr>
            <p:spPr bwMode="auto">
              <a:xfrm>
                <a:off x="1655" y="1810"/>
                <a:ext cx="116"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12" name="Line 194">
                <a:extLst>
                  <a:ext uri="{FF2B5EF4-FFF2-40B4-BE49-F238E27FC236}">
                    <a16:creationId xmlns:a16="http://schemas.microsoft.com/office/drawing/2014/main" id="{F4746878-5983-7633-5670-CAA5CC17C017}"/>
                  </a:ext>
                </a:extLst>
              </p:cNvPr>
              <p:cNvSpPr>
                <a:spLocks noChangeShapeType="1"/>
              </p:cNvSpPr>
              <p:nvPr/>
            </p:nvSpPr>
            <p:spPr bwMode="auto">
              <a:xfrm>
                <a:off x="1657"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613" name="Line 195">
                <a:extLst>
                  <a:ext uri="{FF2B5EF4-FFF2-40B4-BE49-F238E27FC236}">
                    <a16:creationId xmlns:a16="http://schemas.microsoft.com/office/drawing/2014/main" id="{78CAB7EF-A7CB-0773-88CA-D98D70DFCCB6}"/>
                  </a:ext>
                </a:extLst>
              </p:cNvPr>
              <p:cNvSpPr>
                <a:spLocks noChangeShapeType="1"/>
              </p:cNvSpPr>
              <p:nvPr/>
            </p:nvSpPr>
            <p:spPr bwMode="auto">
              <a:xfrm flipH="1">
                <a:off x="1708"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564" name="Line 196">
              <a:extLst>
                <a:ext uri="{FF2B5EF4-FFF2-40B4-BE49-F238E27FC236}">
                  <a16:creationId xmlns:a16="http://schemas.microsoft.com/office/drawing/2014/main" id="{88E4979E-E406-3D20-581D-DF58AF8FD8DC}"/>
                </a:ext>
              </a:extLst>
            </p:cNvPr>
            <p:cNvSpPr>
              <a:spLocks noChangeShapeType="1"/>
            </p:cNvSpPr>
            <p:nvPr/>
          </p:nvSpPr>
          <p:spPr bwMode="auto">
            <a:xfrm>
              <a:off x="4748" y="3502"/>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65" name="Line 197">
              <a:extLst>
                <a:ext uri="{FF2B5EF4-FFF2-40B4-BE49-F238E27FC236}">
                  <a16:creationId xmlns:a16="http://schemas.microsoft.com/office/drawing/2014/main" id="{94569B36-8F3F-1BC6-0B2E-7A5C37472A2B}"/>
                </a:ext>
              </a:extLst>
            </p:cNvPr>
            <p:cNvSpPr>
              <a:spLocks noChangeShapeType="1"/>
            </p:cNvSpPr>
            <p:nvPr/>
          </p:nvSpPr>
          <p:spPr bwMode="auto">
            <a:xfrm>
              <a:off x="3270" y="645"/>
              <a:ext cx="0" cy="113"/>
            </a:xfrm>
            <a:prstGeom prst="line">
              <a:avLst/>
            </a:prstGeom>
            <a:noFill/>
            <a:ln w="9525">
              <a:solidFill>
                <a:schemeClr val="tx1"/>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04566" name="Line 198">
              <a:extLst>
                <a:ext uri="{FF2B5EF4-FFF2-40B4-BE49-F238E27FC236}">
                  <a16:creationId xmlns:a16="http://schemas.microsoft.com/office/drawing/2014/main" id="{37E81949-27B3-D6B3-7932-F8CB2E1869BA}"/>
                </a:ext>
              </a:extLst>
            </p:cNvPr>
            <p:cNvSpPr>
              <a:spLocks noChangeShapeType="1"/>
            </p:cNvSpPr>
            <p:nvPr/>
          </p:nvSpPr>
          <p:spPr bwMode="auto">
            <a:xfrm>
              <a:off x="3211" y="647"/>
              <a:ext cx="11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67" name="Text Box 176">
              <a:extLst>
                <a:ext uri="{FF2B5EF4-FFF2-40B4-BE49-F238E27FC236}">
                  <a16:creationId xmlns:a16="http://schemas.microsoft.com/office/drawing/2014/main" id="{DADA255E-5907-B954-B8CE-205DB5F6F7E0}"/>
                </a:ext>
              </a:extLst>
            </p:cNvPr>
            <p:cNvSpPr txBox="1">
              <a:spLocks noChangeArrowheads="1"/>
            </p:cNvSpPr>
            <p:nvPr/>
          </p:nvSpPr>
          <p:spPr bwMode="auto">
            <a:xfrm>
              <a:off x="3289" y="434"/>
              <a:ext cx="45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olidFill>
                    <a:srgbClr val="0000FF"/>
                  </a:solidFill>
                </a:rPr>
                <a:t>V</a:t>
              </a:r>
              <a:r>
                <a:rPr lang="en-US" altLang="en-US" sz="2000" baseline="-25000">
                  <a:solidFill>
                    <a:srgbClr val="0000FF"/>
                  </a:solidFill>
                </a:rPr>
                <a:t>DD</a:t>
              </a:r>
              <a:endParaRPr lang="en-US" altLang="en-US" sz="2000">
                <a:solidFill>
                  <a:srgbClr val="0000FF"/>
                </a:solidFill>
              </a:endParaRPr>
            </a:p>
          </p:txBody>
        </p:sp>
        <p:grpSp>
          <p:nvGrpSpPr>
            <p:cNvPr id="104568" name="Group 202">
              <a:extLst>
                <a:ext uri="{FF2B5EF4-FFF2-40B4-BE49-F238E27FC236}">
                  <a16:creationId xmlns:a16="http://schemas.microsoft.com/office/drawing/2014/main" id="{C260AE11-151A-54C3-56D2-3DDCA694B23A}"/>
                </a:ext>
              </a:extLst>
            </p:cNvPr>
            <p:cNvGrpSpPr>
              <a:grpSpLocks/>
            </p:cNvGrpSpPr>
            <p:nvPr/>
          </p:nvGrpSpPr>
          <p:grpSpPr bwMode="auto">
            <a:xfrm>
              <a:off x="2398" y="1434"/>
              <a:ext cx="67" cy="155"/>
              <a:chOff x="1438" y="1514"/>
              <a:chExt cx="67" cy="155"/>
            </a:xfrm>
          </p:grpSpPr>
          <p:sp>
            <p:nvSpPr>
              <p:cNvPr id="104609" name="Line 72">
                <a:extLst>
                  <a:ext uri="{FF2B5EF4-FFF2-40B4-BE49-F238E27FC236}">
                    <a16:creationId xmlns:a16="http://schemas.microsoft.com/office/drawing/2014/main" id="{4573C39A-9D44-A2B6-ED4A-95736D9FCA72}"/>
                  </a:ext>
                </a:extLst>
              </p:cNvPr>
              <p:cNvSpPr>
                <a:spLocks noChangeShapeType="1"/>
              </p:cNvSpPr>
              <p:nvPr/>
            </p:nvSpPr>
            <p:spPr bwMode="auto">
              <a:xfrm>
                <a:off x="1505" y="1515"/>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10" name="Line 73">
                <a:extLst>
                  <a:ext uri="{FF2B5EF4-FFF2-40B4-BE49-F238E27FC236}">
                    <a16:creationId xmlns:a16="http://schemas.microsoft.com/office/drawing/2014/main" id="{21D0D633-D7C3-35F4-D89E-AA36FDEA36E1}"/>
                  </a:ext>
                </a:extLst>
              </p:cNvPr>
              <p:cNvSpPr>
                <a:spLocks noChangeShapeType="1"/>
              </p:cNvSpPr>
              <p:nvPr/>
            </p:nvSpPr>
            <p:spPr bwMode="auto">
              <a:xfrm>
                <a:off x="1438" y="1514"/>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grpSp>
          <p:nvGrpSpPr>
            <p:cNvPr id="104569" name="Group 205">
              <a:extLst>
                <a:ext uri="{FF2B5EF4-FFF2-40B4-BE49-F238E27FC236}">
                  <a16:creationId xmlns:a16="http://schemas.microsoft.com/office/drawing/2014/main" id="{F21DB1FB-41C7-F731-88A2-8CBDD941ED25}"/>
                </a:ext>
              </a:extLst>
            </p:cNvPr>
            <p:cNvGrpSpPr>
              <a:grpSpLocks/>
            </p:cNvGrpSpPr>
            <p:nvPr/>
          </p:nvGrpSpPr>
          <p:grpSpPr bwMode="auto">
            <a:xfrm>
              <a:off x="2382" y="2034"/>
              <a:ext cx="67" cy="155"/>
              <a:chOff x="1438" y="1514"/>
              <a:chExt cx="67" cy="155"/>
            </a:xfrm>
          </p:grpSpPr>
          <p:sp>
            <p:nvSpPr>
              <p:cNvPr id="104607" name="Line 72">
                <a:extLst>
                  <a:ext uri="{FF2B5EF4-FFF2-40B4-BE49-F238E27FC236}">
                    <a16:creationId xmlns:a16="http://schemas.microsoft.com/office/drawing/2014/main" id="{B27B80DB-2B0B-28BB-E46F-4F62B0D7D771}"/>
                  </a:ext>
                </a:extLst>
              </p:cNvPr>
              <p:cNvSpPr>
                <a:spLocks noChangeShapeType="1"/>
              </p:cNvSpPr>
              <p:nvPr/>
            </p:nvSpPr>
            <p:spPr bwMode="auto">
              <a:xfrm>
                <a:off x="1505" y="1515"/>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08" name="Line 73">
                <a:extLst>
                  <a:ext uri="{FF2B5EF4-FFF2-40B4-BE49-F238E27FC236}">
                    <a16:creationId xmlns:a16="http://schemas.microsoft.com/office/drawing/2014/main" id="{CEEFD41E-429B-1C06-4CF8-E160341F513F}"/>
                  </a:ext>
                </a:extLst>
              </p:cNvPr>
              <p:cNvSpPr>
                <a:spLocks noChangeShapeType="1"/>
              </p:cNvSpPr>
              <p:nvPr/>
            </p:nvSpPr>
            <p:spPr bwMode="auto">
              <a:xfrm>
                <a:off x="1438" y="1514"/>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grpSp>
          <p:nvGrpSpPr>
            <p:cNvPr id="104570" name="Group 208">
              <a:extLst>
                <a:ext uri="{FF2B5EF4-FFF2-40B4-BE49-F238E27FC236}">
                  <a16:creationId xmlns:a16="http://schemas.microsoft.com/office/drawing/2014/main" id="{0602ECDF-A185-A388-F03A-732BBF5CA7C7}"/>
                </a:ext>
              </a:extLst>
            </p:cNvPr>
            <p:cNvGrpSpPr>
              <a:grpSpLocks/>
            </p:cNvGrpSpPr>
            <p:nvPr/>
          </p:nvGrpSpPr>
          <p:grpSpPr bwMode="auto">
            <a:xfrm>
              <a:off x="4505" y="1450"/>
              <a:ext cx="67" cy="155"/>
              <a:chOff x="1438" y="1514"/>
              <a:chExt cx="67" cy="155"/>
            </a:xfrm>
          </p:grpSpPr>
          <p:sp>
            <p:nvSpPr>
              <p:cNvPr id="104605" name="Line 72">
                <a:extLst>
                  <a:ext uri="{FF2B5EF4-FFF2-40B4-BE49-F238E27FC236}">
                    <a16:creationId xmlns:a16="http://schemas.microsoft.com/office/drawing/2014/main" id="{9EBBD548-38A3-1E90-796D-4905D1C315D2}"/>
                  </a:ext>
                </a:extLst>
              </p:cNvPr>
              <p:cNvSpPr>
                <a:spLocks noChangeShapeType="1"/>
              </p:cNvSpPr>
              <p:nvPr/>
            </p:nvSpPr>
            <p:spPr bwMode="auto">
              <a:xfrm>
                <a:off x="1505" y="1515"/>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06" name="Line 73">
                <a:extLst>
                  <a:ext uri="{FF2B5EF4-FFF2-40B4-BE49-F238E27FC236}">
                    <a16:creationId xmlns:a16="http://schemas.microsoft.com/office/drawing/2014/main" id="{8A030CC2-6DFB-6090-3A09-8154EDA66327}"/>
                  </a:ext>
                </a:extLst>
              </p:cNvPr>
              <p:cNvSpPr>
                <a:spLocks noChangeShapeType="1"/>
              </p:cNvSpPr>
              <p:nvPr/>
            </p:nvSpPr>
            <p:spPr bwMode="auto">
              <a:xfrm>
                <a:off x="1438" y="1514"/>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grpSp>
          <p:nvGrpSpPr>
            <p:cNvPr id="104571" name="Group 211">
              <a:extLst>
                <a:ext uri="{FF2B5EF4-FFF2-40B4-BE49-F238E27FC236}">
                  <a16:creationId xmlns:a16="http://schemas.microsoft.com/office/drawing/2014/main" id="{9187E573-A912-A9F1-6290-A38F42360119}"/>
                </a:ext>
              </a:extLst>
            </p:cNvPr>
            <p:cNvGrpSpPr>
              <a:grpSpLocks/>
            </p:cNvGrpSpPr>
            <p:nvPr/>
          </p:nvGrpSpPr>
          <p:grpSpPr bwMode="auto">
            <a:xfrm>
              <a:off x="2591" y="2328"/>
              <a:ext cx="116" cy="62"/>
              <a:chOff x="1655" y="1810"/>
              <a:chExt cx="116" cy="62"/>
            </a:xfrm>
          </p:grpSpPr>
          <p:sp>
            <p:nvSpPr>
              <p:cNvPr id="104602" name="Line 26">
                <a:extLst>
                  <a:ext uri="{FF2B5EF4-FFF2-40B4-BE49-F238E27FC236}">
                    <a16:creationId xmlns:a16="http://schemas.microsoft.com/office/drawing/2014/main" id="{02BF89DC-A412-F498-16ED-C3AFB6B40F5A}"/>
                  </a:ext>
                </a:extLst>
              </p:cNvPr>
              <p:cNvSpPr>
                <a:spLocks noChangeShapeType="1"/>
              </p:cNvSpPr>
              <p:nvPr/>
            </p:nvSpPr>
            <p:spPr bwMode="auto">
              <a:xfrm>
                <a:off x="1655" y="1810"/>
                <a:ext cx="116"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03" name="Line 213">
                <a:extLst>
                  <a:ext uri="{FF2B5EF4-FFF2-40B4-BE49-F238E27FC236}">
                    <a16:creationId xmlns:a16="http://schemas.microsoft.com/office/drawing/2014/main" id="{E32A2066-3BA2-342F-1534-3D7DAA6C182A}"/>
                  </a:ext>
                </a:extLst>
              </p:cNvPr>
              <p:cNvSpPr>
                <a:spLocks noChangeShapeType="1"/>
              </p:cNvSpPr>
              <p:nvPr/>
            </p:nvSpPr>
            <p:spPr bwMode="auto">
              <a:xfrm>
                <a:off x="1657"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604" name="Line 214">
                <a:extLst>
                  <a:ext uri="{FF2B5EF4-FFF2-40B4-BE49-F238E27FC236}">
                    <a16:creationId xmlns:a16="http://schemas.microsoft.com/office/drawing/2014/main" id="{8B87D65A-3A7A-3D39-1873-5925603ED3D3}"/>
                  </a:ext>
                </a:extLst>
              </p:cNvPr>
              <p:cNvSpPr>
                <a:spLocks noChangeShapeType="1"/>
              </p:cNvSpPr>
              <p:nvPr/>
            </p:nvSpPr>
            <p:spPr bwMode="auto">
              <a:xfrm flipH="1">
                <a:off x="1708"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572" name="Line 215">
              <a:extLst>
                <a:ext uri="{FF2B5EF4-FFF2-40B4-BE49-F238E27FC236}">
                  <a16:creationId xmlns:a16="http://schemas.microsoft.com/office/drawing/2014/main" id="{B418C3C6-4A67-1D38-1845-67B0387071EC}"/>
                </a:ext>
              </a:extLst>
            </p:cNvPr>
            <p:cNvSpPr>
              <a:spLocks noChangeShapeType="1"/>
            </p:cNvSpPr>
            <p:nvPr/>
          </p:nvSpPr>
          <p:spPr bwMode="auto">
            <a:xfrm>
              <a:off x="2653" y="2224"/>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573" name="Group 216">
              <a:extLst>
                <a:ext uri="{FF2B5EF4-FFF2-40B4-BE49-F238E27FC236}">
                  <a16:creationId xmlns:a16="http://schemas.microsoft.com/office/drawing/2014/main" id="{41762602-E608-4F0B-A49C-CAD6BB00DC6B}"/>
                </a:ext>
              </a:extLst>
            </p:cNvPr>
            <p:cNvGrpSpPr>
              <a:grpSpLocks/>
            </p:cNvGrpSpPr>
            <p:nvPr/>
          </p:nvGrpSpPr>
          <p:grpSpPr bwMode="auto">
            <a:xfrm>
              <a:off x="4710" y="2360"/>
              <a:ext cx="116" cy="62"/>
              <a:chOff x="1655" y="1810"/>
              <a:chExt cx="116" cy="62"/>
            </a:xfrm>
          </p:grpSpPr>
          <p:sp>
            <p:nvSpPr>
              <p:cNvPr id="104599" name="Line 26">
                <a:extLst>
                  <a:ext uri="{FF2B5EF4-FFF2-40B4-BE49-F238E27FC236}">
                    <a16:creationId xmlns:a16="http://schemas.microsoft.com/office/drawing/2014/main" id="{5486D315-788F-C88D-E021-A8D1BE0CC4E0}"/>
                  </a:ext>
                </a:extLst>
              </p:cNvPr>
              <p:cNvSpPr>
                <a:spLocks noChangeShapeType="1"/>
              </p:cNvSpPr>
              <p:nvPr/>
            </p:nvSpPr>
            <p:spPr bwMode="auto">
              <a:xfrm>
                <a:off x="1655" y="1810"/>
                <a:ext cx="116"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600" name="Line 218">
                <a:extLst>
                  <a:ext uri="{FF2B5EF4-FFF2-40B4-BE49-F238E27FC236}">
                    <a16:creationId xmlns:a16="http://schemas.microsoft.com/office/drawing/2014/main" id="{EAC0AC3E-751F-F0E1-1F6A-823F960CF8DE}"/>
                  </a:ext>
                </a:extLst>
              </p:cNvPr>
              <p:cNvSpPr>
                <a:spLocks noChangeShapeType="1"/>
              </p:cNvSpPr>
              <p:nvPr/>
            </p:nvSpPr>
            <p:spPr bwMode="auto">
              <a:xfrm>
                <a:off x="1657"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601" name="Line 219">
                <a:extLst>
                  <a:ext uri="{FF2B5EF4-FFF2-40B4-BE49-F238E27FC236}">
                    <a16:creationId xmlns:a16="http://schemas.microsoft.com/office/drawing/2014/main" id="{D802D53B-8FF2-F400-3515-0BBD0EE4B49C}"/>
                  </a:ext>
                </a:extLst>
              </p:cNvPr>
              <p:cNvSpPr>
                <a:spLocks noChangeShapeType="1"/>
              </p:cNvSpPr>
              <p:nvPr/>
            </p:nvSpPr>
            <p:spPr bwMode="auto">
              <a:xfrm flipH="1">
                <a:off x="1708" y="1815"/>
                <a:ext cx="57" cy="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574" name="Line 220">
              <a:extLst>
                <a:ext uri="{FF2B5EF4-FFF2-40B4-BE49-F238E27FC236}">
                  <a16:creationId xmlns:a16="http://schemas.microsoft.com/office/drawing/2014/main" id="{F83352D7-12FD-788B-D08D-65B42D275788}"/>
                </a:ext>
              </a:extLst>
            </p:cNvPr>
            <p:cNvSpPr>
              <a:spLocks noChangeShapeType="1"/>
            </p:cNvSpPr>
            <p:nvPr/>
          </p:nvSpPr>
          <p:spPr bwMode="auto">
            <a:xfrm>
              <a:off x="4772" y="2256"/>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575" name="Group 221">
              <a:extLst>
                <a:ext uri="{FF2B5EF4-FFF2-40B4-BE49-F238E27FC236}">
                  <a16:creationId xmlns:a16="http://schemas.microsoft.com/office/drawing/2014/main" id="{0DCFDE72-C12D-936B-09B6-24A36111C404}"/>
                </a:ext>
              </a:extLst>
            </p:cNvPr>
            <p:cNvGrpSpPr>
              <a:grpSpLocks/>
            </p:cNvGrpSpPr>
            <p:nvPr/>
          </p:nvGrpSpPr>
          <p:grpSpPr bwMode="auto">
            <a:xfrm>
              <a:off x="4492" y="2072"/>
              <a:ext cx="67" cy="155"/>
              <a:chOff x="1438" y="1514"/>
              <a:chExt cx="67" cy="155"/>
            </a:xfrm>
          </p:grpSpPr>
          <p:sp>
            <p:nvSpPr>
              <p:cNvPr id="104597" name="Line 72">
                <a:extLst>
                  <a:ext uri="{FF2B5EF4-FFF2-40B4-BE49-F238E27FC236}">
                    <a16:creationId xmlns:a16="http://schemas.microsoft.com/office/drawing/2014/main" id="{9451AF4F-7D05-4AD6-56E2-85FA2DE437F0}"/>
                  </a:ext>
                </a:extLst>
              </p:cNvPr>
              <p:cNvSpPr>
                <a:spLocks noChangeShapeType="1"/>
              </p:cNvSpPr>
              <p:nvPr/>
            </p:nvSpPr>
            <p:spPr bwMode="auto">
              <a:xfrm>
                <a:off x="1505" y="1515"/>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98" name="Line 73">
                <a:extLst>
                  <a:ext uri="{FF2B5EF4-FFF2-40B4-BE49-F238E27FC236}">
                    <a16:creationId xmlns:a16="http://schemas.microsoft.com/office/drawing/2014/main" id="{92E37C07-6ABA-1E10-3020-E8BB00CC8A46}"/>
                  </a:ext>
                </a:extLst>
              </p:cNvPr>
              <p:cNvSpPr>
                <a:spLocks noChangeShapeType="1"/>
              </p:cNvSpPr>
              <p:nvPr/>
            </p:nvSpPr>
            <p:spPr bwMode="auto">
              <a:xfrm>
                <a:off x="1438" y="1514"/>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grpSp>
          <p:nvGrpSpPr>
            <p:cNvPr id="104576" name="Group 224">
              <a:extLst>
                <a:ext uri="{FF2B5EF4-FFF2-40B4-BE49-F238E27FC236}">
                  <a16:creationId xmlns:a16="http://schemas.microsoft.com/office/drawing/2014/main" id="{D2FCE2C0-E7C1-B27B-C2F6-4E82C46D80CE}"/>
                </a:ext>
              </a:extLst>
            </p:cNvPr>
            <p:cNvGrpSpPr>
              <a:grpSpLocks/>
            </p:cNvGrpSpPr>
            <p:nvPr/>
          </p:nvGrpSpPr>
          <p:grpSpPr bwMode="auto">
            <a:xfrm>
              <a:off x="4489" y="2782"/>
              <a:ext cx="67" cy="155"/>
              <a:chOff x="1438" y="1514"/>
              <a:chExt cx="67" cy="155"/>
            </a:xfrm>
          </p:grpSpPr>
          <p:sp>
            <p:nvSpPr>
              <p:cNvPr id="104595" name="Line 72">
                <a:extLst>
                  <a:ext uri="{FF2B5EF4-FFF2-40B4-BE49-F238E27FC236}">
                    <a16:creationId xmlns:a16="http://schemas.microsoft.com/office/drawing/2014/main" id="{8508B46A-C197-8622-D76C-5C5170D53FEA}"/>
                  </a:ext>
                </a:extLst>
              </p:cNvPr>
              <p:cNvSpPr>
                <a:spLocks noChangeShapeType="1"/>
              </p:cNvSpPr>
              <p:nvPr/>
            </p:nvSpPr>
            <p:spPr bwMode="auto">
              <a:xfrm>
                <a:off x="1505" y="1515"/>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96" name="Line 73">
                <a:extLst>
                  <a:ext uri="{FF2B5EF4-FFF2-40B4-BE49-F238E27FC236}">
                    <a16:creationId xmlns:a16="http://schemas.microsoft.com/office/drawing/2014/main" id="{2FBFA7F4-8C9F-8D3C-FFEB-6F6CC7FA1683}"/>
                  </a:ext>
                </a:extLst>
              </p:cNvPr>
              <p:cNvSpPr>
                <a:spLocks noChangeShapeType="1"/>
              </p:cNvSpPr>
              <p:nvPr/>
            </p:nvSpPr>
            <p:spPr bwMode="auto">
              <a:xfrm>
                <a:off x="1438" y="1514"/>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grpSp>
          <p:nvGrpSpPr>
            <p:cNvPr id="104577" name="Group 227">
              <a:extLst>
                <a:ext uri="{FF2B5EF4-FFF2-40B4-BE49-F238E27FC236}">
                  <a16:creationId xmlns:a16="http://schemas.microsoft.com/office/drawing/2014/main" id="{8C761E36-BBF7-A89D-2AD1-79BE3869968C}"/>
                </a:ext>
              </a:extLst>
            </p:cNvPr>
            <p:cNvGrpSpPr>
              <a:grpSpLocks/>
            </p:cNvGrpSpPr>
            <p:nvPr/>
          </p:nvGrpSpPr>
          <p:grpSpPr bwMode="auto">
            <a:xfrm>
              <a:off x="2397" y="2752"/>
              <a:ext cx="67" cy="155"/>
              <a:chOff x="1438" y="1514"/>
              <a:chExt cx="67" cy="155"/>
            </a:xfrm>
          </p:grpSpPr>
          <p:sp>
            <p:nvSpPr>
              <p:cNvPr id="104593" name="Line 72">
                <a:extLst>
                  <a:ext uri="{FF2B5EF4-FFF2-40B4-BE49-F238E27FC236}">
                    <a16:creationId xmlns:a16="http://schemas.microsoft.com/office/drawing/2014/main" id="{F43BE4E8-4B25-8D6A-C1E3-E40A56481B61}"/>
                  </a:ext>
                </a:extLst>
              </p:cNvPr>
              <p:cNvSpPr>
                <a:spLocks noChangeShapeType="1"/>
              </p:cNvSpPr>
              <p:nvPr/>
            </p:nvSpPr>
            <p:spPr bwMode="auto">
              <a:xfrm>
                <a:off x="1505" y="1515"/>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94" name="Line 73">
                <a:extLst>
                  <a:ext uri="{FF2B5EF4-FFF2-40B4-BE49-F238E27FC236}">
                    <a16:creationId xmlns:a16="http://schemas.microsoft.com/office/drawing/2014/main" id="{E86A7072-2970-DA17-CAC5-7F773F7DA8AE}"/>
                  </a:ext>
                </a:extLst>
              </p:cNvPr>
              <p:cNvSpPr>
                <a:spLocks noChangeShapeType="1"/>
              </p:cNvSpPr>
              <p:nvPr/>
            </p:nvSpPr>
            <p:spPr bwMode="auto">
              <a:xfrm>
                <a:off x="1438" y="1514"/>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grpSp>
          <p:nvGrpSpPr>
            <p:cNvPr id="104578" name="Group 230">
              <a:extLst>
                <a:ext uri="{FF2B5EF4-FFF2-40B4-BE49-F238E27FC236}">
                  <a16:creationId xmlns:a16="http://schemas.microsoft.com/office/drawing/2014/main" id="{5AECDBAF-F320-62BC-50C2-3EB3D240425D}"/>
                </a:ext>
              </a:extLst>
            </p:cNvPr>
            <p:cNvGrpSpPr>
              <a:grpSpLocks/>
            </p:cNvGrpSpPr>
            <p:nvPr/>
          </p:nvGrpSpPr>
          <p:grpSpPr bwMode="auto">
            <a:xfrm>
              <a:off x="4484" y="3286"/>
              <a:ext cx="67" cy="155"/>
              <a:chOff x="1438" y="1514"/>
              <a:chExt cx="67" cy="155"/>
            </a:xfrm>
          </p:grpSpPr>
          <p:sp>
            <p:nvSpPr>
              <p:cNvPr id="104591" name="Line 72">
                <a:extLst>
                  <a:ext uri="{FF2B5EF4-FFF2-40B4-BE49-F238E27FC236}">
                    <a16:creationId xmlns:a16="http://schemas.microsoft.com/office/drawing/2014/main" id="{82C22632-C683-8BE6-37CB-92D784BD77E2}"/>
                  </a:ext>
                </a:extLst>
              </p:cNvPr>
              <p:cNvSpPr>
                <a:spLocks noChangeShapeType="1"/>
              </p:cNvSpPr>
              <p:nvPr/>
            </p:nvSpPr>
            <p:spPr bwMode="auto">
              <a:xfrm>
                <a:off x="1505" y="1515"/>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92" name="Line 73">
                <a:extLst>
                  <a:ext uri="{FF2B5EF4-FFF2-40B4-BE49-F238E27FC236}">
                    <a16:creationId xmlns:a16="http://schemas.microsoft.com/office/drawing/2014/main" id="{5D71D041-0A35-31B0-2FF3-5944F9EA3269}"/>
                  </a:ext>
                </a:extLst>
              </p:cNvPr>
              <p:cNvSpPr>
                <a:spLocks noChangeShapeType="1"/>
              </p:cNvSpPr>
              <p:nvPr/>
            </p:nvSpPr>
            <p:spPr bwMode="auto">
              <a:xfrm>
                <a:off x="1438" y="1514"/>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grpSp>
          <p:nvGrpSpPr>
            <p:cNvPr id="104579" name="Group 233">
              <a:extLst>
                <a:ext uri="{FF2B5EF4-FFF2-40B4-BE49-F238E27FC236}">
                  <a16:creationId xmlns:a16="http://schemas.microsoft.com/office/drawing/2014/main" id="{5E9B4DE6-A733-EFCE-DEB4-144815B0BC31}"/>
                </a:ext>
              </a:extLst>
            </p:cNvPr>
            <p:cNvGrpSpPr>
              <a:grpSpLocks/>
            </p:cNvGrpSpPr>
            <p:nvPr/>
          </p:nvGrpSpPr>
          <p:grpSpPr bwMode="auto">
            <a:xfrm>
              <a:off x="2402" y="3299"/>
              <a:ext cx="67" cy="155"/>
              <a:chOff x="1438" y="1514"/>
              <a:chExt cx="67" cy="155"/>
            </a:xfrm>
          </p:grpSpPr>
          <p:sp>
            <p:nvSpPr>
              <p:cNvPr id="104589" name="Line 72">
                <a:extLst>
                  <a:ext uri="{FF2B5EF4-FFF2-40B4-BE49-F238E27FC236}">
                    <a16:creationId xmlns:a16="http://schemas.microsoft.com/office/drawing/2014/main" id="{C5E05029-92FE-B58F-87A3-192F53C5E209}"/>
                  </a:ext>
                </a:extLst>
              </p:cNvPr>
              <p:cNvSpPr>
                <a:spLocks noChangeShapeType="1"/>
              </p:cNvSpPr>
              <p:nvPr/>
            </p:nvSpPr>
            <p:spPr bwMode="auto">
              <a:xfrm>
                <a:off x="1505" y="1515"/>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90" name="Line 73">
                <a:extLst>
                  <a:ext uri="{FF2B5EF4-FFF2-40B4-BE49-F238E27FC236}">
                    <a16:creationId xmlns:a16="http://schemas.microsoft.com/office/drawing/2014/main" id="{F961C56B-C8F1-3FE0-E2E0-1E52C3954026}"/>
                  </a:ext>
                </a:extLst>
              </p:cNvPr>
              <p:cNvSpPr>
                <a:spLocks noChangeShapeType="1"/>
              </p:cNvSpPr>
              <p:nvPr/>
            </p:nvSpPr>
            <p:spPr bwMode="auto">
              <a:xfrm>
                <a:off x="1438" y="1514"/>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grpSp>
          <p:nvGrpSpPr>
            <p:cNvPr id="104580" name="Group 236">
              <a:extLst>
                <a:ext uri="{FF2B5EF4-FFF2-40B4-BE49-F238E27FC236}">
                  <a16:creationId xmlns:a16="http://schemas.microsoft.com/office/drawing/2014/main" id="{EA398011-50CA-3DD5-B234-C90AD39B9552}"/>
                </a:ext>
              </a:extLst>
            </p:cNvPr>
            <p:cNvGrpSpPr>
              <a:grpSpLocks/>
            </p:cNvGrpSpPr>
            <p:nvPr/>
          </p:nvGrpSpPr>
          <p:grpSpPr bwMode="auto">
            <a:xfrm>
              <a:off x="1429" y="2027"/>
              <a:ext cx="67" cy="155"/>
              <a:chOff x="1438" y="1514"/>
              <a:chExt cx="67" cy="155"/>
            </a:xfrm>
          </p:grpSpPr>
          <p:sp>
            <p:nvSpPr>
              <p:cNvPr id="104587" name="Line 72">
                <a:extLst>
                  <a:ext uri="{FF2B5EF4-FFF2-40B4-BE49-F238E27FC236}">
                    <a16:creationId xmlns:a16="http://schemas.microsoft.com/office/drawing/2014/main" id="{E5922B7B-422D-25B9-2009-1FF4B4A7BAD0}"/>
                  </a:ext>
                </a:extLst>
              </p:cNvPr>
              <p:cNvSpPr>
                <a:spLocks noChangeShapeType="1"/>
              </p:cNvSpPr>
              <p:nvPr/>
            </p:nvSpPr>
            <p:spPr bwMode="auto">
              <a:xfrm>
                <a:off x="1505" y="1515"/>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88" name="Line 73">
                <a:extLst>
                  <a:ext uri="{FF2B5EF4-FFF2-40B4-BE49-F238E27FC236}">
                    <a16:creationId xmlns:a16="http://schemas.microsoft.com/office/drawing/2014/main" id="{94A90366-2C4A-A61E-A182-011B5C4F2123}"/>
                  </a:ext>
                </a:extLst>
              </p:cNvPr>
              <p:cNvSpPr>
                <a:spLocks noChangeShapeType="1"/>
              </p:cNvSpPr>
              <p:nvPr/>
            </p:nvSpPr>
            <p:spPr bwMode="auto">
              <a:xfrm>
                <a:off x="1438" y="1514"/>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grpSp>
          <p:nvGrpSpPr>
            <p:cNvPr id="104581" name="Group 239">
              <a:extLst>
                <a:ext uri="{FF2B5EF4-FFF2-40B4-BE49-F238E27FC236}">
                  <a16:creationId xmlns:a16="http://schemas.microsoft.com/office/drawing/2014/main" id="{4020FDA5-E268-E41D-F45E-883FC1A39275}"/>
                </a:ext>
              </a:extLst>
            </p:cNvPr>
            <p:cNvGrpSpPr>
              <a:grpSpLocks/>
            </p:cNvGrpSpPr>
            <p:nvPr/>
          </p:nvGrpSpPr>
          <p:grpSpPr bwMode="auto">
            <a:xfrm>
              <a:off x="1429" y="2760"/>
              <a:ext cx="67" cy="155"/>
              <a:chOff x="1438" y="1514"/>
              <a:chExt cx="67" cy="155"/>
            </a:xfrm>
          </p:grpSpPr>
          <p:sp>
            <p:nvSpPr>
              <p:cNvPr id="104585" name="Line 72">
                <a:extLst>
                  <a:ext uri="{FF2B5EF4-FFF2-40B4-BE49-F238E27FC236}">
                    <a16:creationId xmlns:a16="http://schemas.microsoft.com/office/drawing/2014/main" id="{AEE36F52-C9CA-BF56-09AD-AC16D9A4633A}"/>
                  </a:ext>
                </a:extLst>
              </p:cNvPr>
              <p:cNvSpPr>
                <a:spLocks noChangeShapeType="1"/>
              </p:cNvSpPr>
              <p:nvPr/>
            </p:nvSpPr>
            <p:spPr bwMode="auto">
              <a:xfrm>
                <a:off x="1505" y="1515"/>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86" name="Line 73">
                <a:extLst>
                  <a:ext uri="{FF2B5EF4-FFF2-40B4-BE49-F238E27FC236}">
                    <a16:creationId xmlns:a16="http://schemas.microsoft.com/office/drawing/2014/main" id="{F088E932-0CB6-1E14-222E-AD7547291C2C}"/>
                  </a:ext>
                </a:extLst>
              </p:cNvPr>
              <p:cNvSpPr>
                <a:spLocks noChangeShapeType="1"/>
              </p:cNvSpPr>
              <p:nvPr/>
            </p:nvSpPr>
            <p:spPr bwMode="auto">
              <a:xfrm>
                <a:off x="1438" y="1514"/>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grpSp>
          <p:nvGrpSpPr>
            <p:cNvPr id="104582" name="Group 242">
              <a:extLst>
                <a:ext uri="{FF2B5EF4-FFF2-40B4-BE49-F238E27FC236}">
                  <a16:creationId xmlns:a16="http://schemas.microsoft.com/office/drawing/2014/main" id="{44A0C2E0-F583-CA36-C097-5E07C2629993}"/>
                </a:ext>
              </a:extLst>
            </p:cNvPr>
            <p:cNvGrpSpPr>
              <a:grpSpLocks/>
            </p:cNvGrpSpPr>
            <p:nvPr/>
          </p:nvGrpSpPr>
          <p:grpSpPr bwMode="auto">
            <a:xfrm>
              <a:off x="1423" y="3297"/>
              <a:ext cx="67" cy="155"/>
              <a:chOff x="1438" y="1514"/>
              <a:chExt cx="67" cy="155"/>
            </a:xfrm>
          </p:grpSpPr>
          <p:sp>
            <p:nvSpPr>
              <p:cNvPr id="104583" name="Line 72">
                <a:extLst>
                  <a:ext uri="{FF2B5EF4-FFF2-40B4-BE49-F238E27FC236}">
                    <a16:creationId xmlns:a16="http://schemas.microsoft.com/office/drawing/2014/main" id="{E415C78A-4F29-FC96-3A69-9346F9C4C7DC}"/>
                  </a:ext>
                </a:extLst>
              </p:cNvPr>
              <p:cNvSpPr>
                <a:spLocks noChangeShapeType="1"/>
              </p:cNvSpPr>
              <p:nvPr/>
            </p:nvSpPr>
            <p:spPr bwMode="auto">
              <a:xfrm>
                <a:off x="1505" y="1515"/>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4584" name="Line 73">
                <a:extLst>
                  <a:ext uri="{FF2B5EF4-FFF2-40B4-BE49-F238E27FC236}">
                    <a16:creationId xmlns:a16="http://schemas.microsoft.com/office/drawing/2014/main" id="{712EDB55-B150-D8D0-27D5-51D77CEDB690}"/>
                  </a:ext>
                </a:extLst>
              </p:cNvPr>
              <p:cNvSpPr>
                <a:spLocks noChangeShapeType="1"/>
              </p:cNvSpPr>
              <p:nvPr/>
            </p:nvSpPr>
            <p:spPr bwMode="auto">
              <a:xfrm>
                <a:off x="1438" y="1514"/>
                <a:ext cx="0" cy="154"/>
              </a:xfrm>
              <a:prstGeom prst="line">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gr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4">
            <a:extLst>
              <a:ext uri="{FF2B5EF4-FFF2-40B4-BE49-F238E27FC236}">
                <a16:creationId xmlns:a16="http://schemas.microsoft.com/office/drawing/2014/main" id="{AAFEF55B-DB8B-5361-A904-BC5C1BF87CF4}"/>
              </a:ext>
            </a:extLst>
          </p:cNvPr>
          <p:cNvSpPr>
            <a:spLocks noGrp="1" noChangeArrowheads="1"/>
          </p:cNvSpPr>
          <p:nvPr>
            <p:ph type="title"/>
          </p:nvPr>
        </p:nvSpPr>
        <p:spPr/>
        <p:txBody>
          <a:bodyPr/>
          <a:lstStyle/>
          <a:p>
            <a:r>
              <a:rPr lang="en-US" altLang="en-US"/>
              <a:t>NAND and NOR Architecture</a:t>
            </a:r>
            <a:endParaRPr lang="ru-RU" altLang="en-US"/>
          </a:p>
        </p:txBody>
      </p:sp>
      <p:sp>
        <p:nvSpPr>
          <p:cNvPr id="105475" name="Content Placeholder 3">
            <a:extLst>
              <a:ext uri="{FF2B5EF4-FFF2-40B4-BE49-F238E27FC236}">
                <a16:creationId xmlns:a16="http://schemas.microsoft.com/office/drawing/2014/main" id="{0D7E08AC-48D9-A48D-98FA-BC8356B5A1CE}"/>
              </a:ext>
            </a:extLst>
          </p:cNvPr>
          <p:cNvSpPr>
            <a:spLocks noGrp="1" noChangeArrowheads="1"/>
          </p:cNvSpPr>
          <p:nvPr>
            <p:ph type="body" sz="quarter" idx="10"/>
          </p:nvPr>
        </p:nvSpPr>
        <p:spPr/>
        <p:txBody>
          <a:bodyPr/>
          <a:lstStyle/>
          <a:p>
            <a:r>
              <a:rPr lang="en-US" altLang="en-US" sz="2000"/>
              <a:t>NAND and NOR architectures do not compete because they are used in various fields of data storage.</a:t>
            </a:r>
            <a:r>
              <a:rPr lang="ru-RU" altLang="en-US" sz="2000"/>
              <a:t> </a:t>
            </a:r>
            <a:endParaRPr lang="en-US" altLang="en-US" sz="2000"/>
          </a:p>
          <a:p>
            <a:r>
              <a:rPr lang="en-US" altLang="en-US" sz="2000"/>
              <a:t>The design of NAND - three-dimensional array. The basis of the same matrix as the NOR, but instead of a transistor at each intersection  - column from the set of series-connected cells.</a:t>
            </a:r>
            <a:r>
              <a:rPr lang="ru-RU" altLang="en-US" sz="2000"/>
              <a:t> </a:t>
            </a:r>
            <a:endParaRPr lang="en-US" altLang="en-US" sz="2000"/>
          </a:p>
          <a:p>
            <a:r>
              <a:rPr lang="en-US" altLang="en-US" sz="2000"/>
              <a:t>NOR –faster than NAND</a:t>
            </a:r>
          </a:p>
          <a:p>
            <a:r>
              <a:rPr lang="en-US" altLang="en-US" sz="2000"/>
              <a:t>NAND– more compact. </a:t>
            </a:r>
            <a:endParaRPr lang="ru-RU" altLang="en-US" sz="2000"/>
          </a:p>
          <a:p>
            <a:endParaRPr lang="en-US" altLang="en-US" sz="200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a:extLst>
              <a:ext uri="{FF2B5EF4-FFF2-40B4-BE49-F238E27FC236}">
                <a16:creationId xmlns:a16="http://schemas.microsoft.com/office/drawing/2014/main" id="{8BE4499A-E8EC-F2E9-14B1-26B6451D5E3E}"/>
              </a:ext>
            </a:extLst>
          </p:cNvPr>
          <p:cNvSpPr>
            <a:spLocks noGrp="1" noChangeArrowheads="1"/>
          </p:cNvSpPr>
          <p:nvPr>
            <p:ph type="title"/>
          </p:nvPr>
        </p:nvSpPr>
        <p:spPr/>
        <p:txBody>
          <a:bodyPr/>
          <a:lstStyle/>
          <a:p>
            <a:r>
              <a:rPr lang="en-US" altLang="en-US"/>
              <a:t>AM 28F010  Flash Memory Logic Symbol</a:t>
            </a:r>
            <a:endParaRPr lang="en-GB" altLang="en-US"/>
          </a:p>
        </p:txBody>
      </p:sp>
      <p:sp>
        <p:nvSpPr>
          <p:cNvPr id="106499" name="Rectangle 2">
            <a:extLst>
              <a:ext uri="{FF2B5EF4-FFF2-40B4-BE49-F238E27FC236}">
                <a16:creationId xmlns:a16="http://schemas.microsoft.com/office/drawing/2014/main" id="{EAEA8EE2-8904-3C7F-FDD0-7DEF425FDEAD}"/>
              </a:ext>
            </a:extLst>
          </p:cNvPr>
          <p:cNvSpPr>
            <a:spLocks noChangeArrowheads="1"/>
          </p:cNvSpPr>
          <p:nvPr/>
        </p:nvSpPr>
        <p:spPr bwMode="auto">
          <a:xfrm>
            <a:off x="3881438" y="1857376"/>
            <a:ext cx="1428750" cy="3108325"/>
          </a:xfrm>
          <a:prstGeom prst="rect">
            <a:avLst/>
          </a:prstGeom>
          <a:solidFill>
            <a:schemeClr val="bg1"/>
          </a:solidFill>
          <a:ln w="19050"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106500" name="Straight Connector 4">
            <a:extLst>
              <a:ext uri="{FF2B5EF4-FFF2-40B4-BE49-F238E27FC236}">
                <a16:creationId xmlns:a16="http://schemas.microsoft.com/office/drawing/2014/main" id="{CE944682-9A94-EAFE-9CAB-FF5F10237EA1}"/>
              </a:ext>
            </a:extLst>
          </p:cNvPr>
          <p:cNvCxnSpPr>
            <a:cxnSpLocks noChangeShapeType="1"/>
          </p:cNvCxnSpPr>
          <p:nvPr/>
        </p:nvCxnSpPr>
        <p:spPr bwMode="auto">
          <a:xfrm>
            <a:off x="3309938" y="2071689"/>
            <a:ext cx="571500"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6501" name="Straight Connector 5">
            <a:extLst>
              <a:ext uri="{FF2B5EF4-FFF2-40B4-BE49-F238E27FC236}">
                <a16:creationId xmlns:a16="http://schemas.microsoft.com/office/drawing/2014/main" id="{49AE519F-5BB2-E2CD-7556-A8D111362923}"/>
              </a:ext>
            </a:extLst>
          </p:cNvPr>
          <p:cNvCxnSpPr>
            <a:cxnSpLocks noChangeShapeType="1"/>
          </p:cNvCxnSpPr>
          <p:nvPr/>
        </p:nvCxnSpPr>
        <p:spPr bwMode="auto">
          <a:xfrm>
            <a:off x="3309938" y="2309814"/>
            <a:ext cx="571500"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6502" name="Straight Connector 6">
            <a:extLst>
              <a:ext uri="{FF2B5EF4-FFF2-40B4-BE49-F238E27FC236}">
                <a16:creationId xmlns:a16="http://schemas.microsoft.com/office/drawing/2014/main" id="{C9E6AFF4-DA87-F47F-A257-AEC175A5B6C7}"/>
              </a:ext>
            </a:extLst>
          </p:cNvPr>
          <p:cNvCxnSpPr>
            <a:cxnSpLocks noChangeShapeType="1"/>
          </p:cNvCxnSpPr>
          <p:nvPr/>
        </p:nvCxnSpPr>
        <p:spPr bwMode="auto">
          <a:xfrm>
            <a:off x="3309938" y="3143250"/>
            <a:ext cx="5715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6503" name="TextBox 7">
            <a:extLst>
              <a:ext uri="{FF2B5EF4-FFF2-40B4-BE49-F238E27FC236}">
                <a16:creationId xmlns:a16="http://schemas.microsoft.com/office/drawing/2014/main" id="{7E8E89B4-965D-C256-7F8F-636A7DB507CB}"/>
              </a:ext>
            </a:extLst>
          </p:cNvPr>
          <p:cNvSpPr txBox="1">
            <a:spLocks noChangeArrowheads="1"/>
          </p:cNvSpPr>
          <p:nvPr/>
        </p:nvSpPr>
        <p:spPr bwMode="auto">
          <a:xfrm>
            <a:off x="3952875" y="1928814"/>
            <a:ext cx="5715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A0</a:t>
            </a:r>
            <a:endParaRPr lang="en-GB" altLang="en-US" sz="1600"/>
          </a:p>
        </p:txBody>
      </p:sp>
      <p:sp>
        <p:nvSpPr>
          <p:cNvPr id="106504" name="TextBox 8">
            <a:extLst>
              <a:ext uri="{FF2B5EF4-FFF2-40B4-BE49-F238E27FC236}">
                <a16:creationId xmlns:a16="http://schemas.microsoft.com/office/drawing/2014/main" id="{4C5B66E3-99E9-579B-1E47-A130DDA58DFB}"/>
              </a:ext>
            </a:extLst>
          </p:cNvPr>
          <p:cNvSpPr txBox="1">
            <a:spLocks noChangeArrowheads="1"/>
          </p:cNvSpPr>
          <p:nvPr/>
        </p:nvSpPr>
        <p:spPr bwMode="auto">
          <a:xfrm>
            <a:off x="3940175" y="2143125"/>
            <a:ext cx="571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A1</a:t>
            </a:r>
            <a:endParaRPr lang="en-GB" altLang="en-US" sz="1600"/>
          </a:p>
        </p:txBody>
      </p:sp>
      <p:sp>
        <p:nvSpPr>
          <p:cNvPr id="106505" name="TextBox 9">
            <a:extLst>
              <a:ext uri="{FF2B5EF4-FFF2-40B4-BE49-F238E27FC236}">
                <a16:creationId xmlns:a16="http://schemas.microsoft.com/office/drawing/2014/main" id="{DE94C1FF-723C-8214-6414-6E158BE4026B}"/>
              </a:ext>
            </a:extLst>
          </p:cNvPr>
          <p:cNvSpPr txBox="1">
            <a:spLocks noChangeArrowheads="1"/>
          </p:cNvSpPr>
          <p:nvPr/>
        </p:nvSpPr>
        <p:spPr bwMode="auto">
          <a:xfrm>
            <a:off x="3881438" y="2928939"/>
            <a:ext cx="5715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A16</a:t>
            </a:r>
            <a:endParaRPr lang="en-GB" altLang="en-US" sz="1600"/>
          </a:p>
        </p:txBody>
      </p:sp>
      <p:cxnSp>
        <p:nvCxnSpPr>
          <p:cNvPr id="106506" name="Straight Connector 11">
            <a:extLst>
              <a:ext uri="{FF2B5EF4-FFF2-40B4-BE49-F238E27FC236}">
                <a16:creationId xmlns:a16="http://schemas.microsoft.com/office/drawing/2014/main" id="{7FF3E81B-B81F-42ED-3570-6ABA87118D1C}"/>
              </a:ext>
            </a:extLst>
          </p:cNvPr>
          <p:cNvCxnSpPr>
            <a:cxnSpLocks noChangeShapeType="1"/>
          </p:cNvCxnSpPr>
          <p:nvPr/>
        </p:nvCxnSpPr>
        <p:spPr bwMode="auto">
          <a:xfrm>
            <a:off x="3309938" y="3571875"/>
            <a:ext cx="5715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6507" name="Straight Connector 12">
            <a:extLst>
              <a:ext uri="{FF2B5EF4-FFF2-40B4-BE49-F238E27FC236}">
                <a16:creationId xmlns:a16="http://schemas.microsoft.com/office/drawing/2014/main" id="{8E24E75A-74CB-8904-0A44-9DF75ED34B1C}"/>
              </a:ext>
            </a:extLst>
          </p:cNvPr>
          <p:cNvCxnSpPr>
            <a:cxnSpLocks noChangeShapeType="1"/>
          </p:cNvCxnSpPr>
          <p:nvPr/>
        </p:nvCxnSpPr>
        <p:spPr bwMode="auto">
          <a:xfrm>
            <a:off x="3309938" y="3929064"/>
            <a:ext cx="571500"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6508" name="Straight Connector 13">
            <a:extLst>
              <a:ext uri="{FF2B5EF4-FFF2-40B4-BE49-F238E27FC236}">
                <a16:creationId xmlns:a16="http://schemas.microsoft.com/office/drawing/2014/main" id="{4C9D691A-0BAF-693C-FB53-6C99AD45A536}"/>
              </a:ext>
            </a:extLst>
          </p:cNvPr>
          <p:cNvCxnSpPr>
            <a:cxnSpLocks noChangeShapeType="1"/>
          </p:cNvCxnSpPr>
          <p:nvPr/>
        </p:nvCxnSpPr>
        <p:spPr bwMode="auto">
          <a:xfrm>
            <a:off x="3309938" y="4286250"/>
            <a:ext cx="5715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6509" name="Straight Connector 14">
            <a:extLst>
              <a:ext uri="{FF2B5EF4-FFF2-40B4-BE49-F238E27FC236}">
                <a16:creationId xmlns:a16="http://schemas.microsoft.com/office/drawing/2014/main" id="{73BA314F-16E5-6CF9-A9E8-35B149FAD1A5}"/>
              </a:ext>
            </a:extLst>
          </p:cNvPr>
          <p:cNvCxnSpPr>
            <a:cxnSpLocks noChangeShapeType="1"/>
          </p:cNvCxnSpPr>
          <p:nvPr/>
        </p:nvCxnSpPr>
        <p:spPr bwMode="auto">
          <a:xfrm>
            <a:off x="5310188" y="2357439"/>
            <a:ext cx="571500"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6510" name="Straight Connector 15">
            <a:extLst>
              <a:ext uri="{FF2B5EF4-FFF2-40B4-BE49-F238E27FC236}">
                <a16:creationId xmlns:a16="http://schemas.microsoft.com/office/drawing/2014/main" id="{80F7C595-D11D-FF85-466F-74E07AC0E0CA}"/>
              </a:ext>
            </a:extLst>
          </p:cNvPr>
          <p:cNvCxnSpPr>
            <a:cxnSpLocks noChangeShapeType="1"/>
          </p:cNvCxnSpPr>
          <p:nvPr/>
        </p:nvCxnSpPr>
        <p:spPr bwMode="auto">
          <a:xfrm>
            <a:off x="5310188" y="2643189"/>
            <a:ext cx="571500"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6511" name="Straight Connector 17">
            <a:extLst>
              <a:ext uri="{FF2B5EF4-FFF2-40B4-BE49-F238E27FC236}">
                <a16:creationId xmlns:a16="http://schemas.microsoft.com/office/drawing/2014/main" id="{FBB74A9C-C61B-9585-C192-543A2EE9F6D1}"/>
              </a:ext>
            </a:extLst>
          </p:cNvPr>
          <p:cNvCxnSpPr>
            <a:cxnSpLocks noChangeShapeType="1"/>
          </p:cNvCxnSpPr>
          <p:nvPr/>
        </p:nvCxnSpPr>
        <p:spPr bwMode="auto">
          <a:xfrm>
            <a:off x="5310188" y="3714750"/>
            <a:ext cx="5715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6512" name="TextBox 18">
            <a:extLst>
              <a:ext uri="{FF2B5EF4-FFF2-40B4-BE49-F238E27FC236}">
                <a16:creationId xmlns:a16="http://schemas.microsoft.com/office/drawing/2014/main" id="{8683E749-257A-57A0-B33A-DCCD968CAF98}"/>
              </a:ext>
            </a:extLst>
          </p:cNvPr>
          <p:cNvSpPr txBox="1">
            <a:spLocks noChangeArrowheads="1"/>
          </p:cNvSpPr>
          <p:nvPr/>
        </p:nvSpPr>
        <p:spPr bwMode="auto">
          <a:xfrm>
            <a:off x="4738689" y="2214564"/>
            <a:ext cx="7143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DQ0</a:t>
            </a:r>
            <a:endParaRPr lang="en-GB" altLang="en-US" sz="1600"/>
          </a:p>
        </p:txBody>
      </p:sp>
      <p:sp>
        <p:nvSpPr>
          <p:cNvPr id="106513" name="TextBox 19">
            <a:extLst>
              <a:ext uri="{FF2B5EF4-FFF2-40B4-BE49-F238E27FC236}">
                <a16:creationId xmlns:a16="http://schemas.microsoft.com/office/drawing/2014/main" id="{5963F91B-D0F1-58BC-A9B2-87274887B28F}"/>
              </a:ext>
            </a:extLst>
          </p:cNvPr>
          <p:cNvSpPr txBox="1">
            <a:spLocks noChangeArrowheads="1"/>
          </p:cNvSpPr>
          <p:nvPr/>
        </p:nvSpPr>
        <p:spPr bwMode="auto">
          <a:xfrm>
            <a:off x="4738689" y="2476500"/>
            <a:ext cx="7143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DQ1</a:t>
            </a:r>
            <a:endParaRPr lang="en-GB" altLang="en-US" sz="1600"/>
          </a:p>
        </p:txBody>
      </p:sp>
      <p:sp>
        <p:nvSpPr>
          <p:cNvPr id="106514" name="TextBox 20">
            <a:extLst>
              <a:ext uri="{FF2B5EF4-FFF2-40B4-BE49-F238E27FC236}">
                <a16:creationId xmlns:a16="http://schemas.microsoft.com/office/drawing/2014/main" id="{5D613669-D0A8-7D06-5F89-415C27111881}"/>
              </a:ext>
            </a:extLst>
          </p:cNvPr>
          <p:cNvSpPr txBox="1">
            <a:spLocks noChangeArrowheads="1"/>
          </p:cNvSpPr>
          <p:nvPr/>
        </p:nvSpPr>
        <p:spPr bwMode="auto">
          <a:xfrm>
            <a:off x="4714876" y="3571875"/>
            <a:ext cx="7143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DQ7</a:t>
            </a:r>
            <a:endParaRPr lang="en-GB" altLang="en-US" sz="1600"/>
          </a:p>
        </p:txBody>
      </p:sp>
      <p:sp>
        <p:nvSpPr>
          <p:cNvPr id="106515" name="TextBox 21">
            <a:extLst>
              <a:ext uri="{FF2B5EF4-FFF2-40B4-BE49-F238E27FC236}">
                <a16:creationId xmlns:a16="http://schemas.microsoft.com/office/drawing/2014/main" id="{6111A2F5-6B87-1979-4478-EA4E40302A25}"/>
              </a:ext>
            </a:extLst>
          </p:cNvPr>
          <p:cNvSpPr txBox="1">
            <a:spLocks noChangeArrowheads="1"/>
          </p:cNvSpPr>
          <p:nvPr/>
        </p:nvSpPr>
        <p:spPr bwMode="auto">
          <a:xfrm>
            <a:off x="3881438" y="3429000"/>
            <a:ext cx="571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CE</a:t>
            </a:r>
            <a:endParaRPr lang="en-GB" altLang="en-US" sz="1600"/>
          </a:p>
        </p:txBody>
      </p:sp>
      <p:sp>
        <p:nvSpPr>
          <p:cNvPr id="106516" name="TextBox 22">
            <a:extLst>
              <a:ext uri="{FF2B5EF4-FFF2-40B4-BE49-F238E27FC236}">
                <a16:creationId xmlns:a16="http://schemas.microsoft.com/office/drawing/2014/main" id="{02A19E9A-F297-9D8F-2EF9-E07A29104F0A}"/>
              </a:ext>
            </a:extLst>
          </p:cNvPr>
          <p:cNvSpPr txBox="1">
            <a:spLocks noChangeArrowheads="1"/>
          </p:cNvSpPr>
          <p:nvPr/>
        </p:nvSpPr>
        <p:spPr bwMode="auto">
          <a:xfrm>
            <a:off x="3881438" y="3786189"/>
            <a:ext cx="5715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OE</a:t>
            </a:r>
            <a:endParaRPr lang="en-GB" altLang="en-US" sz="1600"/>
          </a:p>
        </p:txBody>
      </p:sp>
      <p:sp>
        <p:nvSpPr>
          <p:cNvPr id="106517" name="TextBox 23">
            <a:extLst>
              <a:ext uri="{FF2B5EF4-FFF2-40B4-BE49-F238E27FC236}">
                <a16:creationId xmlns:a16="http://schemas.microsoft.com/office/drawing/2014/main" id="{09905D48-9C34-80B1-B757-54B0662667DF}"/>
              </a:ext>
            </a:extLst>
          </p:cNvPr>
          <p:cNvSpPr txBox="1">
            <a:spLocks noChangeArrowheads="1"/>
          </p:cNvSpPr>
          <p:nvPr/>
        </p:nvSpPr>
        <p:spPr bwMode="auto">
          <a:xfrm>
            <a:off x="3881438" y="4143375"/>
            <a:ext cx="571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WE</a:t>
            </a:r>
            <a:endParaRPr lang="en-GB" altLang="en-US" sz="1600"/>
          </a:p>
        </p:txBody>
      </p:sp>
      <p:cxnSp>
        <p:nvCxnSpPr>
          <p:cNvPr id="106518" name="Straight Connector 24">
            <a:extLst>
              <a:ext uri="{FF2B5EF4-FFF2-40B4-BE49-F238E27FC236}">
                <a16:creationId xmlns:a16="http://schemas.microsoft.com/office/drawing/2014/main" id="{DC464E94-A19F-0557-1AF3-F49FE16132BA}"/>
              </a:ext>
            </a:extLst>
          </p:cNvPr>
          <p:cNvCxnSpPr>
            <a:cxnSpLocks noChangeShapeType="1"/>
          </p:cNvCxnSpPr>
          <p:nvPr/>
        </p:nvCxnSpPr>
        <p:spPr bwMode="auto">
          <a:xfrm>
            <a:off x="3309938" y="4643439"/>
            <a:ext cx="571500"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6519" name="TextBox 25">
            <a:extLst>
              <a:ext uri="{FF2B5EF4-FFF2-40B4-BE49-F238E27FC236}">
                <a16:creationId xmlns:a16="http://schemas.microsoft.com/office/drawing/2014/main" id="{BED9139A-DAD9-0DDF-1B3D-36D61355DF9A}"/>
              </a:ext>
            </a:extLst>
          </p:cNvPr>
          <p:cNvSpPr txBox="1">
            <a:spLocks noChangeArrowheads="1"/>
          </p:cNvSpPr>
          <p:nvPr/>
        </p:nvSpPr>
        <p:spPr bwMode="auto">
          <a:xfrm>
            <a:off x="3881438" y="4500564"/>
            <a:ext cx="5715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CN</a:t>
            </a:r>
            <a:endParaRPr lang="en-GB" altLang="en-US" sz="1600"/>
          </a:p>
        </p:txBody>
      </p:sp>
      <p:sp>
        <p:nvSpPr>
          <p:cNvPr id="106520" name="Oval 27">
            <a:extLst>
              <a:ext uri="{FF2B5EF4-FFF2-40B4-BE49-F238E27FC236}">
                <a16:creationId xmlns:a16="http://schemas.microsoft.com/office/drawing/2014/main" id="{F3F8FB61-693F-85B8-EF01-A8D23704F222}"/>
              </a:ext>
            </a:extLst>
          </p:cNvPr>
          <p:cNvSpPr>
            <a:spLocks noChangeArrowheads="1"/>
          </p:cNvSpPr>
          <p:nvPr/>
        </p:nvSpPr>
        <p:spPr bwMode="auto">
          <a:xfrm>
            <a:off x="3738564" y="3500439"/>
            <a:ext cx="136525" cy="136525"/>
          </a:xfrm>
          <a:prstGeom prst="ellipse">
            <a:avLst/>
          </a:prstGeom>
          <a:solidFill>
            <a:schemeClr val="bg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6521" name="Oval 28">
            <a:extLst>
              <a:ext uri="{FF2B5EF4-FFF2-40B4-BE49-F238E27FC236}">
                <a16:creationId xmlns:a16="http://schemas.microsoft.com/office/drawing/2014/main" id="{4307FC9B-D8BD-C550-3E8F-392FAE074315}"/>
              </a:ext>
            </a:extLst>
          </p:cNvPr>
          <p:cNvSpPr>
            <a:spLocks noChangeArrowheads="1"/>
          </p:cNvSpPr>
          <p:nvPr/>
        </p:nvSpPr>
        <p:spPr bwMode="auto">
          <a:xfrm>
            <a:off x="3738564" y="3881439"/>
            <a:ext cx="136525" cy="136525"/>
          </a:xfrm>
          <a:prstGeom prst="ellipse">
            <a:avLst/>
          </a:prstGeom>
          <a:solidFill>
            <a:schemeClr val="bg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6522" name="Oval 29">
            <a:extLst>
              <a:ext uri="{FF2B5EF4-FFF2-40B4-BE49-F238E27FC236}">
                <a16:creationId xmlns:a16="http://schemas.microsoft.com/office/drawing/2014/main" id="{877F902F-3729-36D2-13ED-A5404F6542B9}"/>
              </a:ext>
            </a:extLst>
          </p:cNvPr>
          <p:cNvSpPr>
            <a:spLocks noChangeArrowheads="1"/>
          </p:cNvSpPr>
          <p:nvPr/>
        </p:nvSpPr>
        <p:spPr bwMode="auto">
          <a:xfrm>
            <a:off x="3738564" y="4214814"/>
            <a:ext cx="136525" cy="136525"/>
          </a:xfrm>
          <a:prstGeom prst="ellipse">
            <a:avLst/>
          </a:prstGeom>
          <a:solidFill>
            <a:schemeClr val="bg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6523" name="Oval 30">
            <a:extLst>
              <a:ext uri="{FF2B5EF4-FFF2-40B4-BE49-F238E27FC236}">
                <a16:creationId xmlns:a16="http://schemas.microsoft.com/office/drawing/2014/main" id="{94B7F03A-7E66-69B9-B013-1EEBC40D7ECF}"/>
              </a:ext>
            </a:extLst>
          </p:cNvPr>
          <p:cNvSpPr>
            <a:spLocks noChangeArrowheads="1"/>
          </p:cNvSpPr>
          <p:nvPr/>
        </p:nvSpPr>
        <p:spPr bwMode="auto">
          <a:xfrm>
            <a:off x="3738564" y="4572001"/>
            <a:ext cx="136525" cy="136525"/>
          </a:xfrm>
          <a:prstGeom prst="ellipse">
            <a:avLst/>
          </a:prstGeom>
          <a:solidFill>
            <a:schemeClr val="bg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6524" name="TextBox 31">
            <a:extLst>
              <a:ext uri="{FF2B5EF4-FFF2-40B4-BE49-F238E27FC236}">
                <a16:creationId xmlns:a16="http://schemas.microsoft.com/office/drawing/2014/main" id="{0979CE9D-6E33-DCAD-BB68-39FC19E219C0}"/>
              </a:ext>
            </a:extLst>
          </p:cNvPr>
          <p:cNvSpPr txBox="1">
            <a:spLocks noChangeArrowheads="1"/>
          </p:cNvSpPr>
          <p:nvPr/>
        </p:nvSpPr>
        <p:spPr bwMode="auto">
          <a:xfrm>
            <a:off x="6881813" y="1857375"/>
            <a:ext cx="314325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Char char="•"/>
            </a:pPr>
            <a:r>
              <a:rPr lang="en-GB" altLang="en-US"/>
              <a:t> 5V Supply Operation</a:t>
            </a:r>
          </a:p>
          <a:p>
            <a:pPr eaLnBrk="1" hangingPunct="1">
              <a:buFont typeface="Arial" panose="020B0604020202020204" pitchFamily="34" charset="0"/>
              <a:buChar char="•"/>
            </a:pPr>
            <a:r>
              <a:rPr lang="en-GB" altLang="en-US"/>
              <a:t> Access Time: 150ns</a:t>
            </a:r>
          </a:p>
          <a:p>
            <a:pPr eaLnBrk="1" hangingPunct="1">
              <a:buFont typeface="Arial" panose="020B0604020202020204" pitchFamily="34" charset="0"/>
              <a:buChar char="•"/>
            </a:pPr>
            <a:r>
              <a:rPr lang="en-GB" altLang="en-US"/>
              <a:t> Low Power Consumption</a:t>
            </a:r>
          </a:p>
          <a:p>
            <a:pPr eaLnBrk="1" hangingPunct="1">
              <a:buFont typeface="Arial" panose="020B0604020202020204" pitchFamily="34" charset="0"/>
              <a:buChar char="•"/>
            </a:pPr>
            <a:r>
              <a:rPr lang="en-GB" altLang="en-US"/>
              <a:t> Fast Programming</a:t>
            </a:r>
          </a:p>
          <a:p>
            <a:pPr eaLnBrk="1" hangingPunct="1">
              <a:buFont typeface="Arial" panose="020B0604020202020204" pitchFamily="34" charset="0"/>
              <a:buChar char="•"/>
            </a:pPr>
            <a:r>
              <a:rPr lang="en-GB" altLang="en-US"/>
              <a:t> Sector Protection</a:t>
            </a:r>
          </a:p>
          <a:p>
            <a:pPr eaLnBrk="1" hangingPunct="1">
              <a:buFont typeface="Arial" panose="020B0604020202020204" pitchFamily="34" charset="0"/>
              <a:buChar char="•"/>
            </a:pPr>
            <a:r>
              <a:rPr lang="en-GB" altLang="en-US"/>
              <a:t> 100,000 Erase Cycles</a:t>
            </a:r>
          </a:p>
          <a:p>
            <a:pPr eaLnBrk="1" hangingPunct="1"/>
            <a:endParaRPr lang="en-GB" altLang="en-US"/>
          </a:p>
        </p:txBody>
      </p:sp>
      <p:sp>
        <p:nvSpPr>
          <p:cNvPr id="106525" name="TextBox 32">
            <a:extLst>
              <a:ext uri="{FF2B5EF4-FFF2-40B4-BE49-F238E27FC236}">
                <a16:creationId xmlns:a16="http://schemas.microsoft.com/office/drawing/2014/main" id="{D6B43E17-896B-11AB-81FD-D05CC47378B3}"/>
              </a:ext>
            </a:extLst>
          </p:cNvPr>
          <p:cNvSpPr txBox="1">
            <a:spLocks noChangeArrowheads="1"/>
          </p:cNvSpPr>
          <p:nvPr/>
        </p:nvSpPr>
        <p:spPr bwMode="auto">
          <a:xfrm>
            <a:off x="6881813" y="1500189"/>
            <a:ext cx="2500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Features</a:t>
            </a:r>
            <a:endParaRPr lang="en-GB"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99293EE4-D0B5-475E-F05A-452EDB913504}"/>
              </a:ext>
            </a:extLst>
          </p:cNvPr>
          <p:cNvSpPr>
            <a:spLocks noGrp="1" noChangeArrowheads="1"/>
          </p:cNvSpPr>
          <p:nvPr>
            <p:ph type="title"/>
          </p:nvPr>
        </p:nvSpPr>
        <p:spPr/>
        <p:txBody>
          <a:bodyPr/>
          <a:lstStyle/>
          <a:p>
            <a:r>
              <a:rPr lang="en-US" altLang="en-US"/>
              <a:t>RAM Initialization</a:t>
            </a:r>
            <a:endParaRPr lang="en-GB" altLang="en-US"/>
          </a:p>
        </p:txBody>
      </p:sp>
      <p:sp>
        <p:nvSpPr>
          <p:cNvPr id="3" name="TextBox 2">
            <a:extLst>
              <a:ext uri="{FF2B5EF4-FFF2-40B4-BE49-F238E27FC236}">
                <a16:creationId xmlns:a16="http://schemas.microsoft.com/office/drawing/2014/main" id="{93A3607A-0CA4-43C2-AB0B-86E039D1854B}"/>
              </a:ext>
            </a:extLst>
          </p:cNvPr>
          <p:cNvSpPr txBox="1"/>
          <p:nvPr/>
        </p:nvSpPr>
        <p:spPr>
          <a:xfrm>
            <a:off x="1981200" y="1714500"/>
            <a:ext cx="8147050" cy="3970338"/>
          </a:xfrm>
          <a:prstGeom prst="rect">
            <a:avLst/>
          </a:prstGeom>
          <a:noFill/>
        </p:spPr>
        <p:txBody>
          <a:bodyPr>
            <a:spAutoFit/>
          </a:bodyPr>
          <a:lstStyle/>
          <a:p>
            <a:pPr eaLnBrk="1" hangingPunct="1">
              <a:defRPr/>
            </a:pPr>
            <a:r>
              <a:rPr lang="en-US" b="1" dirty="0">
                <a:cs typeface="Courier New" pitchFamily="49" charset="0"/>
              </a:rPr>
              <a:t>module</a:t>
            </a:r>
            <a:r>
              <a:rPr lang="en-US" dirty="0">
                <a:cs typeface="Courier New" pitchFamily="49" charset="0"/>
              </a:rPr>
              <a:t> ram (</a:t>
            </a:r>
            <a:r>
              <a:rPr lang="en-US" dirty="0" err="1">
                <a:cs typeface="Courier New" pitchFamily="49" charset="0"/>
              </a:rPr>
              <a:t>clk</a:t>
            </a:r>
            <a:r>
              <a:rPr lang="en-US" dirty="0">
                <a:cs typeface="Courier New" pitchFamily="49" charset="0"/>
              </a:rPr>
              <a:t>, we, </a:t>
            </a:r>
            <a:r>
              <a:rPr lang="en-US" dirty="0" err="1">
                <a:cs typeface="Courier New" pitchFamily="49" charset="0"/>
              </a:rPr>
              <a:t>addr</a:t>
            </a:r>
            <a:r>
              <a:rPr lang="en-US" dirty="0">
                <a:cs typeface="Courier New" pitchFamily="49" charset="0"/>
              </a:rPr>
              <a:t>, din, </a:t>
            </a:r>
            <a:r>
              <a:rPr lang="en-US" dirty="0" err="1">
                <a:cs typeface="Courier New" pitchFamily="49" charset="0"/>
              </a:rPr>
              <a:t>dout</a:t>
            </a:r>
            <a:r>
              <a:rPr lang="en-US" dirty="0">
                <a:cs typeface="Courier New" pitchFamily="49" charset="0"/>
              </a:rPr>
              <a:t>);</a:t>
            </a:r>
            <a:endParaRPr lang="en-GB" dirty="0">
              <a:cs typeface="Courier New" pitchFamily="49" charset="0"/>
            </a:endParaRPr>
          </a:p>
          <a:p>
            <a:pPr eaLnBrk="1" hangingPunct="1">
              <a:defRPr/>
            </a:pPr>
            <a:r>
              <a:rPr lang="en-US" b="1" dirty="0">
                <a:cs typeface="Courier New" pitchFamily="49" charset="0"/>
              </a:rPr>
              <a:t>input </a:t>
            </a:r>
            <a:r>
              <a:rPr lang="en-US" dirty="0" err="1">
                <a:cs typeface="Courier New" pitchFamily="49" charset="0"/>
              </a:rPr>
              <a:t>clk,we</a:t>
            </a:r>
            <a:r>
              <a:rPr lang="en-US" dirty="0">
                <a:cs typeface="Courier New" pitchFamily="49" charset="0"/>
              </a:rPr>
              <a:t>;</a:t>
            </a:r>
            <a:endParaRPr lang="en-GB" dirty="0">
              <a:cs typeface="Courier New" pitchFamily="49" charset="0"/>
            </a:endParaRPr>
          </a:p>
          <a:p>
            <a:pPr eaLnBrk="1" hangingPunct="1">
              <a:defRPr/>
            </a:pPr>
            <a:r>
              <a:rPr lang="en-US" b="1" dirty="0">
                <a:cs typeface="Courier New" pitchFamily="49" charset="0"/>
              </a:rPr>
              <a:t>input</a:t>
            </a:r>
            <a:r>
              <a:rPr lang="en-US" dirty="0">
                <a:cs typeface="Courier New" pitchFamily="49" charset="0"/>
              </a:rPr>
              <a:t> [3:0] </a:t>
            </a:r>
            <a:r>
              <a:rPr lang="en-US" dirty="0" err="1">
                <a:cs typeface="Courier New" pitchFamily="49" charset="0"/>
              </a:rPr>
              <a:t>addr</a:t>
            </a:r>
            <a:r>
              <a:rPr lang="en-US" dirty="0">
                <a:cs typeface="Courier New" pitchFamily="49" charset="0"/>
              </a:rPr>
              <a:t>;</a:t>
            </a:r>
            <a:endParaRPr lang="en-GB" dirty="0">
              <a:cs typeface="Courier New" pitchFamily="49" charset="0"/>
            </a:endParaRPr>
          </a:p>
          <a:p>
            <a:pPr eaLnBrk="1" hangingPunct="1">
              <a:defRPr/>
            </a:pPr>
            <a:r>
              <a:rPr lang="en-US" b="1" dirty="0">
                <a:cs typeface="Courier New" pitchFamily="49" charset="0"/>
              </a:rPr>
              <a:t>input</a:t>
            </a:r>
            <a:r>
              <a:rPr lang="en-US" dirty="0">
                <a:cs typeface="Courier New" pitchFamily="49" charset="0"/>
              </a:rPr>
              <a:t> [15:0] din;</a:t>
            </a:r>
            <a:endParaRPr lang="en-GB" dirty="0">
              <a:cs typeface="Courier New" pitchFamily="49" charset="0"/>
            </a:endParaRPr>
          </a:p>
          <a:p>
            <a:pPr eaLnBrk="1" hangingPunct="1">
              <a:defRPr/>
            </a:pPr>
            <a:r>
              <a:rPr lang="en-US" b="1" dirty="0">
                <a:cs typeface="Courier New" pitchFamily="49" charset="0"/>
              </a:rPr>
              <a:t>output</a:t>
            </a:r>
            <a:r>
              <a:rPr lang="en-US" dirty="0">
                <a:cs typeface="Courier New" pitchFamily="49" charset="0"/>
              </a:rPr>
              <a:t> [15:0] </a:t>
            </a:r>
            <a:r>
              <a:rPr lang="en-US" dirty="0" err="1">
                <a:cs typeface="Courier New" pitchFamily="49" charset="0"/>
              </a:rPr>
              <a:t>dout</a:t>
            </a:r>
            <a:r>
              <a:rPr lang="en-US" dirty="0">
                <a:cs typeface="Courier New" pitchFamily="49" charset="0"/>
              </a:rPr>
              <a:t>;</a:t>
            </a:r>
            <a:endParaRPr lang="en-GB" dirty="0">
              <a:cs typeface="Courier New" pitchFamily="49" charset="0"/>
            </a:endParaRPr>
          </a:p>
          <a:p>
            <a:pPr eaLnBrk="1" hangingPunct="1">
              <a:defRPr/>
            </a:pPr>
            <a:r>
              <a:rPr lang="en-US" b="1" dirty="0" err="1">
                <a:cs typeface="Courier New" pitchFamily="49" charset="0"/>
              </a:rPr>
              <a:t>reg</a:t>
            </a:r>
            <a:r>
              <a:rPr lang="en-US" dirty="0">
                <a:cs typeface="Courier New" pitchFamily="49" charset="0"/>
              </a:rPr>
              <a:t> [15:0] ram [15:0];</a:t>
            </a:r>
            <a:endParaRPr lang="en-GB" dirty="0">
              <a:cs typeface="Courier New" pitchFamily="49" charset="0"/>
            </a:endParaRPr>
          </a:p>
          <a:p>
            <a:pPr eaLnBrk="1" hangingPunct="1">
              <a:defRPr/>
            </a:pPr>
            <a:r>
              <a:rPr lang="pt-BR" b="1" dirty="0">
                <a:cs typeface="Courier New" pitchFamily="49" charset="0"/>
              </a:rPr>
              <a:t>reg</a:t>
            </a:r>
            <a:r>
              <a:rPr lang="pt-BR" dirty="0">
                <a:cs typeface="Courier New" pitchFamily="49" charset="0"/>
              </a:rPr>
              <a:t> [15:0] dout;</a:t>
            </a:r>
            <a:endParaRPr lang="en-GB" dirty="0">
              <a:cs typeface="Courier New" pitchFamily="49" charset="0"/>
            </a:endParaRPr>
          </a:p>
          <a:p>
            <a:pPr eaLnBrk="1" hangingPunct="1">
              <a:defRPr/>
            </a:pPr>
            <a:r>
              <a:rPr lang="pt-BR" b="1" dirty="0">
                <a:cs typeface="Courier New" pitchFamily="49" charset="0"/>
              </a:rPr>
              <a:t>initial begin</a:t>
            </a:r>
            <a:endParaRPr lang="en-GB" dirty="0">
              <a:cs typeface="Courier New" pitchFamily="49" charset="0"/>
            </a:endParaRPr>
          </a:p>
          <a:p>
            <a:pPr eaLnBrk="1" hangingPunct="1">
              <a:defRPr/>
            </a:pPr>
            <a:r>
              <a:rPr lang="pt-BR" dirty="0">
                <a:cs typeface="Courier New" pitchFamily="49" charset="0"/>
              </a:rPr>
              <a:t>ram[15]=16’h020A; ram[14]=16’h0030; ram[13]=16’h0810;</a:t>
            </a:r>
            <a:br>
              <a:rPr lang="pt-BR" dirty="0">
                <a:cs typeface="Courier New" pitchFamily="49" charset="0"/>
              </a:rPr>
            </a:br>
            <a:r>
              <a:rPr lang="pt-BR" dirty="0">
                <a:cs typeface="Courier New" pitchFamily="49" charset="0"/>
              </a:rPr>
              <a:t>ram[12]=16’h02BA; ram[11]=16’h073F; ram[10]=16’hC810;</a:t>
            </a:r>
            <a:br>
              <a:rPr lang="pt-BR" dirty="0">
                <a:cs typeface="Courier New" pitchFamily="49" charset="0"/>
              </a:rPr>
            </a:br>
            <a:r>
              <a:rPr lang="pt-BR" dirty="0">
                <a:cs typeface="Courier New" pitchFamily="49" charset="0"/>
              </a:rPr>
              <a:t>ram[9]=16’h92BA; ram[8]=16’h073E; ram[7]=16’hCA10; ram[6]=16’h129A;ram[5]=16’h073;ram[4]=16’hC810;ram[3]=16’h02BA; ram[2]=16’h073;ram[1]=16’hC810;ram</a:t>
            </a:r>
            <a:r>
              <a:rPr lang="ru-RU" dirty="0">
                <a:cs typeface="Courier New" pitchFamily="49" charset="0"/>
              </a:rPr>
              <a:t>[0]=16’</a:t>
            </a:r>
            <a:r>
              <a:rPr lang="pt-BR" dirty="0">
                <a:cs typeface="Courier New" pitchFamily="49" charset="0"/>
              </a:rPr>
              <a:t>h</a:t>
            </a:r>
            <a:r>
              <a:rPr lang="ru-RU" dirty="0">
                <a:cs typeface="Courier New" pitchFamily="49" charset="0"/>
              </a:rPr>
              <a:t>9700;</a:t>
            </a:r>
            <a:endParaRPr lang="en-US" dirty="0">
              <a:cs typeface="Courier New" pitchFamily="49" charset="0"/>
            </a:endParaRPr>
          </a:p>
          <a:p>
            <a:pPr eaLnBrk="1" hangingPunct="1">
              <a:defRPr/>
            </a:pPr>
            <a:r>
              <a:rPr lang="pt-BR" b="1" dirty="0">
                <a:cs typeface="Courier New" pitchFamily="49" charset="0"/>
              </a:rPr>
              <a:t>end</a:t>
            </a:r>
            <a:endParaRPr lang="en-GB" dirty="0">
              <a:cs typeface="Courier New" pitchFamily="49" charset="0"/>
            </a:endParaRPr>
          </a:p>
        </p:txBody>
      </p:sp>
      <p:sp>
        <p:nvSpPr>
          <p:cNvPr id="107524" name="TextBox 3">
            <a:extLst>
              <a:ext uri="{FF2B5EF4-FFF2-40B4-BE49-F238E27FC236}">
                <a16:creationId xmlns:a16="http://schemas.microsoft.com/office/drawing/2014/main" id="{B79635FC-1A17-A9A5-B91B-88127671AEBD}"/>
              </a:ext>
            </a:extLst>
          </p:cNvPr>
          <p:cNvSpPr txBox="1">
            <a:spLocks noChangeArrowheads="1"/>
          </p:cNvSpPr>
          <p:nvPr/>
        </p:nvSpPr>
        <p:spPr bwMode="auto">
          <a:xfrm>
            <a:off x="1809751" y="1357314"/>
            <a:ext cx="4429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Example 1</a:t>
            </a:r>
            <a:endParaRPr lang="en-GB" altLang="en-US" b="1"/>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a:extLst>
              <a:ext uri="{FF2B5EF4-FFF2-40B4-BE49-F238E27FC236}">
                <a16:creationId xmlns:a16="http://schemas.microsoft.com/office/drawing/2014/main" id="{BEFC3886-CE9B-8AA8-3918-30C1AF9E014E}"/>
              </a:ext>
            </a:extLst>
          </p:cNvPr>
          <p:cNvSpPr>
            <a:spLocks noGrp="1" noChangeArrowheads="1"/>
          </p:cNvSpPr>
          <p:nvPr>
            <p:ph type="title"/>
          </p:nvPr>
        </p:nvSpPr>
        <p:spPr/>
        <p:txBody>
          <a:bodyPr/>
          <a:lstStyle/>
          <a:p>
            <a:r>
              <a:rPr lang="en-US" altLang="en-US"/>
              <a:t>RAM Initialization</a:t>
            </a:r>
            <a:endParaRPr lang="en-GB" altLang="en-US"/>
          </a:p>
        </p:txBody>
      </p:sp>
      <p:sp>
        <p:nvSpPr>
          <p:cNvPr id="108547" name="TextBox 2">
            <a:extLst>
              <a:ext uri="{FF2B5EF4-FFF2-40B4-BE49-F238E27FC236}">
                <a16:creationId xmlns:a16="http://schemas.microsoft.com/office/drawing/2014/main" id="{AA06E3DD-F95A-812F-B3A7-E9A1D7AE4351}"/>
              </a:ext>
            </a:extLst>
          </p:cNvPr>
          <p:cNvSpPr txBox="1">
            <a:spLocks noChangeArrowheads="1"/>
          </p:cNvSpPr>
          <p:nvPr/>
        </p:nvSpPr>
        <p:spPr bwMode="auto">
          <a:xfrm>
            <a:off x="1952625" y="1500189"/>
            <a:ext cx="4357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Example 2</a:t>
            </a:r>
            <a:endParaRPr lang="en-GB" altLang="en-US" b="1"/>
          </a:p>
        </p:txBody>
      </p:sp>
      <p:sp>
        <p:nvSpPr>
          <p:cNvPr id="4" name="TextBox 3">
            <a:extLst>
              <a:ext uri="{FF2B5EF4-FFF2-40B4-BE49-F238E27FC236}">
                <a16:creationId xmlns:a16="http://schemas.microsoft.com/office/drawing/2014/main" id="{B1667039-2EB6-4FC9-BFEB-0E905F12834A}"/>
              </a:ext>
            </a:extLst>
          </p:cNvPr>
          <p:cNvSpPr txBox="1"/>
          <p:nvPr/>
        </p:nvSpPr>
        <p:spPr>
          <a:xfrm>
            <a:off x="1952625" y="2071689"/>
            <a:ext cx="8072438" cy="3140075"/>
          </a:xfrm>
          <a:prstGeom prst="rect">
            <a:avLst/>
          </a:prstGeom>
          <a:noFill/>
        </p:spPr>
        <p:txBody>
          <a:bodyPr>
            <a:spAutoFit/>
          </a:bodyPr>
          <a:lstStyle/>
          <a:p>
            <a:pPr eaLnBrk="1" hangingPunct="1">
              <a:defRPr/>
            </a:pPr>
            <a:r>
              <a:rPr lang="en-US" b="1" dirty="0" err="1">
                <a:cs typeface="Courier New" pitchFamily="49" charset="0"/>
              </a:rPr>
              <a:t>reg</a:t>
            </a:r>
            <a:r>
              <a:rPr lang="ru-RU" dirty="0">
                <a:cs typeface="Courier New" pitchFamily="49" charset="0"/>
              </a:rPr>
              <a:t>[15:0] </a:t>
            </a:r>
            <a:r>
              <a:rPr lang="en-US" dirty="0">
                <a:cs typeface="Courier New" pitchFamily="49" charset="0"/>
              </a:rPr>
              <a:t>ram</a:t>
            </a:r>
            <a:r>
              <a:rPr lang="ru-RU" dirty="0">
                <a:cs typeface="Courier New" pitchFamily="49" charset="0"/>
              </a:rPr>
              <a:t>[0:255];</a:t>
            </a:r>
            <a:endParaRPr lang="en-GB" dirty="0">
              <a:cs typeface="Courier New" pitchFamily="49" charset="0"/>
            </a:endParaRPr>
          </a:p>
          <a:p>
            <a:pPr eaLnBrk="1" hangingPunct="1">
              <a:defRPr/>
            </a:pPr>
            <a:r>
              <a:rPr lang="en-US" b="1" dirty="0">
                <a:cs typeface="Courier New" pitchFamily="49" charset="0"/>
              </a:rPr>
              <a:t>integer </a:t>
            </a:r>
            <a:r>
              <a:rPr lang="en-US" dirty="0">
                <a:cs typeface="Courier New" pitchFamily="49" charset="0"/>
              </a:rPr>
              <a:t>k</a:t>
            </a:r>
            <a:r>
              <a:rPr lang="ru-RU" dirty="0">
                <a:cs typeface="Courier New" pitchFamily="49" charset="0"/>
              </a:rPr>
              <a:t>;</a:t>
            </a:r>
            <a:endParaRPr lang="en-GB" dirty="0">
              <a:cs typeface="Courier New" pitchFamily="49" charset="0"/>
            </a:endParaRPr>
          </a:p>
          <a:p>
            <a:pPr eaLnBrk="1" hangingPunct="1">
              <a:defRPr/>
            </a:pPr>
            <a:r>
              <a:rPr lang="en-US" b="1" dirty="0">
                <a:cs typeface="Courier New" pitchFamily="49" charset="0"/>
              </a:rPr>
              <a:t>initial begin</a:t>
            </a:r>
            <a:endParaRPr lang="en-GB" dirty="0">
              <a:cs typeface="Courier New" pitchFamily="49" charset="0"/>
            </a:endParaRPr>
          </a:p>
          <a:p>
            <a:pPr eaLnBrk="1" hangingPunct="1">
              <a:defRPr/>
            </a:pPr>
            <a:r>
              <a:rPr lang="da-DK" b="1" dirty="0">
                <a:cs typeface="Courier New" pitchFamily="49" charset="0"/>
              </a:rPr>
              <a:t>for </a:t>
            </a:r>
            <a:r>
              <a:rPr lang="ru-RU" dirty="0">
                <a:cs typeface="Courier New" pitchFamily="49" charset="0"/>
              </a:rPr>
              <a:t>(</a:t>
            </a:r>
            <a:r>
              <a:rPr lang="da-DK" dirty="0">
                <a:cs typeface="Courier New" pitchFamily="49" charset="0"/>
              </a:rPr>
              <a:t>k</a:t>
            </a:r>
            <a:r>
              <a:rPr lang="ru-RU" dirty="0">
                <a:cs typeface="Courier New" pitchFamily="49" charset="0"/>
              </a:rPr>
              <a:t>=0;</a:t>
            </a:r>
            <a:r>
              <a:rPr lang="da-DK" dirty="0">
                <a:cs typeface="Courier New" pitchFamily="49" charset="0"/>
              </a:rPr>
              <a:t>k</a:t>
            </a:r>
            <a:r>
              <a:rPr lang="ru-RU" dirty="0">
                <a:cs typeface="Courier New" pitchFamily="49" charset="0"/>
              </a:rPr>
              <a:t>&lt;=100; </a:t>
            </a:r>
            <a:r>
              <a:rPr lang="da-DK" dirty="0">
                <a:cs typeface="Courier New" pitchFamily="49" charset="0"/>
              </a:rPr>
              <a:t>k</a:t>
            </a:r>
            <a:r>
              <a:rPr lang="ru-RU" dirty="0">
                <a:cs typeface="Courier New" pitchFamily="49" charset="0"/>
              </a:rPr>
              <a:t>=</a:t>
            </a:r>
            <a:r>
              <a:rPr lang="da-DK" dirty="0">
                <a:cs typeface="Courier New" pitchFamily="49" charset="0"/>
              </a:rPr>
              <a:t>k</a:t>
            </a:r>
            <a:r>
              <a:rPr lang="ru-RU" dirty="0">
                <a:cs typeface="Courier New" pitchFamily="49" charset="0"/>
              </a:rPr>
              <a:t>+1)</a:t>
            </a:r>
            <a:endParaRPr lang="en-GB" dirty="0">
              <a:cs typeface="Courier New" pitchFamily="49" charset="0"/>
            </a:endParaRPr>
          </a:p>
          <a:p>
            <a:pPr eaLnBrk="1" hangingPunct="1">
              <a:defRPr/>
            </a:pPr>
            <a:r>
              <a:rPr lang="da-DK" dirty="0">
                <a:cs typeface="Courier New" pitchFamily="49" charset="0"/>
              </a:rPr>
              <a:t>ram</a:t>
            </a:r>
            <a:r>
              <a:rPr lang="ru-RU" dirty="0">
                <a:cs typeface="Courier New" pitchFamily="49" charset="0"/>
              </a:rPr>
              <a:t>[</a:t>
            </a:r>
            <a:r>
              <a:rPr lang="da-DK" dirty="0">
                <a:cs typeface="Courier New" pitchFamily="49" charset="0"/>
              </a:rPr>
              <a:t>k</a:t>
            </a:r>
            <a:r>
              <a:rPr lang="ru-RU" dirty="0">
                <a:cs typeface="Courier New" pitchFamily="49" charset="0"/>
              </a:rPr>
              <a:t>]=16’</a:t>
            </a:r>
            <a:r>
              <a:rPr lang="da-DK" dirty="0">
                <a:cs typeface="Courier New" pitchFamily="49" charset="0"/>
              </a:rPr>
              <a:t>h</a:t>
            </a:r>
            <a:r>
              <a:rPr lang="ru-RU" dirty="0">
                <a:cs typeface="Courier New" pitchFamily="49" charset="0"/>
              </a:rPr>
              <a:t>1234;</a:t>
            </a:r>
            <a:endParaRPr lang="en-GB" dirty="0">
              <a:cs typeface="Courier New" pitchFamily="49" charset="0"/>
            </a:endParaRPr>
          </a:p>
          <a:p>
            <a:pPr eaLnBrk="1" hangingPunct="1">
              <a:defRPr/>
            </a:pPr>
            <a:r>
              <a:rPr lang="da-DK" dirty="0">
                <a:cs typeface="Courier New" pitchFamily="49" charset="0"/>
              </a:rPr>
              <a:t>ram</a:t>
            </a:r>
            <a:r>
              <a:rPr lang="ru-RU" dirty="0">
                <a:cs typeface="Courier New" pitchFamily="49" charset="0"/>
              </a:rPr>
              <a:t>[101]=16’</a:t>
            </a:r>
            <a:r>
              <a:rPr lang="da-DK" dirty="0">
                <a:cs typeface="Courier New" pitchFamily="49" charset="0"/>
              </a:rPr>
              <a:t>h</a:t>
            </a:r>
            <a:r>
              <a:rPr lang="ru-RU" dirty="0">
                <a:cs typeface="Courier New" pitchFamily="49" charset="0"/>
              </a:rPr>
              <a:t>1111;</a:t>
            </a:r>
            <a:endParaRPr lang="en-GB" dirty="0">
              <a:cs typeface="Courier New" pitchFamily="49" charset="0"/>
            </a:endParaRPr>
          </a:p>
          <a:p>
            <a:pPr eaLnBrk="1" hangingPunct="1">
              <a:defRPr/>
            </a:pPr>
            <a:r>
              <a:rPr lang="da-DK" dirty="0">
                <a:cs typeface="Courier New" pitchFamily="49" charset="0"/>
              </a:rPr>
              <a:t>ram</a:t>
            </a:r>
            <a:r>
              <a:rPr lang="ru-RU" dirty="0">
                <a:cs typeface="Courier New" pitchFamily="49" charset="0"/>
              </a:rPr>
              <a:t>[102]= 16’</a:t>
            </a:r>
            <a:r>
              <a:rPr lang="da-DK" dirty="0">
                <a:cs typeface="Courier New" pitchFamily="49" charset="0"/>
              </a:rPr>
              <a:t>h</a:t>
            </a:r>
            <a:r>
              <a:rPr lang="ru-RU" dirty="0">
                <a:cs typeface="Courier New" pitchFamily="49" charset="0"/>
              </a:rPr>
              <a:t>2222;</a:t>
            </a:r>
            <a:endParaRPr lang="en-GB" dirty="0">
              <a:cs typeface="Courier New" pitchFamily="49" charset="0"/>
            </a:endParaRPr>
          </a:p>
          <a:p>
            <a:pPr eaLnBrk="1" hangingPunct="1">
              <a:defRPr/>
            </a:pPr>
            <a:r>
              <a:rPr lang="da-DK" b="1" dirty="0">
                <a:cs typeface="Courier New" pitchFamily="49" charset="0"/>
              </a:rPr>
              <a:t>for</a:t>
            </a:r>
            <a:r>
              <a:rPr lang="ru-RU" dirty="0">
                <a:cs typeface="Courier New" pitchFamily="49" charset="0"/>
              </a:rPr>
              <a:t>(</a:t>
            </a:r>
            <a:r>
              <a:rPr lang="da-DK" dirty="0">
                <a:cs typeface="Courier New" pitchFamily="49" charset="0"/>
              </a:rPr>
              <a:t>k</a:t>
            </a:r>
            <a:r>
              <a:rPr lang="ru-RU" dirty="0">
                <a:cs typeface="Courier New" pitchFamily="49" charset="0"/>
              </a:rPr>
              <a:t>=103; </a:t>
            </a:r>
            <a:r>
              <a:rPr lang="da-DK" dirty="0">
                <a:cs typeface="Courier New" pitchFamily="49" charset="0"/>
              </a:rPr>
              <a:t>k</a:t>
            </a:r>
            <a:r>
              <a:rPr lang="ru-RU" dirty="0">
                <a:cs typeface="Courier New" pitchFamily="49" charset="0"/>
              </a:rPr>
              <a:t>&lt;=255; </a:t>
            </a:r>
            <a:r>
              <a:rPr lang="da-DK" dirty="0">
                <a:cs typeface="Courier New" pitchFamily="49" charset="0"/>
              </a:rPr>
              <a:t>k</a:t>
            </a:r>
            <a:r>
              <a:rPr lang="ru-RU" dirty="0">
                <a:cs typeface="Courier New" pitchFamily="49" charset="0"/>
              </a:rPr>
              <a:t>=</a:t>
            </a:r>
            <a:r>
              <a:rPr lang="da-DK" dirty="0">
                <a:cs typeface="Courier New" pitchFamily="49" charset="0"/>
              </a:rPr>
              <a:t>k</a:t>
            </a:r>
            <a:r>
              <a:rPr lang="ru-RU" dirty="0">
                <a:cs typeface="Courier New" pitchFamily="49" charset="0"/>
              </a:rPr>
              <a:t>+1)</a:t>
            </a:r>
            <a:endParaRPr lang="en-GB" dirty="0">
              <a:cs typeface="Courier New" pitchFamily="49" charset="0"/>
            </a:endParaRPr>
          </a:p>
          <a:p>
            <a:pPr eaLnBrk="1" hangingPunct="1">
              <a:defRPr/>
            </a:pPr>
            <a:r>
              <a:rPr lang="da-DK" dirty="0">
                <a:cs typeface="Courier New" pitchFamily="49" charset="0"/>
              </a:rPr>
              <a:t>ram[k]=16’hFFFF;</a:t>
            </a:r>
            <a:endParaRPr lang="en-GB" dirty="0">
              <a:cs typeface="Courier New" pitchFamily="49" charset="0"/>
            </a:endParaRPr>
          </a:p>
          <a:p>
            <a:pPr eaLnBrk="1" hangingPunct="1">
              <a:defRPr/>
            </a:pPr>
            <a:r>
              <a:rPr lang="da-DK" b="1" dirty="0">
                <a:cs typeface="Courier New" pitchFamily="49" charset="0"/>
              </a:rPr>
              <a:t>end</a:t>
            </a:r>
            <a:endParaRPr lang="en-GB" dirty="0">
              <a:cs typeface="Courier New" pitchFamily="49" charset="0"/>
            </a:endParaRPr>
          </a:p>
          <a:p>
            <a:pPr eaLnBrk="1" hangingPunct="1">
              <a:defRPr/>
            </a:pPr>
            <a:endParaRPr lang="en-GB" dirty="0">
              <a:cs typeface="Courier New" pitchFamily="49"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A51FE3ED-6F5C-894A-4DB6-2D316D4E0FB4}"/>
              </a:ext>
            </a:extLst>
          </p:cNvPr>
          <p:cNvSpPr>
            <a:spLocks noGrp="1" noChangeArrowheads="1"/>
          </p:cNvSpPr>
          <p:nvPr>
            <p:ph type="title"/>
          </p:nvPr>
        </p:nvSpPr>
        <p:spPr/>
        <p:txBody>
          <a:bodyPr/>
          <a:lstStyle/>
          <a:p>
            <a:r>
              <a:rPr lang="en-US" altLang="en-US"/>
              <a:t>RAM Initialization</a:t>
            </a:r>
            <a:endParaRPr lang="en-GB" altLang="en-US"/>
          </a:p>
        </p:txBody>
      </p:sp>
      <p:sp>
        <p:nvSpPr>
          <p:cNvPr id="109571" name="TextBox 2">
            <a:extLst>
              <a:ext uri="{FF2B5EF4-FFF2-40B4-BE49-F238E27FC236}">
                <a16:creationId xmlns:a16="http://schemas.microsoft.com/office/drawing/2014/main" id="{CC891DC6-C04A-67AE-6F56-7C973C69839A}"/>
              </a:ext>
            </a:extLst>
          </p:cNvPr>
          <p:cNvSpPr txBox="1">
            <a:spLocks noChangeArrowheads="1"/>
          </p:cNvSpPr>
          <p:nvPr/>
        </p:nvSpPr>
        <p:spPr bwMode="auto">
          <a:xfrm>
            <a:off x="2135188" y="1214438"/>
            <a:ext cx="47879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Example 3</a:t>
            </a:r>
            <a:endParaRPr lang="en-GB" altLang="en-US" b="1"/>
          </a:p>
        </p:txBody>
      </p:sp>
      <p:sp>
        <p:nvSpPr>
          <p:cNvPr id="4" name="TextBox 3">
            <a:extLst>
              <a:ext uri="{FF2B5EF4-FFF2-40B4-BE49-F238E27FC236}">
                <a16:creationId xmlns:a16="http://schemas.microsoft.com/office/drawing/2014/main" id="{733FC6AC-D60E-4E87-99CA-170529479C08}"/>
              </a:ext>
            </a:extLst>
          </p:cNvPr>
          <p:cNvSpPr txBox="1"/>
          <p:nvPr/>
        </p:nvSpPr>
        <p:spPr>
          <a:xfrm>
            <a:off x="1981201" y="1601788"/>
            <a:ext cx="7502525" cy="4246562"/>
          </a:xfrm>
          <a:prstGeom prst="rect">
            <a:avLst/>
          </a:prstGeom>
          <a:noFill/>
        </p:spPr>
        <p:txBody>
          <a:bodyPr>
            <a:spAutoFit/>
          </a:bodyPr>
          <a:lstStyle/>
          <a:p>
            <a:pPr eaLnBrk="1" hangingPunct="1">
              <a:defRPr/>
            </a:pPr>
            <a:r>
              <a:rPr lang="en-US" b="1" dirty="0">
                <a:cs typeface="Courier New" pitchFamily="49" charset="0"/>
              </a:rPr>
              <a:t>module</a:t>
            </a:r>
            <a:r>
              <a:rPr lang="en-US" dirty="0">
                <a:cs typeface="Courier New" pitchFamily="49" charset="0"/>
              </a:rPr>
              <a:t> ram (</a:t>
            </a:r>
            <a:r>
              <a:rPr lang="en-US" dirty="0" err="1">
                <a:cs typeface="Courier New" pitchFamily="49" charset="0"/>
              </a:rPr>
              <a:t>clk</a:t>
            </a:r>
            <a:r>
              <a:rPr lang="en-US" dirty="0">
                <a:cs typeface="Courier New" pitchFamily="49" charset="0"/>
              </a:rPr>
              <a:t>, we, </a:t>
            </a:r>
            <a:r>
              <a:rPr lang="en-US" dirty="0" err="1">
                <a:cs typeface="Courier New" pitchFamily="49" charset="0"/>
              </a:rPr>
              <a:t>addr</a:t>
            </a:r>
            <a:r>
              <a:rPr lang="en-US" dirty="0">
                <a:cs typeface="Courier New" pitchFamily="49" charset="0"/>
              </a:rPr>
              <a:t>, din, </a:t>
            </a:r>
            <a:r>
              <a:rPr lang="en-US" dirty="0" err="1">
                <a:cs typeface="Courier New" pitchFamily="49" charset="0"/>
              </a:rPr>
              <a:t>dout</a:t>
            </a:r>
            <a:r>
              <a:rPr lang="en-US" dirty="0">
                <a:cs typeface="Courier New" pitchFamily="49" charset="0"/>
              </a:rPr>
              <a:t>);</a:t>
            </a:r>
            <a:endParaRPr lang="en-GB" dirty="0">
              <a:cs typeface="Courier New" pitchFamily="49" charset="0"/>
            </a:endParaRPr>
          </a:p>
          <a:p>
            <a:pPr eaLnBrk="1" hangingPunct="1">
              <a:defRPr/>
            </a:pPr>
            <a:r>
              <a:rPr lang="en-US" b="1" dirty="0">
                <a:cs typeface="Courier New" pitchFamily="49" charset="0"/>
              </a:rPr>
              <a:t>input</a:t>
            </a:r>
            <a:r>
              <a:rPr lang="en-US" dirty="0">
                <a:cs typeface="Courier New" pitchFamily="49" charset="0"/>
              </a:rPr>
              <a:t> </a:t>
            </a:r>
            <a:r>
              <a:rPr lang="en-US" dirty="0" err="1">
                <a:cs typeface="Courier New" pitchFamily="49" charset="0"/>
              </a:rPr>
              <a:t>clk,we</a:t>
            </a:r>
            <a:r>
              <a:rPr lang="en-US" dirty="0">
                <a:cs typeface="Courier New" pitchFamily="49" charset="0"/>
              </a:rPr>
              <a:t>;</a:t>
            </a:r>
            <a:endParaRPr lang="en-GB" dirty="0">
              <a:cs typeface="Courier New" pitchFamily="49" charset="0"/>
            </a:endParaRPr>
          </a:p>
          <a:p>
            <a:pPr eaLnBrk="1" hangingPunct="1">
              <a:defRPr/>
            </a:pPr>
            <a:r>
              <a:rPr lang="en-US" b="1" dirty="0">
                <a:cs typeface="Courier New" pitchFamily="49" charset="0"/>
              </a:rPr>
              <a:t>input</a:t>
            </a:r>
            <a:r>
              <a:rPr lang="en-US" dirty="0">
                <a:cs typeface="Courier New" pitchFamily="49" charset="0"/>
              </a:rPr>
              <a:t> [5:0] </a:t>
            </a:r>
            <a:r>
              <a:rPr lang="en-US" dirty="0" err="1">
                <a:cs typeface="Courier New" pitchFamily="49" charset="0"/>
              </a:rPr>
              <a:t>addr</a:t>
            </a:r>
            <a:r>
              <a:rPr lang="en-US" dirty="0">
                <a:cs typeface="Courier New" pitchFamily="49" charset="0"/>
              </a:rPr>
              <a:t>;</a:t>
            </a:r>
            <a:endParaRPr lang="en-GB" dirty="0">
              <a:cs typeface="Courier New" pitchFamily="49" charset="0"/>
            </a:endParaRPr>
          </a:p>
          <a:p>
            <a:pPr eaLnBrk="1" hangingPunct="1">
              <a:defRPr/>
            </a:pPr>
            <a:r>
              <a:rPr lang="en-US" b="1" dirty="0">
                <a:cs typeface="Courier New" pitchFamily="49" charset="0"/>
              </a:rPr>
              <a:t>input</a:t>
            </a:r>
            <a:r>
              <a:rPr lang="en-US" dirty="0">
                <a:cs typeface="Courier New" pitchFamily="49" charset="0"/>
              </a:rPr>
              <a:t> [31:0] din;</a:t>
            </a:r>
            <a:endParaRPr lang="en-GB" dirty="0">
              <a:cs typeface="Courier New" pitchFamily="49" charset="0"/>
            </a:endParaRPr>
          </a:p>
          <a:p>
            <a:pPr eaLnBrk="1" hangingPunct="1">
              <a:defRPr/>
            </a:pPr>
            <a:r>
              <a:rPr lang="en-US" b="1" dirty="0">
                <a:cs typeface="Courier New" pitchFamily="49" charset="0"/>
              </a:rPr>
              <a:t>output</a:t>
            </a:r>
            <a:r>
              <a:rPr lang="en-US" dirty="0">
                <a:cs typeface="Courier New" pitchFamily="49" charset="0"/>
              </a:rPr>
              <a:t> [31:0] </a:t>
            </a:r>
            <a:r>
              <a:rPr lang="en-US" dirty="0" err="1">
                <a:cs typeface="Courier New" pitchFamily="49" charset="0"/>
              </a:rPr>
              <a:t>dout</a:t>
            </a:r>
            <a:r>
              <a:rPr lang="en-US" dirty="0">
                <a:cs typeface="Courier New" pitchFamily="49" charset="0"/>
              </a:rPr>
              <a:t>;</a:t>
            </a:r>
            <a:endParaRPr lang="en-GB" dirty="0">
              <a:cs typeface="Courier New" pitchFamily="49" charset="0"/>
            </a:endParaRPr>
          </a:p>
          <a:p>
            <a:pPr eaLnBrk="1" hangingPunct="1">
              <a:defRPr/>
            </a:pPr>
            <a:r>
              <a:rPr lang="en-US" b="1" dirty="0" err="1">
                <a:cs typeface="Courier New" pitchFamily="49" charset="0"/>
              </a:rPr>
              <a:t>reg</a:t>
            </a:r>
            <a:r>
              <a:rPr lang="en-US" dirty="0">
                <a:cs typeface="Courier New" pitchFamily="49" charset="0"/>
              </a:rPr>
              <a:t> [31:0] ram [0:63];</a:t>
            </a:r>
            <a:endParaRPr lang="en-GB" dirty="0">
              <a:cs typeface="Courier New" pitchFamily="49" charset="0"/>
            </a:endParaRPr>
          </a:p>
          <a:p>
            <a:pPr eaLnBrk="1" hangingPunct="1">
              <a:defRPr/>
            </a:pPr>
            <a:r>
              <a:rPr lang="en-US" b="1" dirty="0" err="1">
                <a:cs typeface="Courier New" pitchFamily="49" charset="0"/>
              </a:rPr>
              <a:t>reg</a:t>
            </a:r>
            <a:r>
              <a:rPr lang="en-US" dirty="0">
                <a:cs typeface="Courier New" pitchFamily="49" charset="0"/>
              </a:rPr>
              <a:t> [31:0] </a:t>
            </a:r>
            <a:r>
              <a:rPr lang="en-US" dirty="0" err="1">
                <a:cs typeface="Courier New" pitchFamily="49" charset="0"/>
              </a:rPr>
              <a:t>dout</a:t>
            </a:r>
            <a:r>
              <a:rPr lang="en-US" dirty="0">
                <a:cs typeface="Courier New" pitchFamily="49" charset="0"/>
              </a:rPr>
              <a:t>;</a:t>
            </a:r>
            <a:endParaRPr lang="en-GB" dirty="0">
              <a:cs typeface="Courier New" pitchFamily="49" charset="0"/>
            </a:endParaRPr>
          </a:p>
          <a:p>
            <a:pPr eaLnBrk="1" hangingPunct="1">
              <a:defRPr/>
            </a:pPr>
            <a:r>
              <a:rPr lang="en-US" b="1" dirty="0">
                <a:cs typeface="Courier New" pitchFamily="49" charset="0"/>
              </a:rPr>
              <a:t>initial begin</a:t>
            </a:r>
            <a:endParaRPr lang="en-GB" dirty="0">
              <a:cs typeface="Courier New" pitchFamily="49" charset="0"/>
            </a:endParaRPr>
          </a:p>
          <a:p>
            <a:pPr eaLnBrk="1" hangingPunct="1">
              <a:defRPr/>
            </a:pPr>
            <a:r>
              <a:rPr lang="en-US" dirty="0">
                <a:cs typeface="Courier New" pitchFamily="49" charset="0"/>
              </a:rPr>
              <a:t>$</a:t>
            </a:r>
            <a:r>
              <a:rPr lang="en-US" dirty="0" err="1">
                <a:cs typeface="Courier New" pitchFamily="49" charset="0"/>
              </a:rPr>
              <a:t>readmemb</a:t>
            </a:r>
            <a:r>
              <a:rPr lang="en-US" dirty="0">
                <a:cs typeface="Courier New" pitchFamily="49" charset="0"/>
              </a:rPr>
              <a:t>("</a:t>
            </a:r>
            <a:r>
              <a:rPr lang="en-US" dirty="0" err="1">
                <a:cs typeface="Courier New" pitchFamily="49" charset="0"/>
              </a:rPr>
              <a:t>ram_data",ram</a:t>
            </a:r>
            <a:r>
              <a:rPr lang="en-US" dirty="0">
                <a:cs typeface="Courier New" pitchFamily="49" charset="0"/>
              </a:rPr>
              <a:t>);</a:t>
            </a:r>
            <a:endParaRPr lang="en-GB" dirty="0">
              <a:cs typeface="Courier New" pitchFamily="49" charset="0"/>
            </a:endParaRPr>
          </a:p>
          <a:p>
            <a:pPr eaLnBrk="1" hangingPunct="1">
              <a:defRPr/>
            </a:pPr>
            <a:r>
              <a:rPr lang="en-US" b="1" dirty="0">
                <a:cs typeface="Courier New" pitchFamily="49" charset="0"/>
              </a:rPr>
              <a:t>end</a:t>
            </a:r>
            <a:endParaRPr lang="en-GB" dirty="0">
              <a:cs typeface="Courier New" pitchFamily="49" charset="0"/>
            </a:endParaRPr>
          </a:p>
          <a:p>
            <a:pPr eaLnBrk="1" hangingPunct="1">
              <a:defRPr/>
            </a:pPr>
            <a:r>
              <a:rPr lang="en-US" b="1" dirty="0">
                <a:cs typeface="Courier New" pitchFamily="49" charset="0"/>
              </a:rPr>
              <a:t>always </a:t>
            </a:r>
            <a:r>
              <a:rPr lang="en-US" dirty="0">
                <a:cs typeface="Courier New" pitchFamily="49" charset="0"/>
              </a:rPr>
              <a:t>@(</a:t>
            </a:r>
            <a:r>
              <a:rPr lang="en-US" dirty="0" err="1">
                <a:cs typeface="Courier New" pitchFamily="49" charset="0"/>
              </a:rPr>
              <a:t>posedge</a:t>
            </a:r>
            <a:r>
              <a:rPr lang="en-US" dirty="0">
                <a:cs typeface="Courier New" pitchFamily="49" charset="0"/>
              </a:rPr>
              <a:t> </a:t>
            </a:r>
            <a:r>
              <a:rPr lang="en-US" dirty="0" err="1">
                <a:cs typeface="Courier New" pitchFamily="49" charset="0"/>
              </a:rPr>
              <a:t>clk</a:t>
            </a:r>
            <a:r>
              <a:rPr lang="en-US" dirty="0">
                <a:cs typeface="Courier New" pitchFamily="49" charset="0"/>
              </a:rPr>
              <a:t>)</a:t>
            </a:r>
            <a:endParaRPr lang="en-GB" dirty="0">
              <a:cs typeface="Courier New" pitchFamily="49" charset="0"/>
            </a:endParaRPr>
          </a:p>
          <a:p>
            <a:pPr eaLnBrk="1" hangingPunct="1">
              <a:defRPr/>
            </a:pPr>
            <a:r>
              <a:rPr lang="en-US" b="1" dirty="0">
                <a:cs typeface="Courier New" pitchFamily="49" charset="0"/>
              </a:rPr>
              <a:t>begin  </a:t>
            </a:r>
            <a:r>
              <a:rPr lang="en-US" dirty="0">
                <a:cs typeface="Courier New" pitchFamily="49" charset="0"/>
              </a:rPr>
              <a:t>if (we)</a:t>
            </a:r>
            <a:endParaRPr lang="en-GB" dirty="0">
              <a:cs typeface="Courier New" pitchFamily="49" charset="0"/>
            </a:endParaRPr>
          </a:p>
          <a:p>
            <a:pPr eaLnBrk="1" hangingPunct="1">
              <a:defRPr/>
            </a:pPr>
            <a:r>
              <a:rPr lang="en-US" dirty="0">
                <a:cs typeface="Courier New" pitchFamily="49" charset="0"/>
              </a:rPr>
              <a:t>ram[</a:t>
            </a:r>
            <a:r>
              <a:rPr lang="en-US" dirty="0" err="1">
                <a:cs typeface="Courier New" pitchFamily="49" charset="0"/>
              </a:rPr>
              <a:t>addr</a:t>
            </a:r>
            <a:r>
              <a:rPr lang="en-US" dirty="0">
                <a:cs typeface="Courier New" pitchFamily="49" charset="0"/>
              </a:rPr>
              <a:t>] &lt;= din;  </a:t>
            </a:r>
            <a:r>
              <a:rPr lang="en-US" dirty="0" err="1">
                <a:cs typeface="Courier New" pitchFamily="49" charset="0"/>
              </a:rPr>
              <a:t>dout</a:t>
            </a:r>
            <a:r>
              <a:rPr lang="en-US" dirty="0">
                <a:cs typeface="Courier New" pitchFamily="49" charset="0"/>
              </a:rPr>
              <a:t> &lt;= ram[</a:t>
            </a:r>
            <a:r>
              <a:rPr lang="en-US" dirty="0" err="1">
                <a:cs typeface="Courier New" pitchFamily="49" charset="0"/>
              </a:rPr>
              <a:t>addr</a:t>
            </a:r>
            <a:r>
              <a:rPr lang="en-US" dirty="0">
                <a:cs typeface="Courier New" pitchFamily="49" charset="0"/>
              </a:rPr>
              <a:t>];</a:t>
            </a:r>
            <a:endParaRPr lang="en-GB" dirty="0">
              <a:cs typeface="Courier New" pitchFamily="49" charset="0"/>
            </a:endParaRPr>
          </a:p>
          <a:p>
            <a:pPr eaLnBrk="1" hangingPunct="1">
              <a:defRPr/>
            </a:pPr>
            <a:r>
              <a:rPr lang="en-US" b="1" dirty="0">
                <a:cs typeface="Courier New" pitchFamily="49" charset="0"/>
              </a:rPr>
              <a:t>end</a:t>
            </a:r>
            <a:endParaRPr lang="en-GB" dirty="0">
              <a:cs typeface="Courier New" pitchFamily="49" charset="0"/>
            </a:endParaRPr>
          </a:p>
          <a:p>
            <a:pPr eaLnBrk="1" hangingPunct="1">
              <a:defRPr/>
            </a:pPr>
            <a:r>
              <a:rPr lang="en-US" b="1" dirty="0" err="1">
                <a:cs typeface="Courier New" pitchFamily="49" charset="0"/>
              </a:rPr>
              <a:t>endmodule</a:t>
            </a:r>
            <a:endParaRPr lang="en-GB" dirty="0">
              <a:cs typeface="Courier New" pitchFamily="49"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0F3612DF-1B55-759C-7BFE-07BE5FDCF02B}"/>
              </a:ext>
            </a:extLst>
          </p:cNvPr>
          <p:cNvSpPr>
            <a:spLocks noGrp="1" noChangeArrowheads="1"/>
          </p:cNvSpPr>
          <p:nvPr>
            <p:ph type="title"/>
          </p:nvPr>
        </p:nvSpPr>
        <p:spPr/>
        <p:txBody>
          <a:bodyPr/>
          <a:lstStyle/>
          <a:p>
            <a:r>
              <a:rPr lang="en-US" altLang="en-US"/>
              <a:t>Examples  of ROM Description</a:t>
            </a:r>
            <a:endParaRPr lang="en-GB" altLang="en-US"/>
          </a:p>
        </p:txBody>
      </p:sp>
      <p:sp>
        <p:nvSpPr>
          <p:cNvPr id="3" name="TextBox 2">
            <a:extLst>
              <a:ext uri="{FF2B5EF4-FFF2-40B4-BE49-F238E27FC236}">
                <a16:creationId xmlns:a16="http://schemas.microsoft.com/office/drawing/2014/main" id="{6A37CED0-4A8A-4F56-A921-3D3E08761E8D}"/>
              </a:ext>
            </a:extLst>
          </p:cNvPr>
          <p:cNvSpPr txBox="1"/>
          <p:nvPr/>
        </p:nvSpPr>
        <p:spPr>
          <a:xfrm>
            <a:off x="1981200" y="1628776"/>
            <a:ext cx="7715250" cy="4246563"/>
          </a:xfrm>
          <a:prstGeom prst="rect">
            <a:avLst/>
          </a:prstGeom>
          <a:noFill/>
        </p:spPr>
        <p:txBody>
          <a:bodyPr>
            <a:spAutoFit/>
          </a:bodyPr>
          <a:lstStyle/>
          <a:p>
            <a:pPr eaLnBrk="1" hangingPunct="1">
              <a:defRPr/>
            </a:pPr>
            <a:r>
              <a:rPr lang="en-US" b="1" dirty="0">
                <a:latin typeface="+mj-lt"/>
                <a:cs typeface="Courier New" pitchFamily="49" charset="0"/>
              </a:rPr>
              <a:t>module </a:t>
            </a:r>
            <a:r>
              <a:rPr lang="en-US" dirty="0" err="1">
                <a:latin typeface="+mj-lt"/>
                <a:cs typeface="Courier New" pitchFamily="49" charset="0"/>
              </a:rPr>
              <a:t>rom</a:t>
            </a:r>
            <a:r>
              <a:rPr lang="ru-RU" dirty="0">
                <a:latin typeface="+mj-lt"/>
                <a:cs typeface="Courier New" pitchFamily="49" charset="0"/>
              </a:rPr>
              <a:t> (</a:t>
            </a:r>
            <a:r>
              <a:rPr lang="en-US" dirty="0" err="1">
                <a:latin typeface="+mj-lt"/>
                <a:cs typeface="Courier New" pitchFamily="49" charset="0"/>
              </a:rPr>
              <a:t>addr</a:t>
            </a:r>
            <a:r>
              <a:rPr lang="ru-RU" dirty="0">
                <a:latin typeface="+mj-lt"/>
                <a:cs typeface="Courier New" pitchFamily="49" charset="0"/>
              </a:rPr>
              <a:t>,</a:t>
            </a:r>
            <a:r>
              <a:rPr lang="en-US" dirty="0" err="1">
                <a:latin typeface="+mj-lt"/>
                <a:cs typeface="Courier New" pitchFamily="49" charset="0"/>
              </a:rPr>
              <a:t>dout</a:t>
            </a:r>
            <a:r>
              <a:rPr lang="ru-RU" dirty="0">
                <a:latin typeface="+mj-lt"/>
                <a:cs typeface="Courier New" pitchFamily="49" charset="0"/>
              </a:rPr>
              <a:t>);</a:t>
            </a:r>
            <a:endParaRPr lang="en-GB" dirty="0">
              <a:latin typeface="+mj-lt"/>
              <a:cs typeface="Courier New" pitchFamily="49" charset="0"/>
            </a:endParaRPr>
          </a:p>
          <a:p>
            <a:pPr eaLnBrk="1" hangingPunct="1">
              <a:defRPr/>
            </a:pPr>
            <a:r>
              <a:rPr lang="ru-RU" dirty="0">
                <a:latin typeface="+mj-lt"/>
                <a:cs typeface="Courier New" pitchFamily="49" charset="0"/>
              </a:rPr>
              <a:t>		</a:t>
            </a:r>
            <a:r>
              <a:rPr lang="en-US" b="1" dirty="0">
                <a:latin typeface="+mj-lt"/>
                <a:cs typeface="Courier New" pitchFamily="49" charset="0"/>
              </a:rPr>
              <a:t>input </a:t>
            </a:r>
            <a:r>
              <a:rPr lang="en-US" dirty="0">
                <a:latin typeface="+mj-lt"/>
                <a:cs typeface="Courier New" pitchFamily="49" charset="0"/>
              </a:rPr>
              <a:t>[2:0] </a:t>
            </a:r>
            <a:r>
              <a:rPr lang="en-US" dirty="0" err="1">
                <a:latin typeface="+mj-lt"/>
                <a:cs typeface="Courier New" pitchFamily="49" charset="0"/>
              </a:rPr>
              <a:t>addr</a:t>
            </a:r>
            <a:r>
              <a:rPr lang="en-US" dirty="0">
                <a:latin typeface="+mj-lt"/>
                <a:cs typeface="Courier New" pitchFamily="49" charset="0"/>
              </a:rPr>
              <a:t>;</a:t>
            </a:r>
            <a:endParaRPr lang="en-GB" dirty="0">
              <a:latin typeface="+mj-lt"/>
              <a:cs typeface="Courier New" pitchFamily="49" charset="0"/>
            </a:endParaRPr>
          </a:p>
          <a:p>
            <a:pPr eaLnBrk="1" hangingPunct="1">
              <a:defRPr/>
            </a:pPr>
            <a:r>
              <a:rPr lang="en-US" dirty="0">
                <a:latin typeface="+mj-lt"/>
                <a:cs typeface="Courier New" pitchFamily="49" charset="0"/>
              </a:rPr>
              <a:t>	</a:t>
            </a:r>
            <a:r>
              <a:rPr lang="en-US" b="1" dirty="0">
                <a:latin typeface="+mj-lt"/>
                <a:cs typeface="Courier New" pitchFamily="49" charset="0"/>
              </a:rPr>
              <a:t>output </a:t>
            </a:r>
            <a:r>
              <a:rPr lang="en-US" b="1" dirty="0" err="1">
                <a:latin typeface="+mj-lt"/>
                <a:cs typeface="Courier New" pitchFamily="49" charset="0"/>
              </a:rPr>
              <a:t>reg</a:t>
            </a:r>
            <a:r>
              <a:rPr lang="en-US" dirty="0">
                <a:latin typeface="+mj-lt"/>
                <a:cs typeface="Courier New" pitchFamily="49" charset="0"/>
              </a:rPr>
              <a:t>[7:0] </a:t>
            </a:r>
            <a:r>
              <a:rPr lang="en-US" dirty="0" err="1">
                <a:latin typeface="+mj-lt"/>
                <a:cs typeface="Courier New" pitchFamily="49" charset="0"/>
              </a:rPr>
              <a:t>dout</a:t>
            </a:r>
            <a:r>
              <a:rPr lang="en-US" dirty="0">
                <a:latin typeface="+mj-lt"/>
                <a:cs typeface="Courier New" pitchFamily="49" charset="0"/>
              </a:rPr>
              <a:t>;</a:t>
            </a:r>
            <a:endParaRPr lang="en-GB" dirty="0">
              <a:latin typeface="+mj-lt"/>
              <a:cs typeface="Courier New" pitchFamily="49" charset="0"/>
            </a:endParaRPr>
          </a:p>
          <a:p>
            <a:pPr eaLnBrk="1" hangingPunct="1">
              <a:defRPr/>
            </a:pPr>
            <a:r>
              <a:rPr lang="en-US" b="1" dirty="0" err="1">
                <a:latin typeface="+mj-lt"/>
                <a:cs typeface="Courier New" pitchFamily="49" charset="0"/>
              </a:rPr>
              <a:t>reg</a:t>
            </a:r>
            <a:r>
              <a:rPr lang="en-US" dirty="0">
                <a:latin typeface="+mj-lt"/>
                <a:cs typeface="Courier New" pitchFamily="49" charset="0"/>
              </a:rPr>
              <a:t> [7:0] </a:t>
            </a:r>
            <a:r>
              <a:rPr lang="en-US" dirty="0" err="1">
                <a:latin typeface="+mj-lt"/>
                <a:cs typeface="Courier New" pitchFamily="49" charset="0"/>
              </a:rPr>
              <a:t>rom</a:t>
            </a:r>
            <a:r>
              <a:rPr lang="en-US" dirty="0">
                <a:latin typeface="+mj-lt"/>
                <a:cs typeface="Courier New" pitchFamily="49" charset="0"/>
              </a:rPr>
              <a:t>[0:7] ;</a:t>
            </a:r>
            <a:endParaRPr lang="en-GB" dirty="0">
              <a:latin typeface="+mj-lt"/>
              <a:cs typeface="Courier New" pitchFamily="49" charset="0"/>
            </a:endParaRPr>
          </a:p>
          <a:p>
            <a:pPr eaLnBrk="1" hangingPunct="1">
              <a:defRPr/>
            </a:pPr>
            <a:r>
              <a:rPr lang="en-US" dirty="0">
                <a:latin typeface="+mj-lt"/>
                <a:cs typeface="Courier New" pitchFamily="49" charset="0"/>
              </a:rPr>
              <a:t>		</a:t>
            </a:r>
            <a:r>
              <a:rPr lang="en-US" b="1" dirty="0">
                <a:latin typeface="+mj-lt"/>
                <a:cs typeface="Courier New" pitchFamily="49" charset="0"/>
              </a:rPr>
              <a:t>always</a:t>
            </a:r>
            <a:r>
              <a:rPr lang="en-US" dirty="0">
                <a:latin typeface="+mj-lt"/>
                <a:cs typeface="Courier New" pitchFamily="49" charset="0"/>
              </a:rPr>
              <a:t> @(</a:t>
            </a:r>
            <a:r>
              <a:rPr lang="en-US" dirty="0" err="1">
                <a:latin typeface="+mj-lt"/>
                <a:cs typeface="Courier New" pitchFamily="49" charset="0"/>
              </a:rPr>
              <a:t>addr</a:t>
            </a:r>
            <a:r>
              <a:rPr lang="en-US" dirty="0">
                <a:latin typeface="+mj-lt"/>
                <a:cs typeface="Courier New" pitchFamily="49" charset="0"/>
              </a:rPr>
              <a:t>)</a:t>
            </a:r>
            <a:endParaRPr lang="en-GB" dirty="0">
              <a:latin typeface="+mj-lt"/>
              <a:cs typeface="Courier New" pitchFamily="49" charset="0"/>
            </a:endParaRPr>
          </a:p>
          <a:p>
            <a:pPr eaLnBrk="1" hangingPunct="1">
              <a:defRPr/>
            </a:pPr>
            <a:r>
              <a:rPr lang="en-US" dirty="0">
                <a:latin typeface="+mj-lt"/>
                <a:cs typeface="Courier New" pitchFamily="49" charset="0"/>
              </a:rPr>
              <a:t>		</a:t>
            </a:r>
            <a:r>
              <a:rPr lang="en-US" b="1" dirty="0">
                <a:latin typeface="+mj-lt"/>
                <a:cs typeface="Courier New" pitchFamily="49" charset="0"/>
              </a:rPr>
              <a:t>case</a:t>
            </a:r>
            <a:r>
              <a:rPr lang="en-US" dirty="0">
                <a:latin typeface="+mj-lt"/>
                <a:cs typeface="Courier New" pitchFamily="49" charset="0"/>
              </a:rPr>
              <a:t>(</a:t>
            </a:r>
            <a:r>
              <a:rPr lang="en-US" dirty="0" err="1">
                <a:latin typeface="+mj-lt"/>
                <a:cs typeface="Courier New" pitchFamily="49" charset="0"/>
              </a:rPr>
              <a:t>addr</a:t>
            </a:r>
            <a:r>
              <a:rPr lang="en-US" dirty="0">
                <a:latin typeface="+mj-lt"/>
                <a:cs typeface="Courier New" pitchFamily="49" charset="0"/>
              </a:rPr>
              <a:t>)</a:t>
            </a:r>
            <a:endParaRPr lang="en-GB" dirty="0">
              <a:latin typeface="+mj-lt"/>
              <a:cs typeface="Courier New" pitchFamily="49" charset="0"/>
            </a:endParaRPr>
          </a:p>
          <a:p>
            <a:pPr eaLnBrk="1" hangingPunct="1">
              <a:defRPr/>
            </a:pPr>
            <a:r>
              <a:rPr lang="fr-FR" dirty="0">
                <a:latin typeface="+mj-lt"/>
                <a:cs typeface="Courier New" pitchFamily="49" charset="0"/>
              </a:rPr>
              <a:t>3’d0: </a:t>
            </a:r>
            <a:r>
              <a:rPr lang="fr-FR" dirty="0" err="1">
                <a:latin typeface="+mj-lt"/>
                <a:cs typeface="Courier New" pitchFamily="49" charset="0"/>
              </a:rPr>
              <a:t>dout</a:t>
            </a:r>
            <a:r>
              <a:rPr lang="fr-FR" dirty="0">
                <a:latin typeface="+mj-lt"/>
                <a:cs typeface="Courier New" pitchFamily="49" charset="0"/>
              </a:rPr>
              <a:t> = 8’d10;</a:t>
            </a:r>
            <a:endParaRPr lang="en-GB" dirty="0">
              <a:latin typeface="+mj-lt"/>
              <a:cs typeface="Courier New" pitchFamily="49" charset="0"/>
            </a:endParaRPr>
          </a:p>
          <a:p>
            <a:pPr eaLnBrk="1" hangingPunct="1">
              <a:defRPr/>
            </a:pPr>
            <a:r>
              <a:rPr lang="fr-FR" dirty="0">
                <a:latin typeface="+mj-lt"/>
                <a:cs typeface="Courier New" pitchFamily="49" charset="0"/>
              </a:rPr>
              <a:t>3’d1: </a:t>
            </a:r>
            <a:r>
              <a:rPr lang="fr-FR" dirty="0" err="1">
                <a:latin typeface="+mj-lt"/>
                <a:cs typeface="Courier New" pitchFamily="49" charset="0"/>
              </a:rPr>
              <a:t>dout</a:t>
            </a:r>
            <a:r>
              <a:rPr lang="fr-FR" dirty="0">
                <a:latin typeface="+mj-lt"/>
                <a:cs typeface="Courier New" pitchFamily="49" charset="0"/>
              </a:rPr>
              <a:t> = 8’d11;</a:t>
            </a:r>
            <a:endParaRPr lang="en-GB" dirty="0">
              <a:latin typeface="+mj-lt"/>
              <a:cs typeface="Courier New" pitchFamily="49" charset="0"/>
            </a:endParaRPr>
          </a:p>
          <a:p>
            <a:pPr eaLnBrk="1" hangingPunct="1">
              <a:defRPr/>
            </a:pPr>
            <a:r>
              <a:rPr lang="fr-FR" dirty="0">
                <a:latin typeface="+mj-lt"/>
                <a:cs typeface="Courier New" pitchFamily="49" charset="0"/>
              </a:rPr>
              <a:t>3’d2: </a:t>
            </a:r>
            <a:r>
              <a:rPr lang="fr-FR" dirty="0" err="1">
                <a:latin typeface="+mj-lt"/>
                <a:cs typeface="Courier New" pitchFamily="49" charset="0"/>
              </a:rPr>
              <a:t>dout</a:t>
            </a:r>
            <a:r>
              <a:rPr lang="fr-FR" dirty="0">
                <a:latin typeface="+mj-lt"/>
                <a:cs typeface="Courier New" pitchFamily="49" charset="0"/>
              </a:rPr>
              <a:t> = 8’d20;</a:t>
            </a:r>
            <a:endParaRPr lang="en-GB" dirty="0">
              <a:latin typeface="+mj-lt"/>
              <a:cs typeface="Courier New" pitchFamily="49" charset="0"/>
            </a:endParaRPr>
          </a:p>
          <a:p>
            <a:pPr eaLnBrk="1" hangingPunct="1">
              <a:defRPr/>
            </a:pPr>
            <a:r>
              <a:rPr lang="fr-FR" dirty="0">
                <a:latin typeface="+mj-lt"/>
                <a:cs typeface="Courier New" pitchFamily="49" charset="0"/>
              </a:rPr>
              <a:t>3’d3: </a:t>
            </a:r>
            <a:r>
              <a:rPr lang="fr-FR" dirty="0" err="1">
                <a:latin typeface="+mj-lt"/>
                <a:cs typeface="Courier New" pitchFamily="49" charset="0"/>
              </a:rPr>
              <a:t>dout</a:t>
            </a:r>
            <a:r>
              <a:rPr lang="fr-FR" dirty="0">
                <a:latin typeface="+mj-lt"/>
                <a:cs typeface="Courier New" pitchFamily="49" charset="0"/>
              </a:rPr>
              <a:t> = 8’d135;</a:t>
            </a:r>
            <a:endParaRPr lang="en-GB" dirty="0">
              <a:latin typeface="+mj-lt"/>
              <a:cs typeface="Courier New" pitchFamily="49" charset="0"/>
            </a:endParaRPr>
          </a:p>
          <a:p>
            <a:pPr eaLnBrk="1" hangingPunct="1">
              <a:defRPr/>
            </a:pPr>
            <a:r>
              <a:rPr lang="fr-FR" dirty="0">
                <a:latin typeface="+mj-lt"/>
                <a:cs typeface="Courier New" pitchFamily="49" charset="0"/>
              </a:rPr>
              <a:t>3’d4: </a:t>
            </a:r>
            <a:r>
              <a:rPr lang="fr-FR" dirty="0" err="1">
                <a:latin typeface="+mj-lt"/>
                <a:cs typeface="Courier New" pitchFamily="49" charset="0"/>
              </a:rPr>
              <a:t>dout</a:t>
            </a:r>
            <a:r>
              <a:rPr lang="fr-FR" dirty="0">
                <a:latin typeface="+mj-lt"/>
                <a:cs typeface="Courier New" pitchFamily="49" charset="0"/>
              </a:rPr>
              <a:t> = 8’d140;</a:t>
            </a:r>
            <a:endParaRPr lang="en-GB" dirty="0">
              <a:latin typeface="+mj-lt"/>
              <a:cs typeface="Courier New" pitchFamily="49" charset="0"/>
            </a:endParaRPr>
          </a:p>
          <a:p>
            <a:pPr eaLnBrk="1" hangingPunct="1">
              <a:defRPr/>
            </a:pPr>
            <a:r>
              <a:rPr lang="fr-FR" dirty="0">
                <a:latin typeface="+mj-lt"/>
                <a:cs typeface="Courier New" pitchFamily="49" charset="0"/>
              </a:rPr>
              <a:t>3’d5: </a:t>
            </a:r>
            <a:r>
              <a:rPr lang="fr-FR" dirty="0" err="1">
                <a:latin typeface="+mj-lt"/>
                <a:cs typeface="Courier New" pitchFamily="49" charset="0"/>
              </a:rPr>
              <a:t>dout</a:t>
            </a:r>
            <a:r>
              <a:rPr lang="fr-FR" dirty="0">
                <a:latin typeface="+mj-lt"/>
                <a:cs typeface="Courier New" pitchFamily="49" charset="0"/>
              </a:rPr>
              <a:t> = 8’d230;</a:t>
            </a:r>
            <a:endParaRPr lang="en-GB" dirty="0">
              <a:latin typeface="+mj-lt"/>
              <a:cs typeface="Courier New" pitchFamily="49" charset="0"/>
            </a:endParaRPr>
          </a:p>
          <a:p>
            <a:pPr eaLnBrk="1" hangingPunct="1">
              <a:defRPr/>
            </a:pPr>
            <a:r>
              <a:rPr lang="fr-FR" dirty="0">
                <a:latin typeface="+mj-lt"/>
                <a:cs typeface="Courier New" pitchFamily="49" charset="0"/>
              </a:rPr>
              <a:t>3’d6: </a:t>
            </a:r>
            <a:r>
              <a:rPr lang="fr-FR" dirty="0" err="1">
                <a:latin typeface="+mj-lt"/>
                <a:cs typeface="Courier New" pitchFamily="49" charset="0"/>
              </a:rPr>
              <a:t>dout</a:t>
            </a:r>
            <a:r>
              <a:rPr lang="fr-FR" dirty="0">
                <a:latin typeface="+mj-lt"/>
                <a:cs typeface="Courier New" pitchFamily="49" charset="0"/>
              </a:rPr>
              <a:t> = 8’d77;</a:t>
            </a:r>
            <a:endParaRPr lang="en-GB" dirty="0">
              <a:latin typeface="+mj-lt"/>
              <a:cs typeface="Courier New" pitchFamily="49" charset="0"/>
            </a:endParaRPr>
          </a:p>
          <a:p>
            <a:pPr eaLnBrk="1" hangingPunct="1">
              <a:defRPr/>
            </a:pPr>
            <a:r>
              <a:rPr lang="fr-FR" dirty="0">
                <a:latin typeface="+mj-lt"/>
                <a:cs typeface="Courier New" pitchFamily="49" charset="0"/>
              </a:rPr>
              <a:t>3’d7: </a:t>
            </a:r>
            <a:r>
              <a:rPr lang="fr-FR" dirty="0" err="1">
                <a:latin typeface="+mj-lt"/>
                <a:cs typeface="Courier New" pitchFamily="49" charset="0"/>
              </a:rPr>
              <a:t>dout</a:t>
            </a:r>
            <a:r>
              <a:rPr lang="fr-FR" dirty="0">
                <a:latin typeface="+mj-lt"/>
                <a:cs typeface="Courier New" pitchFamily="49" charset="0"/>
              </a:rPr>
              <a:t> = 8’d1;</a:t>
            </a:r>
            <a:endParaRPr lang="en-GB" dirty="0">
              <a:latin typeface="+mj-lt"/>
              <a:cs typeface="Courier New" pitchFamily="49" charset="0"/>
            </a:endParaRPr>
          </a:p>
          <a:p>
            <a:pPr eaLnBrk="1" hangingPunct="1">
              <a:defRPr/>
            </a:pPr>
            <a:r>
              <a:rPr lang="en-US" b="1" dirty="0" err="1">
                <a:latin typeface="+mj-lt"/>
                <a:cs typeface="Courier New" pitchFamily="49" charset="0"/>
              </a:rPr>
              <a:t>endcase</a:t>
            </a:r>
            <a:endParaRPr lang="en-GB" dirty="0">
              <a:latin typeface="+mj-lt"/>
              <a:cs typeface="Courier New" pitchFamily="49" charset="0"/>
            </a:endParaRPr>
          </a:p>
        </p:txBody>
      </p:sp>
      <p:sp>
        <p:nvSpPr>
          <p:cNvPr id="110596" name="TextBox 3">
            <a:extLst>
              <a:ext uri="{FF2B5EF4-FFF2-40B4-BE49-F238E27FC236}">
                <a16:creationId xmlns:a16="http://schemas.microsoft.com/office/drawing/2014/main" id="{C2F62D45-045D-A897-EA6C-3E07A0BDCCDD}"/>
              </a:ext>
            </a:extLst>
          </p:cNvPr>
          <p:cNvSpPr txBox="1">
            <a:spLocks noChangeArrowheads="1"/>
          </p:cNvSpPr>
          <p:nvPr/>
        </p:nvSpPr>
        <p:spPr bwMode="auto">
          <a:xfrm>
            <a:off x="1963739" y="1165225"/>
            <a:ext cx="6715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ROM description  using  case  statement</a:t>
            </a:r>
            <a:endParaRPr lang="en-GB" alt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F43880B-E755-AF66-43CB-B552834905E7}"/>
              </a:ext>
            </a:extLst>
          </p:cNvPr>
          <p:cNvSpPr>
            <a:spLocks noGrp="1" noChangeArrowheads="1"/>
          </p:cNvSpPr>
          <p:nvPr>
            <p:ph type="title"/>
          </p:nvPr>
        </p:nvSpPr>
        <p:spPr/>
        <p:txBody>
          <a:bodyPr/>
          <a:lstStyle/>
          <a:p>
            <a:r>
              <a:rPr lang="en-US" altLang="en-US"/>
              <a:t>ROM Description</a:t>
            </a:r>
            <a:endParaRPr lang="en-GB" altLang="en-US"/>
          </a:p>
        </p:txBody>
      </p:sp>
      <p:sp>
        <p:nvSpPr>
          <p:cNvPr id="3" name="TextBox 2">
            <a:extLst>
              <a:ext uri="{FF2B5EF4-FFF2-40B4-BE49-F238E27FC236}">
                <a16:creationId xmlns:a16="http://schemas.microsoft.com/office/drawing/2014/main" id="{1473753A-DC28-4512-B273-B255BF443D20}"/>
              </a:ext>
            </a:extLst>
          </p:cNvPr>
          <p:cNvSpPr txBox="1"/>
          <p:nvPr/>
        </p:nvSpPr>
        <p:spPr>
          <a:xfrm>
            <a:off x="1981200" y="1484313"/>
            <a:ext cx="3422650" cy="4246562"/>
          </a:xfrm>
          <a:prstGeom prst="rect">
            <a:avLst/>
          </a:prstGeom>
          <a:noFill/>
        </p:spPr>
        <p:txBody>
          <a:bodyPr>
            <a:spAutoFit/>
          </a:bodyPr>
          <a:lstStyle/>
          <a:p>
            <a:pPr eaLnBrk="1" hangingPunct="1">
              <a:defRPr/>
            </a:pPr>
            <a:r>
              <a:rPr lang="en-US" b="1" dirty="0">
                <a:latin typeface="+mj-lt"/>
                <a:cs typeface="Courier New" pitchFamily="49" charset="0"/>
              </a:rPr>
              <a:t>module</a:t>
            </a:r>
            <a:r>
              <a:rPr lang="en-US" dirty="0">
                <a:latin typeface="+mj-lt"/>
                <a:cs typeface="Courier New" pitchFamily="49" charset="0"/>
              </a:rPr>
              <a:t> </a:t>
            </a:r>
            <a:r>
              <a:rPr lang="en-US" dirty="0" err="1">
                <a:latin typeface="+mj-lt"/>
                <a:cs typeface="Courier New" pitchFamily="49" charset="0"/>
              </a:rPr>
              <a:t>rom</a:t>
            </a:r>
            <a:r>
              <a:rPr lang="en-US" dirty="0">
                <a:latin typeface="+mj-lt"/>
                <a:cs typeface="Courier New" pitchFamily="49" charset="0"/>
              </a:rPr>
              <a:t> (</a:t>
            </a:r>
            <a:r>
              <a:rPr lang="en-US" dirty="0" err="1">
                <a:latin typeface="+mj-lt"/>
                <a:cs typeface="Courier New" pitchFamily="49" charset="0"/>
              </a:rPr>
              <a:t>addr</a:t>
            </a:r>
            <a:r>
              <a:rPr lang="en-US" dirty="0">
                <a:latin typeface="+mj-lt"/>
                <a:cs typeface="Courier New" pitchFamily="49" charset="0"/>
              </a:rPr>
              <a:t>);</a:t>
            </a:r>
            <a:endParaRPr lang="en-GB" dirty="0">
              <a:latin typeface="+mj-lt"/>
              <a:cs typeface="Courier New" pitchFamily="49" charset="0"/>
            </a:endParaRPr>
          </a:p>
          <a:p>
            <a:pPr eaLnBrk="1" hangingPunct="1">
              <a:defRPr/>
            </a:pPr>
            <a:r>
              <a:rPr lang="en-US" b="1" dirty="0">
                <a:latin typeface="+mj-lt"/>
                <a:cs typeface="Courier New" pitchFamily="49" charset="0"/>
              </a:rPr>
              <a:t>input</a:t>
            </a:r>
            <a:r>
              <a:rPr lang="en-US" dirty="0">
                <a:latin typeface="+mj-lt"/>
                <a:cs typeface="Courier New" pitchFamily="49" charset="0"/>
              </a:rPr>
              <a:t> [2:0] </a:t>
            </a:r>
            <a:r>
              <a:rPr lang="en-US" dirty="0" err="1">
                <a:latin typeface="+mj-lt"/>
                <a:cs typeface="Courier New" pitchFamily="49" charset="0"/>
              </a:rPr>
              <a:t>addr</a:t>
            </a:r>
            <a:r>
              <a:rPr lang="en-US" b="1" dirty="0">
                <a:latin typeface="+mj-lt"/>
                <a:cs typeface="Courier New" pitchFamily="49" charset="0"/>
              </a:rPr>
              <a:t>;</a:t>
            </a:r>
            <a:endParaRPr lang="en-GB" dirty="0">
              <a:latin typeface="+mj-lt"/>
              <a:cs typeface="Courier New" pitchFamily="49" charset="0"/>
            </a:endParaRPr>
          </a:p>
          <a:p>
            <a:pPr eaLnBrk="1" hangingPunct="1">
              <a:defRPr/>
            </a:pPr>
            <a:r>
              <a:rPr lang="en-US" b="1" dirty="0" err="1">
                <a:latin typeface="+mj-lt"/>
                <a:cs typeface="Courier New" pitchFamily="49" charset="0"/>
              </a:rPr>
              <a:t>reg</a:t>
            </a:r>
            <a:r>
              <a:rPr lang="en-US" dirty="0">
                <a:latin typeface="+mj-lt"/>
                <a:cs typeface="Courier New" pitchFamily="49" charset="0"/>
              </a:rPr>
              <a:t>[7:0] </a:t>
            </a:r>
            <a:r>
              <a:rPr lang="en-US" dirty="0" err="1">
                <a:latin typeface="+mj-lt"/>
                <a:cs typeface="Courier New" pitchFamily="49" charset="0"/>
              </a:rPr>
              <a:t>rom</a:t>
            </a:r>
            <a:r>
              <a:rPr lang="en-US" dirty="0">
                <a:latin typeface="+mj-lt"/>
                <a:cs typeface="Courier New" pitchFamily="49" charset="0"/>
              </a:rPr>
              <a:t>[0:7];</a:t>
            </a:r>
            <a:endParaRPr lang="en-GB" dirty="0">
              <a:latin typeface="+mj-lt"/>
              <a:cs typeface="Courier New" pitchFamily="49" charset="0"/>
            </a:endParaRPr>
          </a:p>
          <a:p>
            <a:pPr eaLnBrk="1" hangingPunct="1">
              <a:defRPr/>
            </a:pPr>
            <a:r>
              <a:rPr lang="en-US" b="1" dirty="0">
                <a:latin typeface="+mj-lt"/>
                <a:cs typeface="Courier New" pitchFamily="49" charset="0"/>
              </a:rPr>
              <a:t>          initial </a:t>
            </a:r>
            <a:endParaRPr lang="en-GB" dirty="0">
              <a:latin typeface="+mj-lt"/>
              <a:cs typeface="Courier New" pitchFamily="49" charset="0"/>
            </a:endParaRPr>
          </a:p>
          <a:p>
            <a:pPr eaLnBrk="1" hangingPunct="1">
              <a:defRPr/>
            </a:pPr>
            <a:r>
              <a:rPr lang="en-US" b="1" dirty="0">
                <a:latin typeface="+mj-lt"/>
                <a:cs typeface="Courier New" pitchFamily="49" charset="0"/>
              </a:rPr>
              <a:t>  begin </a:t>
            </a:r>
            <a:endParaRPr lang="en-GB" dirty="0">
              <a:latin typeface="+mj-lt"/>
              <a:cs typeface="Courier New" pitchFamily="49" charset="0"/>
            </a:endParaRPr>
          </a:p>
          <a:p>
            <a:pPr eaLnBrk="1" hangingPunct="1">
              <a:defRPr/>
            </a:pPr>
            <a:r>
              <a:rPr lang="en-US" b="1" dirty="0">
                <a:latin typeface="+mj-lt"/>
                <a:cs typeface="Courier New" pitchFamily="49" charset="0"/>
              </a:rPr>
              <a:t>  </a:t>
            </a:r>
            <a:r>
              <a:rPr lang="en-US" dirty="0" err="1">
                <a:latin typeface="+mj-lt"/>
                <a:cs typeface="Courier New" pitchFamily="49" charset="0"/>
              </a:rPr>
              <a:t>rom</a:t>
            </a:r>
            <a:r>
              <a:rPr lang="en-US" dirty="0">
                <a:latin typeface="+mj-lt"/>
                <a:cs typeface="Courier New" pitchFamily="49" charset="0"/>
              </a:rPr>
              <a:t>[0] = -15;</a:t>
            </a:r>
            <a:endParaRPr lang="en-GB" dirty="0">
              <a:latin typeface="+mj-lt"/>
              <a:cs typeface="Courier New" pitchFamily="49" charset="0"/>
            </a:endParaRPr>
          </a:p>
          <a:p>
            <a:pPr eaLnBrk="1" hangingPunct="1">
              <a:defRPr/>
            </a:pPr>
            <a:r>
              <a:rPr lang="en-US" dirty="0">
                <a:latin typeface="+mj-lt"/>
                <a:cs typeface="Courier New" pitchFamily="49" charset="0"/>
              </a:rPr>
              <a:t>  </a:t>
            </a:r>
            <a:r>
              <a:rPr lang="en-US" dirty="0" err="1">
                <a:latin typeface="+mj-lt"/>
                <a:cs typeface="Courier New" pitchFamily="49" charset="0"/>
              </a:rPr>
              <a:t>rom</a:t>
            </a:r>
            <a:r>
              <a:rPr lang="en-US" dirty="0">
                <a:latin typeface="+mj-lt"/>
                <a:cs typeface="Courier New" pitchFamily="49" charset="0"/>
              </a:rPr>
              <a:t>[1] = 25;</a:t>
            </a:r>
            <a:endParaRPr lang="en-GB" dirty="0">
              <a:latin typeface="+mj-lt"/>
              <a:cs typeface="Courier New" pitchFamily="49" charset="0"/>
            </a:endParaRPr>
          </a:p>
          <a:p>
            <a:pPr eaLnBrk="1" hangingPunct="1">
              <a:defRPr/>
            </a:pPr>
            <a:r>
              <a:rPr lang="en-US" dirty="0">
                <a:latin typeface="+mj-lt"/>
                <a:cs typeface="Courier New" pitchFamily="49" charset="0"/>
              </a:rPr>
              <a:t>  </a:t>
            </a:r>
            <a:r>
              <a:rPr lang="en-US" dirty="0" err="1">
                <a:latin typeface="+mj-lt"/>
                <a:cs typeface="Courier New" pitchFamily="49" charset="0"/>
              </a:rPr>
              <a:t>rom</a:t>
            </a:r>
            <a:r>
              <a:rPr lang="en-US" dirty="0">
                <a:latin typeface="+mj-lt"/>
                <a:cs typeface="Courier New" pitchFamily="49" charset="0"/>
              </a:rPr>
              <a:t>[2] =12; </a:t>
            </a:r>
            <a:endParaRPr lang="en-GB" dirty="0">
              <a:latin typeface="+mj-lt"/>
              <a:cs typeface="Courier New" pitchFamily="49" charset="0"/>
            </a:endParaRPr>
          </a:p>
          <a:p>
            <a:pPr eaLnBrk="1" hangingPunct="1">
              <a:defRPr/>
            </a:pPr>
            <a:r>
              <a:rPr lang="en-US" dirty="0">
                <a:latin typeface="+mj-lt"/>
                <a:cs typeface="Courier New" pitchFamily="49" charset="0"/>
              </a:rPr>
              <a:t>  </a:t>
            </a:r>
            <a:r>
              <a:rPr lang="en-US" dirty="0" err="1">
                <a:latin typeface="+mj-lt"/>
                <a:cs typeface="Courier New" pitchFamily="49" charset="0"/>
              </a:rPr>
              <a:t>rom</a:t>
            </a:r>
            <a:r>
              <a:rPr lang="en-US" dirty="0">
                <a:latin typeface="+mj-lt"/>
                <a:cs typeface="Courier New" pitchFamily="49" charset="0"/>
              </a:rPr>
              <a:t>[3] = -100;</a:t>
            </a:r>
            <a:endParaRPr lang="en-GB" dirty="0">
              <a:latin typeface="+mj-lt"/>
              <a:cs typeface="Courier New" pitchFamily="49" charset="0"/>
            </a:endParaRPr>
          </a:p>
          <a:p>
            <a:pPr eaLnBrk="1" hangingPunct="1">
              <a:defRPr/>
            </a:pPr>
            <a:r>
              <a:rPr lang="en-US" dirty="0">
                <a:latin typeface="+mj-lt"/>
                <a:cs typeface="Courier New" pitchFamily="49" charset="0"/>
              </a:rPr>
              <a:t>  </a:t>
            </a:r>
            <a:r>
              <a:rPr lang="en-US" dirty="0" err="1">
                <a:latin typeface="+mj-lt"/>
                <a:cs typeface="Courier New" pitchFamily="49" charset="0"/>
              </a:rPr>
              <a:t>rom</a:t>
            </a:r>
            <a:r>
              <a:rPr lang="en-US" dirty="0">
                <a:latin typeface="+mj-lt"/>
                <a:cs typeface="Courier New" pitchFamily="49" charset="0"/>
              </a:rPr>
              <a:t>[4] =127;</a:t>
            </a:r>
            <a:endParaRPr lang="en-GB" dirty="0">
              <a:latin typeface="+mj-lt"/>
              <a:cs typeface="Courier New" pitchFamily="49" charset="0"/>
            </a:endParaRPr>
          </a:p>
          <a:p>
            <a:pPr eaLnBrk="1" hangingPunct="1">
              <a:defRPr/>
            </a:pPr>
            <a:r>
              <a:rPr lang="en-US" dirty="0">
                <a:latin typeface="+mj-lt"/>
                <a:cs typeface="Courier New" pitchFamily="49" charset="0"/>
              </a:rPr>
              <a:t>  </a:t>
            </a:r>
            <a:r>
              <a:rPr lang="en-US" dirty="0" err="1">
                <a:latin typeface="+mj-lt"/>
                <a:cs typeface="Courier New" pitchFamily="49" charset="0"/>
              </a:rPr>
              <a:t>rom</a:t>
            </a:r>
            <a:r>
              <a:rPr lang="en-US" dirty="0">
                <a:latin typeface="+mj-lt"/>
                <a:cs typeface="Courier New" pitchFamily="49" charset="0"/>
              </a:rPr>
              <a:t>[5] = 75;</a:t>
            </a:r>
            <a:endParaRPr lang="en-GB" dirty="0">
              <a:latin typeface="+mj-lt"/>
              <a:cs typeface="Courier New" pitchFamily="49" charset="0"/>
            </a:endParaRPr>
          </a:p>
          <a:p>
            <a:pPr eaLnBrk="1" hangingPunct="1">
              <a:defRPr/>
            </a:pPr>
            <a:r>
              <a:rPr lang="en-US" dirty="0">
                <a:latin typeface="+mj-lt"/>
                <a:cs typeface="Courier New" pitchFamily="49" charset="0"/>
              </a:rPr>
              <a:t>  </a:t>
            </a:r>
            <a:r>
              <a:rPr lang="en-US" dirty="0" err="1">
                <a:latin typeface="+mj-lt"/>
                <a:cs typeface="Courier New" pitchFamily="49" charset="0"/>
              </a:rPr>
              <a:t>rom</a:t>
            </a:r>
            <a:r>
              <a:rPr lang="ru-RU" dirty="0">
                <a:latin typeface="+mj-lt"/>
                <a:cs typeface="Courier New" pitchFamily="49" charset="0"/>
              </a:rPr>
              <a:t>[6] =11;</a:t>
            </a:r>
            <a:endParaRPr lang="en-GB" dirty="0">
              <a:latin typeface="+mj-lt"/>
              <a:cs typeface="Courier New" pitchFamily="49" charset="0"/>
            </a:endParaRPr>
          </a:p>
          <a:p>
            <a:pPr eaLnBrk="1" hangingPunct="1">
              <a:defRPr/>
            </a:pPr>
            <a:r>
              <a:rPr lang="ru-RU" dirty="0">
                <a:latin typeface="+mj-lt"/>
                <a:cs typeface="Courier New" pitchFamily="49" charset="0"/>
              </a:rPr>
              <a:t>  </a:t>
            </a:r>
            <a:r>
              <a:rPr lang="en-US" dirty="0" err="1">
                <a:latin typeface="+mj-lt"/>
                <a:cs typeface="Courier New" pitchFamily="49" charset="0"/>
              </a:rPr>
              <a:t>rom</a:t>
            </a:r>
            <a:r>
              <a:rPr lang="ru-RU" dirty="0">
                <a:latin typeface="+mj-lt"/>
                <a:cs typeface="Courier New" pitchFamily="49" charset="0"/>
              </a:rPr>
              <a:t>[7] = 48;</a:t>
            </a:r>
            <a:endParaRPr lang="en-GB" dirty="0">
              <a:latin typeface="+mj-lt"/>
              <a:cs typeface="Courier New" pitchFamily="49" charset="0"/>
            </a:endParaRPr>
          </a:p>
          <a:p>
            <a:pPr eaLnBrk="1" hangingPunct="1">
              <a:defRPr/>
            </a:pPr>
            <a:r>
              <a:rPr lang="ru-RU" dirty="0">
                <a:latin typeface="+mj-lt"/>
                <a:cs typeface="Courier New" pitchFamily="49" charset="0"/>
              </a:rPr>
              <a:t>  </a:t>
            </a:r>
            <a:r>
              <a:rPr lang="en-US" b="1" dirty="0">
                <a:latin typeface="+mj-lt"/>
                <a:cs typeface="Courier New" pitchFamily="49" charset="0"/>
              </a:rPr>
              <a:t>end</a:t>
            </a:r>
            <a:endParaRPr lang="en-GB" dirty="0">
              <a:latin typeface="+mj-lt"/>
              <a:cs typeface="Courier New" pitchFamily="49" charset="0"/>
            </a:endParaRPr>
          </a:p>
          <a:p>
            <a:pPr eaLnBrk="1" hangingPunct="1">
              <a:defRPr/>
            </a:pPr>
            <a:r>
              <a:rPr lang="en-US" b="1" dirty="0" err="1">
                <a:latin typeface="+mj-lt"/>
                <a:cs typeface="Courier New" pitchFamily="49" charset="0"/>
              </a:rPr>
              <a:t>endmodule</a:t>
            </a:r>
            <a:endParaRPr lang="en-GB" dirty="0">
              <a:latin typeface="+mj-lt"/>
              <a:cs typeface="Courier New" pitchFamily="49" charset="0"/>
            </a:endParaRPr>
          </a:p>
        </p:txBody>
      </p:sp>
      <p:sp>
        <p:nvSpPr>
          <p:cNvPr id="111620" name="TextBox 3">
            <a:extLst>
              <a:ext uri="{FF2B5EF4-FFF2-40B4-BE49-F238E27FC236}">
                <a16:creationId xmlns:a16="http://schemas.microsoft.com/office/drawing/2014/main" id="{A2A129D8-4252-B423-9138-CF095980AFFA}"/>
              </a:ext>
            </a:extLst>
          </p:cNvPr>
          <p:cNvSpPr txBox="1">
            <a:spLocks noChangeArrowheads="1"/>
          </p:cNvSpPr>
          <p:nvPr/>
        </p:nvSpPr>
        <p:spPr bwMode="auto">
          <a:xfrm>
            <a:off x="5519738" y="1484313"/>
            <a:ext cx="4214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ROM description using  initial block</a:t>
            </a:r>
            <a:endParaRPr lang="en-GB" altLang="en-US" sz="200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a:extLst>
              <a:ext uri="{FF2B5EF4-FFF2-40B4-BE49-F238E27FC236}">
                <a16:creationId xmlns:a16="http://schemas.microsoft.com/office/drawing/2014/main" id="{0729D4B8-8C9F-A63F-3FDF-C8EACB981852}"/>
              </a:ext>
            </a:extLst>
          </p:cNvPr>
          <p:cNvSpPr>
            <a:spLocks noGrp="1" noChangeArrowheads="1"/>
          </p:cNvSpPr>
          <p:nvPr>
            <p:ph type="title"/>
          </p:nvPr>
        </p:nvSpPr>
        <p:spPr/>
        <p:txBody>
          <a:bodyPr/>
          <a:lstStyle/>
          <a:p>
            <a:r>
              <a:rPr lang="en-US" altLang="en-US"/>
              <a:t>ROM Description</a:t>
            </a:r>
            <a:endParaRPr lang="en-GB" altLang="en-US"/>
          </a:p>
        </p:txBody>
      </p:sp>
      <p:sp>
        <p:nvSpPr>
          <p:cNvPr id="3" name="TextBox 2">
            <a:extLst>
              <a:ext uri="{FF2B5EF4-FFF2-40B4-BE49-F238E27FC236}">
                <a16:creationId xmlns:a16="http://schemas.microsoft.com/office/drawing/2014/main" id="{73E372F9-8CF6-470D-A953-A9020214A093}"/>
              </a:ext>
            </a:extLst>
          </p:cNvPr>
          <p:cNvSpPr txBox="1"/>
          <p:nvPr/>
        </p:nvSpPr>
        <p:spPr>
          <a:xfrm>
            <a:off x="2135189" y="2286001"/>
            <a:ext cx="7526337" cy="3140075"/>
          </a:xfrm>
          <a:prstGeom prst="rect">
            <a:avLst/>
          </a:prstGeom>
          <a:noFill/>
        </p:spPr>
        <p:txBody>
          <a:bodyPr>
            <a:spAutoFit/>
          </a:bodyPr>
          <a:lstStyle/>
          <a:p>
            <a:pPr eaLnBrk="1" hangingPunct="1">
              <a:defRPr/>
            </a:pPr>
            <a:r>
              <a:rPr lang="en-US" b="1" dirty="0">
                <a:cs typeface="Courier New" pitchFamily="49" charset="0"/>
              </a:rPr>
              <a:t>module</a:t>
            </a:r>
            <a:r>
              <a:rPr lang="en-US" dirty="0">
                <a:cs typeface="Courier New" pitchFamily="49" charset="0"/>
              </a:rPr>
              <a:t> </a:t>
            </a:r>
            <a:r>
              <a:rPr lang="en-US" dirty="0" err="1">
                <a:cs typeface="Courier New" pitchFamily="49" charset="0"/>
              </a:rPr>
              <a:t>rom_using_file</a:t>
            </a:r>
            <a:r>
              <a:rPr lang="en-US" dirty="0">
                <a:cs typeface="Courier New" pitchFamily="49" charset="0"/>
              </a:rPr>
              <a:t> (address, data, </a:t>
            </a:r>
            <a:r>
              <a:rPr lang="en-US" dirty="0" err="1">
                <a:cs typeface="Courier New" pitchFamily="49" charset="0"/>
              </a:rPr>
              <a:t>read_en</a:t>
            </a:r>
            <a:r>
              <a:rPr lang="en-US" dirty="0">
                <a:cs typeface="Courier New" pitchFamily="49" charset="0"/>
              </a:rPr>
              <a:t> ,</a:t>
            </a:r>
            <a:r>
              <a:rPr lang="en-US" dirty="0" err="1">
                <a:cs typeface="Courier New" pitchFamily="49" charset="0"/>
              </a:rPr>
              <a:t>ce</a:t>
            </a:r>
            <a:r>
              <a:rPr lang="en-US" dirty="0">
                <a:cs typeface="Courier New" pitchFamily="49" charset="0"/>
              </a:rPr>
              <a:t>);</a:t>
            </a:r>
          </a:p>
          <a:p>
            <a:pPr eaLnBrk="1" hangingPunct="1">
              <a:defRPr/>
            </a:pPr>
            <a:r>
              <a:rPr lang="en-US" dirty="0">
                <a:cs typeface="Courier New" pitchFamily="49" charset="0"/>
              </a:rPr>
              <a:t>  </a:t>
            </a:r>
            <a:r>
              <a:rPr lang="en-US" b="1" dirty="0">
                <a:cs typeface="Courier New" pitchFamily="49" charset="0"/>
              </a:rPr>
              <a:t>input</a:t>
            </a:r>
            <a:r>
              <a:rPr lang="en-US" dirty="0">
                <a:cs typeface="Courier New" pitchFamily="49" charset="0"/>
              </a:rPr>
              <a:t> [7:0] address;</a:t>
            </a:r>
          </a:p>
          <a:p>
            <a:pPr eaLnBrk="1" hangingPunct="1">
              <a:defRPr/>
            </a:pPr>
            <a:r>
              <a:rPr lang="en-US" b="1" dirty="0">
                <a:cs typeface="Courier New" pitchFamily="49" charset="0"/>
              </a:rPr>
              <a:t>output</a:t>
            </a:r>
            <a:r>
              <a:rPr lang="en-US" dirty="0">
                <a:cs typeface="Courier New" pitchFamily="49" charset="0"/>
              </a:rPr>
              <a:t> [7:0] data;</a:t>
            </a:r>
          </a:p>
          <a:p>
            <a:pPr eaLnBrk="1" hangingPunct="1">
              <a:defRPr/>
            </a:pPr>
            <a:r>
              <a:rPr lang="en-US" dirty="0">
                <a:cs typeface="Courier New" pitchFamily="49" charset="0"/>
              </a:rPr>
              <a:t> </a:t>
            </a:r>
            <a:r>
              <a:rPr lang="en-US" b="1" dirty="0">
                <a:cs typeface="Courier New" pitchFamily="49" charset="0"/>
              </a:rPr>
              <a:t>input </a:t>
            </a:r>
            <a:r>
              <a:rPr lang="en-US" dirty="0" err="1">
                <a:cs typeface="Courier New" pitchFamily="49" charset="0"/>
              </a:rPr>
              <a:t>read_en</a:t>
            </a:r>
            <a:r>
              <a:rPr lang="en-US" dirty="0">
                <a:cs typeface="Courier New" pitchFamily="49" charset="0"/>
              </a:rPr>
              <a:t>; //Read Enable</a:t>
            </a:r>
          </a:p>
          <a:p>
            <a:pPr eaLnBrk="1" hangingPunct="1">
              <a:defRPr/>
            </a:pPr>
            <a:r>
              <a:rPr lang="en-US" b="1" dirty="0">
                <a:cs typeface="Courier New" pitchFamily="49" charset="0"/>
              </a:rPr>
              <a:t>input </a:t>
            </a:r>
            <a:r>
              <a:rPr lang="en-US" dirty="0" err="1">
                <a:cs typeface="Courier New" pitchFamily="49" charset="0"/>
              </a:rPr>
              <a:t>ce</a:t>
            </a:r>
            <a:r>
              <a:rPr lang="en-US" dirty="0">
                <a:cs typeface="Courier New" pitchFamily="49" charset="0"/>
              </a:rPr>
              <a:t>; //Chip Enable      </a:t>
            </a:r>
          </a:p>
          <a:p>
            <a:pPr eaLnBrk="1" hangingPunct="1">
              <a:defRPr/>
            </a:pPr>
            <a:r>
              <a:rPr lang="en-US" dirty="0">
                <a:cs typeface="Courier New" pitchFamily="49" charset="0"/>
              </a:rPr>
              <a:t> </a:t>
            </a:r>
            <a:r>
              <a:rPr lang="en-US" b="1" dirty="0" err="1">
                <a:cs typeface="Courier New" pitchFamily="49" charset="0"/>
              </a:rPr>
              <a:t>reg</a:t>
            </a:r>
            <a:r>
              <a:rPr lang="en-US" dirty="0">
                <a:cs typeface="Courier New" pitchFamily="49" charset="0"/>
              </a:rPr>
              <a:t> [7:0] </a:t>
            </a:r>
            <a:r>
              <a:rPr lang="en-US" dirty="0" err="1">
                <a:cs typeface="Courier New" pitchFamily="49" charset="0"/>
              </a:rPr>
              <a:t>mem</a:t>
            </a:r>
            <a:r>
              <a:rPr lang="en-US" dirty="0">
                <a:cs typeface="Courier New" pitchFamily="49" charset="0"/>
              </a:rPr>
              <a:t> [0:255] ;  </a:t>
            </a:r>
            <a:r>
              <a:rPr lang="en-US" b="1" dirty="0">
                <a:cs typeface="Courier New" pitchFamily="49" charset="0"/>
              </a:rPr>
              <a:t>   </a:t>
            </a:r>
          </a:p>
          <a:p>
            <a:pPr eaLnBrk="1" hangingPunct="1">
              <a:defRPr/>
            </a:pPr>
            <a:r>
              <a:rPr lang="en-US" b="1" dirty="0">
                <a:cs typeface="Courier New" pitchFamily="49" charset="0"/>
              </a:rPr>
              <a:t>   assign</a:t>
            </a:r>
            <a:r>
              <a:rPr lang="en-US" dirty="0">
                <a:cs typeface="Courier New" pitchFamily="49" charset="0"/>
              </a:rPr>
              <a:t> data = (</a:t>
            </a:r>
            <a:r>
              <a:rPr lang="en-US" dirty="0" err="1">
                <a:cs typeface="Courier New" pitchFamily="49" charset="0"/>
              </a:rPr>
              <a:t>ce</a:t>
            </a:r>
            <a:r>
              <a:rPr lang="en-US" dirty="0">
                <a:cs typeface="Courier New" pitchFamily="49" charset="0"/>
              </a:rPr>
              <a:t> &amp;&amp; </a:t>
            </a:r>
            <a:r>
              <a:rPr lang="en-US" dirty="0" err="1">
                <a:cs typeface="Courier New" pitchFamily="49" charset="0"/>
              </a:rPr>
              <a:t>read_en</a:t>
            </a:r>
            <a:r>
              <a:rPr lang="en-US" dirty="0">
                <a:cs typeface="Courier New" pitchFamily="49" charset="0"/>
              </a:rPr>
              <a:t>)?</a:t>
            </a:r>
            <a:r>
              <a:rPr lang="en-US" dirty="0" err="1">
                <a:cs typeface="Courier New" pitchFamily="49" charset="0"/>
              </a:rPr>
              <a:t>mem</a:t>
            </a:r>
            <a:r>
              <a:rPr lang="en-US" dirty="0">
                <a:cs typeface="Courier New" pitchFamily="49" charset="0"/>
              </a:rPr>
              <a:t>[address] : 8'b0; </a:t>
            </a:r>
          </a:p>
          <a:p>
            <a:pPr eaLnBrk="1" hangingPunct="1">
              <a:defRPr/>
            </a:pPr>
            <a:r>
              <a:rPr lang="en-US" b="1" dirty="0">
                <a:cs typeface="Courier New" pitchFamily="49" charset="0"/>
              </a:rPr>
              <a:t>initial begin </a:t>
            </a:r>
          </a:p>
          <a:p>
            <a:pPr eaLnBrk="1" hangingPunct="1">
              <a:defRPr/>
            </a:pPr>
            <a:r>
              <a:rPr lang="en-US" b="1" dirty="0">
                <a:cs typeface="Courier New" pitchFamily="49" charset="0"/>
              </a:rPr>
              <a:t> $</a:t>
            </a:r>
            <a:r>
              <a:rPr lang="en-US" b="1" dirty="0" err="1">
                <a:cs typeface="Courier New" pitchFamily="49" charset="0"/>
              </a:rPr>
              <a:t>readmemb</a:t>
            </a:r>
            <a:r>
              <a:rPr lang="en-US" dirty="0">
                <a:cs typeface="Courier New" pitchFamily="49" charset="0"/>
              </a:rPr>
              <a:t>("</a:t>
            </a:r>
            <a:r>
              <a:rPr lang="en-US" dirty="0" err="1">
                <a:cs typeface="Courier New" pitchFamily="49" charset="0"/>
              </a:rPr>
              <a:t>rom_content</a:t>
            </a:r>
            <a:r>
              <a:rPr lang="en-US" dirty="0">
                <a:cs typeface="Courier New" pitchFamily="49" charset="0"/>
              </a:rPr>
              <a:t>", </a:t>
            </a:r>
            <a:r>
              <a:rPr lang="en-US" dirty="0" err="1">
                <a:cs typeface="Courier New" pitchFamily="49" charset="0"/>
              </a:rPr>
              <a:t>mem</a:t>
            </a:r>
            <a:r>
              <a:rPr lang="en-US" dirty="0">
                <a:cs typeface="Courier New" pitchFamily="49" charset="0"/>
              </a:rPr>
              <a:t>); // </a:t>
            </a:r>
            <a:r>
              <a:rPr lang="en-US" dirty="0" err="1">
                <a:cs typeface="Courier New" pitchFamily="49" charset="0"/>
              </a:rPr>
              <a:t>rom_content</a:t>
            </a:r>
            <a:r>
              <a:rPr lang="en-US" dirty="0">
                <a:cs typeface="Courier New" pitchFamily="49" charset="0"/>
              </a:rPr>
              <a:t>  is memory file</a:t>
            </a:r>
          </a:p>
          <a:p>
            <a:pPr eaLnBrk="1" hangingPunct="1">
              <a:defRPr/>
            </a:pPr>
            <a:r>
              <a:rPr lang="en-US" b="1" dirty="0">
                <a:cs typeface="Courier New" pitchFamily="49" charset="0"/>
              </a:rPr>
              <a:t>end</a:t>
            </a:r>
          </a:p>
          <a:p>
            <a:pPr eaLnBrk="1" hangingPunct="1">
              <a:defRPr/>
            </a:pPr>
            <a:r>
              <a:rPr lang="en-US" b="1" dirty="0" err="1">
                <a:cs typeface="Courier New" pitchFamily="49" charset="0"/>
              </a:rPr>
              <a:t>endmodule</a:t>
            </a:r>
            <a:endParaRPr lang="en-GB" dirty="0">
              <a:cs typeface="Courier New" pitchFamily="49" charset="0"/>
            </a:endParaRPr>
          </a:p>
        </p:txBody>
      </p:sp>
      <p:sp>
        <p:nvSpPr>
          <p:cNvPr id="112644" name="TextBox 4">
            <a:extLst>
              <a:ext uri="{FF2B5EF4-FFF2-40B4-BE49-F238E27FC236}">
                <a16:creationId xmlns:a16="http://schemas.microsoft.com/office/drawing/2014/main" id="{7F65F95B-CED5-AA42-E03C-6FD3FDC2D14B}"/>
              </a:ext>
            </a:extLst>
          </p:cNvPr>
          <p:cNvSpPr txBox="1">
            <a:spLocks noChangeArrowheads="1"/>
          </p:cNvSpPr>
          <p:nvPr/>
        </p:nvSpPr>
        <p:spPr bwMode="auto">
          <a:xfrm>
            <a:off x="2135189" y="1666875"/>
            <a:ext cx="8715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ROM description using external  file</a:t>
            </a:r>
            <a:endParaRPr lang="en-GB"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a:extLst>
              <a:ext uri="{FF2B5EF4-FFF2-40B4-BE49-F238E27FC236}">
                <a16:creationId xmlns:a16="http://schemas.microsoft.com/office/drawing/2014/main" id="{14EE654E-B588-6872-8D0C-C938E65386BB}"/>
              </a:ext>
            </a:extLst>
          </p:cNvPr>
          <p:cNvSpPr>
            <a:spLocks noGrp="1" noChangeArrowheads="1"/>
          </p:cNvSpPr>
          <p:nvPr>
            <p:ph type="title"/>
          </p:nvPr>
        </p:nvSpPr>
        <p:spPr/>
        <p:txBody>
          <a:bodyPr/>
          <a:lstStyle/>
          <a:p>
            <a:r>
              <a:rPr lang="en-US" altLang="en-US"/>
              <a:t>Reading  from  a  ROM</a:t>
            </a:r>
            <a:endParaRPr lang="en-GB" altLang="en-US"/>
          </a:p>
        </p:txBody>
      </p:sp>
      <p:sp>
        <p:nvSpPr>
          <p:cNvPr id="113667" name="TextBox 2">
            <a:extLst>
              <a:ext uri="{FF2B5EF4-FFF2-40B4-BE49-F238E27FC236}">
                <a16:creationId xmlns:a16="http://schemas.microsoft.com/office/drawing/2014/main" id="{E6C8CD7F-12E4-25CD-0347-BE68D6D0FE20}"/>
              </a:ext>
            </a:extLst>
          </p:cNvPr>
          <p:cNvSpPr txBox="1">
            <a:spLocks noChangeArrowheads="1"/>
          </p:cNvSpPr>
          <p:nvPr/>
        </p:nvSpPr>
        <p:spPr bwMode="auto">
          <a:xfrm>
            <a:off x="1984375" y="2276475"/>
            <a:ext cx="828675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  .   .</a:t>
            </a:r>
            <a:endParaRPr lang="en-GB" altLang="en-US"/>
          </a:p>
          <a:p>
            <a:pPr eaLnBrk="1" hangingPunct="1"/>
            <a:r>
              <a:rPr lang="en-US" altLang="en-US" b="1"/>
              <a:t>reg</a:t>
            </a:r>
            <a:r>
              <a:rPr lang="en-US" altLang="en-US"/>
              <a:t> [15:0] rom[16383:0];</a:t>
            </a:r>
          </a:p>
          <a:p>
            <a:pPr eaLnBrk="1" hangingPunct="1"/>
            <a:r>
              <a:rPr lang="en-US" altLang="en-US" b="1"/>
              <a:t>always</a:t>
            </a:r>
            <a:r>
              <a:rPr lang="en-US" altLang="en-US"/>
              <a:t> @ (posedge clk)  </a:t>
            </a:r>
            <a:r>
              <a:rPr lang="en-US" altLang="en-US" b="1"/>
              <a:t> </a:t>
            </a:r>
          </a:p>
          <a:p>
            <a:pPr eaLnBrk="1" hangingPunct="1"/>
            <a:r>
              <a:rPr lang="en-US" altLang="en-US" b="1"/>
              <a:t> if</a:t>
            </a:r>
            <a:r>
              <a:rPr lang="en-US" altLang="en-US"/>
              <a:t>(clk_en == 1'b1)   </a:t>
            </a:r>
          </a:p>
          <a:p>
            <a:pPr eaLnBrk="1" hangingPunct="1"/>
            <a:r>
              <a:rPr lang="en-US" altLang="en-US"/>
              <a:t>     out &lt;= rom[address];  </a:t>
            </a:r>
          </a:p>
          <a:p>
            <a:pPr eaLnBrk="1" hangingPunct="1"/>
            <a:r>
              <a:rPr lang="en-US" altLang="en-US"/>
              <a:t>  </a:t>
            </a:r>
            <a:r>
              <a:rPr lang="en-US" altLang="en-US" b="1"/>
              <a:t>else</a:t>
            </a:r>
            <a:r>
              <a:rPr lang="en-US" altLang="en-US"/>
              <a:t>   out &lt;= {16{1'bz}};</a:t>
            </a:r>
            <a:br>
              <a:rPr lang="en-US" altLang="en-US"/>
            </a:br>
            <a:endParaRPr lang="en-GB"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803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2DC2BB-B596-4C3A-A9DC-0B51540F8820}">
  <ds:schemaRefs>
    <ds:schemaRef ds:uri="9d6f540b-f5ab-4529-997d-b1c359473666"/>
    <ds:schemaRef ds:uri="c4e338ac-e2c9-4a09-90bc-aa78cddd6f1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B5A6964-B842-4343-98F0-22A6DEF09411}">
  <ds:schemaRefs>
    <ds:schemaRef ds:uri="http://schemas.microsoft.com/sharepoint/v3/contenttype/forms"/>
  </ds:schemaRefs>
</ds:datastoreItem>
</file>

<file path=customXml/itemProps3.xml><?xml version="1.0" encoding="utf-8"?>
<ds:datastoreItem xmlns:ds="http://schemas.openxmlformats.org/officeDocument/2006/customXml" ds:itemID="{911BE162-346D-48E0-9B29-CB08309D4C2E}">
  <ds:schemaRefs>
    <ds:schemaRef ds:uri="9d6f540b-f5ab-4529-997d-b1c359473666"/>
    <ds:schemaRef ds:uri="c4e338ac-e2c9-4a09-90bc-aa78cddd6f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629</TotalTime>
  <Words>7683</Words>
  <Application>Microsoft Office PowerPoint</Application>
  <PresentationFormat>Widescreen</PresentationFormat>
  <Paragraphs>2515</Paragraphs>
  <Slides>107</Slides>
  <Notes>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107</vt:i4>
      </vt:variant>
    </vt:vector>
  </HeadingPairs>
  <TitlesOfParts>
    <vt:vector size="119" baseType="lpstr">
      <vt:lpstr>.Lucida Grande UI Regular</vt:lpstr>
      <vt:lpstr>Arial</vt:lpstr>
      <vt:lpstr>Arial LatArm</vt:lpstr>
      <vt:lpstr>Calibri</vt:lpstr>
      <vt:lpstr>Calibri Light</vt:lpstr>
      <vt:lpstr>Symbol</vt:lpstr>
      <vt:lpstr>System Font Regular</vt:lpstr>
      <vt:lpstr>Times New Roman</vt:lpstr>
      <vt:lpstr>Times NR Cyr MT</vt:lpstr>
      <vt:lpstr>Wingdings</vt:lpstr>
      <vt:lpstr>2_Synopsys_2019</vt:lpstr>
      <vt:lpstr>Custom Design</vt:lpstr>
      <vt:lpstr>Logic Design</vt:lpstr>
      <vt:lpstr>Course Overview</vt:lpstr>
      <vt:lpstr>Programmable Logical Integrated Circuits (PLDs)</vt:lpstr>
      <vt:lpstr>Memory Hierarchy</vt:lpstr>
      <vt:lpstr>Computer Memory</vt:lpstr>
      <vt:lpstr>RAM  Memory </vt:lpstr>
      <vt:lpstr>RAM</vt:lpstr>
      <vt:lpstr>Static RAM  (SRAM)</vt:lpstr>
      <vt:lpstr>SRAM Memory Cell (D Latch)</vt:lpstr>
      <vt:lpstr>Linear Select SRAM (Internal Structure)</vt:lpstr>
      <vt:lpstr>Two-dimensional Memory Cell</vt:lpstr>
      <vt:lpstr>Two-dimensional Memory Cell</vt:lpstr>
      <vt:lpstr>SRAM Cell</vt:lpstr>
      <vt:lpstr>Two-dimensional  IC  Memory Organization</vt:lpstr>
      <vt:lpstr>Two-Dimensional Memory Structure</vt:lpstr>
      <vt:lpstr>Structure of IC with Selectors (2DM)</vt:lpstr>
      <vt:lpstr>SRAM</vt:lpstr>
      <vt:lpstr>Example: HM62 256 SRAM IC Memory</vt:lpstr>
      <vt:lpstr>HM62 256 SRAM IC Structure</vt:lpstr>
      <vt:lpstr>Timing Waveforms</vt:lpstr>
      <vt:lpstr>Read Cycle</vt:lpstr>
      <vt:lpstr>Write Cycle </vt:lpstr>
      <vt:lpstr>Write Cycle (2)</vt:lpstr>
      <vt:lpstr>Asynchronous RAM in Verilog </vt:lpstr>
      <vt:lpstr>Asynchronous RAM in Verilog (2)</vt:lpstr>
      <vt:lpstr>Asynchronous RAM in Verilog (3)</vt:lpstr>
      <vt:lpstr>Logic Symbols for SRAMs</vt:lpstr>
      <vt:lpstr>Design of SRAM Module (Example1)</vt:lpstr>
      <vt:lpstr>Example 2</vt:lpstr>
      <vt:lpstr>Asynchronous RAM 648 bit </vt:lpstr>
      <vt:lpstr>RAM in System Verilog</vt:lpstr>
      <vt:lpstr>Synchronous SRAM </vt:lpstr>
      <vt:lpstr>Synchronous  SRAM (2)</vt:lpstr>
      <vt:lpstr>Synchronous SRAM Modes</vt:lpstr>
      <vt:lpstr>Timing Waveforms for SSRAM</vt:lpstr>
      <vt:lpstr>Timing Waveforms for SSRAM (Write Operations)</vt:lpstr>
      <vt:lpstr>RAM 2NM Bit  in  Verilog</vt:lpstr>
      <vt:lpstr>Pipelined  SSRAM</vt:lpstr>
      <vt:lpstr>Dual-Port Memory </vt:lpstr>
      <vt:lpstr>Dual-Port Memory (2)</vt:lpstr>
      <vt:lpstr>Dual-Port  SRAM  Cell (8T)</vt:lpstr>
      <vt:lpstr>Asyncronous Dual-Port RAM Arbiter</vt:lpstr>
      <vt:lpstr>Conflict Situations </vt:lpstr>
      <vt:lpstr>Associative Memory </vt:lpstr>
      <vt:lpstr>Associative Memory (2)</vt:lpstr>
      <vt:lpstr>CAM Cell (NAND)</vt:lpstr>
      <vt:lpstr>CAM Cell (NOR)</vt:lpstr>
      <vt:lpstr>Register  File</vt:lpstr>
      <vt:lpstr>General  Purpose  Registers  (GPRs)</vt:lpstr>
      <vt:lpstr>Verilog Description of RegFile</vt:lpstr>
      <vt:lpstr>FIFO Buffer</vt:lpstr>
      <vt:lpstr>Dynamic Random Access Memory (DRAM)</vt:lpstr>
      <vt:lpstr>DRAM (One-transistor Cell)</vt:lpstr>
      <vt:lpstr>Properties of DRAM</vt:lpstr>
      <vt:lpstr>The Matrix of Memory Elements</vt:lpstr>
      <vt:lpstr>Asynchronous DRAM Chip Organization</vt:lpstr>
      <vt:lpstr>DRAM </vt:lpstr>
      <vt:lpstr>Example:  Asynchronous IC  DRAM</vt:lpstr>
      <vt:lpstr>Comparison SRAM with DRAM</vt:lpstr>
      <vt:lpstr>DRAM Optimization</vt:lpstr>
      <vt:lpstr>Timing Waveforms IC DRAM </vt:lpstr>
      <vt:lpstr>Timing Parameters</vt:lpstr>
      <vt:lpstr>Refresh</vt:lpstr>
      <vt:lpstr>Structure of Module of Asynchronous DRAM</vt:lpstr>
      <vt:lpstr>Synchronous DRAM (SDRAM)</vt:lpstr>
      <vt:lpstr>DDR SDRAM IC Memory Structure </vt:lpstr>
      <vt:lpstr>DDR SDRAM</vt:lpstr>
      <vt:lpstr>Examples</vt:lpstr>
      <vt:lpstr>SDRAM (Single Data Rate)</vt:lpstr>
      <vt:lpstr>DDR SDRAM  (Double Data Rate)</vt:lpstr>
      <vt:lpstr>DDR2 SDRAM</vt:lpstr>
      <vt:lpstr>DDR3  SDRAM</vt:lpstr>
      <vt:lpstr>Evolution of DDR SDRAM</vt:lpstr>
      <vt:lpstr>DDR4 SDRAM</vt:lpstr>
      <vt:lpstr>DDR4 Solution to Prefetch of Eight</vt:lpstr>
      <vt:lpstr>Read Only Memory (ROM)</vt:lpstr>
      <vt:lpstr>Internal ROM Structure</vt:lpstr>
      <vt:lpstr>Mask Programmable ROM</vt:lpstr>
      <vt:lpstr>Programmable ROM</vt:lpstr>
      <vt:lpstr>Application of MOS Transistors as Memory Cells</vt:lpstr>
      <vt:lpstr>Erasable PROM</vt:lpstr>
      <vt:lpstr>Floating-gate Avalanche-Injection MOS (FAMOS)</vt:lpstr>
      <vt:lpstr>Electrically Erasable Programmable Read-Only Memory(EEPROM)  </vt:lpstr>
      <vt:lpstr>Two Transistor Cell</vt:lpstr>
      <vt:lpstr>Examples of EEPROM IC</vt:lpstr>
      <vt:lpstr>Atmel 256K (32K x 8) – Paged Parallel   EEPROM (AT28C256)</vt:lpstr>
      <vt:lpstr>Organization of  IC size 32Kx8</vt:lpstr>
      <vt:lpstr>Using ROM To Implement Integer Multiplication</vt:lpstr>
      <vt:lpstr>Using ROM To Implement Logic Functions (LUT)</vt:lpstr>
      <vt:lpstr>Flash  Memory </vt:lpstr>
      <vt:lpstr>Flash  Memory (2)</vt:lpstr>
      <vt:lpstr>Erasing Flash Memory (NOR)</vt:lpstr>
      <vt:lpstr>Programming   Flash Memory</vt:lpstr>
      <vt:lpstr>Reading  from  Flash Memory</vt:lpstr>
      <vt:lpstr> NOR  Flash Memory</vt:lpstr>
      <vt:lpstr>NAND Flash Memory</vt:lpstr>
      <vt:lpstr>The Structure of Matrix Based on NOR Gates</vt:lpstr>
      <vt:lpstr>NAND and NOR Architecture</vt:lpstr>
      <vt:lpstr>AM 28F010  Flash Memory Logic Symbol</vt:lpstr>
      <vt:lpstr>RAM Initialization</vt:lpstr>
      <vt:lpstr>RAM Initialization</vt:lpstr>
      <vt:lpstr>RAM Initialization</vt:lpstr>
      <vt:lpstr>Examples  of ROM Description</vt:lpstr>
      <vt:lpstr>ROM Description</vt:lpstr>
      <vt:lpstr>ROM Description</vt:lpstr>
      <vt:lpstr>Reading  from  a  ROM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Margarit Meroyan</cp:lastModifiedBy>
  <cp:revision>3</cp:revision>
  <dcterms:created xsi:type="dcterms:W3CDTF">2020-07-20T16:18:49Z</dcterms:created>
  <dcterms:modified xsi:type="dcterms:W3CDTF">2023-12-27T10:37:52Z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
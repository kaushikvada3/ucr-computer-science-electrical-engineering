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 id="2147483757" r:id="rId5"/>
  </p:sldMasterIdLst>
  <p:notesMasterIdLst>
    <p:notesMasterId r:id="rId63"/>
  </p:notesMasterIdLst>
  <p:handoutMasterIdLst>
    <p:handoutMasterId r:id="rId64"/>
  </p:handoutMasterIdLst>
  <p:sldIdLst>
    <p:sldId id="4743" r:id="rId6"/>
    <p:sldId id="537" r:id="rId7"/>
    <p:sldId id="536" r:id="rId8"/>
    <p:sldId id="492" r:id="rId9"/>
    <p:sldId id="493" r:id="rId10"/>
    <p:sldId id="494" r:id="rId11"/>
    <p:sldId id="495" r:id="rId12"/>
    <p:sldId id="496" r:id="rId13"/>
    <p:sldId id="497" r:id="rId14"/>
    <p:sldId id="498" r:id="rId15"/>
    <p:sldId id="499" r:id="rId16"/>
    <p:sldId id="545" r:id="rId17"/>
    <p:sldId id="501" r:id="rId18"/>
    <p:sldId id="546" r:id="rId19"/>
    <p:sldId id="547" r:id="rId20"/>
    <p:sldId id="506" r:id="rId21"/>
    <p:sldId id="507" r:id="rId22"/>
    <p:sldId id="566" r:id="rId23"/>
    <p:sldId id="509" r:id="rId24"/>
    <p:sldId id="4744" r:id="rId25"/>
    <p:sldId id="549" r:id="rId26"/>
    <p:sldId id="550" r:id="rId27"/>
    <p:sldId id="513" r:id="rId28"/>
    <p:sldId id="514" r:id="rId29"/>
    <p:sldId id="516" r:id="rId30"/>
    <p:sldId id="565" r:id="rId31"/>
    <p:sldId id="524" r:id="rId32"/>
    <p:sldId id="525" r:id="rId33"/>
    <p:sldId id="526" r:id="rId34"/>
    <p:sldId id="527" r:id="rId35"/>
    <p:sldId id="528" r:id="rId36"/>
    <p:sldId id="572" r:id="rId37"/>
    <p:sldId id="530" r:id="rId38"/>
    <p:sldId id="531" r:id="rId39"/>
    <p:sldId id="532" r:id="rId40"/>
    <p:sldId id="533" r:id="rId41"/>
    <p:sldId id="570" r:id="rId42"/>
    <p:sldId id="571" r:id="rId43"/>
    <p:sldId id="534" r:id="rId44"/>
    <p:sldId id="535" r:id="rId45"/>
    <p:sldId id="539" r:id="rId46"/>
    <p:sldId id="540" r:id="rId47"/>
    <p:sldId id="552" r:id="rId48"/>
    <p:sldId id="555" r:id="rId49"/>
    <p:sldId id="556" r:id="rId50"/>
    <p:sldId id="557" r:id="rId51"/>
    <p:sldId id="558" r:id="rId52"/>
    <p:sldId id="561" r:id="rId53"/>
    <p:sldId id="562" r:id="rId54"/>
    <p:sldId id="564" r:id="rId55"/>
    <p:sldId id="554" r:id="rId56"/>
    <p:sldId id="559" r:id="rId57"/>
    <p:sldId id="560" r:id="rId58"/>
    <p:sldId id="567" r:id="rId59"/>
    <p:sldId id="568" r:id="rId60"/>
    <p:sldId id="569" r:id="rId61"/>
    <p:sldId id="4790" r:id="rId62"/>
  </p:sldIdLst>
  <p:sldSz cx="12192000" cy="6858000"/>
  <p:notesSz cx="7315200" cy="9601200"/>
  <p:custDataLst>
    <p:tags r:id="rId6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537"/>
            <p14:sldId id="536"/>
            <p14:sldId id="492"/>
            <p14:sldId id="493"/>
            <p14:sldId id="494"/>
            <p14:sldId id="495"/>
            <p14:sldId id="496"/>
            <p14:sldId id="497"/>
            <p14:sldId id="498"/>
            <p14:sldId id="499"/>
            <p14:sldId id="545"/>
            <p14:sldId id="501"/>
            <p14:sldId id="546"/>
            <p14:sldId id="547"/>
            <p14:sldId id="506"/>
            <p14:sldId id="507"/>
            <p14:sldId id="566"/>
            <p14:sldId id="509"/>
            <p14:sldId id="4744"/>
            <p14:sldId id="549"/>
            <p14:sldId id="550"/>
            <p14:sldId id="513"/>
            <p14:sldId id="514"/>
            <p14:sldId id="516"/>
            <p14:sldId id="565"/>
            <p14:sldId id="524"/>
            <p14:sldId id="525"/>
            <p14:sldId id="526"/>
            <p14:sldId id="527"/>
            <p14:sldId id="528"/>
            <p14:sldId id="572"/>
            <p14:sldId id="530"/>
            <p14:sldId id="531"/>
            <p14:sldId id="532"/>
            <p14:sldId id="533"/>
            <p14:sldId id="570"/>
            <p14:sldId id="571"/>
            <p14:sldId id="534"/>
            <p14:sldId id="535"/>
            <p14:sldId id="539"/>
            <p14:sldId id="540"/>
            <p14:sldId id="552"/>
            <p14:sldId id="555"/>
            <p14:sldId id="556"/>
            <p14:sldId id="557"/>
            <p14:sldId id="558"/>
            <p14:sldId id="561"/>
            <p14:sldId id="562"/>
            <p14:sldId id="564"/>
            <p14:sldId id="554"/>
            <p14:sldId id="559"/>
            <p14:sldId id="560"/>
            <p14:sldId id="567"/>
            <p14:sldId id="568"/>
            <p14:sldId id="569"/>
            <p14:sldId id="479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D5DB9"/>
    <a:srgbClr val="3366FF"/>
    <a:srgbClr val="D723BD"/>
    <a:srgbClr val="C1C6CC"/>
    <a:srgbClr val="5A84FF"/>
    <a:srgbClr val="BDBDBD"/>
    <a:srgbClr val="5858FF"/>
    <a:srgbClr val="BBCDEC"/>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6C73E7-8966-4711-93C3-A0DA5E3E4944}" v="1" dt="2023-12-27T09:09:23.2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notesMaster" Target="notesMasters/notesMaster1.xml"/><Relationship Id="rId68" Type="http://schemas.openxmlformats.org/officeDocument/2006/relationships/viewProps" Target="viewProps.xml"/><Relationship Id="rId7" Type="http://schemas.openxmlformats.org/officeDocument/2006/relationships/slide" Target="slides/slide2.xml"/><Relationship Id="rId71"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handoutMaster" Target="handoutMasters/handoutMaster1.xml"/><Relationship Id="rId69"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garit Meroyan" userId="630a6349-7c61-463e-804c-816773a1019c" providerId="ADAL" clId="{936C73E7-8966-4711-93C3-A0DA5E3E4944}"/>
    <pc:docChg chg="custSel addSld delSld modSld modSection">
      <pc:chgData name="Margarit Meroyan" userId="630a6349-7c61-463e-804c-816773a1019c" providerId="ADAL" clId="{936C73E7-8966-4711-93C3-A0DA5E3E4944}" dt="2023-12-27T09:09:34.801" v="2" actId="478"/>
      <pc:docMkLst>
        <pc:docMk/>
      </pc:docMkLst>
      <pc:sldChg chg="delSp mod">
        <pc:chgData name="Margarit Meroyan" userId="630a6349-7c61-463e-804c-816773a1019c" providerId="ADAL" clId="{936C73E7-8966-4711-93C3-A0DA5E3E4944}" dt="2023-12-27T09:09:34.801" v="2" actId="478"/>
        <pc:sldMkLst>
          <pc:docMk/>
          <pc:sldMk cId="0" sldId="536"/>
        </pc:sldMkLst>
        <pc:spChg chg="del">
          <ac:chgData name="Margarit Meroyan" userId="630a6349-7c61-463e-804c-816773a1019c" providerId="ADAL" clId="{936C73E7-8966-4711-93C3-A0DA5E3E4944}" dt="2023-12-27T09:09:34.801" v="2" actId="478"/>
          <ac:spMkLst>
            <pc:docMk/>
            <pc:sldMk cId="0" sldId="536"/>
            <ac:spMk id="2" creationId="{C308CF19-6630-C492-B724-302243C015A0}"/>
          </ac:spMkLst>
        </pc:spChg>
      </pc:sldChg>
      <pc:sldChg chg="del">
        <pc:chgData name="Margarit Meroyan" userId="630a6349-7c61-463e-804c-816773a1019c" providerId="ADAL" clId="{936C73E7-8966-4711-93C3-A0DA5E3E4944}" dt="2023-12-27T09:09:21.736" v="0" actId="47"/>
        <pc:sldMkLst>
          <pc:docMk/>
          <pc:sldMk cId="0" sldId="611"/>
        </pc:sldMkLst>
      </pc:sldChg>
      <pc:sldChg chg="add">
        <pc:chgData name="Margarit Meroyan" userId="630a6349-7c61-463e-804c-816773a1019c" providerId="ADAL" clId="{936C73E7-8966-4711-93C3-A0DA5E3E4944}" dt="2023-12-27T09:09:23.208" v="1"/>
        <pc:sldMkLst>
          <pc:docMk/>
          <pc:sldMk cId="132580393" sldId="479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12/27/2023</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a:solidFill>
                  <a:schemeClr val="tx1"/>
                </a:solidFill>
                <a:effectLst/>
                <a:latin typeface="Arial" pitchFamily="34" charset="0"/>
                <a:ea typeface="+mn-ea"/>
                <a:cs typeface="Arial" pitchFamily="34" charset="0"/>
              </a:rPr>
              <a:t>©2023 Synopsys, Inc. All Rights Reserved.</a:t>
            </a:r>
            <a:endParaRPr lang="en-US" sz="800" b="1">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9DAA041E-1D52-BF5C-FDB6-18220C64C952}"/>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8B83D5CD-630C-1654-5E08-40F0613B3466}"/>
              </a:ext>
            </a:extLst>
          </p:cNvPr>
          <p:cNvSpPr>
            <a:spLocks noGrp="1" noChangeArrowheads="1"/>
          </p:cNvSpPr>
          <p:nvPr>
            <p:ph type="body" idx="1"/>
          </p:nvPr>
        </p:nvSpPr>
        <p:spPr>
          <a:xfrm>
            <a:off x="947738" y="4306888"/>
            <a:ext cx="5106987" cy="416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
        <p:nvSpPr>
          <p:cNvPr id="9220" name="Slide Number Placeholder 3">
            <a:extLst>
              <a:ext uri="{FF2B5EF4-FFF2-40B4-BE49-F238E27FC236}">
                <a16:creationId xmlns:a16="http://schemas.microsoft.com/office/drawing/2014/main" id="{5288A296-D3E5-C921-2883-126142193E50}"/>
              </a:ext>
            </a:extLst>
          </p:cNvPr>
          <p:cNvSpPr txBox="1">
            <a:spLocks noGrp="1" noChangeArrowheads="1"/>
          </p:cNvSpPr>
          <p:nvPr/>
        </p:nvSpPr>
        <p:spPr bwMode="auto">
          <a:xfrm>
            <a:off x="3948113" y="8801100"/>
            <a:ext cx="30178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43" tIns="46371" rIns="92743" bIns="46371" anchor="b"/>
          <a:lstStyle>
            <a:lvl1pPr defTabSz="927100">
              <a:defRPr sz="2400" b="1">
                <a:solidFill>
                  <a:schemeClr val="tx1"/>
                </a:solidFill>
                <a:latin typeface="Arial" panose="020B0604020202020204" pitchFamily="34" charset="0"/>
                <a:cs typeface="Arial" panose="020B0604020202020204" pitchFamily="34" charset="0"/>
              </a:defRPr>
            </a:lvl1pPr>
            <a:lvl2pPr marL="742950" indent="-285750" defTabSz="927100">
              <a:defRPr sz="2400" b="1">
                <a:solidFill>
                  <a:schemeClr val="tx1"/>
                </a:solidFill>
                <a:latin typeface="Arial" panose="020B0604020202020204" pitchFamily="34" charset="0"/>
                <a:cs typeface="Arial" panose="020B0604020202020204" pitchFamily="34" charset="0"/>
              </a:defRPr>
            </a:lvl2pPr>
            <a:lvl3pPr marL="1143000" indent="-228600" defTabSz="927100">
              <a:defRPr sz="2400" b="1">
                <a:solidFill>
                  <a:schemeClr val="tx1"/>
                </a:solidFill>
                <a:latin typeface="Arial" panose="020B0604020202020204" pitchFamily="34" charset="0"/>
                <a:cs typeface="Arial" panose="020B0604020202020204" pitchFamily="34" charset="0"/>
              </a:defRPr>
            </a:lvl3pPr>
            <a:lvl4pPr marL="1600200" indent="-228600" defTabSz="927100">
              <a:defRPr sz="2400" b="1">
                <a:solidFill>
                  <a:schemeClr val="tx1"/>
                </a:solidFill>
                <a:latin typeface="Arial" panose="020B0604020202020204" pitchFamily="34" charset="0"/>
                <a:cs typeface="Arial" panose="020B0604020202020204" pitchFamily="34" charset="0"/>
              </a:defRPr>
            </a:lvl4pPr>
            <a:lvl5pPr marL="2057400" indent="-228600" defTabSz="927100">
              <a:defRPr sz="2400" b="1">
                <a:solidFill>
                  <a:schemeClr val="tx1"/>
                </a:solidFill>
                <a:latin typeface="Arial" panose="020B0604020202020204" pitchFamily="34" charset="0"/>
                <a:cs typeface="Arial" panose="020B0604020202020204" pitchFamily="34" charset="0"/>
              </a:defRPr>
            </a:lvl5pPr>
            <a:lvl6pPr marL="25146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eaLnBrk="1" hangingPunct="1"/>
            <a:fld id="{86EA1A44-60BD-4A42-A058-CD52E570853A}" type="slidenum">
              <a:rPr lang="en-US" altLang="en-US" sz="1200" b="0"/>
              <a:pPr algn="r" eaLnBrk="1" hangingPunct="1"/>
              <a:t>2</a:t>
            </a:fld>
            <a:endParaRPr lang="en-US" altLang="en-US" sz="1200" b="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59C0D023-824B-F703-DC16-E0666B98CF46}"/>
              </a:ext>
            </a:extLst>
          </p:cNvPr>
          <p:cNvSpPr>
            <a:spLocks noGrp="1" noRot="1" noChangeAspect="1" noChangeArrowheads="1" noTextEdit="1"/>
          </p:cNvSpPr>
          <p:nvPr>
            <p:ph type="sldImg"/>
          </p:nvPr>
        </p:nvSpPr>
        <p:spPr>
          <a:ln/>
        </p:spPr>
      </p:sp>
      <p:sp>
        <p:nvSpPr>
          <p:cNvPr id="13315" name="Rectangle 3">
            <a:extLst>
              <a:ext uri="{FF2B5EF4-FFF2-40B4-BE49-F238E27FC236}">
                <a16:creationId xmlns:a16="http://schemas.microsoft.com/office/drawing/2014/main" id="{7EFD17E3-EF46-3849-68DB-22F73DACC7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76801BA-2917-D186-9036-3F6DE36005EB}"/>
              </a:ext>
            </a:extLst>
          </p:cNvPr>
          <p:cNvSpPr>
            <a:spLocks noGrp="1" noRot="1" noChangeAspect="1" noChangeArrowheads="1" noTextEdit="1"/>
          </p:cNvSpPr>
          <p:nvPr>
            <p:ph type="sldImg"/>
          </p:nvPr>
        </p:nvSpPr>
        <p:spPr>
          <a:ln/>
        </p:spPr>
      </p:sp>
      <p:sp>
        <p:nvSpPr>
          <p:cNvPr id="15363" name="Rectangle 3">
            <a:extLst>
              <a:ext uri="{FF2B5EF4-FFF2-40B4-BE49-F238E27FC236}">
                <a16:creationId xmlns:a16="http://schemas.microsoft.com/office/drawing/2014/main" id="{233D48D8-F6A4-D882-F505-52DA2A8388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AE0007D4-DD3E-37D8-181D-0A9B39861BB2}"/>
              </a:ext>
            </a:extLst>
          </p:cNvPr>
          <p:cNvSpPr>
            <a:spLocks noGrp="1" noRot="1" noChangeAspect="1" noChangeArrowheads="1" noTextEdit="1"/>
          </p:cNvSpPr>
          <p:nvPr>
            <p:ph type="sldImg"/>
          </p:nvPr>
        </p:nvSpPr>
        <p:spPr>
          <a:ln/>
        </p:spPr>
      </p:sp>
      <p:sp>
        <p:nvSpPr>
          <p:cNvPr id="17411" name="Rectangle 3">
            <a:extLst>
              <a:ext uri="{FF2B5EF4-FFF2-40B4-BE49-F238E27FC236}">
                <a16:creationId xmlns:a16="http://schemas.microsoft.com/office/drawing/2014/main" id="{BA88563B-5F9E-182A-8A59-60ABD9FD1E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D5EBCBE-7E63-4BC9-59E9-D5D42BF70A7B}"/>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94C9B681-1668-EC39-FC54-834BB2DF6D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72161171-A1FD-7322-A291-9E7543665AA8}"/>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52E976C7-65C8-993D-B3AE-BC395B8DD2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06052C7B-92F9-5FD6-7F8F-4C0C9027D46C}"/>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2FCADF56-3F1B-7715-E420-6B5D9E6959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3A622979-7275-9432-78CB-3F3BFE9CB846}"/>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D2FA4BA4-50CB-1230-B9FB-D122962201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B1D43BC8-A3F2-F98B-E506-02B287C1DDEA}"/>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357B14BD-7831-B0F2-9FF9-2B72BC14F5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D4AAD33F-B837-68D6-FAB2-B088FAA605CD}"/>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CA5E314F-B236-F8A6-399A-376234B46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724F509-AEC2-F6E1-7DC5-CC3DB55C2108}"/>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28F985CE-BDC8-0588-30F5-5982ACEBFE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E53C3563-8A6A-81E8-CD7D-02D9B0270A9A}"/>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81E612BF-FB5A-ADF0-3FD3-69BE59B878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98645CC-8C56-DD65-7F5C-5A435BF324C5}"/>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9DD9E2C0-7654-FECA-632D-9DBA240BC6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F3F9299C-D9FD-6A48-BE51-4C8D296AFD86}"/>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BDC04C69-3E9C-C552-5C8B-61E3850EF2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97EA98F2-5F28-5BB0-4B7E-7BD67CBF71EF}"/>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34DFB2BD-AD93-FAE3-277C-047CB2D095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F6C35859-7290-FF36-74C4-4B0A09AA1A19}"/>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FC28D13B-6F65-21A6-51AD-3731F00F3B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9D15FCA8-9714-00AE-BDC8-D64091672DC0}"/>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1FF24DC3-1CCC-4046-28F4-EF8614C692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435D5EA-C6DE-F3CA-6D54-75B38ECAA02D}"/>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B91DD0BA-64EA-6515-EF10-1488016647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5095E006-7C19-720E-FEE9-4D88B25D98DC}"/>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8724DC14-9211-ACAE-2020-584A22BFE9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42448143-03A4-7434-052F-384545029A36}"/>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7AF6C7D6-A441-533E-95D7-2F65C82A73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E773D221-6AF1-0904-29F6-8E20D63D5E0A}"/>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795C603D-D5D3-DEFF-B887-8277C503B1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43EDF8E8-4FDF-2EE5-9F3D-A69628AEF9E8}"/>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F0F12F31-DE71-F1ED-A575-A1E151C345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2C84DB42-4DA6-4E7E-FE25-81FB080423D9}"/>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D99F3E6B-428D-B1DD-0CF6-6F6453E43B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5340B1E5-7B7A-A5A7-C65E-BCBDD8AA2677}"/>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8D8537B6-7881-AEFE-37E5-FA192FAB41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B57ED90D-4E98-8E2E-81D0-8B337FAE7A5F}"/>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5648EE4A-7914-94F7-5FF2-2F3D0B4A03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07BE4EEC-54D1-92EC-E838-29BB627AE88C}"/>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F094527B-E943-E3EF-23B4-6191DA4CE8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63CFD197-D25D-AFA1-D037-5BD76AD0756F}"/>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4BF16EA2-DEEE-C697-9459-8B0E604B14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37A1066B-6DEF-54D6-EF42-304C2E3B5A4D}"/>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8470E6D3-1275-FD7B-61CB-D58B03C25D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63C5EBF4-572F-EAF8-A42B-AF6CAC8CCE86}"/>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66D52BBA-4B84-7004-5AB3-C1DB8B8599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B34A5217-9D0D-9356-4ECC-45C183C825B0}"/>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5BCA5074-7A78-F396-0B06-1361AE0992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4DA1352F-8C20-8746-5BE7-5E6A39D61C83}"/>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60301E9E-12D8-4865-4E6B-341E56CAB5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310F2F09-6FF1-182D-F082-B0CF5F418F6D}"/>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AA99A11D-3F3E-6C32-5FEA-E41BF31924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19A9E8CE-1788-CE37-0F70-4AB8F79DF317}"/>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6770B377-247E-1043-2B1D-822B1D626F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A3FFC1ED-C8DC-BA95-E1C7-11351E84CEE8}"/>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D79A7ACE-A1FC-EFDF-02F5-4D383769C7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slideMaster" Target="../slideMasters/slideMaster1.xml"/><Relationship Id="rId4" Type="http://schemas.openxmlformats.org/officeDocument/2006/relationships/tags" Target="../tags/tag5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custDataLst>
              <p:tags r:id="rId1"/>
            </p:custDataLst>
          </p:nvPr>
        </p:nvSpPr>
        <p:spPr>
          <a:xfrm>
            <a:off x="456555" y="1554480"/>
            <a:ext cx="11278244" cy="4846320"/>
          </a:xfrm>
        </p:spPr>
        <p:txBody>
          <a:bodyPr vert="horz" lIns="91440" tIns="45720" rIns="91440" bIns="45720" rtlCol="0">
            <a:normAutofit/>
          </a:bodyPr>
          <a:lstStyle>
            <a:lvl1pPr>
              <a:defRPr baseline="0"/>
            </a:lvl1pPr>
            <a:lvl2pPr>
              <a:defRPr/>
            </a:lvl2pPr>
            <a:lvl3pPr>
              <a:defRPr/>
            </a:lvl3pPr>
            <a:lvl4pPr>
              <a:defRPr/>
            </a:lvl4pPr>
            <a:lvl5pPr>
              <a:defRPr/>
            </a:lvl5pPr>
            <a:lvl6pPr>
              <a:defRPr/>
            </a:lvl6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4" name="Text Placeholder 6"/>
          <p:cNvSpPr>
            <a:spLocks noGrp="1"/>
          </p:cNvSpPr>
          <p:nvPr>
            <p:ph type="body" sz="quarter" idx="12" hasCustomPrompt="1"/>
            <p:custDataLst>
              <p:tags r:id="rId2"/>
            </p:custDataLst>
          </p:nvPr>
        </p:nvSpPr>
        <p:spPr>
          <a:xfrm>
            <a:off x="456555" y="1005839"/>
            <a:ext cx="11278244" cy="365760"/>
          </a:xfrm>
        </p:spPr>
        <p:txBody>
          <a:bodyPr>
            <a:noAutofit/>
          </a:bodyPr>
          <a:lstStyle>
            <a:lvl1pPr marL="0" indent="0">
              <a:spcBef>
                <a:spcPts val="0"/>
              </a:spcBef>
              <a:buFont typeface="Arial" panose="020B0604020202020204" pitchFamily="34" charset="0"/>
              <a:buNone/>
              <a:defRPr sz="1650" i="0">
                <a:solidFill>
                  <a:schemeClr val="tx1"/>
                </a:solidFill>
              </a:defRPr>
            </a:lvl1pPr>
            <a:lvl2pPr marL="0" indent="0">
              <a:spcBef>
                <a:spcPts val="0"/>
              </a:spcBef>
              <a:buNone/>
              <a:defRPr sz="1800">
                <a:solidFill>
                  <a:schemeClr val="tx1">
                    <a:lumMod val="65000"/>
                    <a:lumOff val="35000"/>
                  </a:schemeClr>
                </a:solidFill>
              </a:defRPr>
            </a:lvl2pPr>
            <a:lvl3pPr marL="0" indent="0">
              <a:spcBef>
                <a:spcPts val="0"/>
              </a:spcBef>
              <a:buNone/>
              <a:defRPr sz="1800">
                <a:solidFill>
                  <a:schemeClr val="tx1">
                    <a:lumMod val="65000"/>
                    <a:lumOff val="35000"/>
                  </a:schemeClr>
                </a:solidFill>
              </a:defRPr>
            </a:lvl3pPr>
            <a:lvl4pPr marL="0" indent="0">
              <a:spcBef>
                <a:spcPts val="0"/>
              </a:spcBef>
              <a:buNone/>
              <a:defRPr sz="1800">
                <a:solidFill>
                  <a:schemeClr val="tx1">
                    <a:lumMod val="65000"/>
                    <a:lumOff val="35000"/>
                  </a:schemeClr>
                </a:solidFill>
              </a:defRPr>
            </a:lvl4pPr>
            <a:lvl5pPr marL="0" indent="0">
              <a:spcBef>
                <a:spcPts val="0"/>
              </a:spcBef>
              <a:buNone/>
              <a:defRPr sz="1800">
                <a:solidFill>
                  <a:schemeClr val="tx1">
                    <a:lumMod val="65000"/>
                    <a:lumOff val="35000"/>
                  </a:schemeClr>
                </a:solidFill>
              </a:defRPr>
            </a:lvl5pPr>
            <a:lvl6pPr marL="0" indent="0">
              <a:spcBef>
                <a:spcPts val="0"/>
              </a:spcBef>
              <a:buNone/>
              <a:defRPr sz="1800">
                <a:solidFill>
                  <a:schemeClr val="tx1">
                    <a:lumMod val="65000"/>
                    <a:lumOff val="35000"/>
                  </a:schemeClr>
                </a:solidFill>
              </a:defRPr>
            </a:lvl6pPr>
            <a:lvl7pPr marL="0" indent="0">
              <a:spcBef>
                <a:spcPts val="0"/>
              </a:spcBef>
              <a:buNone/>
              <a:defRPr sz="1800">
                <a:solidFill>
                  <a:schemeClr val="tx1">
                    <a:lumMod val="65000"/>
                    <a:lumOff val="35000"/>
                  </a:schemeClr>
                </a:solidFill>
              </a:defRPr>
            </a:lvl7pPr>
            <a:lvl8pPr marL="0" indent="0">
              <a:spcBef>
                <a:spcPts val="0"/>
              </a:spcBef>
              <a:buNone/>
              <a:defRPr sz="1800">
                <a:solidFill>
                  <a:schemeClr val="tx1">
                    <a:lumMod val="65000"/>
                    <a:lumOff val="35000"/>
                  </a:schemeClr>
                </a:solidFill>
              </a:defRPr>
            </a:lvl8pPr>
            <a:lvl9pPr marL="0" indent="0">
              <a:spcBef>
                <a:spcPts val="0"/>
              </a:spcBef>
              <a:buNone/>
              <a:defRPr sz="1800">
                <a:solidFill>
                  <a:schemeClr val="tx1">
                    <a:lumMod val="65000"/>
                    <a:lumOff val="35000"/>
                  </a:schemeClr>
                </a:solidFill>
              </a:defRPr>
            </a:lvl9pPr>
          </a:lstStyle>
          <a:p>
            <a:pPr lvl="0"/>
            <a:r>
              <a:t>Click to Add a Subtitle</a:t>
            </a:r>
          </a:p>
        </p:txBody>
      </p:sp>
      <p:sp>
        <p:nvSpPr>
          <p:cNvPr id="5" name="Title 4">
            <a:extLst>
              <a:ext uri="{FF2B5EF4-FFF2-40B4-BE49-F238E27FC236}">
                <a16:creationId xmlns:a16="http://schemas.microsoft.com/office/drawing/2014/main" id="{13AB35E0-AD47-4AD2-A594-DF7D8B2173E4}"/>
              </a:ext>
            </a:extLst>
          </p:cNvPr>
          <p:cNvSpPr>
            <a:spLocks noGrp="1"/>
          </p:cNvSpPr>
          <p:nvPr>
            <p:ph type="title" hasCustomPrompt="1"/>
            <p:custDataLst>
              <p:tags r:id="rId3"/>
            </p:custDataLst>
          </p:nvPr>
        </p:nvSpPr>
        <p:spPr/>
        <p:txBody>
          <a:bodyPr/>
          <a:lstStyle>
            <a:lvl1pPr>
              <a:defRPr/>
            </a:lvl1pPr>
          </a:lstStyle>
          <a:p>
            <a:r>
              <a:t>Click to Add a Title</a:t>
            </a:r>
          </a:p>
        </p:txBody>
      </p:sp>
      <p:sp>
        <p:nvSpPr>
          <p:cNvPr id="6" name="ConStatement"/>
          <p:cNvSpPr txBox="1"/>
          <p:nvPr userDrawn="1">
            <p:custDataLst>
              <p:tags r:id="rId4"/>
            </p:custDataLst>
          </p:nvPr>
        </p:nvSpPr>
        <p:spPr>
          <a:xfrm>
            <a:off x="2921000" y="6590224"/>
            <a:ext cx="6350000" cy="245794"/>
          </a:xfrm>
          <a:prstGeom prst="rect">
            <a:avLst/>
          </a:prstGeom>
          <a:noFill/>
        </p:spPr>
        <p:txBody>
          <a:bodyPr vert="horz" wrap="none" lIns="68580" tIns="34290" rIns="68580" bIns="34290" rtlCol="0" anchor="ctr">
            <a:noAutofit/>
          </a:bodyPr>
          <a:lstStyle/>
          <a:p>
            <a:pPr algn="ctr"/>
            <a:r>
              <a:rPr lang="en-US" sz="600">
                <a:solidFill>
                  <a:srgbClr val="7F7F7F"/>
                </a:solidFill>
                <a:latin typeface="Arial"/>
              </a:rPr>
              <a:t>Synopsys Confidential Information</a:t>
            </a:r>
          </a:p>
        </p:txBody>
      </p:sp>
    </p:spTree>
    <p:extLst>
      <p:ext uri="{BB962C8B-B14F-4D97-AF65-F5344CB8AC3E}">
        <p14:creationId xmlns:p14="http://schemas.microsoft.com/office/powerpoint/2010/main" val="152404997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Arial" pitchFamily="34" charset="0"/>
                <a:cs typeface="Arial" pitchFamily="34"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06051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p>
        </p:txBody>
      </p:sp>
      <p:sp>
        <p:nvSpPr>
          <p:cNvPr id="2" name="Footer Placeholder 4">
            <a:extLst>
              <a:ext uri="{FF2B5EF4-FFF2-40B4-BE49-F238E27FC236}">
                <a16:creationId xmlns:a16="http://schemas.microsoft.com/office/drawing/2014/main" id="{6335CEF0-32BE-8FD2-3A80-D2CD97B9AA22}"/>
              </a:ext>
            </a:extLst>
          </p:cNvPr>
          <p:cNvSpPr>
            <a:spLocks noGrp="1"/>
          </p:cNvSpPr>
          <p:nvPr>
            <p:ph type="ftr" sz="quarter" idx="10"/>
          </p:nvPr>
        </p:nvSpPr>
        <p:spPr>
          <a:xfrm>
            <a:off x="4165600" y="6416676"/>
            <a:ext cx="3860800" cy="365125"/>
          </a:xfrm>
          <a:prstGeom prst="rect">
            <a:avLst/>
          </a:prstGeom>
        </p:spPr>
        <p:txBody>
          <a:bodyPr/>
          <a:lstStyle>
            <a:lvl1pPr algn="ctr" eaLnBrk="0" hangingPunct="0">
              <a:defRPr>
                <a:cs typeface="+mn-cs"/>
              </a:defRPr>
            </a:lvl1pPr>
          </a:lstStyle>
          <a:p>
            <a:pPr>
              <a:defRPr/>
            </a:pPr>
            <a:r>
              <a:rPr lang="en-US"/>
              <a:t>Synopsys Confidential and Proprietary</a:t>
            </a:r>
          </a:p>
        </p:txBody>
      </p:sp>
    </p:spTree>
    <p:extLst>
      <p:ext uri="{BB962C8B-B14F-4D97-AF65-F5344CB8AC3E}">
        <p14:creationId xmlns:p14="http://schemas.microsoft.com/office/powerpoint/2010/main" val="1972121390"/>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0906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2794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9468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4864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43318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8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08785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76766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86352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Sub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a Title</a:t>
            </a:r>
          </a:p>
        </p:txBody>
      </p:sp>
      <p:sp>
        <p:nvSpPr>
          <p:cNvPr id="3" name="Text Placeholder 6"/>
          <p:cNvSpPr>
            <a:spLocks noGrp="1"/>
          </p:cNvSpPr>
          <p:nvPr>
            <p:ph type="body" sz="quarter" idx="12" hasCustomPrompt="1"/>
          </p:nvPr>
        </p:nvSpPr>
        <p:spPr>
          <a:xfrm>
            <a:off x="609600" y="838200"/>
            <a:ext cx="11582400" cy="457200"/>
          </a:xfrm>
        </p:spPr>
        <p:txBody>
          <a:bodyPr/>
          <a:lstStyle>
            <a:lvl1pPr marL="0" indent="0">
              <a:buNone/>
              <a:defRPr sz="2400" i="1"/>
            </a:lvl1pPr>
          </a:lstStyle>
          <a:p>
            <a:pPr lvl="0"/>
            <a:r>
              <a:rPr lang="en-US"/>
              <a:t>Click to Add a Subtitle</a:t>
            </a:r>
          </a:p>
        </p:txBody>
      </p:sp>
      <p:sp>
        <p:nvSpPr>
          <p:cNvPr id="4" name="Footer Placeholder 3"/>
          <p:cNvSpPr>
            <a:spLocks noGrp="1"/>
          </p:cNvSpPr>
          <p:nvPr>
            <p:ph type="ftr" sz="quarter" idx="13"/>
          </p:nvPr>
        </p:nvSpPr>
        <p:spPr>
          <a:xfrm>
            <a:off x="2895600" y="6475624"/>
            <a:ext cx="6400800" cy="365125"/>
          </a:xfrm>
          <a:prstGeom prst="rect">
            <a:avLst/>
          </a:prstGeom>
        </p:spPr>
        <p:txBody>
          <a:bodyPr/>
          <a:lstStyle/>
          <a:p>
            <a:r>
              <a:rPr lang="en-US"/>
              <a:t>Confidential</a:t>
            </a:r>
          </a:p>
        </p:txBody>
      </p:sp>
    </p:spTree>
    <p:extLst>
      <p:ext uri="{BB962C8B-B14F-4D97-AF65-F5344CB8AC3E}">
        <p14:creationId xmlns:p14="http://schemas.microsoft.com/office/powerpoint/2010/main" val="39252356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24407492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3630210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642071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40573273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002640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C8BA8C8F-8E95-A488-630C-25AF6A7D252E}"/>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3" name="Line 8">
            <a:extLst>
              <a:ext uri="{FF2B5EF4-FFF2-40B4-BE49-F238E27FC236}">
                <a16:creationId xmlns:a16="http://schemas.microsoft.com/office/drawing/2014/main" id="{9C59F1B6-E109-DFB1-4D8A-72AA687849F9}"/>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pic>
        <p:nvPicPr>
          <p:cNvPr id="4" name="Picture 12" descr="Synopsys_color">
            <a:extLst>
              <a:ext uri="{FF2B5EF4-FFF2-40B4-BE49-F238E27FC236}">
                <a16:creationId xmlns:a16="http://schemas.microsoft.com/office/drawing/2014/main" id="{1B76921F-7A8A-1973-1D3E-C0BAD2E579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9167" y="6083300"/>
            <a:ext cx="1856317"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4">
            <a:extLst>
              <a:ext uri="{FF2B5EF4-FFF2-40B4-BE49-F238E27FC236}">
                <a16:creationId xmlns:a16="http://schemas.microsoft.com/office/drawing/2014/main" id="{EA71B6DC-4379-AD95-28BE-38CB8909AB78}"/>
              </a:ext>
            </a:extLst>
          </p:cNvPr>
          <p:cNvSpPr>
            <a:spLocks noChangeArrowheads="1"/>
          </p:cNvSpPr>
          <p:nvPr userDrawn="1"/>
        </p:nvSpPr>
        <p:spPr bwMode="auto">
          <a:xfrm>
            <a:off x="3009900" y="6032501"/>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900">
                <a:latin typeface="Arial" panose="020B0604020202020204" pitchFamily="34" charset="0"/>
              </a:rPr>
              <a:t>Synopsys University Courseware </a:t>
            </a:r>
          </a:p>
          <a:p>
            <a:pPr algn="ctr" eaLnBrk="1" hangingPunct="1"/>
            <a:r>
              <a:rPr lang="en-US" altLang="en-US" sz="900">
                <a:latin typeface="Arial" panose="020B0604020202020204" pitchFamily="34" charset="0"/>
              </a:rPr>
              <a:t>Copyright © 2018 Synopsys, Inc. All rights reserved.</a:t>
            </a:r>
          </a:p>
          <a:p>
            <a:pPr algn="ctr" eaLnBrk="1" hangingPunct="1"/>
            <a:r>
              <a:rPr lang="en-US" altLang="en-US" sz="900">
                <a:latin typeface="Arial" panose="020B0604020202020204" pitchFamily="34" charset="0"/>
              </a:rPr>
              <a:t>Computer Language Engineering</a:t>
            </a:r>
          </a:p>
          <a:p>
            <a:pPr algn="ctr" eaLnBrk="1" hangingPunct="1"/>
            <a:r>
              <a:rPr lang="en-US" altLang="en-US" sz="900">
                <a:latin typeface="Arial" panose="020B0604020202020204" pitchFamily="34" charset="0"/>
              </a:rPr>
              <a:t>Lecture - 1</a:t>
            </a:r>
          </a:p>
          <a:p>
            <a:pPr algn="ctr" eaLnBrk="1" hangingPunct="1"/>
            <a:r>
              <a:rPr lang="en-US" altLang="en-US" sz="900">
                <a:latin typeface="Arial" panose="020B0604020202020204" pitchFamily="34" charset="0"/>
              </a:rPr>
              <a:t>Developed By: Vazgen Melikyan</a:t>
            </a:r>
          </a:p>
        </p:txBody>
      </p:sp>
      <p:sp>
        <p:nvSpPr>
          <p:cNvPr id="6" name="TextBox 5">
            <a:extLst>
              <a:ext uri="{FF2B5EF4-FFF2-40B4-BE49-F238E27FC236}">
                <a16:creationId xmlns:a16="http://schemas.microsoft.com/office/drawing/2014/main" id="{22C1E5BD-2BA2-E38F-0CB3-B096E6757B81}"/>
              </a:ext>
            </a:extLst>
          </p:cNvPr>
          <p:cNvSpPr txBox="1">
            <a:spLocks noChangeArrowheads="1"/>
          </p:cNvSpPr>
          <p:nvPr userDrawn="1"/>
        </p:nvSpPr>
        <p:spPr bwMode="auto">
          <a:xfrm>
            <a:off x="3048000" y="6521450"/>
            <a:ext cx="508000" cy="247650"/>
          </a:xfrm>
          <a:prstGeom prst="rect">
            <a:avLst/>
          </a:prstGeom>
          <a:noFill/>
          <a:ln>
            <a:noFill/>
          </a:ln>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DAD6B06-40C0-4549-A7E6-4DCA97AEFB2E}" type="slidenum">
              <a:rPr lang="en-US" altLang="en-US" sz="1000">
                <a:solidFill>
                  <a:srgbClr val="595959"/>
                </a:solidFill>
                <a:latin typeface="Arial" panose="020B0604020202020204" pitchFamily="34" charset="0"/>
              </a:rPr>
              <a:pPr eaLnBrk="1" hangingPunct="1"/>
              <a:t>‹#›</a:t>
            </a:fld>
            <a:endParaRPr lang="en-US" altLang="en-US" sz="1000">
              <a:solidFill>
                <a:srgbClr val="595959"/>
              </a:solidFill>
              <a:latin typeface="Arial" panose="020B0604020202020204" pitchFamily="34" charset="0"/>
            </a:endParaRPr>
          </a:p>
        </p:txBody>
      </p:sp>
      <p:pic>
        <p:nvPicPr>
          <p:cNvPr id="7" name="Picture 16" descr="D:\Users\User\Desktop\My Documents\AcCouncil\Logo_NPUA\LogoPolytech_1.png">
            <a:extLst>
              <a:ext uri="{FF2B5EF4-FFF2-40B4-BE49-F238E27FC236}">
                <a16:creationId xmlns:a16="http://schemas.microsoft.com/office/drawing/2014/main" id="{F0595EB0-6C60-D943-7E5F-0374C827BCC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atin typeface="Arial" pitchFamily="34" charset="0"/>
                <a:cs typeface="Arial" pitchFamily="34" charset="0"/>
              </a:defRPr>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atin typeface="Arial" pitchFamily="34" charset="0"/>
                <a:cs typeface="Arial" pitchFamily="34" charset="0"/>
              </a:defRPr>
            </a:lvl1pPr>
          </a:lstStyle>
          <a:p>
            <a:endParaRPr lang="en-US" altLang="en-US"/>
          </a:p>
        </p:txBody>
      </p:sp>
    </p:spTree>
    <p:extLst>
      <p:ext uri="{BB962C8B-B14F-4D97-AF65-F5344CB8AC3E}">
        <p14:creationId xmlns:p14="http://schemas.microsoft.com/office/powerpoint/2010/main" val="35178802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08408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a:extLst>
              <a:ext uri="{FF2B5EF4-FFF2-40B4-BE49-F238E27FC236}">
                <a16:creationId xmlns:a16="http://schemas.microsoft.com/office/drawing/2014/main" id="{887662A0-256C-D7CA-68EF-D69458ACB3D0}"/>
              </a:ext>
            </a:extLst>
          </p:cNvPr>
          <p:cNvSpPr>
            <a:spLocks noGrp="1" noChangeArrowheads="1"/>
          </p:cNvSpPr>
          <p:nvPr>
            <p:ph type="ftr" sz="quarter" idx="10"/>
          </p:nvPr>
        </p:nvSpPr>
        <p:spPr>
          <a:xfrm>
            <a:off x="3839634" y="6415088"/>
            <a:ext cx="4906433" cy="442912"/>
          </a:xfrm>
          <a:prstGeom prst="rect">
            <a:avLst/>
          </a:prstGeom>
        </p:spPr>
        <p:txBody>
          <a:bodyPr/>
          <a:lstStyle>
            <a:lvl1pPr algn="ctr" eaLnBrk="1" hangingPunct="1">
              <a:defRPr>
                <a:latin typeface="Arial" pitchFamily="34" charset="0"/>
                <a:cs typeface="Arial" charset="0"/>
              </a:defRPr>
            </a:lvl1pPr>
          </a:lstStyle>
          <a:p>
            <a:pPr>
              <a:defRPr/>
            </a:pPr>
            <a:r>
              <a:rPr lang="en-US" altLang="en-US"/>
              <a:t>Synopsys University Courseware – EE XXX</a:t>
            </a:r>
          </a:p>
          <a:p>
            <a:pPr>
              <a:defRPr/>
            </a:pPr>
            <a:r>
              <a:rPr lang="en-US" altLang="en-US"/>
              <a:t> IC Testing</a:t>
            </a:r>
          </a:p>
          <a:p>
            <a:pPr>
              <a:defRPr/>
            </a:pPr>
            <a:r>
              <a:rPr lang="en-US" altLang="en-US"/>
              <a:t>Topic: IC Testing Process and Equipment</a:t>
            </a:r>
          </a:p>
          <a:p>
            <a:pPr>
              <a:defRPr/>
            </a:pPr>
            <a:r>
              <a:rPr lang="en-US" altLang="en-US"/>
              <a:t>© 2007 Synopsys, Inc.</a:t>
            </a:r>
          </a:p>
          <a:p>
            <a:pPr>
              <a:defRPr/>
            </a:pPr>
            <a:r>
              <a:rPr lang="en-US" altLang="en-US"/>
              <a:t>Developed By: Vazgen Melikyan</a:t>
            </a:r>
          </a:p>
        </p:txBody>
      </p:sp>
    </p:spTree>
    <p:extLst>
      <p:ext uri="{BB962C8B-B14F-4D97-AF65-F5344CB8AC3E}">
        <p14:creationId xmlns:p14="http://schemas.microsoft.com/office/powerpoint/2010/main" val="15550407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6F864-5E47-CBE7-BC2B-D8DF0EA753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3CBBC6-6702-8542-F713-8331F35B8B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589DBE-B6C5-EEDF-EE0B-870A19BE50F1}"/>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0C4CC655-528A-B4CD-B231-2CFF5AF1B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D85087-E3A0-AACE-58BF-82ACBA8D7610}"/>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1643282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AC29-1205-BF56-2123-7CA231CC36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1CE3DE-0568-1424-72DE-789324F6D4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35EB76-5625-5842-BD96-2502419E37C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7402CFB-EE67-E4D7-335B-E3A2A21BF4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AC425-08F2-53BE-11E2-E85528AB938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8166365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BDC2-BDC8-DD13-576A-5AEBF41B89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852A7A-9F5D-C71F-5866-CC450BE765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819F44-6C0F-69B4-BE94-2713E0AEE268}"/>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857E62B-8FE6-F545-248D-2C985B04B2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F44CDC-1CB1-C93E-1C69-6EE1112116AE}"/>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1071782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3A8C5-0745-D355-9175-0B7390DAC2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AF0E70-3D5F-1D52-ACCD-410B855C4D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3235AB-5800-0D54-A980-11B16A389F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5216A7-8E0F-2E45-5ACE-2F6A118C675A}"/>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9468FA53-E88F-E9BA-D3D3-C5AAA1B1AD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C3C96-A0A7-954D-E717-D844E14C59AD}"/>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4933329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2EAB-2A91-DA52-B898-D2199DA4C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0A1F96-37F5-4177-FB5E-F3BA71A9CE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FCD7C3-9F67-61BE-6079-E6AAE9D62E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16598F-2169-02EF-6EDD-D65DD1B3E2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CC9AD2-BC37-4881-DECC-A2AD3554B8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763B53-BA8E-56A1-7322-D6D07707CB5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8" name="Footer Placeholder 7">
            <a:extLst>
              <a:ext uri="{FF2B5EF4-FFF2-40B4-BE49-F238E27FC236}">
                <a16:creationId xmlns:a16="http://schemas.microsoft.com/office/drawing/2014/main" id="{B5909EB9-3309-D00A-589C-F8E5CCCC9B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C82FCC-91F4-6C0B-507F-52877A136493}"/>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0956132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909FE-8C3F-459B-3A02-F5943828FB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DFAF2D-3FA2-DAB0-256A-07473760DF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4" name="Footer Placeholder 3">
            <a:extLst>
              <a:ext uri="{FF2B5EF4-FFF2-40B4-BE49-F238E27FC236}">
                <a16:creationId xmlns:a16="http://schemas.microsoft.com/office/drawing/2014/main" id="{BD02C9CA-C4A5-0A1E-3094-E11E6C55EE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E9E96D-7309-286B-9469-22C62AAE6A58}"/>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31937128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57B0A3-081B-F016-AB51-CB6179C794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3" name="Footer Placeholder 2">
            <a:extLst>
              <a:ext uri="{FF2B5EF4-FFF2-40B4-BE49-F238E27FC236}">
                <a16:creationId xmlns:a16="http://schemas.microsoft.com/office/drawing/2014/main" id="{CC2DF5CA-A85C-DE18-8321-946BBA06E7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E4F835-4896-E0CA-A28D-E871FB4B998F}"/>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641518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032A4-C094-4A6E-ACCE-11761B06D6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7C87A6-43AB-D859-AE9F-D2E73348A7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214E0C-12B6-633B-33A5-F834545CFF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11855-81AC-5B7B-0069-6310903A23AF}"/>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38924365-B0DF-E909-5712-ECB7EA74A3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00EADC-AA67-4770-89E6-764FE2835E52}"/>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2372473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F970-9411-32EF-3FB0-2AC469E80A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0AC4E2-A6A2-B622-4247-49D23C9AB4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49E7B4-CB3F-639C-BCAF-A87031E9B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33439-B276-C04F-D0C2-6D76089BA1F2}"/>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51D16CBB-BF67-CA6C-54A5-DA79854F1B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C58E6C-10DA-E9AD-5F18-2D095CE0500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3616417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33AC8-5EB8-5FF6-87EF-31ED4AD8BE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DD216E-0D54-53D1-58A5-23A1164103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54AD10-4017-3EA5-A9FE-BA89B1AE686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10EEF40-4745-FF38-3206-11D79D6EED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7C770-EAB0-4C36-8BEA-6103B764FF7C}"/>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9451626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21AB39-F7C8-F4C7-166E-912656FBC9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90A689-EC2A-E507-74E1-71CD0805A7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033C9-5992-4711-EDBA-A748E2F14FCB}"/>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88DE4844-7F3C-1A50-562A-143A80D4C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13717-791F-3853-A9A4-E2F8F80B2655}"/>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5013335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2.xml"/><Relationship Id="rId50" Type="http://schemas.openxmlformats.org/officeDocument/2006/relationships/tags" Target="../tags/tag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3.xml"/><Relationship Id="rId8" Type="http://schemas.openxmlformats.org/officeDocument/2006/relationships/slideLayout" Target="../slideLayouts/slideLayout8.xml"/><Relationship Id="rId51" Type="http://schemas.openxmlformats.org/officeDocument/2006/relationships/tags" Target="../tags/tag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2.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47"/>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48"/>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t>Edit Master text styles</a:t>
            </a:r>
            <a:endParaRPr lang="en-US"/>
          </a:p>
          <a:p>
            <a:pPr marL="690563" lvl="1" indent="-327025">
              <a:tabLst/>
            </a:pPr>
            <a:r>
              <a:rPr lang="en-US"/>
              <a:t>Second level</a:t>
            </a:r>
          </a:p>
          <a:p>
            <a:pPr marL="914400" lvl="2" indent="-223838">
              <a:tabLst>
                <a:tab pos="736600" algn="l"/>
              </a:tabLst>
            </a:pPr>
            <a:r>
              <a:t>Third level</a:t>
            </a:r>
          </a:p>
          <a:p>
            <a:pPr lvl="3"/>
            <a:r>
              <a:t>Fourth level</a:t>
            </a:r>
          </a:p>
        </p:txBody>
      </p:sp>
      <p:sp>
        <p:nvSpPr>
          <p:cNvPr id="26" name="TaggedShape" hidden="1"/>
          <p:cNvSpPr/>
          <p:nvPr>
            <p:custDataLst>
              <p:tags r:id="rId49"/>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50"/>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63776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53"/>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51"/>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a:solidFill>
                  <a:schemeClr val="bg1">
                    <a:lumMod val="65000"/>
                  </a:schemeClr>
                </a:solidFill>
                <a:latin typeface="Arial"/>
              </a:rPr>
              <a:t>Synopsys </a:t>
            </a:r>
            <a:r>
              <a:rPr lang="en-US" sz="800">
                <a:solidFill>
                  <a:schemeClr val="bg1">
                    <a:lumMod val="65000"/>
                  </a:schemeClr>
                </a:solidFill>
                <a:latin typeface="Arial"/>
              </a:rPr>
              <a:t>University Courseware</a:t>
            </a:r>
            <a:br>
              <a:rPr lang="en-US" sz="800">
                <a:solidFill>
                  <a:schemeClr val="bg1">
                    <a:lumMod val="65000"/>
                  </a:schemeClr>
                </a:solidFill>
                <a:latin typeface="Arial"/>
              </a:rPr>
            </a:br>
            <a:r>
              <a:rPr lang="en-US" sz="800">
                <a:solidFill>
                  <a:schemeClr val="bg1">
                    <a:lumMod val="65000"/>
                  </a:schemeClr>
                </a:solidFill>
                <a:latin typeface="Arial"/>
              </a:rPr>
              <a:t>Developed by: </a:t>
            </a:r>
            <a:r>
              <a:rPr lang="en-US" sz="800" err="1">
                <a:solidFill>
                  <a:schemeClr val="bg1">
                    <a:lumMod val="65000"/>
                  </a:schemeClr>
                </a:solidFill>
                <a:latin typeface="Arial"/>
              </a:rPr>
              <a:t>Vazgen</a:t>
            </a:r>
            <a:r>
              <a:rPr lang="en-US" sz="800">
                <a:solidFill>
                  <a:schemeClr val="bg1">
                    <a:lumMod val="65000"/>
                  </a:schemeClr>
                </a:solidFill>
                <a:latin typeface="Arial"/>
              </a:rPr>
              <a:t> </a:t>
            </a:r>
            <a:r>
              <a:rPr lang="en-US" sz="800" err="1">
                <a:solidFill>
                  <a:schemeClr val="bg1">
                    <a:lumMod val="65000"/>
                  </a:schemeClr>
                </a:solidFill>
                <a:latin typeface="Arial"/>
              </a:rPr>
              <a:t>Melikyan</a:t>
            </a:r>
            <a:endParaRPr sz="80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52"/>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a:solidFill>
                  <a:schemeClr val="bg1">
                    <a:lumMod val="65000"/>
                  </a:schemeClr>
                </a:solidFill>
              </a:rPr>
              <a:t>© 2023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54">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4" r:id="rId25"/>
    <p:sldLayoutId id="2147483756" r:id="rId26"/>
    <p:sldLayoutId id="2147483771" r:id="rId27"/>
    <p:sldLayoutId id="2147483772" r:id="rId28"/>
    <p:sldLayoutId id="2147483773" r:id="rId29"/>
    <p:sldLayoutId id="2147483774" r:id="rId30"/>
    <p:sldLayoutId id="2147483775" r:id="rId31"/>
    <p:sldLayoutId id="2147483776" r:id="rId32"/>
    <p:sldLayoutId id="2147483777" r:id="rId33"/>
    <p:sldLayoutId id="2147483778" r:id="rId34"/>
    <p:sldLayoutId id="2147483779" r:id="rId35"/>
    <p:sldLayoutId id="2147483780" r:id="rId36"/>
    <p:sldLayoutId id="2147483781" r:id="rId37"/>
    <p:sldLayoutId id="2147483784" r:id="rId38"/>
    <p:sldLayoutId id="2147483785" r:id="rId39"/>
    <p:sldLayoutId id="2147483786" r:id="rId40"/>
    <p:sldLayoutId id="2147483787" r:id="rId41"/>
    <p:sldLayoutId id="2147483788" r:id="rId42"/>
    <p:sldLayoutId id="2147483789" r:id="rId43"/>
    <p:sldLayoutId id="2147483790" r:id="rId44"/>
    <p:sldLayoutId id="2147483791" r:id="rId45"/>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046FA1-A20F-2F07-D73A-B69B48D171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291EC3-C41A-E87B-D2E2-393D50812A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559F0-5B42-7FDF-3F10-1A135A5DE3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724034B-01CB-5600-CA84-7B07976A58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D86DB71-E41A-D4BE-A634-C903E7D60D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875563-B00C-4814-AE8E-CF56921A0DE6}" type="slidenum">
              <a:rPr lang="en-US" smtClean="0"/>
              <a:t>‹#›</a:t>
            </a:fld>
            <a:endParaRPr lang="en-US"/>
          </a:p>
        </p:txBody>
      </p:sp>
    </p:spTree>
    <p:extLst>
      <p:ext uri="{BB962C8B-B14F-4D97-AF65-F5344CB8AC3E}">
        <p14:creationId xmlns:p14="http://schemas.microsoft.com/office/powerpoint/2010/main" val="359543214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p:txBody>
          <a:bodyPr/>
          <a:lstStyle/>
          <a:p>
            <a:r>
              <a:rPr lang="en-US"/>
              <a:t>Synopsys Armenia Educational Department</a:t>
            </a:r>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p:txBody>
          <a:bodyPr/>
          <a:lstStyle/>
          <a:p>
            <a:r>
              <a:rPr lang="en-US" altLang="en-US" sz="4700" dirty="0"/>
              <a:t>Logic Design</a:t>
            </a:r>
            <a:endParaRPr lang="en-US" sz="4700" dirty="0"/>
          </a:p>
        </p:txBody>
      </p:sp>
      <p:sp>
        <p:nvSpPr>
          <p:cNvPr id="3" name="Subtitle 2">
            <a:extLst>
              <a:ext uri="{FF2B5EF4-FFF2-40B4-BE49-F238E27FC236}">
                <a16:creationId xmlns:a16="http://schemas.microsoft.com/office/drawing/2014/main" id="{7D6F7999-21FE-8ED6-CF90-D51899D36629}"/>
              </a:ext>
            </a:extLst>
          </p:cNvPr>
          <p:cNvSpPr>
            <a:spLocks noGrp="1"/>
          </p:cNvSpPr>
          <p:nvPr>
            <p:ph type="subTitle" idx="1"/>
          </p:nvPr>
        </p:nvSpPr>
        <p:spPr/>
        <p:txBody>
          <a:bodyPr>
            <a:normAutofit/>
          </a:bodyPr>
          <a:lstStyle/>
          <a:p>
            <a:r>
              <a:rPr lang="nb-NO"/>
              <a:t>Sci.D.Professor Vazgen Melikyan</a:t>
            </a:r>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5">
            <a:extLst>
              <a:ext uri="{FF2B5EF4-FFF2-40B4-BE49-F238E27FC236}">
                <a16:creationId xmlns:a16="http://schemas.microsoft.com/office/drawing/2014/main" id="{6BC15FEB-FFEE-72B8-2B95-390B2ABA8D75}"/>
              </a:ext>
            </a:extLst>
          </p:cNvPr>
          <p:cNvSpPr>
            <a:spLocks noGrp="1" noChangeArrowheads="1"/>
          </p:cNvSpPr>
          <p:nvPr>
            <p:ph type="title"/>
          </p:nvPr>
        </p:nvSpPr>
        <p:spPr/>
        <p:txBody>
          <a:bodyPr/>
          <a:lstStyle/>
          <a:p>
            <a:r>
              <a:rPr lang="en-US" altLang="en-US"/>
              <a:t>Course Overview</a:t>
            </a:r>
            <a:endParaRPr lang="ru-RU" altLang="en-US"/>
          </a:p>
        </p:txBody>
      </p:sp>
      <p:sp>
        <p:nvSpPr>
          <p:cNvPr id="7" name="Content Placeholder 3">
            <a:extLst>
              <a:ext uri="{FF2B5EF4-FFF2-40B4-BE49-F238E27FC236}">
                <a16:creationId xmlns:a16="http://schemas.microsoft.com/office/drawing/2014/main" id="{C7FE07B7-6903-19C5-FF63-BD2012C32DEC}"/>
              </a:ext>
            </a:extLst>
          </p:cNvPr>
          <p:cNvSpPr txBox="1">
            <a:spLocks noChangeArrowheads="1"/>
          </p:cNvSpPr>
          <p:nvPr/>
        </p:nvSpPr>
        <p:spPr>
          <a:xfrm>
            <a:off x="456876"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Boolean Functions</a:t>
            </a:r>
          </a:p>
          <a:p>
            <a:pPr lvl="1"/>
            <a:r>
              <a:rPr lang="en-US" altLang="en-US" sz="1130" dirty="0"/>
              <a:t>3 lectures</a:t>
            </a:r>
          </a:p>
          <a:p>
            <a:r>
              <a:rPr lang="en-US" altLang="en-US" sz="1400" dirty="0">
                <a:solidFill>
                  <a:srgbClr val="0000FF"/>
                </a:solidFill>
              </a:rPr>
              <a:t>Boolean Functions Minimization.                         Combinational Logic  Design Principles</a:t>
            </a:r>
          </a:p>
          <a:p>
            <a:pPr lvl="1"/>
            <a:r>
              <a:rPr lang="en-US" altLang="en-US" sz="1130" dirty="0">
                <a:solidFill>
                  <a:srgbClr val="0000FF"/>
                </a:solidFill>
              </a:rPr>
              <a:t>4 lectures</a:t>
            </a:r>
          </a:p>
          <a:p>
            <a:r>
              <a:rPr lang="en-US" altLang="en-US" sz="1600" dirty="0"/>
              <a:t> </a:t>
            </a:r>
            <a:r>
              <a:rPr lang="en-US" altLang="en-US" sz="1400" dirty="0"/>
              <a:t>Introduction to Verilog</a:t>
            </a:r>
          </a:p>
          <a:p>
            <a:pPr lvl="1"/>
            <a:r>
              <a:rPr lang="en-US" altLang="en-US" sz="1130" dirty="0"/>
              <a:t>3 lectures</a:t>
            </a:r>
          </a:p>
          <a:p>
            <a:r>
              <a:rPr lang="en-US" altLang="en-US" sz="1400" dirty="0"/>
              <a:t>Basic Combinational Circuits</a:t>
            </a:r>
          </a:p>
          <a:p>
            <a:pPr lvl="1"/>
            <a:r>
              <a:rPr lang="en-US" altLang="en-US" sz="1130" dirty="0"/>
              <a:t>4 lectures</a:t>
            </a:r>
          </a:p>
          <a:p>
            <a:r>
              <a:rPr lang="en-US" altLang="en-US" sz="1400" dirty="0"/>
              <a:t>Finite States Machines (FSM)</a:t>
            </a:r>
          </a:p>
          <a:p>
            <a:pPr lvl="1"/>
            <a:r>
              <a:rPr lang="en-US" altLang="en-US" sz="1130" dirty="0"/>
              <a:t>3 lectures</a:t>
            </a:r>
          </a:p>
          <a:p>
            <a:r>
              <a:rPr lang="en-US" altLang="en-US" sz="1400" dirty="0"/>
              <a:t>Synthesis of Synchronous FSM</a:t>
            </a:r>
          </a:p>
          <a:p>
            <a:pPr lvl="1"/>
            <a:r>
              <a:rPr lang="en-US" altLang="en-US" sz="1130" dirty="0"/>
              <a:t>5 lectures</a:t>
            </a:r>
          </a:p>
          <a:p>
            <a:endParaRPr lang="ru-RU" altLang="en-US" sz="1600" dirty="0"/>
          </a:p>
          <a:p>
            <a:endParaRPr lang="en-US" altLang="en-US" sz="1600" dirty="0"/>
          </a:p>
        </p:txBody>
      </p:sp>
      <p:sp>
        <p:nvSpPr>
          <p:cNvPr id="8" name="Content Placeholder 3">
            <a:extLst>
              <a:ext uri="{FF2B5EF4-FFF2-40B4-BE49-F238E27FC236}">
                <a16:creationId xmlns:a16="http://schemas.microsoft.com/office/drawing/2014/main" id="{CBA6F462-5FC2-D65E-853F-4D46D3E95DE1}"/>
              </a:ext>
            </a:extLst>
          </p:cNvPr>
          <p:cNvSpPr txBox="1">
            <a:spLocks noChangeArrowheads="1"/>
          </p:cNvSpPr>
          <p:nvPr/>
        </p:nvSpPr>
        <p:spPr>
          <a:xfrm>
            <a:off x="6807200"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Basic Sequential Circuits</a:t>
            </a:r>
          </a:p>
          <a:p>
            <a:pPr lvl="1"/>
            <a:r>
              <a:rPr lang="en-US" altLang="en-US" sz="1130" dirty="0"/>
              <a:t>3 lectures</a:t>
            </a:r>
          </a:p>
          <a:p>
            <a:r>
              <a:rPr lang="en-US" altLang="en-US" sz="1400" dirty="0"/>
              <a:t>Problems of Synchronous Design</a:t>
            </a:r>
          </a:p>
          <a:p>
            <a:pPr lvl="1"/>
            <a:r>
              <a:rPr lang="en-US" altLang="en-US" sz="1130" dirty="0"/>
              <a:t>3 lectures</a:t>
            </a:r>
          </a:p>
          <a:p>
            <a:r>
              <a:rPr lang="en-US" altLang="en-US" sz="1600" dirty="0"/>
              <a:t> </a:t>
            </a:r>
            <a:r>
              <a:rPr lang="en-US" altLang="en-US" sz="1400" dirty="0"/>
              <a:t> Asynchronous FSM. Self-Timed Circuits</a:t>
            </a:r>
          </a:p>
          <a:p>
            <a:pPr lvl="1"/>
            <a:r>
              <a:rPr lang="en-US" altLang="en-US" sz="1130" dirty="0"/>
              <a:t>3 lectures</a:t>
            </a:r>
          </a:p>
          <a:p>
            <a:r>
              <a:rPr lang="en-US" altLang="en-US" sz="1400" dirty="0"/>
              <a:t>Arithmetic Units</a:t>
            </a:r>
          </a:p>
          <a:p>
            <a:pPr lvl="1"/>
            <a:r>
              <a:rPr lang="en-US" altLang="en-US" sz="1130" dirty="0"/>
              <a:t>4 lectures</a:t>
            </a:r>
          </a:p>
          <a:p>
            <a:r>
              <a:rPr lang="en-US" altLang="en-US" sz="1400" dirty="0"/>
              <a:t>Programmable Logical Integrated Circuits (PLDs)</a:t>
            </a:r>
          </a:p>
          <a:p>
            <a:pPr lvl="1"/>
            <a:r>
              <a:rPr lang="en-US" altLang="en-US" sz="1130" dirty="0"/>
              <a:t>3 lectures</a:t>
            </a:r>
          </a:p>
          <a:p>
            <a:r>
              <a:rPr lang="en-US" altLang="en-US" sz="1400" dirty="0"/>
              <a:t>Memory Devices</a:t>
            </a:r>
          </a:p>
          <a:p>
            <a:pPr lvl="1"/>
            <a:r>
              <a:rPr lang="en-US" altLang="en-US" sz="1130" dirty="0"/>
              <a:t>3 lectures</a:t>
            </a:r>
          </a:p>
          <a:p>
            <a:endParaRPr lang="ru-RU" altLang="en-US" sz="1600" dirty="0"/>
          </a:p>
          <a:p>
            <a:endParaRPr lang="en-US" altLang="en-US" sz="16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5610F08D-D4C4-ACC4-2A35-D3F2F363AA46}"/>
              </a:ext>
            </a:extLst>
          </p:cNvPr>
          <p:cNvSpPr>
            <a:spLocks noGrp="1" noChangeArrowheads="1"/>
          </p:cNvSpPr>
          <p:nvPr>
            <p:ph type="title"/>
          </p:nvPr>
        </p:nvSpPr>
        <p:spPr/>
        <p:txBody>
          <a:bodyPr/>
          <a:lstStyle/>
          <a:p>
            <a:r>
              <a:rPr lang="en-US" altLang="en-US" dirty="0"/>
              <a:t>Boolean Functions Minimization.                         Combinational Logic  Design Principles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4">
            <a:extLst>
              <a:ext uri="{FF2B5EF4-FFF2-40B4-BE49-F238E27FC236}">
                <a16:creationId xmlns:a16="http://schemas.microsoft.com/office/drawing/2014/main" id="{80B8F870-68FB-8FB8-D281-2218E911265C}"/>
              </a:ext>
            </a:extLst>
          </p:cNvPr>
          <p:cNvSpPr>
            <a:spLocks noGrp="1" noChangeArrowheads="1"/>
          </p:cNvSpPr>
          <p:nvPr>
            <p:ph type="title"/>
          </p:nvPr>
        </p:nvSpPr>
        <p:spPr>
          <a:xfrm>
            <a:off x="-1" y="183402"/>
            <a:ext cx="11612880" cy="704088"/>
          </a:xfrm>
        </p:spPr>
        <p:txBody>
          <a:bodyPr>
            <a:normAutofit/>
          </a:bodyPr>
          <a:lstStyle/>
          <a:p>
            <a:r>
              <a:rPr lang="en-US" altLang="en-US" dirty="0"/>
              <a:t>Synthesis Flow</a:t>
            </a:r>
            <a:endParaRPr lang="ru-RU" altLang="en-US" dirty="0"/>
          </a:p>
        </p:txBody>
      </p:sp>
      <p:sp>
        <p:nvSpPr>
          <p:cNvPr id="12291" name="Content Placeholder 5">
            <a:extLst>
              <a:ext uri="{FF2B5EF4-FFF2-40B4-BE49-F238E27FC236}">
                <a16:creationId xmlns:a16="http://schemas.microsoft.com/office/drawing/2014/main" id="{0A46B190-A910-0152-30FE-81E35A90F5EF}"/>
              </a:ext>
            </a:extLst>
          </p:cNvPr>
          <p:cNvSpPr>
            <a:spLocks noGrp="1" noChangeArrowheads="1"/>
          </p:cNvSpPr>
          <p:nvPr>
            <p:ph type="body" sz="quarter" idx="10"/>
          </p:nvPr>
        </p:nvSpPr>
        <p:spPr>
          <a:xfrm>
            <a:off x="457200" y="1188720"/>
            <a:ext cx="11277922" cy="5185186"/>
          </a:xfrm>
        </p:spPr>
        <p:txBody>
          <a:bodyPr/>
          <a:lstStyle/>
          <a:p>
            <a:r>
              <a:rPr lang="en-US" altLang="en-US" dirty="0"/>
              <a:t>Specifying the function (usually by means of truth tables  and equations</a:t>
            </a:r>
          </a:p>
          <a:p>
            <a:r>
              <a:rPr lang="en-US" altLang="en-US" dirty="0"/>
              <a:t>Minimizing Boolean functions. Getting equations</a:t>
            </a:r>
          </a:p>
          <a:p>
            <a:r>
              <a:rPr lang="en-US" altLang="en-US" dirty="0"/>
              <a:t>Creating a circuit corresponding to outputs’ equations</a:t>
            </a:r>
          </a:p>
          <a:p>
            <a:endParaRPr lang="ru-RU" altLang="en-US" dirty="0"/>
          </a:p>
          <a:p>
            <a:endParaRPr lang="ru-RU" alt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5">
            <a:extLst>
              <a:ext uri="{FF2B5EF4-FFF2-40B4-BE49-F238E27FC236}">
                <a16:creationId xmlns:a16="http://schemas.microsoft.com/office/drawing/2014/main" id="{A92A210B-3919-94FC-8883-A85514648124}"/>
              </a:ext>
            </a:extLst>
          </p:cNvPr>
          <p:cNvSpPr txBox="1">
            <a:spLocks noChangeArrowheads="1"/>
          </p:cNvSpPr>
          <p:nvPr/>
        </p:nvSpPr>
        <p:spPr bwMode="auto">
          <a:xfrm>
            <a:off x="1277937" y="1687513"/>
            <a:ext cx="8893176"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sz="1800" b="0"/>
          </a:p>
        </p:txBody>
      </p:sp>
      <p:grpSp>
        <p:nvGrpSpPr>
          <p:cNvPr id="14339" name="Group 57">
            <a:extLst>
              <a:ext uri="{FF2B5EF4-FFF2-40B4-BE49-F238E27FC236}">
                <a16:creationId xmlns:a16="http://schemas.microsoft.com/office/drawing/2014/main" id="{CC2F69E8-C0BC-7128-D2AC-81F65E6C505D}"/>
              </a:ext>
            </a:extLst>
          </p:cNvPr>
          <p:cNvGrpSpPr>
            <a:grpSpLocks/>
          </p:cNvGrpSpPr>
          <p:nvPr/>
        </p:nvGrpSpPr>
        <p:grpSpPr bwMode="auto">
          <a:xfrm>
            <a:off x="2136776" y="3632201"/>
            <a:ext cx="7974013" cy="1831975"/>
            <a:chOff x="612775" y="3632200"/>
            <a:chExt cx="7974013" cy="1831975"/>
          </a:xfrm>
        </p:grpSpPr>
        <p:sp>
          <p:nvSpPr>
            <p:cNvPr id="14343" name="Text Box 70">
              <a:extLst>
                <a:ext uri="{FF2B5EF4-FFF2-40B4-BE49-F238E27FC236}">
                  <a16:creationId xmlns:a16="http://schemas.microsoft.com/office/drawing/2014/main" id="{ABD74F21-E8B2-092F-9365-67D0AFC692A6}"/>
                </a:ext>
              </a:extLst>
            </p:cNvPr>
            <p:cNvSpPr txBox="1">
              <a:spLocks noChangeArrowheads="1"/>
            </p:cNvSpPr>
            <p:nvPr/>
          </p:nvSpPr>
          <p:spPr bwMode="auto">
            <a:xfrm>
              <a:off x="8154988" y="4213225"/>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z</a:t>
              </a:r>
              <a:endParaRPr lang="ru-RU" altLang="en-US" b="0"/>
            </a:p>
          </p:txBody>
        </p:sp>
        <p:grpSp>
          <p:nvGrpSpPr>
            <p:cNvPr id="14344" name="Group 58">
              <a:extLst>
                <a:ext uri="{FF2B5EF4-FFF2-40B4-BE49-F238E27FC236}">
                  <a16:creationId xmlns:a16="http://schemas.microsoft.com/office/drawing/2014/main" id="{F95D2790-8036-C6E3-DAA5-735AB3008EAD}"/>
                </a:ext>
              </a:extLst>
            </p:cNvPr>
            <p:cNvGrpSpPr>
              <a:grpSpLocks/>
            </p:cNvGrpSpPr>
            <p:nvPr/>
          </p:nvGrpSpPr>
          <p:grpSpPr bwMode="auto">
            <a:xfrm>
              <a:off x="612775" y="3632200"/>
              <a:ext cx="3816350" cy="1797050"/>
              <a:chOff x="295" y="1979"/>
              <a:chExt cx="2404" cy="1132"/>
            </a:xfrm>
          </p:grpSpPr>
          <p:sp>
            <p:nvSpPr>
              <p:cNvPr id="8226" name="AutoShape 10">
                <a:extLst>
                  <a:ext uri="{FF2B5EF4-FFF2-40B4-BE49-F238E27FC236}">
                    <a16:creationId xmlns:a16="http://schemas.microsoft.com/office/drawing/2014/main" id="{D8B21154-5F6F-4C88-8183-8848309B9A99}"/>
                  </a:ext>
                </a:extLst>
              </p:cNvPr>
              <p:cNvSpPr>
                <a:spLocks noChangeArrowheads="1"/>
              </p:cNvSpPr>
              <p:nvPr/>
            </p:nvSpPr>
            <p:spPr bwMode="auto">
              <a:xfrm flipH="1">
                <a:off x="1847" y="2406"/>
                <a:ext cx="317" cy="363"/>
              </a:xfrm>
              <a:prstGeom prst="moon">
                <a:avLst>
                  <a:gd name="adj" fmla="val 84819"/>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14369" name="Line 14">
                <a:extLst>
                  <a:ext uri="{FF2B5EF4-FFF2-40B4-BE49-F238E27FC236}">
                    <a16:creationId xmlns:a16="http://schemas.microsoft.com/office/drawing/2014/main" id="{D1EAAF9F-33CC-3577-7106-423B42515F2B}"/>
                  </a:ext>
                </a:extLst>
              </p:cNvPr>
              <p:cNvSpPr>
                <a:spLocks noChangeShapeType="1"/>
              </p:cNvSpPr>
              <p:nvPr/>
            </p:nvSpPr>
            <p:spPr bwMode="auto">
              <a:xfrm>
                <a:off x="565" y="2142"/>
                <a:ext cx="5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70" name="Line 15">
                <a:extLst>
                  <a:ext uri="{FF2B5EF4-FFF2-40B4-BE49-F238E27FC236}">
                    <a16:creationId xmlns:a16="http://schemas.microsoft.com/office/drawing/2014/main" id="{4BC05E4B-261C-F447-F851-15B9EBF79E81}"/>
                  </a:ext>
                </a:extLst>
              </p:cNvPr>
              <p:cNvSpPr>
                <a:spLocks noChangeShapeType="1"/>
              </p:cNvSpPr>
              <p:nvPr/>
            </p:nvSpPr>
            <p:spPr bwMode="auto">
              <a:xfrm>
                <a:off x="577" y="2315"/>
                <a:ext cx="56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71" name="Line 16">
                <a:extLst>
                  <a:ext uri="{FF2B5EF4-FFF2-40B4-BE49-F238E27FC236}">
                    <a16:creationId xmlns:a16="http://schemas.microsoft.com/office/drawing/2014/main" id="{44246D70-5460-5403-9CE4-5D543163F941}"/>
                  </a:ext>
                </a:extLst>
              </p:cNvPr>
              <p:cNvSpPr>
                <a:spLocks noChangeShapeType="1"/>
              </p:cNvSpPr>
              <p:nvPr/>
            </p:nvSpPr>
            <p:spPr bwMode="auto">
              <a:xfrm>
                <a:off x="1429" y="2242"/>
                <a:ext cx="18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72" name="Line 17">
                <a:extLst>
                  <a:ext uri="{FF2B5EF4-FFF2-40B4-BE49-F238E27FC236}">
                    <a16:creationId xmlns:a16="http://schemas.microsoft.com/office/drawing/2014/main" id="{7DA65700-4AA1-D473-3557-FC7D443D99C8}"/>
                  </a:ext>
                </a:extLst>
              </p:cNvPr>
              <p:cNvSpPr>
                <a:spLocks noChangeShapeType="1"/>
              </p:cNvSpPr>
              <p:nvPr/>
            </p:nvSpPr>
            <p:spPr bwMode="auto">
              <a:xfrm>
                <a:off x="1610" y="2243"/>
                <a:ext cx="0" cy="24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73" name="Line 18">
                <a:extLst>
                  <a:ext uri="{FF2B5EF4-FFF2-40B4-BE49-F238E27FC236}">
                    <a16:creationId xmlns:a16="http://schemas.microsoft.com/office/drawing/2014/main" id="{726ACAB8-FB0C-F6B8-9CE3-FFBD36C1170D}"/>
                  </a:ext>
                </a:extLst>
              </p:cNvPr>
              <p:cNvSpPr>
                <a:spLocks noChangeShapeType="1"/>
              </p:cNvSpPr>
              <p:nvPr/>
            </p:nvSpPr>
            <p:spPr bwMode="auto">
              <a:xfrm>
                <a:off x="1610" y="2488"/>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74" name="Line 23">
                <a:extLst>
                  <a:ext uri="{FF2B5EF4-FFF2-40B4-BE49-F238E27FC236}">
                    <a16:creationId xmlns:a16="http://schemas.microsoft.com/office/drawing/2014/main" id="{E7E2B8B5-B4FD-3660-6EC3-96E4E3A8808A}"/>
                  </a:ext>
                </a:extLst>
              </p:cNvPr>
              <p:cNvSpPr>
                <a:spLocks noChangeShapeType="1"/>
              </p:cNvSpPr>
              <p:nvPr/>
            </p:nvSpPr>
            <p:spPr bwMode="auto">
              <a:xfrm>
                <a:off x="1438" y="2855"/>
                <a:ext cx="1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75" name="Line 24">
                <a:extLst>
                  <a:ext uri="{FF2B5EF4-FFF2-40B4-BE49-F238E27FC236}">
                    <a16:creationId xmlns:a16="http://schemas.microsoft.com/office/drawing/2014/main" id="{552236D6-0C0F-5B24-E558-6688F6F54B65}"/>
                  </a:ext>
                </a:extLst>
              </p:cNvPr>
              <p:cNvSpPr>
                <a:spLocks noChangeShapeType="1"/>
              </p:cNvSpPr>
              <p:nvPr/>
            </p:nvSpPr>
            <p:spPr bwMode="auto">
              <a:xfrm>
                <a:off x="1592" y="2668"/>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76" name="Line 25">
                <a:extLst>
                  <a:ext uri="{FF2B5EF4-FFF2-40B4-BE49-F238E27FC236}">
                    <a16:creationId xmlns:a16="http://schemas.microsoft.com/office/drawing/2014/main" id="{58E66307-6B73-E7E7-5D39-85F56834FE26}"/>
                  </a:ext>
                </a:extLst>
              </p:cNvPr>
              <p:cNvSpPr>
                <a:spLocks noChangeShapeType="1"/>
              </p:cNvSpPr>
              <p:nvPr/>
            </p:nvSpPr>
            <p:spPr bwMode="auto">
              <a:xfrm>
                <a:off x="1601" y="2678"/>
                <a:ext cx="27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77" name="Line 26">
                <a:extLst>
                  <a:ext uri="{FF2B5EF4-FFF2-40B4-BE49-F238E27FC236}">
                    <a16:creationId xmlns:a16="http://schemas.microsoft.com/office/drawing/2014/main" id="{0B7AE50B-324D-7423-A028-5EA81B30EE9B}"/>
                  </a:ext>
                </a:extLst>
              </p:cNvPr>
              <p:cNvSpPr>
                <a:spLocks noChangeShapeType="1"/>
              </p:cNvSpPr>
              <p:nvPr/>
            </p:nvSpPr>
            <p:spPr bwMode="auto">
              <a:xfrm>
                <a:off x="2155" y="2596"/>
                <a:ext cx="26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78" name="Line 27">
                <a:extLst>
                  <a:ext uri="{FF2B5EF4-FFF2-40B4-BE49-F238E27FC236}">
                    <a16:creationId xmlns:a16="http://schemas.microsoft.com/office/drawing/2014/main" id="{417FB278-088F-B93F-126D-63238B0800BB}"/>
                  </a:ext>
                </a:extLst>
              </p:cNvPr>
              <p:cNvSpPr>
                <a:spLocks noChangeShapeType="1"/>
              </p:cNvSpPr>
              <p:nvPr/>
            </p:nvSpPr>
            <p:spPr bwMode="auto">
              <a:xfrm>
                <a:off x="540" y="2742"/>
                <a:ext cx="6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79" name="Line 35">
                <a:extLst>
                  <a:ext uri="{FF2B5EF4-FFF2-40B4-BE49-F238E27FC236}">
                    <a16:creationId xmlns:a16="http://schemas.microsoft.com/office/drawing/2014/main" id="{CC5AAF66-31C5-5269-2FE8-6D41C3A3889D}"/>
                  </a:ext>
                </a:extLst>
              </p:cNvPr>
              <p:cNvSpPr>
                <a:spLocks noChangeShapeType="1"/>
              </p:cNvSpPr>
              <p:nvPr/>
            </p:nvSpPr>
            <p:spPr bwMode="auto">
              <a:xfrm>
                <a:off x="966" y="2950"/>
                <a:ext cx="18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80" name="Line 36">
                <a:extLst>
                  <a:ext uri="{FF2B5EF4-FFF2-40B4-BE49-F238E27FC236}">
                    <a16:creationId xmlns:a16="http://schemas.microsoft.com/office/drawing/2014/main" id="{32566CE6-9D93-2E8C-ECDC-B684D26FDBEA}"/>
                  </a:ext>
                </a:extLst>
              </p:cNvPr>
              <p:cNvSpPr>
                <a:spLocks noChangeShapeType="1"/>
              </p:cNvSpPr>
              <p:nvPr/>
            </p:nvSpPr>
            <p:spPr bwMode="auto">
              <a:xfrm>
                <a:off x="531" y="2950"/>
                <a:ext cx="21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81" name="Text Box 37">
                <a:extLst>
                  <a:ext uri="{FF2B5EF4-FFF2-40B4-BE49-F238E27FC236}">
                    <a16:creationId xmlns:a16="http://schemas.microsoft.com/office/drawing/2014/main" id="{6288AEDE-3C53-142D-0EDD-A0EB7C9830BD}"/>
                  </a:ext>
                </a:extLst>
              </p:cNvPr>
              <p:cNvSpPr txBox="1">
                <a:spLocks noChangeArrowheads="1"/>
              </p:cNvSpPr>
              <p:nvPr/>
            </p:nvSpPr>
            <p:spPr bwMode="auto">
              <a:xfrm>
                <a:off x="349" y="1979"/>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a</a:t>
                </a:r>
                <a:endParaRPr lang="ru-RU" altLang="en-US" b="0"/>
              </a:p>
            </p:txBody>
          </p:sp>
          <p:sp>
            <p:nvSpPr>
              <p:cNvPr id="14382" name="Text Box 38">
                <a:extLst>
                  <a:ext uri="{FF2B5EF4-FFF2-40B4-BE49-F238E27FC236}">
                    <a16:creationId xmlns:a16="http://schemas.microsoft.com/office/drawing/2014/main" id="{A1C17EB3-FDB4-B9CF-C093-EC4A1C982A70}"/>
                  </a:ext>
                </a:extLst>
              </p:cNvPr>
              <p:cNvSpPr txBox="1">
                <a:spLocks noChangeArrowheads="1"/>
              </p:cNvSpPr>
              <p:nvPr/>
            </p:nvSpPr>
            <p:spPr bwMode="auto">
              <a:xfrm>
                <a:off x="367" y="2206"/>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b</a:t>
                </a:r>
                <a:endParaRPr lang="ru-RU" altLang="en-US" b="0"/>
              </a:p>
            </p:txBody>
          </p:sp>
          <p:sp>
            <p:nvSpPr>
              <p:cNvPr id="14383" name="Text Box 39">
                <a:extLst>
                  <a:ext uri="{FF2B5EF4-FFF2-40B4-BE49-F238E27FC236}">
                    <a16:creationId xmlns:a16="http://schemas.microsoft.com/office/drawing/2014/main" id="{984B5FAD-3E79-A429-C209-9BCCFEF31522}"/>
                  </a:ext>
                </a:extLst>
              </p:cNvPr>
              <p:cNvSpPr txBox="1">
                <a:spLocks noChangeArrowheads="1"/>
              </p:cNvSpPr>
              <p:nvPr/>
            </p:nvSpPr>
            <p:spPr bwMode="auto">
              <a:xfrm>
                <a:off x="295" y="2596"/>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c</a:t>
                </a:r>
                <a:endParaRPr lang="ru-RU" altLang="en-US" b="0"/>
              </a:p>
            </p:txBody>
          </p:sp>
          <p:sp>
            <p:nvSpPr>
              <p:cNvPr id="14384" name="Text Box 40">
                <a:extLst>
                  <a:ext uri="{FF2B5EF4-FFF2-40B4-BE49-F238E27FC236}">
                    <a16:creationId xmlns:a16="http://schemas.microsoft.com/office/drawing/2014/main" id="{3DB707F1-903C-75CA-F47B-400A952BC79B}"/>
                  </a:ext>
                </a:extLst>
              </p:cNvPr>
              <p:cNvSpPr txBox="1">
                <a:spLocks noChangeArrowheads="1"/>
              </p:cNvSpPr>
              <p:nvPr/>
            </p:nvSpPr>
            <p:spPr bwMode="auto">
              <a:xfrm>
                <a:off x="295" y="2823"/>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d</a:t>
                </a:r>
                <a:endParaRPr lang="ru-RU" altLang="en-US" b="0"/>
              </a:p>
            </p:txBody>
          </p:sp>
          <p:sp>
            <p:nvSpPr>
              <p:cNvPr id="14385" name="Text Box 41">
                <a:extLst>
                  <a:ext uri="{FF2B5EF4-FFF2-40B4-BE49-F238E27FC236}">
                    <a16:creationId xmlns:a16="http://schemas.microsoft.com/office/drawing/2014/main" id="{76B199B2-3AB5-D547-8DE8-AB33F860DFA4}"/>
                  </a:ext>
                </a:extLst>
              </p:cNvPr>
              <p:cNvSpPr txBox="1">
                <a:spLocks noChangeArrowheads="1"/>
              </p:cNvSpPr>
              <p:nvPr/>
            </p:nvSpPr>
            <p:spPr bwMode="auto">
              <a:xfrm>
                <a:off x="2427" y="2478"/>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y</a:t>
                </a:r>
                <a:endParaRPr lang="ru-RU" altLang="en-US" b="0"/>
              </a:p>
            </p:txBody>
          </p:sp>
          <p:sp>
            <p:nvSpPr>
              <p:cNvPr id="8244" name="Freeform 73">
                <a:extLst>
                  <a:ext uri="{FF2B5EF4-FFF2-40B4-BE49-F238E27FC236}">
                    <a16:creationId xmlns:a16="http://schemas.microsoft.com/office/drawing/2014/main" id="{E5C18456-9750-4247-8605-93DEAD184375}"/>
                  </a:ext>
                </a:extLst>
              </p:cNvPr>
              <p:cNvSpPr>
                <a:spLocks/>
              </p:cNvSpPr>
              <p:nvPr/>
            </p:nvSpPr>
            <p:spPr bwMode="auto">
              <a:xfrm>
                <a:off x="1156" y="2060"/>
                <a:ext cx="273" cy="334"/>
              </a:xfrm>
              <a:custGeom>
                <a:avLst/>
                <a:gdLst>
                  <a:gd name="T0" fmla="*/ 0 w 123"/>
                  <a:gd name="T1" fmla="*/ 2147483647 h 107"/>
                  <a:gd name="T2" fmla="*/ 2147483647 w 123"/>
                  <a:gd name="T3" fmla="*/ 2147483647 h 107"/>
                  <a:gd name="T4" fmla="*/ 2147483647 w 123"/>
                  <a:gd name="T5" fmla="*/ 2147483647 h 107"/>
                  <a:gd name="T6" fmla="*/ 2147483647 w 123"/>
                  <a:gd name="T7" fmla="*/ 0 h 107"/>
                  <a:gd name="T8" fmla="*/ 0 w 123"/>
                  <a:gd name="T9" fmla="*/ 0 h 107"/>
                  <a:gd name="T10" fmla="*/ 0 w 123"/>
                  <a:gd name="T11" fmla="*/ 2147483647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lumMod val="60000"/>
                  <a:lumOff val="40000"/>
                </a:schemeClr>
              </a:solidFill>
              <a:ln w="25400">
                <a:solidFill>
                  <a:schemeClr val="tx1"/>
                </a:solidFill>
                <a:miter lim="800000"/>
                <a:headEnd/>
                <a:tailEnd/>
              </a:ln>
            </p:spPr>
            <p:txBody>
              <a:bodyPr/>
              <a:lstStyle/>
              <a:p>
                <a:pPr eaLnBrk="1" hangingPunct="1">
                  <a:defRPr/>
                </a:pPr>
                <a:endParaRPr lang="en-GB">
                  <a:latin typeface="Arial" charset="0"/>
                  <a:cs typeface="Arial" charset="0"/>
                </a:endParaRPr>
              </a:p>
            </p:txBody>
          </p:sp>
          <p:sp>
            <p:nvSpPr>
              <p:cNvPr id="8245" name="Freeform 74">
                <a:extLst>
                  <a:ext uri="{FF2B5EF4-FFF2-40B4-BE49-F238E27FC236}">
                    <a16:creationId xmlns:a16="http://schemas.microsoft.com/office/drawing/2014/main" id="{B73976D0-77E4-475E-B18B-D55345564A8B}"/>
                  </a:ext>
                </a:extLst>
              </p:cNvPr>
              <p:cNvSpPr>
                <a:spLocks/>
              </p:cNvSpPr>
              <p:nvPr/>
            </p:nvSpPr>
            <p:spPr bwMode="auto">
              <a:xfrm>
                <a:off x="1156" y="2686"/>
                <a:ext cx="273" cy="334"/>
              </a:xfrm>
              <a:custGeom>
                <a:avLst/>
                <a:gdLst>
                  <a:gd name="T0" fmla="*/ 0 w 123"/>
                  <a:gd name="T1" fmla="*/ 2147483647 h 107"/>
                  <a:gd name="T2" fmla="*/ 2147483647 w 123"/>
                  <a:gd name="T3" fmla="*/ 2147483647 h 107"/>
                  <a:gd name="T4" fmla="*/ 2147483647 w 123"/>
                  <a:gd name="T5" fmla="*/ 2147483647 h 107"/>
                  <a:gd name="T6" fmla="*/ 2147483647 w 123"/>
                  <a:gd name="T7" fmla="*/ 0 h 107"/>
                  <a:gd name="T8" fmla="*/ 0 w 123"/>
                  <a:gd name="T9" fmla="*/ 0 h 107"/>
                  <a:gd name="T10" fmla="*/ 0 w 123"/>
                  <a:gd name="T11" fmla="*/ 2147483647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lumMod val="60000"/>
                  <a:lumOff val="40000"/>
                </a:schemeClr>
              </a:solidFill>
              <a:ln w="25400">
                <a:solidFill>
                  <a:schemeClr val="tx1"/>
                </a:solidFill>
                <a:miter lim="800000"/>
                <a:headEnd/>
                <a:tailEnd/>
              </a:ln>
            </p:spPr>
            <p:txBody>
              <a:bodyPr/>
              <a:lstStyle/>
              <a:p>
                <a:pPr eaLnBrk="1" hangingPunct="1">
                  <a:defRPr/>
                </a:pPr>
                <a:endParaRPr lang="en-GB">
                  <a:latin typeface="Arial" charset="0"/>
                  <a:cs typeface="Arial" charset="0"/>
                </a:endParaRPr>
              </a:p>
            </p:txBody>
          </p:sp>
          <p:grpSp>
            <p:nvGrpSpPr>
              <p:cNvPr id="14388" name="Group 54">
                <a:extLst>
                  <a:ext uri="{FF2B5EF4-FFF2-40B4-BE49-F238E27FC236}">
                    <a16:creationId xmlns:a16="http://schemas.microsoft.com/office/drawing/2014/main" id="{F0AD6F7D-9965-A1B2-65FC-9C5AE1E2CB65}"/>
                  </a:ext>
                </a:extLst>
              </p:cNvPr>
              <p:cNvGrpSpPr>
                <a:grpSpLocks/>
              </p:cNvGrpSpPr>
              <p:nvPr/>
            </p:nvGrpSpPr>
            <p:grpSpPr bwMode="auto">
              <a:xfrm>
                <a:off x="732" y="2820"/>
                <a:ext cx="275" cy="269"/>
                <a:chOff x="732" y="2820"/>
                <a:chExt cx="275" cy="269"/>
              </a:xfrm>
            </p:grpSpPr>
            <p:sp>
              <p:nvSpPr>
                <p:cNvPr id="8247" name="AutoShape 52">
                  <a:extLst>
                    <a:ext uri="{FF2B5EF4-FFF2-40B4-BE49-F238E27FC236}">
                      <a16:creationId xmlns:a16="http://schemas.microsoft.com/office/drawing/2014/main" id="{0FD4E724-0F4A-4667-AFBA-4A81687458A5}"/>
                    </a:ext>
                  </a:extLst>
                </p:cNvPr>
                <p:cNvSpPr>
                  <a:spLocks noChangeArrowheads="1"/>
                </p:cNvSpPr>
                <p:nvPr/>
              </p:nvSpPr>
              <p:spPr bwMode="auto">
                <a:xfrm rot="5400000">
                  <a:off x="695" y="2857"/>
                  <a:ext cx="269" cy="195"/>
                </a:xfrm>
                <a:prstGeom prst="triangle">
                  <a:avLst>
                    <a:gd name="adj" fmla="val 50000"/>
                  </a:avLst>
                </a:prstGeom>
                <a:solidFill>
                  <a:schemeClr val="accent1">
                    <a:lumMod val="60000"/>
                    <a:lumOff val="40000"/>
                  </a:schemeClr>
                </a:solidFill>
                <a:ln w="19050">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8248" name="AutoShape 53">
                  <a:extLst>
                    <a:ext uri="{FF2B5EF4-FFF2-40B4-BE49-F238E27FC236}">
                      <a16:creationId xmlns:a16="http://schemas.microsoft.com/office/drawing/2014/main" id="{60A25F86-D115-44B7-9D39-9365ADD3DC92}"/>
                    </a:ext>
                  </a:extLst>
                </p:cNvPr>
                <p:cNvSpPr>
                  <a:spLocks noChangeArrowheads="1"/>
                </p:cNvSpPr>
                <p:nvPr/>
              </p:nvSpPr>
              <p:spPr bwMode="auto">
                <a:xfrm>
                  <a:off x="921" y="2914"/>
                  <a:ext cx="86" cy="86"/>
                </a:xfrm>
                <a:prstGeom prst="flowChartConnector">
                  <a:avLst/>
                </a:prstGeom>
                <a:solidFill>
                  <a:schemeClr val="accent1">
                    <a:lumMod val="60000"/>
                    <a:lumOff val="40000"/>
                  </a:schemeClr>
                </a:solidFill>
                <a:ln w="9525">
                  <a:solidFill>
                    <a:schemeClr val="tx1"/>
                  </a:solidFill>
                  <a:round/>
                  <a:headEnd/>
                  <a:tailEnd/>
                </a:ln>
              </p:spPr>
              <p:txBody>
                <a:bodyPr wrap="none" anchor="ctr"/>
                <a:lstStyle/>
                <a:p>
                  <a:pPr eaLnBrk="1" hangingPunct="1">
                    <a:defRPr/>
                  </a:pPr>
                  <a:endParaRPr lang="ru-RU">
                    <a:latin typeface="Arial" charset="0"/>
                    <a:cs typeface="Arial" charset="0"/>
                  </a:endParaRPr>
                </a:p>
              </p:txBody>
            </p:sp>
          </p:grpSp>
        </p:grpSp>
        <p:grpSp>
          <p:nvGrpSpPr>
            <p:cNvPr id="14345" name="Group 59">
              <a:extLst>
                <a:ext uri="{FF2B5EF4-FFF2-40B4-BE49-F238E27FC236}">
                  <a16:creationId xmlns:a16="http://schemas.microsoft.com/office/drawing/2014/main" id="{C8D2D16A-16EC-ABA8-C4CE-8A0A7731BB73}"/>
                </a:ext>
              </a:extLst>
            </p:cNvPr>
            <p:cNvGrpSpPr>
              <a:grpSpLocks/>
            </p:cNvGrpSpPr>
            <p:nvPr/>
          </p:nvGrpSpPr>
          <p:grpSpPr bwMode="auto">
            <a:xfrm>
              <a:off x="4722813" y="3738563"/>
              <a:ext cx="3716337" cy="1725612"/>
              <a:chOff x="2962" y="2046"/>
              <a:chExt cx="2341" cy="1087"/>
            </a:xfrm>
          </p:grpSpPr>
          <p:sp>
            <p:nvSpPr>
              <p:cNvPr id="8204" name="AutoShape 46">
                <a:extLst>
                  <a:ext uri="{FF2B5EF4-FFF2-40B4-BE49-F238E27FC236}">
                    <a16:creationId xmlns:a16="http://schemas.microsoft.com/office/drawing/2014/main" id="{3604B6DD-F28B-43CF-8187-773370160462}"/>
                  </a:ext>
                </a:extLst>
              </p:cNvPr>
              <p:cNvSpPr>
                <a:spLocks noChangeArrowheads="1"/>
              </p:cNvSpPr>
              <p:nvPr/>
            </p:nvSpPr>
            <p:spPr bwMode="auto">
              <a:xfrm flipH="1">
                <a:off x="3931" y="2119"/>
                <a:ext cx="317" cy="363"/>
              </a:xfrm>
              <a:prstGeom prst="moon">
                <a:avLst>
                  <a:gd name="adj" fmla="val 84819"/>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8205" name="AutoShape 47">
                <a:extLst>
                  <a:ext uri="{FF2B5EF4-FFF2-40B4-BE49-F238E27FC236}">
                    <a16:creationId xmlns:a16="http://schemas.microsoft.com/office/drawing/2014/main" id="{6039B7B8-5018-4312-A3F3-F66112736D76}"/>
                  </a:ext>
                </a:extLst>
              </p:cNvPr>
              <p:cNvSpPr>
                <a:spLocks noChangeArrowheads="1"/>
              </p:cNvSpPr>
              <p:nvPr/>
            </p:nvSpPr>
            <p:spPr bwMode="auto">
              <a:xfrm flipH="1">
                <a:off x="3959" y="2709"/>
                <a:ext cx="317" cy="363"/>
              </a:xfrm>
              <a:prstGeom prst="moon">
                <a:avLst>
                  <a:gd name="adj" fmla="val 84819"/>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14348" name="Line 54">
                <a:extLst>
                  <a:ext uri="{FF2B5EF4-FFF2-40B4-BE49-F238E27FC236}">
                    <a16:creationId xmlns:a16="http://schemas.microsoft.com/office/drawing/2014/main" id="{33D499BE-16ED-346F-FC47-C51ADF54570E}"/>
                  </a:ext>
                </a:extLst>
              </p:cNvPr>
              <p:cNvSpPr>
                <a:spLocks noChangeShapeType="1"/>
              </p:cNvSpPr>
              <p:nvPr/>
            </p:nvSpPr>
            <p:spPr bwMode="auto">
              <a:xfrm>
                <a:off x="3696" y="2364"/>
                <a:ext cx="2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9" name="Line 55">
                <a:extLst>
                  <a:ext uri="{FF2B5EF4-FFF2-40B4-BE49-F238E27FC236}">
                    <a16:creationId xmlns:a16="http://schemas.microsoft.com/office/drawing/2014/main" id="{1D22B83C-7C63-7712-096E-43CBC771EA32}"/>
                  </a:ext>
                </a:extLst>
              </p:cNvPr>
              <p:cNvSpPr>
                <a:spLocks noChangeShapeType="1"/>
              </p:cNvSpPr>
              <p:nvPr/>
            </p:nvSpPr>
            <p:spPr bwMode="auto">
              <a:xfrm>
                <a:off x="3198" y="23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50" name="Line 56">
                <a:extLst>
                  <a:ext uri="{FF2B5EF4-FFF2-40B4-BE49-F238E27FC236}">
                    <a16:creationId xmlns:a16="http://schemas.microsoft.com/office/drawing/2014/main" id="{53C6422B-C163-94DB-19A9-87C7F211B08E}"/>
                  </a:ext>
                </a:extLst>
              </p:cNvPr>
              <p:cNvSpPr>
                <a:spLocks noChangeShapeType="1"/>
              </p:cNvSpPr>
              <p:nvPr/>
            </p:nvSpPr>
            <p:spPr bwMode="auto">
              <a:xfrm>
                <a:off x="3152" y="2173"/>
                <a:ext cx="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51" name="Text Box 57">
                <a:extLst>
                  <a:ext uri="{FF2B5EF4-FFF2-40B4-BE49-F238E27FC236}">
                    <a16:creationId xmlns:a16="http://schemas.microsoft.com/office/drawing/2014/main" id="{0BD8C51B-0CF9-FDE2-9667-BC913CC6FE16}"/>
                  </a:ext>
                </a:extLst>
              </p:cNvPr>
              <p:cNvSpPr txBox="1">
                <a:spLocks noChangeArrowheads="1"/>
              </p:cNvSpPr>
              <p:nvPr/>
            </p:nvSpPr>
            <p:spPr bwMode="auto">
              <a:xfrm>
                <a:off x="2962" y="2046"/>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a</a:t>
                </a:r>
                <a:endParaRPr lang="ru-RU" altLang="en-US" b="0"/>
              </a:p>
            </p:txBody>
          </p:sp>
          <p:sp>
            <p:nvSpPr>
              <p:cNvPr id="14352" name="Text Box 58">
                <a:extLst>
                  <a:ext uri="{FF2B5EF4-FFF2-40B4-BE49-F238E27FC236}">
                    <a16:creationId xmlns:a16="http://schemas.microsoft.com/office/drawing/2014/main" id="{78FDD4B0-C431-7201-B35B-5ED14930F296}"/>
                  </a:ext>
                </a:extLst>
              </p:cNvPr>
              <p:cNvSpPr txBox="1">
                <a:spLocks noChangeArrowheads="1"/>
              </p:cNvSpPr>
              <p:nvPr/>
            </p:nvSpPr>
            <p:spPr bwMode="auto">
              <a:xfrm>
                <a:off x="2970" y="2219"/>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b</a:t>
                </a:r>
                <a:endParaRPr lang="ru-RU" altLang="en-US" b="0"/>
              </a:p>
            </p:txBody>
          </p:sp>
          <p:sp>
            <p:nvSpPr>
              <p:cNvPr id="14353" name="Line 59">
                <a:extLst>
                  <a:ext uri="{FF2B5EF4-FFF2-40B4-BE49-F238E27FC236}">
                    <a16:creationId xmlns:a16="http://schemas.microsoft.com/office/drawing/2014/main" id="{FEE65E8D-BC3D-593E-2549-01C67A04E412}"/>
                  </a:ext>
                </a:extLst>
              </p:cNvPr>
              <p:cNvSpPr>
                <a:spLocks noChangeShapeType="1"/>
              </p:cNvSpPr>
              <p:nvPr/>
            </p:nvSpPr>
            <p:spPr bwMode="auto">
              <a:xfrm>
                <a:off x="3198" y="2799"/>
                <a:ext cx="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54" name="Line 60">
                <a:extLst>
                  <a:ext uri="{FF2B5EF4-FFF2-40B4-BE49-F238E27FC236}">
                    <a16:creationId xmlns:a16="http://schemas.microsoft.com/office/drawing/2014/main" id="{CE3A3DF4-3782-3944-5BCF-17080DDA4982}"/>
                  </a:ext>
                </a:extLst>
              </p:cNvPr>
              <p:cNvSpPr>
                <a:spLocks noChangeShapeType="1"/>
              </p:cNvSpPr>
              <p:nvPr/>
            </p:nvSpPr>
            <p:spPr bwMode="auto">
              <a:xfrm>
                <a:off x="3198" y="2981"/>
                <a:ext cx="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55" name="Text Box 61">
                <a:extLst>
                  <a:ext uri="{FF2B5EF4-FFF2-40B4-BE49-F238E27FC236}">
                    <a16:creationId xmlns:a16="http://schemas.microsoft.com/office/drawing/2014/main" id="{D1EC76DE-3F65-816E-7B46-44D6A687A512}"/>
                  </a:ext>
                </a:extLst>
              </p:cNvPr>
              <p:cNvSpPr txBox="1">
                <a:spLocks noChangeArrowheads="1"/>
              </p:cNvSpPr>
              <p:nvPr/>
            </p:nvSpPr>
            <p:spPr bwMode="auto">
              <a:xfrm>
                <a:off x="2971" y="2645"/>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c</a:t>
                </a:r>
                <a:endParaRPr lang="ru-RU" altLang="en-US" b="0"/>
              </a:p>
            </p:txBody>
          </p:sp>
          <p:sp>
            <p:nvSpPr>
              <p:cNvPr id="14356" name="Text Box 62">
                <a:extLst>
                  <a:ext uri="{FF2B5EF4-FFF2-40B4-BE49-F238E27FC236}">
                    <a16:creationId xmlns:a16="http://schemas.microsoft.com/office/drawing/2014/main" id="{5B273C7B-36D7-74C5-79A6-5BBFAD04E7FF}"/>
                  </a:ext>
                </a:extLst>
              </p:cNvPr>
              <p:cNvSpPr txBox="1">
                <a:spLocks noChangeArrowheads="1"/>
              </p:cNvSpPr>
              <p:nvPr/>
            </p:nvSpPr>
            <p:spPr bwMode="auto">
              <a:xfrm>
                <a:off x="2971" y="2845"/>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d</a:t>
                </a:r>
                <a:endParaRPr lang="ru-RU" altLang="en-US" b="0"/>
              </a:p>
            </p:txBody>
          </p:sp>
          <p:sp>
            <p:nvSpPr>
              <p:cNvPr id="14357" name="Line 63">
                <a:extLst>
                  <a:ext uri="{FF2B5EF4-FFF2-40B4-BE49-F238E27FC236}">
                    <a16:creationId xmlns:a16="http://schemas.microsoft.com/office/drawing/2014/main" id="{176BE4EF-7429-245B-281B-0150AF9F606F}"/>
                  </a:ext>
                </a:extLst>
              </p:cNvPr>
              <p:cNvSpPr>
                <a:spLocks noChangeShapeType="1"/>
              </p:cNvSpPr>
              <p:nvPr/>
            </p:nvSpPr>
            <p:spPr bwMode="auto">
              <a:xfrm>
                <a:off x="4488" y="2526"/>
                <a:ext cx="2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58" name="Line 64">
                <a:extLst>
                  <a:ext uri="{FF2B5EF4-FFF2-40B4-BE49-F238E27FC236}">
                    <a16:creationId xmlns:a16="http://schemas.microsoft.com/office/drawing/2014/main" id="{CA49E09E-3294-1E60-1798-0C1A5E668A59}"/>
                  </a:ext>
                </a:extLst>
              </p:cNvPr>
              <p:cNvSpPr>
                <a:spLocks noChangeShapeType="1"/>
              </p:cNvSpPr>
              <p:nvPr/>
            </p:nvSpPr>
            <p:spPr bwMode="auto">
              <a:xfrm>
                <a:off x="4479" y="2673"/>
                <a:ext cx="2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59" name="Line 65">
                <a:extLst>
                  <a:ext uri="{FF2B5EF4-FFF2-40B4-BE49-F238E27FC236}">
                    <a16:creationId xmlns:a16="http://schemas.microsoft.com/office/drawing/2014/main" id="{3DC04C8A-CC4E-D215-E6E4-D5D031A6F67E}"/>
                  </a:ext>
                </a:extLst>
              </p:cNvPr>
              <p:cNvSpPr>
                <a:spLocks noChangeShapeType="1"/>
              </p:cNvSpPr>
              <p:nvPr/>
            </p:nvSpPr>
            <p:spPr bwMode="auto">
              <a:xfrm>
                <a:off x="5054" y="2591"/>
                <a:ext cx="24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60" name="Line 66">
                <a:extLst>
                  <a:ext uri="{FF2B5EF4-FFF2-40B4-BE49-F238E27FC236}">
                    <a16:creationId xmlns:a16="http://schemas.microsoft.com/office/drawing/2014/main" id="{763A6FE4-6A58-28E0-A720-51D3AEF02346}"/>
                  </a:ext>
                </a:extLst>
              </p:cNvPr>
              <p:cNvSpPr>
                <a:spLocks noChangeShapeType="1"/>
              </p:cNvSpPr>
              <p:nvPr/>
            </p:nvSpPr>
            <p:spPr bwMode="auto">
              <a:xfrm>
                <a:off x="4250" y="2289"/>
                <a:ext cx="2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61" name="Line 67">
                <a:extLst>
                  <a:ext uri="{FF2B5EF4-FFF2-40B4-BE49-F238E27FC236}">
                    <a16:creationId xmlns:a16="http://schemas.microsoft.com/office/drawing/2014/main" id="{54D2A706-86CA-86F8-4855-9610BCBD0712}"/>
                  </a:ext>
                </a:extLst>
              </p:cNvPr>
              <p:cNvSpPr>
                <a:spLocks noChangeShapeType="1"/>
              </p:cNvSpPr>
              <p:nvPr/>
            </p:nvSpPr>
            <p:spPr bwMode="auto">
              <a:xfrm>
                <a:off x="4277" y="2874"/>
                <a:ext cx="2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62" name="Line 68">
                <a:extLst>
                  <a:ext uri="{FF2B5EF4-FFF2-40B4-BE49-F238E27FC236}">
                    <a16:creationId xmlns:a16="http://schemas.microsoft.com/office/drawing/2014/main" id="{FC9A36EB-89F8-B12D-C727-761EA14D8C08}"/>
                  </a:ext>
                </a:extLst>
              </p:cNvPr>
              <p:cNvSpPr>
                <a:spLocks noChangeShapeType="1"/>
              </p:cNvSpPr>
              <p:nvPr/>
            </p:nvSpPr>
            <p:spPr bwMode="auto">
              <a:xfrm>
                <a:off x="4486" y="2285"/>
                <a:ext cx="0" cy="24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63" name="Line 69">
                <a:extLst>
                  <a:ext uri="{FF2B5EF4-FFF2-40B4-BE49-F238E27FC236}">
                    <a16:creationId xmlns:a16="http://schemas.microsoft.com/office/drawing/2014/main" id="{25B58199-1E93-653C-33C5-294CD9F0B8B9}"/>
                  </a:ext>
                </a:extLst>
              </p:cNvPr>
              <p:cNvSpPr>
                <a:spLocks noChangeShapeType="1"/>
              </p:cNvSpPr>
              <p:nvPr/>
            </p:nvSpPr>
            <p:spPr bwMode="auto">
              <a:xfrm>
                <a:off x="4477" y="2673"/>
                <a:ext cx="0" cy="20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22" name="Freeform 75">
                <a:extLst>
                  <a:ext uri="{FF2B5EF4-FFF2-40B4-BE49-F238E27FC236}">
                    <a16:creationId xmlns:a16="http://schemas.microsoft.com/office/drawing/2014/main" id="{CD178FE5-7353-441C-A3A1-F3251BE73AFA}"/>
                  </a:ext>
                </a:extLst>
              </p:cNvPr>
              <p:cNvSpPr>
                <a:spLocks/>
              </p:cNvSpPr>
              <p:nvPr/>
            </p:nvSpPr>
            <p:spPr bwMode="auto">
              <a:xfrm>
                <a:off x="4785" y="2441"/>
                <a:ext cx="272" cy="315"/>
              </a:xfrm>
              <a:custGeom>
                <a:avLst/>
                <a:gdLst>
                  <a:gd name="T0" fmla="*/ 0 w 123"/>
                  <a:gd name="T1" fmla="*/ 2147483647 h 107"/>
                  <a:gd name="T2" fmla="*/ 2147483647 w 123"/>
                  <a:gd name="T3" fmla="*/ 2147483647 h 107"/>
                  <a:gd name="T4" fmla="*/ 2147483647 w 123"/>
                  <a:gd name="T5" fmla="*/ 2147483647 h 107"/>
                  <a:gd name="T6" fmla="*/ 2147483647 w 123"/>
                  <a:gd name="T7" fmla="*/ 0 h 107"/>
                  <a:gd name="T8" fmla="*/ 0 w 123"/>
                  <a:gd name="T9" fmla="*/ 0 h 107"/>
                  <a:gd name="T10" fmla="*/ 0 w 123"/>
                  <a:gd name="T11" fmla="*/ 2147483647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lumMod val="60000"/>
                  <a:lumOff val="40000"/>
                </a:schemeClr>
              </a:solidFill>
              <a:ln w="25400">
                <a:solidFill>
                  <a:schemeClr val="tx1"/>
                </a:solidFill>
                <a:miter lim="800000"/>
                <a:headEnd/>
                <a:tailEnd/>
              </a:ln>
            </p:spPr>
            <p:txBody>
              <a:bodyPr/>
              <a:lstStyle/>
              <a:p>
                <a:pPr eaLnBrk="1" hangingPunct="1">
                  <a:defRPr/>
                </a:pPr>
                <a:endParaRPr lang="en-GB">
                  <a:latin typeface="Arial" charset="0"/>
                  <a:cs typeface="Arial" charset="0"/>
                </a:endParaRPr>
              </a:p>
            </p:txBody>
          </p:sp>
          <p:grpSp>
            <p:nvGrpSpPr>
              <p:cNvPr id="14365" name="Group 55">
                <a:extLst>
                  <a:ext uri="{FF2B5EF4-FFF2-40B4-BE49-F238E27FC236}">
                    <a16:creationId xmlns:a16="http://schemas.microsoft.com/office/drawing/2014/main" id="{4AA1F492-7CF2-28B5-D8EA-175543991747}"/>
                  </a:ext>
                </a:extLst>
              </p:cNvPr>
              <p:cNvGrpSpPr>
                <a:grpSpLocks/>
              </p:cNvGrpSpPr>
              <p:nvPr/>
            </p:nvGrpSpPr>
            <p:grpSpPr bwMode="auto">
              <a:xfrm>
                <a:off x="3454" y="2228"/>
                <a:ext cx="275" cy="269"/>
                <a:chOff x="732" y="2820"/>
                <a:chExt cx="275" cy="269"/>
              </a:xfrm>
            </p:grpSpPr>
            <p:sp>
              <p:nvSpPr>
                <p:cNvPr id="8224" name="AutoShape 56">
                  <a:extLst>
                    <a:ext uri="{FF2B5EF4-FFF2-40B4-BE49-F238E27FC236}">
                      <a16:creationId xmlns:a16="http://schemas.microsoft.com/office/drawing/2014/main" id="{6E46F26A-BBDB-4053-A68B-18787F03BB1F}"/>
                    </a:ext>
                  </a:extLst>
                </p:cNvPr>
                <p:cNvSpPr>
                  <a:spLocks noChangeArrowheads="1"/>
                </p:cNvSpPr>
                <p:nvPr/>
              </p:nvSpPr>
              <p:spPr bwMode="auto">
                <a:xfrm rot="5400000">
                  <a:off x="695" y="2857"/>
                  <a:ext cx="269" cy="195"/>
                </a:xfrm>
                <a:prstGeom prst="triangle">
                  <a:avLst>
                    <a:gd name="adj" fmla="val 50000"/>
                  </a:avLst>
                </a:prstGeom>
                <a:solidFill>
                  <a:schemeClr val="accent1">
                    <a:lumMod val="60000"/>
                    <a:lumOff val="40000"/>
                  </a:schemeClr>
                </a:solidFill>
                <a:ln w="19050">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8225" name="AutoShape 57">
                  <a:extLst>
                    <a:ext uri="{FF2B5EF4-FFF2-40B4-BE49-F238E27FC236}">
                      <a16:creationId xmlns:a16="http://schemas.microsoft.com/office/drawing/2014/main" id="{D56CFF31-FF2D-4DB8-A533-7F3B5BF5CF6A}"/>
                    </a:ext>
                  </a:extLst>
                </p:cNvPr>
                <p:cNvSpPr>
                  <a:spLocks noChangeArrowheads="1"/>
                </p:cNvSpPr>
                <p:nvPr/>
              </p:nvSpPr>
              <p:spPr bwMode="auto">
                <a:xfrm>
                  <a:off x="921" y="2907"/>
                  <a:ext cx="86" cy="86"/>
                </a:xfrm>
                <a:prstGeom prst="flowChartConnector">
                  <a:avLst/>
                </a:prstGeom>
                <a:solidFill>
                  <a:schemeClr val="accent1">
                    <a:lumMod val="60000"/>
                    <a:lumOff val="40000"/>
                  </a:schemeClr>
                </a:solidFill>
                <a:ln w="9525">
                  <a:solidFill>
                    <a:schemeClr val="tx1"/>
                  </a:solidFill>
                  <a:round/>
                  <a:headEnd/>
                  <a:tailEnd/>
                </a:ln>
              </p:spPr>
              <p:txBody>
                <a:bodyPr wrap="none" anchor="ctr"/>
                <a:lstStyle/>
                <a:p>
                  <a:pPr eaLnBrk="1" hangingPunct="1">
                    <a:defRPr/>
                  </a:pPr>
                  <a:endParaRPr lang="ru-RU">
                    <a:latin typeface="Arial" charset="0"/>
                    <a:cs typeface="Arial" charset="0"/>
                  </a:endParaRPr>
                </a:p>
              </p:txBody>
            </p:sp>
          </p:grpSp>
        </p:grpSp>
      </p:grpSp>
      <p:sp>
        <p:nvSpPr>
          <p:cNvPr id="14340" name="Title 58">
            <a:extLst>
              <a:ext uri="{FF2B5EF4-FFF2-40B4-BE49-F238E27FC236}">
                <a16:creationId xmlns:a16="http://schemas.microsoft.com/office/drawing/2014/main" id="{43DF6A1F-6A3F-9BA7-53AC-335AB009AF8B}"/>
              </a:ext>
            </a:extLst>
          </p:cNvPr>
          <p:cNvSpPr>
            <a:spLocks noGrp="1" noChangeArrowheads="1"/>
          </p:cNvSpPr>
          <p:nvPr>
            <p:ph type="title"/>
          </p:nvPr>
        </p:nvSpPr>
        <p:spPr/>
        <p:txBody>
          <a:bodyPr>
            <a:normAutofit/>
          </a:bodyPr>
          <a:lstStyle/>
          <a:p>
            <a:r>
              <a:rPr lang="en-US" altLang="en-US" dirty="0"/>
              <a:t>Two-Level Circuit Implementation</a:t>
            </a:r>
            <a:endParaRPr lang="ru-RU" altLang="en-US" dirty="0"/>
          </a:p>
        </p:txBody>
      </p:sp>
      <p:sp>
        <p:nvSpPr>
          <p:cNvPr id="14341" name="Content Placeholder 59">
            <a:extLst>
              <a:ext uri="{FF2B5EF4-FFF2-40B4-BE49-F238E27FC236}">
                <a16:creationId xmlns:a16="http://schemas.microsoft.com/office/drawing/2014/main" id="{D6D55F61-2172-DBA4-D9BD-EB9BAE5CDBEF}"/>
              </a:ext>
            </a:extLst>
          </p:cNvPr>
          <p:cNvSpPr>
            <a:spLocks noGrp="1" noChangeArrowheads="1"/>
          </p:cNvSpPr>
          <p:nvPr>
            <p:ph type="body" sz="quarter" idx="13"/>
          </p:nvPr>
        </p:nvSpPr>
        <p:spPr/>
        <p:txBody>
          <a:bodyPr/>
          <a:lstStyle/>
          <a:p>
            <a:r>
              <a:rPr lang="en-US" altLang="en-US"/>
              <a:t>SOP</a:t>
            </a:r>
          </a:p>
          <a:p>
            <a:r>
              <a:rPr lang="en-US" altLang="en-US"/>
              <a:t>Two-level AND-OR circuit</a:t>
            </a:r>
          </a:p>
          <a:p>
            <a:endParaRPr lang="en-US" altLang="en-US"/>
          </a:p>
          <a:p>
            <a:r>
              <a:rPr lang="en-US" altLang="en-US"/>
              <a:t>Example: y=ab +cd’</a:t>
            </a:r>
            <a:endParaRPr lang="ru-RU" altLang="en-US"/>
          </a:p>
          <a:p>
            <a:endParaRPr lang="ru-RU" altLang="en-US"/>
          </a:p>
        </p:txBody>
      </p:sp>
      <p:sp>
        <p:nvSpPr>
          <p:cNvPr id="14342" name="Content Placeholder 60">
            <a:extLst>
              <a:ext uri="{FF2B5EF4-FFF2-40B4-BE49-F238E27FC236}">
                <a16:creationId xmlns:a16="http://schemas.microsoft.com/office/drawing/2014/main" id="{C479F23A-104A-8D96-AE66-87DD35D1C5F5}"/>
              </a:ext>
            </a:extLst>
          </p:cNvPr>
          <p:cNvSpPr>
            <a:spLocks noGrp="1" noChangeArrowheads="1"/>
          </p:cNvSpPr>
          <p:nvPr>
            <p:ph type="body" sz="quarter" idx="14"/>
          </p:nvPr>
        </p:nvSpPr>
        <p:spPr/>
        <p:txBody>
          <a:bodyPr/>
          <a:lstStyle/>
          <a:p>
            <a:r>
              <a:rPr lang="en-US" altLang="en-US" dirty="0"/>
              <a:t>POS</a:t>
            </a:r>
          </a:p>
          <a:p>
            <a:r>
              <a:rPr lang="en-US" altLang="en-US" dirty="0"/>
              <a:t>Two-level OR-AND circuit</a:t>
            </a:r>
          </a:p>
          <a:p>
            <a:endParaRPr lang="en-US" altLang="en-US" dirty="0"/>
          </a:p>
          <a:p>
            <a:r>
              <a:rPr lang="en-US" altLang="en-US" dirty="0"/>
              <a:t>Example: z =(</a:t>
            </a:r>
            <a:r>
              <a:rPr lang="en-US" altLang="en-US" dirty="0" err="1"/>
              <a:t>a+b</a:t>
            </a:r>
            <a:r>
              <a:rPr lang="en-US" altLang="en-US" dirty="0"/>
              <a:t>’)</a:t>
            </a:r>
            <a:r>
              <a:rPr lang="en-US" altLang="en-US" dirty="0">
                <a:sym typeface="Symbol" panose="05050102010706020507" pitchFamily="18" charset="2"/>
              </a:rPr>
              <a:t>(</a:t>
            </a:r>
            <a:r>
              <a:rPr lang="en-US" altLang="en-US" dirty="0" err="1">
                <a:sym typeface="Symbol" panose="05050102010706020507" pitchFamily="18" charset="2"/>
              </a:rPr>
              <a:t>c</a:t>
            </a:r>
            <a:r>
              <a:rPr lang="en-US" altLang="en-US" dirty="0" err="1"/>
              <a:t>+d</a:t>
            </a:r>
            <a:r>
              <a:rPr lang="en-US" altLang="en-US" dirty="0"/>
              <a:t>)</a:t>
            </a:r>
            <a:endParaRPr lang="ru-RU" altLang="en-US" dirty="0"/>
          </a:p>
          <a:p>
            <a:endParaRPr lang="ru-RU" alt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4">
            <a:extLst>
              <a:ext uri="{FF2B5EF4-FFF2-40B4-BE49-F238E27FC236}">
                <a16:creationId xmlns:a16="http://schemas.microsoft.com/office/drawing/2014/main" id="{7C8B9DBC-99E8-F36D-2B51-77A5F2EC9E9A}"/>
              </a:ext>
            </a:extLst>
          </p:cNvPr>
          <p:cNvSpPr>
            <a:spLocks noGrp="1" noChangeArrowheads="1"/>
          </p:cNvSpPr>
          <p:nvPr>
            <p:ph type="title"/>
          </p:nvPr>
        </p:nvSpPr>
        <p:spPr>
          <a:xfrm>
            <a:off x="-1" y="183402"/>
            <a:ext cx="11612880" cy="704088"/>
          </a:xfrm>
        </p:spPr>
        <p:txBody>
          <a:bodyPr>
            <a:normAutofit/>
          </a:bodyPr>
          <a:lstStyle/>
          <a:p>
            <a:r>
              <a:rPr lang="en-US" altLang="en-US" dirty="0"/>
              <a:t>Definitions</a:t>
            </a:r>
            <a:endParaRPr lang="ru-RU" altLang="en-US" dirty="0"/>
          </a:p>
        </p:txBody>
      </p:sp>
      <p:sp>
        <p:nvSpPr>
          <p:cNvPr id="16387" name="Content Placeholder 5">
            <a:extLst>
              <a:ext uri="{FF2B5EF4-FFF2-40B4-BE49-F238E27FC236}">
                <a16:creationId xmlns:a16="http://schemas.microsoft.com/office/drawing/2014/main" id="{F13A677B-F4EB-A6C6-D768-5FED42501BA7}"/>
              </a:ext>
            </a:extLst>
          </p:cNvPr>
          <p:cNvSpPr>
            <a:spLocks noGrp="1" noChangeArrowheads="1"/>
          </p:cNvSpPr>
          <p:nvPr>
            <p:ph type="body" sz="quarter" idx="10"/>
          </p:nvPr>
        </p:nvSpPr>
        <p:spPr>
          <a:xfrm>
            <a:off x="457200" y="1188720"/>
            <a:ext cx="11277922" cy="5185186"/>
          </a:xfrm>
        </p:spPr>
        <p:txBody>
          <a:bodyPr/>
          <a:lstStyle/>
          <a:p>
            <a:r>
              <a:rPr lang="en-US" altLang="en-US" dirty="0"/>
              <a:t>Implicant: Product (cube) that covers only 1-values of the function (hypercube in the Boolean space).</a:t>
            </a:r>
          </a:p>
          <a:p>
            <a:r>
              <a:rPr lang="en-US" altLang="en-US" dirty="0" err="1"/>
              <a:t>Minterm</a:t>
            </a:r>
            <a:r>
              <a:rPr lang="en-US" altLang="en-US" dirty="0"/>
              <a:t>: Product of all input variables implying a value of the function  (usually 1). Vertex in the Boolean space.</a:t>
            </a:r>
          </a:p>
          <a:p>
            <a:endParaRPr lang="en-US" altLang="en-US" dirty="0"/>
          </a:p>
          <a:p>
            <a:r>
              <a:rPr lang="en-US" altLang="en-US" dirty="0"/>
              <a:t>Prime implicant (or prime): Implicant not contained by any other implicant.</a:t>
            </a:r>
          </a:p>
          <a:p>
            <a:pPr lvl="1"/>
            <a:r>
              <a:rPr lang="en-US" altLang="en-US" dirty="0"/>
              <a:t>Moving away any literal from prime implicant is impossible </a:t>
            </a:r>
            <a:br>
              <a:rPr lang="en-US" altLang="en-US" dirty="0"/>
            </a:br>
            <a:r>
              <a:rPr lang="en-US" altLang="en-US" dirty="0"/>
              <a:t> (</a:t>
            </a:r>
            <a:r>
              <a:rPr lang="en-US" altLang="en-US" dirty="0" err="1"/>
              <a:t>obtaine</a:t>
            </a:r>
            <a:r>
              <a:rPr lang="en-US" altLang="en-US" dirty="0"/>
              <a:t>    product does not imply a value of the function). </a:t>
            </a:r>
          </a:p>
          <a:p>
            <a:pPr lvl="1"/>
            <a:r>
              <a:rPr lang="en-US" altLang="en-US" dirty="0"/>
              <a:t>Quine’s theorem: a minimal sum of product is a sum of prime implicant     (</a:t>
            </a:r>
            <a:r>
              <a:rPr lang="ru-RU" altLang="en-US" dirty="0"/>
              <a:t>the rule of contraries</a:t>
            </a:r>
            <a:r>
              <a:rPr lang="en-US" altLang="en-US" dirty="0"/>
              <a:t>).</a:t>
            </a:r>
          </a:p>
          <a:p>
            <a:endParaRPr lang="ru-RU" altLang="en-US" dirty="0"/>
          </a:p>
          <a:p>
            <a:endParaRPr lang="ru-RU" alt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4">
            <a:extLst>
              <a:ext uri="{FF2B5EF4-FFF2-40B4-BE49-F238E27FC236}">
                <a16:creationId xmlns:a16="http://schemas.microsoft.com/office/drawing/2014/main" id="{216C5BCB-DCFC-DD35-9E07-CE68A37A3581}"/>
              </a:ext>
            </a:extLst>
          </p:cNvPr>
          <p:cNvSpPr>
            <a:spLocks noGrp="1" noChangeArrowheads="1"/>
          </p:cNvSpPr>
          <p:nvPr>
            <p:ph type="title"/>
          </p:nvPr>
        </p:nvSpPr>
        <p:spPr>
          <a:xfrm>
            <a:off x="-1" y="183402"/>
            <a:ext cx="11612880" cy="704088"/>
          </a:xfrm>
        </p:spPr>
        <p:txBody>
          <a:bodyPr>
            <a:normAutofit/>
          </a:bodyPr>
          <a:lstStyle/>
          <a:p>
            <a:r>
              <a:rPr lang="en-US" altLang="en-US" dirty="0"/>
              <a:t>Incompletely Specified Functions</a:t>
            </a:r>
            <a:endParaRPr lang="ru-RU" altLang="en-US" dirty="0"/>
          </a:p>
        </p:txBody>
      </p:sp>
      <p:sp>
        <p:nvSpPr>
          <p:cNvPr id="18435" name="Content Placeholder 5">
            <a:extLst>
              <a:ext uri="{FF2B5EF4-FFF2-40B4-BE49-F238E27FC236}">
                <a16:creationId xmlns:a16="http://schemas.microsoft.com/office/drawing/2014/main" id="{D244E935-5669-C6DF-C2A4-248A178F4183}"/>
              </a:ext>
            </a:extLst>
          </p:cNvPr>
          <p:cNvSpPr>
            <a:spLocks noGrp="1" noChangeArrowheads="1"/>
          </p:cNvSpPr>
          <p:nvPr>
            <p:ph type="body" sz="quarter" idx="10"/>
          </p:nvPr>
        </p:nvSpPr>
        <p:spPr>
          <a:xfrm>
            <a:off x="457200" y="1188720"/>
            <a:ext cx="11277922" cy="5185186"/>
          </a:xfrm>
        </p:spPr>
        <p:txBody>
          <a:bodyPr/>
          <a:lstStyle/>
          <a:p>
            <a:r>
              <a:rPr lang="en-US" altLang="en-US" dirty="0"/>
              <a:t>F = (f, d, r) : Bn </a:t>
            </a:r>
            <a:r>
              <a:rPr lang="en-US" altLang="en-US" dirty="0">
                <a:sym typeface="Symbol" panose="05050102010706020507" pitchFamily="18" charset="2"/>
              </a:rPr>
              <a:t></a:t>
            </a:r>
            <a:r>
              <a:rPr lang="en-US" altLang="en-US" dirty="0"/>
              <a:t> {0, 1, *} where * represents “don’t care”. </a:t>
            </a:r>
          </a:p>
          <a:p>
            <a:pPr lvl="1"/>
            <a:r>
              <a:rPr lang="en-US" altLang="en-US" dirty="0"/>
              <a:t>f = onset function  		f(x)=1 </a:t>
            </a:r>
            <a:r>
              <a:rPr lang="en-US" altLang="en-US" dirty="0">
                <a:sym typeface="Symbol" panose="05050102010706020507" pitchFamily="18" charset="2"/>
              </a:rPr>
              <a:t></a:t>
            </a:r>
            <a:r>
              <a:rPr lang="en-US" altLang="en-US" dirty="0"/>
              <a:t> F(x)=1 </a:t>
            </a:r>
          </a:p>
          <a:p>
            <a:pPr lvl="1"/>
            <a:r>
              <a:rPr lang="en-US" altLang="en-US" dirty="0"/>
              <a:t>r = offset function 		r(x)=1 </a:t>
            </a:r>
            <a:r>
              <a:rPr lang="en-US" altLang="en-US" dirty="0">
                <a:sym typeface="Symbol" panose="05050102010706020507" pitchFamily="18" charset="2"/>
              </a:rPr>
              <a:t></a:t>
            </a:r>
            <a:r>
              <a:rPr lang="en-US" altLang="en-US" dirty="0"/>
              <a:t> F(x)=0 </a:t>
            </a:r>
          </a:p>
          <a:p>
            <a:pPr lvl="1"/>
            <a:r>
              <a:rPr lang="en-US" altLang="en-US" dirty="0"/>
              <a:t>d = don’t care function 		d(x)=1 </a:t>
            </a:r>
            <a:r>
              <a:rPr lang="en-US" altLang="en-US" dirty="0">
                <a:sym typeface="Symbol" panose="05050102010706020507" pitchFamily="18" charset="2"/>
              </a:rPr>
              <a:t></a:t>
            </a:r>
            <a:r>
              <a:rPr lang="en-US" altLang="en-US" dirty="0"/>
              <a:t> F(x)=*</a:t>
            </a:r>
          </a:p>
          <a:p>
            <a:pPr lvl="1"/>
            <a:r>
              <a:rPr lang="en-US" altLang="en-US" dirty="0"/>
              <a:t>(</a:t>
            </a:r>
            <a:r>
              <a:rPr lang="en-US" altLang="en-US" dirty="0" err="1"/>
              <a:t>f,d,r</a:t>
            </a:r>
            <a:r>
              <a:rPr lang="en-US" altLang="en-US" dirty="0"/>
              <a:t>) forms a partition of Bn. i.e.</a:t>
            </a:r>
          </a:p>
          <a:p>
            <a:pPr lvl="1"/>
            <a:r>
              <a:rPr lang="en-US" altLang="en-US" dirty="0"/>
              <a:t>f + d + r = Bn</a:t>
            </a:r>
          </a:p>
          <a:p>
            <a:pPr lvl="1"/>
            <a:r>
              <a:rPr lang="en-US" altLang="en-US" dirty="0" err="1"/>
              <a:t>fd</a:t>
            </a:r>
            <a:r>
              <a:rPr lang="en-US" altLang="en-US" dirty="0"/>
              <a:t> = </a:t>
            </a:r>
            <a:r>
              <a:rPr lang="en-US" altLang="en-US" dirty="0" err="1"/>
              <a:t>fr</a:t>
            </a:r>
            <a:r>
              <a:rPr lang="en-US" altLang="en-US" dirty="0"/>
              <a:t> = </a:t>
            </a:r>
            <a:r>
              <a:rPr lang="en-US" altLang="en-US" dirty="0" err="1"/>
              <a:t>dr</a:t>
            </a:r>
            <a:r>
              <a:rPr lang="en-US" altLang="en-US" dirty="0"/>
              <a:t> = </a:t>
            </a:r>
            <a:r>
              <a:rPr lang="en-US" altLang="en-US" dirty="0">
                <a:sym typeface="Symbol" panose="05050102010706020507" pitchFamily="18" charset="2"/>
              </a:rPr>
              <a:t> (pairwise disjoint)</a:t>
            </a:r>
          </a:p>
          <a:p>
            <a:endParaRPr lang="en-US" altLang="en-US" dirty="0"/>
          </a:p>
          <a:p>
            <a:endParaRPr lang="en-US" altLang="en-US" dirty="0"/>
          </a:p>
          <a:p>
            <a:endParaRPr lang="ru-RU"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5">
            <a:extLst>
              <a:ext uri="{FF2B5EF4-FFF2-40B4-BE49-F238E27FC236}">
                <a16:creationId xmlns:a16="http://schemas.microsoft.com/office/drawing/2014/main" id="{6E363D58-0C25-4A26-6E16-CC62D0BB1C2B}"/>
              </a:ext>
            </a:extLst>
          </p:cNvPr>
          <p:cNvSpPr txBox="1">
            <a:spLocks noChangeArrowheads="1"/>
          </p:cNvSpPr>
          <p:nvPr/>
        </p:nvSpPr>
        <p:spPr bwMode="auto">
          <a:xfrm>
            <a:off x="1595438" y="1557339"/>
            <a:ext cx="89646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b="0"/>
          </a:p>
        </p:txBody>
      </p:sp>
      <p:sp>
        <p:nvSpPr>
          <p:cNvPr id="20483" name="Title 5">
            <a:extLst>
              <a:ext uri="{FF2B5EF4-FFF2-40B4-BE49-F238E27FC236}">
                <a16:creationId xmlns:a16="http://schemas.microsoft.com/office/drawing/2014/main" id="{E5D05281-66B6-6394-477E-745220085915}"/>
              </a:ext>
            </a:extLst>
          </p:cNvPr>
          <p:cNvSpPr>
            <a:spLocks noGrp="1" noChangeArrowheads="1"/>
          </p:cNvSpPr>
          <p:nvPr>
            <p:ph type="title"/>
          </p:nvPr>
        </p:nvSpPr>
        <p:spPr>
          <a:xfrm>
            <a:off x="-1" y="183402"/>
            <a:ext cx="11612880" cy="704088"/>
          </a:xfrm>
        </p:spPr>
        <p:txBody>
          <a:bodyPr>
            <a:normAutofit/>
          </a:bodyPr>
          <a:lstStyle/>
          <a:p>
            <a:r>
              <a:rPr lang="en-US" altLang="en-US" dirty="0"/>
              <a:t>Minimization Stages</a:t>
            </a:r>
            <a:endParaRPr lang="ru-RU" altLang="en-US" dirty="0"/>
          </a:p>
        </p:txBody>
      </p:sp>
      <p:sp>
        <p:nvSpPr>
          <p:cNvPr id="7" name="Content Placeholder 6">
            <a:extLst>
              <a:ext uri="{FF2B5EF4-FFF2-40B4-BE49-F238E27FC236}">
                <a16:creationId xmlns:a16="http://schemas.microsoft.com/office/drawing/2014/main" id="{5B4A586E-683A-4795-98FE-34ABE5D33DE7}"/>
              </a:ext>
            </a:extLst>
          </p:cNvPr>
          <p:cNvSpPr>
            <a:spLocks noGrp="1"/>
          </p:cNvSpPr>
          <p:nvPr>
            <p:ph type="body" sz="quarter" idx="10"/>
          </p:nvPr>
        </p:nvSpPr>
        <p:spPr>
          <a:xfrm>
            <a:off x="457200" y="1188720"/>
            <a:ext cx="11277922" cy="5185186"/>
          </a:xfrm>
        </p:spPr>
        <p:txBody>
          <a:bodyPr/>
          <a:lstStyle/>
          <a:p>
            <a:r>
              <a:rPr lang="en-US" dirty="0"/>
              <a:t>Finding all prime </a:t>
            </a:r>
            <a:r>
              <a:rPr lang="en-US" dirty="0" err="1"/>
              <a:t>implicants</a:t>
            </a:r>
            <a:endParaRPr lang="en-US" dirty="0"/>
          </a:p>
          <a:p>
            <a:r>
              <a:rPr lang="en-US" dirty="0"/>
              <a:t>Covering a function with minimum number of </a:t>
            </a:r>
            <a:r>
              <a:rPr lang="en-US" dirty="0" err="1"/>
              <a:t>implicants</a:t>
            </a:r>
            <a:r>
              <a:rPr lang="en-US" dirty="0"/>
              <a:t>.</a:t>
            </a:r>
          </a:p>
          <a:p>
            <a:r>
              <a:rPr lang="en-US" dirty="0"/>
              <a:t>Goals:</a:t>
            </a:r>
          </a:p>
          <a:p>
            <a:pPr lvl="1"/>
            <a:r>
              <a:rPr lang="en-US" dirty="0"/>
              <a:t>Reduce the  number of </a:t>
            </a:r>
            <a:r>
              <a:rPr lang="en-US" dirty="0" err="1"/>
              <a:t>implicants</a:t>
            </a:r>
            <a:endParaRPr lang="en-US" dirty="0"/>
          </a:p>
          <a:p>
            <a:pPr lvl="1"/>
            <a:r>
              <a:rPr lang="en-US" dirty="0"/>
              <a:t>Reduce the number of literals </a:t>
            </a:r>
          </a:p>
          <a:p>
            <a:endParaRPr lang="en-US" dirty="0"/>
          </a:p>
          <a:p>
            <a:endParaRPr lang="ru-RU" dirty="0"/>
          </a:p>
          <a:p>
            <a:endParaRPr lang="ru-RU"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05048845-5B46-43B6-9370-6880D407AA3D}"/>
              </a:ext>
            </a:extLst>
          </p:cNvPr>
          <p:cNvGraphicFramePr>
            <a:graphicFrameLocks noGrp="1"/>
          </p:cNvGraphicFramePr>
          <p:nvPr/>
        </p:nvGraphicFramePr>
        <p:xfrm>
          <a:off x="2882900" y="1651001"/>
          <a:ext cx="2717800" cy="3565746"/>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1300100">
                  <a:extLst>
                    <a:ext uri="{9D8B030D-6E8A-4147-A177-3AD203B41FA5}">
                      <a16:colId xmlns:a16="http://schemas.microsoft.com/office/drawing/2014/main" val="20001"/>
                    </a:ext>
                  </a:extLst>
                </a:gridCol>
                <a:gridCol w="909700">
                  <a:extLst>
                    <a:ext uri="{9D8B030D-6E8A-4147-A177-3AD203B41FA5}">
                      <a16:colId xmlns:a16="http://schemas.microsoft.com/office/drawing/2014/main" val="20002"/>
                    </a:ext>
                  </a:extLst>
                </a:gridCol>
              </a:tblGrid>
              <a:tr h="3961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2000" b="0" i="0" u="none" strike="noStrike" cap="none" normalizeH="0" baseline="0" dirty="0">
                        <a:ln>
                          <a:noFill/>
                        </a:ln>
                        <a:solidFill>
                          <a:srgbClr val="0099FF"/>
                        </a:solidFill>
                        <a:effectLst/>
                        <a:latin typeface="Arial" charset="0"/>
                        <a:cs typeface="Arial" charset="0"/>
                      </a:endParaRPr>
                    </a:p>
                  </a:txBody>
                  <a:tcPr marT="45697" marB="4569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x</a:t>
                      </a:r>
                      <a:r>
                        <a:rPr kumimoji="0" lang="en-US" sz="2000" u="none" strike="noStrike" cap="none" normalizeH="0" baseline="-25000" dirty="0">
                          <a:ln>
                            <a:noFill/>
                          </a:ln>
                          <a:effectLst/>
                        </a:rPr>
                        <a:t>1</a:t>
                      </a:r>
                      <a:r>
                        <a:rPr kumimoji="0" lang="en-US" sz="2000" u="none" strike="noStrike" cap="none" normalizeH="0" baseline="0" dirty="0">
                          <a:ln>
                            <a:noFill/>
                          </a:ln>
                          <a:effectLst/>
                        </a:rPr>
                        <a:t>x</a:t>
                      </a:r>
                      <a:r>
                        <a:rPr kumimoji="0" lang="en-US" sz="2000" u="none" strike="noStrike" cap="none" normalizeH="0" baseline="-25000" dirty="0">
                          <a:ln>
                            <a:noFill/>
                          </a:ln>
                          <a:effectLst/>
                        </a:rPr>
                        <a:t>2</a:t>
                      </a:r>
                      <a:r>
                        <a:rPr kumimoji="0" lang="en-US" sz="2000" u="none" strike="noStrike" cap="none" normalizeH="0" baseline="0" dirty="0">
                          <a:ln>
                            <a:noFill/>
                          </a:ln>
                          <a:effectLst/>
                        </a:rPr>
                        <a:t>x</a:t>
                      </a:r>
                      <a:r>
                        <a:rPr kumimoji="0" lang="en-US" sz="2000" u="none" strike="noStrike" cap="none" normalizeH="0" baseline="-25000" dirty="0">
                          <a:ln>
                            <a:noFill/>
                          </a:ln>
                          <a:effectLst/>
                        </a:rPr>
                        <a:t>3</a:t>
                      </a:r>
                      <a:r>
                        <a:rPr kumimoji="0" lang="en-US" sz="2000" u="none" strike="noStrike" cap="none" normalizeH="0" baseline="0" dirty="0">
                          <a:ln>
                            <a:noFill/>
                          </a:ln>
                          <a:effectLst/>
                        </a:rPr>
                        <a:t>x</a:t>
                      </a:r>
                      <a:r>
                        <a:rPr kumimoji="0" lang="en-US" sz="2000" u="none" strike="noStrike" cap="none" normalizeH="0" baseline="-25000" dirty="0">
                          <a:ln>
                            <a:noFill/>
                          </a:ln>
                          <a:effectLst/>
                        </a:rPr>
                        <a:t>4</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f</a:t>
                      </a:r>
                      <a:endParaRPr kumimoji="0" lang="ru-RU" sz="2000" b="0" i="0" u="none" strike="noStrike" cap="none" normalizeH="0" baseline="0" dirty="0">
                        <a:ln>
                          <a:noFill/>
                        </a:ln>
                        <a:solidFill>
                          <a:schemeClr val="tx1"/>
                        </a:solidFill>
                        <a:effectLst/>
                        <a:latin typeface="Arial" charset="0"/>
                        <a:cs typeface="Arial" charset="0"/>
                      </a:endParaRPr>
                    </a:p>
                  </a:txBody>
                  <a:tcPr marT="45697" marB="45697" horzOverflow="overflow"/>
                </a:tc>
                <a:extLst>
                  <a:ext uri="{0D108BD9-81ED-4DB2-BD59-A6C34878D82A}">
                    <a16:rowId xmlns:a16="http://schemas.microsoft.com/office/drawing/2014/main" val="10000"/>
                  </a:ext>
                </a:extLst>
              </a:tr>
              <a:tr h="3961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0 0 0 0</a:t>
                      </a:r>
                      <a:endParaRPr kumimoji="0" lang="ru-RU" sz="2000" b="0" i="0" u="none" strike="noStrike" cap="none" normalizeH="0" baseline="0" dirty="0">
                        <a:ln>
                          <a:noFill/>
                        </a:ln>
                        <a:solidFill>
                          <a:schemeClr val="tx1"/>
                        </a:solidFill>
                        <a:effectLst/>
                        <a:latin typeface="Arial" charset="0"/>
                        <a:cs typeface="Arial" charset="0"/>
                      </a:endParaRPr>
                    </a:p>
                  </a:txBody>
                  <a:tcPr marT="45697" marB="4569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extLst>
                  <a:ext uri="{0D108BD9-81ED-4DB2-BD59-A6C34878D82A}">
                    <a16:rowId xmlns:a16="http://schemas.microsoft.com/office/drawing/2014/main" val="10001"/>
                  </a:ext>
                </a:extLst>
              </a:tr>
              <a:tr h="3961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0 0 0 1</a:t>
                      </a:r>
                      <a:endParaRPr kumimoji="0" lang="ru-RU" sz="2000" b="0" i="0" u="none" strike="noStrike" cap="none" normalizeH="0" baseline="0" dirty="0">
                        <a:ln>
                          <a:noFill/>
                        </a:ln>
                        <a:solidFill>
                          <a:schemeClr val="tx1"/>
                        </a:solidFill>
                        <a:effectLst/>
                        <a:latin typeface="Arial" charset="0"/>
                        <a:cs typeface="Arial" charset="0"/>
                      </a:endParaRPr>
                    </a:p>
                  </a:txBody>
                  <a:tcPr marT="45697" marB="4569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a:t>
                      </a:r>
                      <a:endParaRPr kumimoji="0" lang="ru-RU" sz="2000" b="0" i="0" u="none" strike="noStrike" cap="none" normalizeH="0" baseline="0" dirty="0">
                        <a:ln>
                          <a:noFill/>
                        </a:ln>
                        <a:solidFill>
                          <a:schemeClr val="tx1"/>
                        </a:solidFill>
                        <a:effectLst/>
                        <a:latin typeface="Arial" charset="0"/>
                        <a:cs typeface="Arial" charset="0"/>
                      </a:endParaRPr>
                    </a:p>
                  </a:txBody>
                  <a:tcPr marT="45697" marB="45697" horzOverflow="overflow"/>
                </a:tc>
                <a:extLst>
                  <a:ext uri="{0D108BD9-81ED-4DB2-BD59-A6C34878D82A}">
                    <a16:rowId xmlns:a16="http://schemas.microsoft.com/office/drawing/2014/main" val="10002"/>
                  </a:ext>
                </a:extLst>
              </a:tr>
              <a:tr h="3961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2</a:t>
                      </a:r>
                      <a:endParaRPr kumimoji="0" lang="ru-RU" sz="2000" b="0" i="0" u="none" strike="noStrike" cap="none" normalizeH="0" baseline="0" dirty="0">
                        <a:ln>
                          <a:noFill/>
                        </a:ln>
                        <a:solidFill>
                          <a:schemeClr val="tx1"/>
                        </a:solidFill>
                        <a:effectLst/>
                        <a:latin typeface="Arial" charset="0"/>
                        <a:cs typeface="Arial" charset="0"/>
                      </a:endParaRPr>
                    </a:p>
                  </a:txBody>
                  <a:tcPr marT="45697" marB="4569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0 0 1 0</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extLst>
                  <a:ext uri="{0D108BD9-81ED-4DB2-BD59-A6C34878D82A}">
                    <a16:rowId xmlns:a16="http://schemas.microsoft.com/office/drawing/2014/main" val="10003"/>
                  </a:ext>
                </a:extLst>
              </a:tr>
              <a:tr h="3961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3</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0 0 1 1</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extLst>
                  <a:ext uri="{0D108BD9-81ED-4DB2-BD59-A6C34878D82A}">
                    <a16:rowId xmlns:a16="http://schemas.microsoft.com/office/drawing/2014/main" val="10004"/>
                  </a:ext>
                </a:extLst>
              </a:tr>
              <a:tr h="3961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4</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0 1 0 0</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extLst>
                  <a:ext uri="{0D108BD9-81ED-4DB2-BD59-A6C34878D82A}">
                    <a16:rowId xmlns:a16="http://schemas.microsoft.com/office/drawing/2014/main" val="10005"/>
                  </a:ext>
                </a:extLst>
              </a:tr>
              <a:tr h="3961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5</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0 1 0 1</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extLst>
                  <a:ext uri="{0D108BD9-81ED-4DB2-BD59-A6C34878D82A}">
                    <a16:rowId xmlns:a16="http://schemas.microsoft.com/office/drawing/2014/main" val="10006"/>
                  </a:ext>
                </a:extLst>
              </a:tr>
              <a:tr h="3961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6</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0 1 1 0</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extLst>
                  <a:ext uri="{0D108BD9-81ED-4DB2-BD59-A6C34878D82A}">
                    <a16:rowId xmlns:a16="http://schemas.microsoft.com/office/drawing/2014/main" val="10007"/>
                  </a:ext>
                </a:extLst>
              </a:tr>
              <a:tr h="3961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7</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0 1 1 1</a:t>
                      </a:r>
                      <a:endParaRPr kumimoji="0" lang="ru-RU" sz="2000" b="0" i="0" u="none" strike="noStrike" cap="none" normalizeH="0" baseline="0" dirty="0">
                        <a:ln>
                          <a:noFill/>
                        </a:ln>
                        <a:solidFill>
                          <a:schemeClr val="tx1"/>
                        </a:solidFill>
                        <a:effectLst/>
                        <a:latin typeface="Arial" charset="0"/>
                        <a:cs typeface="Arial" charset="0"/>
                      </a:endParaRPr>
                    </a:p>
                  </a:txBody>
                  <a:tcPr marT="45697" marB="4569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a:t>
                      </a:r>
                      <a:endParaRPr kumimoji="0" lang="ru-RU" sz="2000" b="0" i="0" u="none" strike="noStrike" cap="none" normalizeH="0" baseline="0" dirty="0">
                        <a:ln>
                          <a:noFill/>
                        </a:ln>
                        <a:solidFill>
                          <a:schemeClr val="tx1"/>
                        </a:solidFill>
                        <a:effectLst/>
                        <a:latin typeface="Arial" charset="0"/>
                        <a:cs typeface="Arial" charset="0"/>
                      </a:endParaRPr>
                    </a:p>
                  </a:txBody>
                  <a:tcPr marT="45697" marB="45697" horzOverflow="overflow"/>
                </a:tc>
                <a:extLst>
                  <a:ext uri="{0D108BD9-81ED-4DB2-BD59-A6C34878D82A}">
                    <a16:rowId xmlns:a16="http://schemas.microsoft.com/office/drawing/2014/main" val="10008"/>
                  </a:ext>
                </a:extLst>
              </a:tr>
            </a:tbl>
          </a:graphicData>
        </a:graphic>
      </p:graphicFrame>
      <p:graphicFrame>
        <p:nvGraphicFramePr>
          <p:cNvPr id="7" name="Table 6">
            <a:extLst>
              <a:ext uri="{FF2B5EF4-FFF2-40B4-BE49-F238E27FC236}">
                <a16:creationId xmlns:a16="http://schemas.microsoft.com/office/drawing/2014/main" id="{B6721866-A4A9-4FAC-B1A8-69463F204F96}"/>
              </a:ext>
            </a:extLst>
          </p:cNvPr>
          <p:cNvGraphicFramePr>
            <a:graphicFrameLocks noGrp="1"/>
          </p:cNvGraphicFramePr>
          <p:nvPr/>
        </p:nvGraphicFramePr>
        <p:xfrm>
          <a:off x="6540500" y="1651001"/>
          <a:ext cx="2717800" cy="3565746"/>
        </p:xfrm>
        <a:graphic>
          <a:graphicData uri="http://schemas.openxmlformats.org/drawingml/2006/table">
            <a:tbl>
              <a:tblPr firstRow="1" bandRow="1">
                <a:tableStyleId>{5C22544A-7EE6-4342-B048-85BDC9FD1C3A}</a:tableStyleId>
              </a:tblPr>
              <a:tblGrid>
                <a:gridCol w="495300">
                  <a:extLst>
                    <a:ext uri="{9D8B030D-6E8A-4147-A177-3AD203B41FA5}">
                      <a16:colId xmlns:a16="http://schemas.microsoft.com/office/drawing/2014/main" val="20000"/>
                    </a:ext>
                  </a:extLst>
                </a:gridCol>
                <a:gridCol w="1312800">
                  <a:extLst>
                    <a:ext uri="{9D8B030D-6E8A-4147-A177-3AD203B41FA5}">
                      <a16:colId xmlns:a16="http://schemas.microsoft.com/office/drawing/2014/main" val="20001"/>
                    </a:ext>
                  </a:extLst>
                </a:gridCol>
                <a:gridCol w="909700">
                  <a:extLst>
                    <a:ext uri="{9D8B030D-6E8A-4147-A177-3AD203B41FA5}">
                      <a16:colId xmlns:a16="http://schemas.microsoft.com/office/drawing/2014/main" val="20002"/>
                    </a:ext>
                  </a:extLst>
                </a:gridCol>
              </a:tblGrid>
              <a:tr h="3961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2000" b="0" i="0" u="none" strike="noStrike" cap="none" normalizeH="0" baseline="0" dirty="0">
                        <a:ln>
                          <a:noFill/>
                        </a:ln>
                        <a:solidFill>
                          <a:schemeClr val="tx1"/>
                        </a:solidFill>
                        <a:effectLst/>
                        <a:latin typeface="Arial" charset="0"/>
                        <a:cs typeface="Arial" charset="0"/>
                      </a:endParaRPr>
                    </a:p>
                  </a:txBody>
                  <a:tcPr marT="45697" marB="4569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x</a:t>
                      </a:r>
                      <a:r>
                        <a:rPr kumimoji="0" lang="en-US" sz="2000" u="none" strike="noStrike" cap="none" normalizeH="0" baseline="-25000" dirty="0">
                          <a:ln>
                            <a:noFill/>
                          </a:ln>
                          <a:effectLst/>
                        </a:rPr>
                        <a:t>1</a:t>
                      </a:r>
                      <a:r>
                        <a:rPr kumimoji="0" lang="en-US" sz="2000" u="none" strike="noStrike" cap="none" normalizeH="0" baseline="0" dirty="0">
                          <a:ln>
                            <a:noFill/>
                          </a:ln>
                          <a:effectLst/>
                        </a:rPr>
                        <a:t>x</a:t>
                      </a:r>
                      <a:r>
                        <a:rPr kumimoji="0" lang="en-US" sz="2000" u="none" strike="noStrike" cap="none" normalizeH="0" baseline="-25000" dirty="0">
                          <a:ln>
                            <a:noFill/>
                          </a:ln>
                          <a:effectLst/>
                        </a:rPr>
                        <a:t>2</a:t>
                      </a:r>
                      <a:r>
                        <a:rPr kumimoji="0" lang="en-US" sz="2000" u="none" strike="noStrike" cap="none" normalizeH="0" baseline="0" dirty="0">
                          <a:ln>
                            <a:noFill/>
                          </a:ln>
                          <a:effectLst/>
                        </a:rPr>
                        <a:t>x</a:t>
                      </a:r>
                      <a:r>
                        <a:rPr kumimoji="0" lang="en-US" sz="2000" u="none" strike="noStrike" cap="none" normalizeH="0" baseline="-25000" dirty="0">
                          <a:ln>
                            <a:noFill/>
                          </a:ln>
                          <a:effectLst/>
                        </a:rPr>
                        <a:t>3</a:t>
                      </a:r>
                      <a:r>
                        <a:rPr kumimoji="0" lang="en-US" sz="2000" u="none" strike="noStrike" cap="none" normalizeH="0" baseline="0" dirty="0">
                          <a:ln>
                            <a:noFill/>
                          </a:ln>
                          <a:effectLst/>
                        </a:rPr>
                        <a:t>x</a:t>
                      </a:r>
                      <a:r>
                        <a:rPr kumimoji="0" lang="en-US" sz="2000" u="none" strike="noStrike" cap="none" normalizeH="0" baseline="-25000" dirty="0">
                          <a:ln>
                            <a:noFill/>
                          </a:ln>
                          <a:effectLst/>
                        </a:rPr>
                        <a:t>4</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f</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extLst>
                  <a:ext uri="{0D108BD9-81ED-4DB2-BD59-A6C34878D82A}">
                    <a16:rowId xmlns:a16="http://schemas.microsoft.com/office/drawing/2014/main" val="10000"/>
                  </a:ext>
                </a:extLst>
              </a:tr>
              <a:tr h="3961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8</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1 0 0 0</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extLst>
                  <a:ext uri="{0D108BD9-81ED-4DB2-BD59-A6C34878D82A}">
                    <a16:rowId xmlns:a16="http://schemas.microsoft.com/office/drawing/2014/main" val="10001"/>
                  </a:ext>
                </a:extLst>
              </a:tr>
              <a:tr h="3961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9</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1 0 0 1</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extLst>
                  <a:ext uri="{0D108BD9-81ED-4DB2-BD59-A6C34878D82A}">
                    <a16:rowId xmlns:a16="http://schemas.microsoft.com/office/drawing/2014/main" val="10002"/>
                  </a:ext>
                </a:extLst>
              </a:tr>
              <a:tr h="3961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10</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1 0 1 0</a:t>
                      </a:r>
                      <a:endParaRPr kumimoji="0" lang="ru-RU" sz="2000" b="0" i="0" u="none" strike="noStrike" cap="none" normalizeH="0" baseline="0" dirty="0">
                        <a:ln>
                          <a:noFill/>
                        </a:ln>
                        <a:solidFill>
                          <a:schemeClr val="tx1"/>
                        </a:solidFill>
                        <a:effectLst/>
                        <a:latin typeface="Arial" charset="0"/>
                        <a:cs typeface="Arial" charset="0"/>
                      </a:endParaRPr>
                    </a:p>
                  </a:txBody>
                  <a:tcPr marT="45697" marB="4569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extLst>
                  <a:ext uri="{0D108BD9-81ED-4DB2-BD59-A6C34878D82A}">
                    <a16:rowId xmlns:a16="http://schemas.microsoft.com/office/drawing/2014/main" val="10003"/>
                  </a:ext>
                </a:extLst>
              </a:tr>
              <a:tr h="3961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11</a:t>
                      </a:r>
                      <a:endParaRPr kumimoji="0" lang="ru-RU" sz="2000" b="0" i="0" u="none" strike="noStrike" cap="none" normalizeH="0" baseline="0" dirty="0">
                        <a:ln>
                          <a:noFill/>
                        </a:ln>
                        <a:solidFill>
                          <a:schemeClr val="tx1"/>
                        </a:solidFill>
                        <a:effectLst/>
                        <a:latin typeface="Arial" charset="0"/>
                        <a:cs typeface="Arial" charset="0"/>
                      </a:endParaRPr>
                    </a:p>
                  </a:txBody>
                  <a:tcPr marT="45697" marB="4569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1 0 1 1</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extLst>
                  <a:ext uri="{0D108BD9-81ED-4DB2-BD59-A6C34878D82A}">
                    <a16:rowId xmlns:a16="http://schemas.microsoft.com/office/drawing/2014/main" val="10004"/>
                  </a:ext>
                </a:extLst>
              </a:tr>
              <a:tr h="3961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12</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1 1 0 0</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extLst>
                  <a:ext uri="{0D108BD9-81ED-4DB2-BD59-A6C34878D82A}">
                    <a16:rowId xmlns:a16="http://schemas.microsoft.com/office/drawing/2014/main" val="10005"/>
                  </a:ext>
                </a:extLst>
              </a:tr>
              <a:tr h="3961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13</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1 1 0 1</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extLst>
                  <a:ext uri="{0D108BD9-81ED-4DB2-BD59-A6C34878D82A}">
                    <a16:rowId xmlns:a16="http://schemas.microsoft.com/office/drawing/2014/main" val="10006"/>
                  </a:ext>
                </a:extLst>
              </a:tr>
              <a:tr h="3961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14</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1 1 1 0</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extLst>
                  <a:ext uri="{0D108BD9-81ED-4DB2-BD59-A6C34878D82A}">
                    <a16:rowId xmlns:a16="http://schemas.microsoft.com/office/drawing/2014/main" val="10007"/>
                  </a:ext>
                </a:extLst>
              </a:tr>
              <a:tr h="3961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15</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11 1 1</a:t>
                      </a:r>
                      <a:endParaRPr kumimoji="0" lang="ru-RU" sz="2000" b="0" i="0" u="none" strike="noStrike" cap="none" normalizeH="0" baseline="0">
                        <a:ln>
                          <a:noFill/>
                        </a:ln>
                        <a:solidFill>
                          <a:schemeClr val="tx1"/>
                        </a:solidFill>
                        <a:effectLst/>
                        <a:latin typeface="Arial" charset="0"/>
                        <a:cs typeface="Arial" charset="0"/>
                      </a:endParaRPr>
                    </a:p>
                  </a:txBody>
                  <a:tcPr marT="45697" marB="4569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a:t>
                      </a:r>
                      <a:endParaRPr kumimoji="0" lang="ru-RU" sz="2000" b="0" i="0" u="none" strike="noStrike" cap="none" normalizeH="0" baseline="0" dirty="0">
                        <a:ln>
                          <a:noFill/>
                        </a:ln>
                        <a:solidFill>
                          <a:schemeClr val="tx1"/>
                        </a:solidFill>
                        <a:effectLst/>
                        <a:latin typeface="Arial" charset="0"/>
                        <a:cs typeface="Arial" charset="0"/>
                      </a:endParaRPr>
                    </a:p>
                  </a:txBody>
                  <a:tcPr marT="45697" marB="45697" horzOverflow="overflow"/>
                </a:tc>
                <a:extLst>
                  <a:ext uri="{0D108BD9-81ED-4DB2-BD59-A6C34878D82A}">
                    <a16:rowId xmlns:a16="http://schemas.microsoft.com/office/drawing/2014/main" val="10008"/>
                  </a:ext>
                </a:extLst>
              </a:tr>
            </a:tbl>
          </a:graphicData>
        </a:graphic>
      </p:graphicFrame>
      <p:sp>
        <p:nvSpPr>
          <p:cNvPr id="11" name="Title 10">
            <a:extLst>
              <a:ext uri="{FF2B5EF4-FFF2-40B4-BE49-F238E27FC236}">
                <a16:creationId xmlns:a16="http://schemas.microsoft.com/office/drawing/2014/main" id="{D72DE6A0-EAC7-85A4-1D3F-FD7F74CFCE57}"/>
              </a:ext>
            </a:extLst>
          </p:cNvPr>
          <p:cNvSpPr>
            <a:spLocks noGrp="1"/>
          </p:cNvSpPr>
          <p:nvPr>
            <p:ph type="title"/>
          </p:nvPr>
        </p:nvSpPr>
        <p:spPr/>
        <p:txBody>
          <a:bodyPr>
            <a:normAutofit/>
          </a:bodyPr>
          <a:lstStyle/>
          <a:p>
            <a:r>
              <a:rPr lang="en-US" dirty="0"/>
              <a:t>Examples</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55">
            <a:extLst>
              <a:ext uri="{FF2B5EF4-FFF2-40B4-BE49-F238E27FC236}">
                <a16:creationId xmlns:a16="http://schemas.microsoft.com/office/drawing/2014/main" id="{778160BA-733B-33F9-3C59-D30F8430016D}"/>
              </a:ext>
            </a:extLst>
          </p:cNvPr>
          <p:cNvSpPr>
            <a:spLocks noGrp="1" noChangeArrowheads="1"/>
          </p:cNvSpPr>
          <p:nvPr>
            <p:ph type="title"/>
          </p:nvPr>
        </p:nvSpPr>
        <p:spPr>
          <a:xfrm>
            <a:off x="-1" y="183402"/>
            <a:ext cx="11612880" cy="704088"/>
          </a:xfrm>
        </p:spPr>
        <p:txBody>
          <a:bodyPr>
            <a:normAutofit/>
          </a:bodyPr>
          <a:lstStyle/>
          <a:p>
            <a:r>
              <a:rPr lang="en-US" altLang="en-US" dirty="0"/>
              <a:t>Minimization using Karnaugh Map</a:t>
            </a:r>
            <a:endParaRPr lang="ru-RU" altLang="en-US" dirty="0"/>
          </a:p>
        </p:txBody>
      </p:sp>
      <p:grpSp>
        <p:nvGrpSpPr>
          <p:cNvPr id="24579" name="Group 108">
            <a:extLst>
              <a:ext uri="{FF2B5EF4-FFF2-40B4-BE49-F238E27FC236}">
                <a16:creationId xmlns:a16="http://schemas.microsoft.com/office/drawing/2014/main" id="{9E63BF18-A087-D69A-55ED-23132C436EF4}"/>
              </a:ext>
            </a:extLst>
          </p:cNvPr>
          <p:cNvGrpSpPr>
            <a:grpSpLocks/>
          </p:cNvGrpSpPr>
          <p:nvPr/>
        </p:nvGrpSpPr>
        <p:grpSpPr bwMode="auto">
          <a:xfrm>
            <a:off x="6907213" y="1935164"/>
            <a:ext cx="3255962" cy="1322387"/>
            <a:chOff x="5301634" y="3340882"/>
            <a:chExt cx="3255512" cy="1322496"/>
          </a:xfrm>
        </p:grpSpPr>
        <p:sp>
          <p:nvSpPr>
            <p:cNvPr id="56" name="AutoShape 55">
              <a:extLst>
                <a:ext uri="{FF2B5EF4-FFF2-40B4-BE49-F238E27FC236}">
                  <a16:creationId xmlns:a16="http://schemas.microsoft.com/office/drawing/2014/main" id="{E1A2AC06-9B63-4731-8E4F-4024B99EC8A1}"/>
                </a:ext>
              </a:extLst>
            </p:cNvPr>
            <p:cNvSpPr>
              <a:spLocks noChangeArrowheads="1"/>
            </p:cNvSpPr>
            <p:nvPr/>
          </p:nvSpPr>
          <p:spPr bwMode="auto">
            <a:xfrm>
              <a:off x="5301634" y="3340882"/>
              <a:ext cx="3109482" cy="1235177"/>
            </a:xfrm>
            <a:prstGeom prst="roundRect">
              <a:avLst>
                <a:gd name="adj" fmla="val 13880"/>
              </a:avLst>
            </a:prstGeom>
            <a:solidFill>
              <a:schemeClr val="accent1">
                <a:lumMod val="40000"/>
                <a:lumOff val="60000"/>
              </a:schemeClr>
            </a:solidFill>
            <a:ln w="9525">
              <a:noFill/>
              <a:round/>
              <a:headEnd/>
              <a:tailEnd/>
            </a:ln>
          </p:spPr>
          <p:txBody>
            <a:bodyPr wrap="none" anchor="ctr"/>
            <a:lstStyle/>
            <a:p>
              <a:pPr eaLnBrk="1" hangingPunct="1">
                <a:defRPr/>
              </a:pPr>
              <a:endParaRPr lang="ru-RU">
                <a:latin typeface="Arial" charset="0"/>
                <a:cs typeface="Arial" charset="0"/>
              </a:endParaRPr>
            </a:p>
          </p:txBody>
        </p:sp>
        <p:sp>
          <p:nvSpPr>
            <p:cNvPr id="24630" name="TextBox 53">
              <a:extLst>
                <a:ext uri="{FF2B5EF4-FFF2-40B4-BE49-F238E27FC236}">
                  <a16:creationId xmlns:a16="http://schemas.microsoft.com/office/drawing/2014/main" id="{609DFB86-BC4E-5C30-7F13-38E71C4308D3}"/>
                </a:ext>
              </a:extLst>
            </p:cNvPr>
            <p:cNvSpPr txBox="1">
              <a:spLocks noChangeArrowheads="1"/>
            </p:cNvSpPr>
            <p:nvPr/>
          </p:nvSpPr>
          <p:spPr bwMode="auto">
            <a:xfrm>
              <a:off x="5336275" y="3493827"/>
              <a:ext cx="3220871"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f(x</a:t>
              </a:r>
              <a:r>
                <a:rPr lang="en-US" altLang="en-US" sz="2000" b="0" baseline="-25000"/>
                <a:t>1</a:t>
              </a:r>
              <a:r>
                <a:rPr lang="en-US" altLang="en-US" sz="2000" b="0"/>
                <a:t>x</a:t>
              </a:r>
              <a:r>
                <a:rPr lang="en-US" altLang="en-US" sz="2000" b="0" baseline="-25000"/>
                <a:t>2</a:t>
              </a:r>
              <a:r>
                <a:rPr lang="en-US" altLang="en-US" sz="2000" b="0"/>
                <a:t>x</a:t>
              </a:r>
              <a:r>
                <a:rPr lang="en-US" altLang="en-US" sz="2000" b="0" baseline="-25000"/>
                <a:t>3</a:t>
              </a:r>
              <a:r>
                <a:rPr lang="en-US" altLang="en-US" sz="2000" b="0"/>
                <a:t>) = P</a:t>
              </a:r>
              <a:r>
                <a:rPr lang="en-US" altLang="en-US" sz="2000" b="0" baseline="-25000"/>
                <a:t>1</a:t>
              </a:r>
              <a:r>
                <a:rPr lang="en-US" altLang="en-US" sz="2000" b="0"/>
                <a:t>+ P</a:t>
              </a:r>
              <a:r>
                <a:rPr lang="en-US" altLang="en-US" sz="2000" b="0" baseline="-25000"/>
                <a:t>2</a:t>
              </a:r>
              <a:r>
                <a:rPr lang="en-US" altLang="en-US" sz="2000" b="0"/>
                <a:t>+ P</a:t>
              </a:r>
              <a:r>
                <a:rPr lang="en-US" altLang="en-US" sz="2000" b="0" baseline="-25000"/>
                <a:t>3</a:t>
              </a:r>
              <a:r>
                <a:rPr lang="en-US" altLang="en-US" sz="2000" b="0"/>
                <a:t>=</a:t>
              </a:r>
            </a:p>
            <a:p>
              <a:pPr eaLnBrk="1" hangingPunct="1">
                <a:spcBef>
                  <a:spcPct val="50000"/>
                </a:spcBef>
              </a:pPr>
              <a:r>
                <a:rPr lang="en-US" altLang="en-US" sz="2000" b="0"/>
                <a:t>= x</a:t>
              </a:r>
              <a:r>
                <a:rPr lang="en-US" altLang="en-US" sz="2000" b="0" baseline="-25000"/>
                <a:t>1</a:t>
              </a:r>
              <a:r>
                <a:rPr lang="en-US" altLang="en-US" sz="2000" b="0">
                  <a:sym typeface="Symbol" panose="05050102010706020507" pitchFamily="18" charset="2"/>
                </a:rPr>
                <a:t>x</a:t>
              </a:r>
              <a:r>
                <a:rPr lang="en-US" altLang="en-US" sz="2000" b="0" baseline="-25000">
                  <a:sym typeface="Symbol" panose="05050102010706020507" pitchFamily="18" charset="2"/>
                </a:rPr>
                <a:t>2</a:t>
              </a:r>
              <a:r>
                <a:rPr lang="en-US" altLang="en-US" sz="2000" b="0">
                  <a:sym typeface="Symbol" panose="05050102010706020507" pitchFamily="18" charset="2"/>
                </a:rPr>
                <a:t> + x</a:t>
              </a:r>
              <a:r>
                <a:rPr lang="en-US" altLang="en-US" sz="2000" b="0" baseline="-25000">
                  <a:sym typeface="Symbol" panose="05050102010706020507" pitchFamily="18" charset="2"/>
                </a:rPr>
                <a:t>2</a:t>
              </a:r>
              <a:r>
                <a:rPr lang="en-US" altLang="en-US" sz="2000" b="0">
                  <a:sym typeface="Symbol" panose="05050102010706020507" pitchFamily="18" charset="2"/>
                </a:rPr>
                <a:t>x</a:t>
              </a:r>
              <a:r>
                <a:rPr lang="en-US" altLang="en-US" sz="2000" b="0" baseline="-25000">
                  <a:sym typeface="Symbol" panose="05050102010706020507" pitchFamily="18" charset="2"/>
                </a:rPr>
                <a:t>4</a:t>
              </a:r>
              <a:r>
                <a:rPr lang="en-US" altLang="en-US" sz="2000" b="0">
                  <a:sym typeface="Symbol" panose="05050102010706020507" pitchFamily="18" charset="2"/>
                </a:rPr>
                <a:t> + x</a:t>
              </a:r>
              <a:r>
                <a:rPr lang="en-US" altLang="en-US" sz="2000" b="0" baseline="-25000">
                  <a:sym typeface="Symbol" panose="05050102010706020507" pitchFamily="18" charset="2"/>
                </a:rPr>
                <a:t>2</a:t>
              </a:r>
              <a:r>
                <a:rPr lang="en-US" altLang="en-US" sz="2000" b="0">
                  <a:sym typeface="Symbol" panose="05050102010706020507" pitchFamily="18" charset="2"/>
                </a:rPr>
                <a:t>x</a:t>
              </a:r>
              <a:r>
                <a:rPr lang="en-US" altLang="en-US" sz="2000" b="0" baseline="-25000">
                  <a:sym typeface="Symbol" panose="05050102010706020507" pitchFamily="18" charset="2"/>
                </a:rPr>
                <a:t>3</a:t>
              </a:r>
              <a:r>
                <a:rPr lang="en-US" altLang="en-US" sz="2000" b="0">
                  <a:sym typeface="Symbol" panose="05050102010706020507" pitchFamily="18" charset="2"/>
                </a:rPr>
                <a:t>x</a:t>
              </a:r>
              <a:r>
                <a:rPr lang="en-US" altLang="en-US" sz="2000" b="0" baseline="-25000">
                  <a:sym typeface="Symbol" panose="05050102010706020507" pitchFamily="18" charset="2"/>
                </a:rPr>
                <a:t>4</a:t>
              </a:r>
              <a:endParaRPr lang="en-US" altLang="en-US" sz="2000" b="0">
                <a:sym typeface="Symbol" panose="05050102010706020507" pitchFamily="18" charset="2"/>
              </a:endParaRPr>
            </a:p>
            <a:p>
              <a:pPr eaLnBrk="1" hangingPunct="1"/>
              <a:endParaRPr lang="en-GB" altLang="en-US" sz="2000" b="0"/>
            </a:p>
          </p:txBody>
        </p:sp>
      </p:grpSp>
      <p:grpSp>
        <p:nvGrpSpPr>
          <p:cNvPr id="24580" name="Group 54">
            <a:extLst>
              <a:ext uri="{FF2B5EF4-FFF2-40B4-BE49-F238E27FC236}">
                <a16:creationId xmlns:a16="http://schemas.microsoft.com/office/drawing/2014/main" id="{02FC9351-94B6-00C9-F5CB-49844A8C407C}"/>
              </a:ext>
            </a:extLst>
          </p:cNvPr>
          <p:cNvGrpSpPr>
            <a:grpSpLocks/>
          </p:cNvGrpSpPr>
          <p:nvPr/>
        </p:nvGrpSpPr>
        <p:grpSpPr bwMode="auto">
          <a:xfrm>
            <a:off x="2119313" y="1460501"/>
            <a:ext cx="4679950" cy="4162425"/>
            <a:chOff x="158" y="1005"/>
            <a:chExt cx="2948" cy="2622"/>
          </a:xfrm>
        </p:grpSpPr>
        <p:sp>
          <p:nvSpPr>
            <p:cNvPr id="24581" name="Rectangle 5">
              <a:extLst>
                <a:ext uri="{FF2B5EF4-FFF2-40B4-BE49-F238E27FC236}">
                  <a16:creationId xmlns:a16="http://schemas.microsoft.com/office/drawing/2014/main" id="{9B4A090B-EEB1-D533-3A42-5D9673C7A029}"/>
                </a:ext>
              </a:extLst>
            </p:cNvPr>
            <p:cNvSpPr>
              <a:spLocks noChangeArrowheads="1"/>
            </p:cNvSpPr>
            <p:nvPr/>
          </p:nvSpPr>
          <p:spPr bwMode="auto">
            <a:xfrm>
              <a:off x="943" y="1628"/>
              <a:ext cx="1519" cy="151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4582" name="Line 6">
              <a:extLst>
                <a:ext uri="{FF2B5EF4-FFF2-40B4-BE49-F238E27FC236}">
                  <a16:creationId xmlns:a16="http://schemas.microsoft.com/office/drawing/2014/main" id="{9A6FE9F1-55EA-CCE6-A156-90383A424727}"/>
                </a:ext>
              </a:extLst>
            </p:cNvPr>
            <p:cNvSpPr>
              <a:spLocks noChangeShapeType="1"/>
            </p:cNvSpPr>
            <p:nvPr/>
          </p:nvSpPr>
          <p:spPr bwMode="auto">
            <a:xfrm>
              <a:off x="943" y="2390"/>
              <a:ext cx="15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3" name="Line 7">
              <a:extLst>
                <a:ext uri="{FF2B5EF4-FFF2-40B4-BE49-F238E27FC236}">
                  <a16:creationId xmlns:a16="http://schemas.microsoft.com/office/drawing/2014/main" id="{9533626A-BEC2-B223-0608-B8F959A460AF}"/>
                </a:ext>
              </a:extLst>
            </p:cNvPr>
            <p:cNvSpPr>
              <a:spLocks noChangeShapeType="1"/>
            </p:cNvSpPr>
            <p:nvPr/>
          </p:nvSpPr>
          <p:spPr bwMode="auto">
            <a:xfrm>
              <a:off x="943" y="1991"/>
              <a:ext cx="15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4" name="Line 8">
              <a:extLst>
                <a:ext uri="{FF2B5EF4-FFF2-40B4-BE49-F238E27FC236}">
                  <a16:creationId xmlns:a16="http://schemas.microsoft.com/office/drawing/2014/main" id="{2D33B506-29D0-AB71-9C8A-42C8BDD7E380}"/>
                </a:ext>
              </a:extLst>
            </p:cNvPr>
            <p:cNvSpPr>
              <a:spLocks noChangeShapeType="1"/>
            </p:cNvSpPr>
            <p:nvPr/>
          </p:nvSpPr>
          <p:spPr bwMode="auto">
            <a:xfrm>
              <a:off x="944" y="2768"/>
              <a:ext cx="15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5" name="Line 9">
              <a:extLst>
                <a:ext uri="{FF2B5EF4-FFF2-40B4-BE49-F238E27FC236}">
                  <a16:creationId xmlns:a16="http://schemas.microsoft.com/office/drawing/2014/main" id="{F3DBEB05-DD57-CD5B-9B31-37DC3C8BD963}"/>
                </a:ext>
              </a:extLst>
            </p:cNvPr>
            <p:cNvSpPr>
              <a:spLocks noChangeShapeType="1"/>
            </p:cNvSpPr>
            <p:nvPr/>
          </p:nvSpPr>
          <p:spPr bwMode="auto">
            <a:xfrm>
              <a:off x="1714" y="1628"/>
              <a:ext cx="0" cy="15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6" name="Line 10">
              <a:extLst>
                <a:ext uri="{FF2B5EF4-FFF2-40B4-BE49-F238E27FC236}">
                  <a16:creationId xmlns:a16="http://schemas.microsoft.com/office/drawing/2014/main" id="{2A96DB31-232B-A378-4083-8AE6917983D6}"/>
                </a:ext>
              </a:extLst>
            </p:cNvPr>
            <p:cNvSpPr>
              <a:spLocks noChangeShapeType="1"/>
            </p:cNvSpPr>
            <p:nvPr/>
          </p:nvSpPr>
          <p:spPr bwMode="auto">
            <a:xfrm>
              <a:off x="1330" y="1629"/>
              <a:ext cx="0" cy="15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7" name="Line 11">
              <a:extLst>
                <a:ext uri="{FF2B5EF4-FFF2-40B4-BE49-F238E27FC236}">
                  <a16:creationId xmlns:a16="http://schemas.microsoft.com/office/drawing/2014/main" id="{D2D22B53-C2E2-29B4-98DB-823BFBD64FE1}"/>
                </a:ext>
              </a:extLst>
            </p:cNvPr>
            <p:cNvSpPr>
              <a:spLocks noChangeShapeType="1"/>
            </p:cNvSpPr>
            <p:nvPr/>
          </p:nvSpPr>
          <p:spPr bwMode="auto">
            <a:xfrm>
              <a:off x="2107" y="1629"/>
              <a:ext cx="0" cy="15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8" name="Line 12">
              <a:extLst>
                <a:ext uri="{FF2B5EF4-FFF2-40B4-BE49-F238E27FC236}">
                  <a16:creationId xmlns:a16="http://schemas.microsoft.com/office/drawing/2014/main" id="{D8794405-67A3-9AF5-1046-CAE163FB5306}"/>
                </a:ext>
              </a:extLst>
            </p:cNvPr>
            <p:cNvSpPr>
              <a:spLocks noChangeShapeType="1"/>
            </p:cNvSpPr>
            <p:nvPr/>
          </p:nvSpPr>
          <p:spPr bwMode="auto">
            <a:xfrm flipH="1" flipV="1">
              <a:off x="716" y="1356"/>
              <a:ext cx="227" cy="2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9" name="Text Box 13">
              <a:extLst>
                <a:ext uri="{FF2B5EF4-FFF2-40B4-BE49-F238E27FC236}">
                  <a16:creationId xmlns:a16="http://schemas.microsoft.com/office/drawing/2014/main" id="{03C3CF12-B560-2AD5-0AC3-A8B35C7C1657}"/>
                </a:ext>
              </a:extLst>
            </p:cNvPr>
            <p:cNvSpPr txBox="1">
              <a:spLocks noChangeArrowheads="1"/>
            </p:cNvSpPr>
            <p:nvPr/>
          </p:nvSpPr>
          <p:spPr bwMode="auto">
            <a:xfrm>
              <a:off x="489" y="1387"/>
              <a:ext cx="49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1</a:t>
              </a:r>
              <a:r>
                <a:rPr lang="en-US" altLang="en-US" b="0"/>
                <a:t>x</a:t>
              </a:r>
              <a:r>
                <a:rPr lang="en-US" altLang="en-US" b="0" baseline="-25000"/>
                <a:t>2</a:t>
              </a:r>
              <a:endParaRPr lang="ru-RU" altLang="en-US" b="0"/>
            </a:p>
          </p:txBody>
        </p:sp>
        <p:sp>
          <p:nvSpPr>
            <p:cNvPr id="24590" name="Text Box 14">
              <a:extLst>
                <a:ext uri="{FF2B5EF4-FFF2-40B4-BE49-F238E27FC236}">
                  <a16:creationId xmlns:a16="http://schemas.microsoft.com/office/drawing/2014/main" id="{B5D2B3E5-5195-2453-8656-976A80D69FB4}"/>
                </a:ext>
              </a:extLst>
            </p:cNvPr>
            <p:cNvSpPr txBox="1">
              <a:spLocks noChangeArrowheads="1"/>
            </p:cNvSpPr>
            <p:nvPr/>
          </p:nvSpPr>
          <p:spPr bwMode="auto">
            <a:xfrm>
              <a:off x="762" y="1197"/>
              <a:ext cx="48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3</a:t>
              </a:r>
              <a:r>
                <a:rPr lang="en-US" altLang="en-US" b="0"/>
                <a:t>x</a:t>
              </a:r>
              <a:r>
                <a:rPr lang="en-US" altLang="en-US" b="0" baseline="-25000"/>
                <a:t>4</a:t>
              </a:r>
              <a:endParaRPr lang="ru-RU" altLang="en-US" b="0"/>
            </a:p>
          </p:txBody>
        </p:sp>
        <p:sp>
          <p:nvSpPr>
            <p:cNvPr id="24591" name="Text Box 15">
              <a:extLst>
                <a:ext uri="{FF2B5EF4-FFF2-40B4-BE49-F238E27FC236}">
                  <a16:creationId xmlns:a16="http://schemas.microsoft.com/office/drawing/2014/main" id="{ABD77207-D975-48C2-A4B2-D7EDCE84EE4A}"/>
                </a:ext>
              </a:extLst>
            </p:cNvPr>
            <p:cNvSpPr txBox="1">
              <a:spLocks noChangeArrowheads="1"/>
            </p:cNvSpPr>
            <p:nvPr/>
          </p:nvSpPr>
          <p:spPr bwMode="auto">
            <a:xfrm>
              <a:off x="988" y="1379"/>
              <a:ext cx="4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00</a:t>
              </a:r>
              <a:endParaRPr lang="ru-RU" altLang="en-US" b="0"/>
            </a:p>
          </p:txBody>
        </p:sp>
        <p:sp>
          <p:nvSpPr>
            <p:cNvPr id="24592" name="Text Box 16">
              <a:extLst>
                <a:ext uri="{FF2B5EF4-FFF2-40B4-BE49-F238E27FC236}">
                  <a16:creationId xmlns:a16="http://schemas.microsoft.com/office/drawing/2014/main" id="{61683ED0-9684-B9E3-EAC9-927B1DCEE42D}"/>
                </a:ext>
              </a:extLst>
            </p:cNvPr>
            <p:cNvSpPr txBox="1">
              <a:spLocks noChangeArrowheads="1"/>
            </p:cNvSpPr>
            <p:nvPr/>
          </p:nvSpPr>
          <p:spPr bwMode="auto">
            <a:xfrm>
              <a:off x="1378" y="1379"/>
              <a:ext cx="3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01</a:t>
              </a:r>
              <a:endParaRPr lang="ru-RU" altLang="en-US" b="0"/>
            </a:p>
          </p:txBody>
        </p:sp>
        <p:sp>
          <p:nvSpPr>
            <p:cNvPr id="24593" name="Text Box 17">
              <a:extLst>
                <a:ext uri="{FF2B5EF4-FFF2-40B4-BE49-F238E27FC236}">
                  <a16:creationId xmlns:a16="http://schemas.microsoft.com/office/drawing/2014/main" id="{61B944E2-D0A4-60B1-26F1-4252CF39650F}"/>
                </a:ext>
              </a:extLst>
            </p:cNvPr>
            <p:cNvSpPr txBox="1">
              <a:spLocks noChangeArrowheads="1"/>
            </p:cNvSpPr>
            <p:nvPr/>
          </p:nvSpPr>
          <p:spPr bwMode="auto">
            <a:xfrm>
              <a:off x="1714" y="1379"/>
              <a:ext cx="3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11</a:t>
              </a:r>
              <a:endParaRPr lang="ru-RU" altLang="en-US" b="0"/>
            </a:p>
          </p:txBody>
        </p:sp>
        <p:sp>
          <p:nvSpPr>
            <p:cNvPr id="24594" name="Text Box 18">
              <a:extLst>
                <a:ext uri="{FF2B5EF4-FFF2-40B4-BE49-F238E27FC236}">
                  <a16:creationId xmlns:a16="http://schemas.microsoft.com/office/drawing/2014/main" id="{9AD9DF0F-C34F-ECDE-C229-8ECC880B22C3}"/>
                </a:ext>
              </a:extLst>
            </p:cNvPr>
            <p:cNvSpPr txBox="1">
              <a:spLocks noChangeArrowheads="1"/>
            </p:cNvSpPr>
            <p:nvPr/>
          </p:nvSpPr>
          <p:spPr bwMode="auto">
            <a:xfrm>
              <a:off x="2113" y="1379"/>
              <a:ext cx="3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10</a:t>
              </a:r>
              <a:endParaRPr lang="ru-RU" altLang="en-US" b="0"/>
            </a:p>
          </p:txBody>
        </p:sp>
        <p:sp>
          <p:nvSpPr>
            <p:cNvPr id="24595" name="Text Box 19">
              <a:extLst>
                <a:ext uri="{FF2B5EF4-FFF2-40B4-BE49-F238E27FC236}">
                  <a16:creationId xmlns:a16="http://schemas.microsoft.com/office/drawing/2014/main" id="{29BB14F2-D37A-EDD7-2FE6-24E57606DFF6}"/>
                </a:ext>
              </a:extLst>
            </p:cNvPr>
            <p:cNvSpPr txBox="1">
              <a:spLocks noChangeArrowheads="1"/>
            </p:cNvSpPr>
            <p:nvPr/>
          </p:nvSpPr>
          <p:spPr bwMode="auto">
            <a:xfrm>
              <a:off x="598" y="2830"/>
              <a:ext cx="3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10</a:t>
              </a:r>
              <a:endParaRPr lang="ru-RU" altLang="en-US" b="0"/>
            </a:p>
          </p:txBody>
        </p:sp>
        <p:sp>
          <p:nvSpPr>
            <p:cNvPr id="24596" name="Text Box 20">
              <a:extLst>
                <a:ext uri="{FF2B5EF4-FFF2-40B4-BE49-F238E27FC236}">
                  <a16:creationId xmlns:a16="http://schemas.microsoft.com/office/drawing/2014/main" id="{F3F05E83-D5C4-ADC3-2F3B-09F1DDC9BCB7}"/>
                </a:ext>
              </a:extLst>
            </p:cNvPr>
            <p:cNvSpPr txBox="1">
              <a:spLocks noChangeArrowheads="1"/>
            </p:cNvSpPr>
            <p:nvPr/>
          </p:nvSpPr>
          <p:spPr bwMode="auto">
            <a:xfrm>
              <a:off x="598" y="2467"/>
              <a:ext cx="3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11</a:t>
              </a:r>
              <a:endParaRPr lang="ru-RU" altLang="en-US" b="0"/>
            </a:p>
          </p:txBody>
        </p:sp>
        <p:sp>
          <p:nvSpPr>
            <p:cNvPr id="24597" name="Text Box 21">
              <a:extLst>
                <a:ext uri="{FF2B5EF4-FFF2-40B4-BE49-F238E27FC236}">
                  <a16:creationId xmlns:a16="http://schemas.microsoft.com/office/drawing/2014/main" id="{2843948F-93D1-5911-050E-F99EA84DD256}"/>
                </a:ext>
              </a:extLst>
            </p:cNvPr>
            <p:cNvSpPr txBox="1">
              <a:spLocks noChangeArrowheads="1"/>
            </p:cNvSpPr>
            <p:nvPr/>
          </p:nvSpPr>
          <p:spPr bwMode="auto">
            <a:xfrm>
              <a:off x="607" y="2059"/>
              <a:ext cx="3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01</a:t>
              </a:r>
              <a:endParaRPr lang="ru-RU" altLang="en-US" b="0"/>
            </a:p>
          </p:txBody>
        </p:sp>
        <p:sp>
          <p:nvSpPr>
            <p:cNvPr id="24598" name="Text Box 22">
              <a:extLst>
                <a:ext uri="{FF2B5EF4-FFF2-40B4-BE49-F238E27FC236}">
                  <a16:creationId xmlns:a16="http://schemas.microsoft.com/office/drawing/2014/main" id="{4ED954E1-8B31-9674-F1A2-5A4334FFE3E6}"/>
                </a:ext>
              </a:extLst>
            </p:cNvPr>
            <p:cNvSpPr txBox="1">
              <a:spLocks noChangeArrowheads="1"/>
            </p:cNvSpPr>
            <p:nvPr/>
          </p:nvSpPr>
          <p:spPr bwMode="auto">
            <a:xfrm>
              <a:off x="598" y="1696"/>
              <a:ext cx="4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00</a:t>
              </a:r>
              <a:endParaRPr lang="ru-RU" altLang="en-US" b="0"/>
            </a:p>
          </p:txBody>
        </p:sp>
        <p:sp>
          <p:nvSpPr>
            <p:cNvPr id="24599" name="AutoShape 23">
              <a:extLst>
                <a:ext uri="{FF2B5EF4-FFF2-40B4-BE49-F238E27FC236}">
                  <a16:creationId xmlns:a16="http://schemas.microsoft.com/office/drawing/2014/main" id="{E7129AB2-42C9-B84A-0B68-2DF08BA548CF}"/>
                </a:ext>
              </a:extLst>
            </p:cNvPr>
            <p:cNvSpPr>
              <a:spLocks/>
            </p:cNvSpPr>
            <p:nvPr/>
          </p:nvSpPr>
          <p:spPr bwMode="auto">
            <a:xfrm>
              <a:off x="513" y="2422"/>
              <a:ext cx="136" cy="726"/>
            </a:xfrm>
            <a:prstGeom prst="leftBrace">
              <a:avLst>
                <a:gd name="adj1" fmla="val 44485"/>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4600" name="AutoShape 24">
              <a:extLst>
                <a:ext uri="{FF2B5EF4-FFF2-40B4-BE49-F238E27FC236}">
                  <a16:creationId xmlns:a16="http://schemas.microsoft.com/office/drawing/2014/main" id="{924D6470-BB14-EB12-5512-7562A9A61131}"/>
                </a:ext>
              </a:extLst>
            </p:cNvPr>
            <p:cNvSpPr>
              <a:spLocks/>
            </p:cNvSpPr>
            <p:nvPr/>
          </p:nvSpPr>
          <p:spPr bwMode="auto">
            <a:xfrm rot="10800000">
              <a:off x="2509" y="2014"/>
              <a:ext cx="136" cy="726"/>
            </a:xfrm>
            <a:prstGeom prst="leftBrace">
              <a:avLst>
                <a:gd name="adj1" fmla="val 44485"/>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4601" name="AutoShape 25">
              <a:extLst>
                <a:ext uri="{FF2B5EF4-FFF2-40B4-BE49-F238E27FC236}">
                  <a16:creationId xmlns:a16="http://schemas.microsoft.com/office/drawing/2014/main" id="{EDD2E9D3-E2A4-0BF3-2707-756E3281AC48}"/>
                </a:ext>
              </a:extLst>
            </p:cNvPr>
            <p:cNvSpPr>
              <a:spLocks/>
            </p:cNvSpPr>
            <p:nvPr/>
          </p:nvSpPr>
          <p:spPr bwMode="auto">
            <a:xfrm rot="10800000">
              <a:off x="2509" y="2014"/>
              <a:ext cx="136" cy="726"/>
            </a:xfrm>
            <a:prstGeom prst="leftBrace">
              <a:avLst>
                <a:gd name="adj1" fmla="val 44485"/>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4602" name="AutoShape 26">
              <a:extLst>
                <a:ext uri="{FF2B5EF4-FFF2-40B4-BE49-F238E27FC236}">
                  <a16:creationId xmlns:a16="http://schemas.microsoft.com/office/drawing/2014/main" id="{42E77212-8F79-89D7-F53A-7B8555DF1CBD}"/>
                </a:ext>
              </a:extLst>
            </p:cNvPr>
            <p:cNvSpPr>
              <a:spLocks/>
            </p:cNvSpPr>
            <p:nvPr/>
          </p:nvSpPr>
          <p:spPr bwMode="auto">
            <a:xfrm rot="5400000">
              <a:off x="1972" y="1024"/>
              <a:ext cx="136" cy="726"/>
            </a:xfrm>
            <a:prstGeom prst="leftBrace">
              <a:avLst>
                <a:gd name="adj1" fmla="val 44485"/>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4603" name="AutoShape 27">
              <a:extLst>
                <a:ext uri="{FF2B5EF4-FFF2-40B4-BE49-F238E27FC236}">
                  <a16:creationId xmlns:a16="http://schemas.microsoft.com/office/drawing/2014/main" id="{6C13C0D7-F8E4-979F-91AE-F6FC79EFBDDF}"/>
                </a:ext>
              </a:extLst>
            </p:cNvPr>
            <p:cNvSpPr>
              <a:spLocks/>
            </p:cNvSpPr>
            <p:nvPr/>
          </p:nvSpPr>
          <p:spPr bwMode="auto">
            <a:xfrm rot="-5400000">
              <a:off x="1640" y="2926"/>
              <a:ext cx="136" cy="726"/>
            </a:xfrm>
            <a:prstGeom prst="leftBrace">
              <a:avLst>
                <a:gd name="adj1" fmla="val 44485"/>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4604" name="Text Box 28">
              <a:extLst>
                <a:ext uri="{FF2B5EF4-FFF2-40B4-BE49-F238E27FC236}">
                  <a16:creationId xmlns:a16="http://schemas.microsoft.com/office/drawing/2014/main" id="{4EFFF441-650F-1A67-D3C2-C70B89764A0D}"/>
                </a:ext>
              </a:extLst>
            </p:cNvPr>
            <p:cNvSpPr txBox="1">
              <a:spLocks noChangeArrowheads="1"/>
            </p:cNvSpPr>
            <p:nvPr/>
          </p:nvSpPr>
          <p:spPr bwMode="auto">
            <a:xfrm>
              <a:off x="295" y="2622"/>
              <a:ext cx="3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1</a:t>
              </a:r>
              <a:endParaRPr lang="ru-RU" altLang="en-US" b="0"/>
            </a:p>
          </p:txBody>
        </p:sp>
        <p:sp>
          <p:nvSpPr>
            <p:cNvPr id="24605" name="Text Box 29">
              <a:extLst>
                <a:ext uri="{FF2B5EF4-FFF2-40B4-BE49-F238E27FC236}">
                  <a16:creationId xmlns:a16="http://schemas.microsoft.com/office/drawing/2014/main" id="{E9006E9D-B56C-605C-BC6E-D8AA77A78686}"/>
                </a:ext>
              </a:extLst>
            </p:cNvPr>
            <p:cNvSpPr txBox="1">
              <a:spLocks noChangeArrowheads="1"/>
            </p:cNvSpPr>
            <p:nvPr/>
          </p:nvSpPr>
          <p:spPr bwMode="auto">
            <a:xfrm>
              <a:off x="1901" y="1071"/>
              <a:ext cx="3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3</a:t>
              </a:r>
              <a:endParaRPr lang="ru-RU" altLang="en-US" b="0"/>
            </a:p>
          </p:txBody>
        </p:sp>
        <p:sp>
          <p:nvSpPr>
            <p:cNvPr id="24606" name="Text Box 30">
              <a:extLst>
                <a:ext uri="{FF2B5EF4-FFF2-40B4-BE49-F238E27FC236}">
                  <a16:creationId xmlns:a16="http://schemas.microsoft.com/office/drawing/2014/main" id="{B8155028-29A2-B521-B3D7-096C6783E7EE}"/>
                </a:ext>
              </a:extLst>
            </p:cNvPr>
            <p:cNvSpPr txBox="1">
              <a:spLocks noChangeArrowheads="1"/>
            </p:cNvSpPr>
            <p:nvPr/>
          </p:nvSpPr>
          <p:spPr bwMode="auto">
            <a:xfrm>
              <a:off x="1609" y="3339"/>
              <a:ext cx="3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4</a:t>
              </a:r>
              <a:endParaRPr lang="ru-RU" altLang="en-US" b="0"/>
            </a:p>
          </p:txBody>
        </p:sp>
        <p:sp>
          <p:nvSpPr>
            <p:cNvPr id="24607" name="Text Box 31">
              <a:extLst>
                <a:ext uri="{FF2B5EF4-FFF2-40B4-BE49-F238E27FC236}">
                  <a16:creationId xmlns:a16="http://schemas.microsoft.com/office/drawing/2014/main" id="{42F8A1CD-7318-E4AE-6CDA-EF604327B235}"/>
                </a:ext>
              </a:extLst>
            </p:cNvPr>
            <p:cNvSpPr txBox="1">
              <a:spLocks noChangeArrowheads="1"/>
            </p:cNvSpPr>
            <p:nvPr/>
          </p:nvSpPr>
          <p:spPr bwMode="auto">
            <a:xfrm>
              <a:off x="1026" y="2474"/>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1</a:t>
              </a:r>
              <a:endParaRPr lang="ru-RU" altLang="en-US" b="0">
                <a:sym typeface="Symbol" panose="05050102010706020507" pitchFamily="18" charset="2"/>
              </a:endParaRPr>
            </a:p>
          </p:txBody>
        </p:sp>
        <p:sp>
          <p:nvSpPr>
            <p:cNvPr id="24608" name="Text Box 32">
              <a:extLst>
                <a:ext uri="{FF2B5EF4-FFF2-40B4-BE49-F238E27FC236}">
                  <a16:creationId xmlns:a16="http://schemas.microsoft.com/office/drawing/2014/main" id="{AADC5C99-A104-238D-8641-B2FBC0E27622}"/>
                </a:ext>
              </a:extLst>
            </p:cNvPr>
            <p:cNvSpPr txBox="1">
              <a:spLocks noChangeArrowheads="1"/>
            </p:cNvSpPr>
            <p:nvPr/>
          </p:nvSpPr>
          <p:spPr bwMode="auto">
            <a:xfrm>
              <a:off x="1391" y="2458"/>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1</a:t>
              </a:r>
              <a:endParaRPr lang="ru-RU" altLang="en-US" b="0">
                <a:sym typeface="Symbol" panose="05050102010706020507" pitchFamily="18" charset="2"/>
              </a:endParaRPr>
            </a:p>
          </p:txBody>
        </p:sp>
        <p:sp>
          <p:nvSpPr>
            <p:cNvPr id="24609" name="Text Box 33">
              <a:extLst>
                <a:ext uri="{FF2B5EF4-FFF2-40B4-BE49-F238E27FC236}">
                  <a16:creationId xmlns:a16="http://schemas.microsoft.com/office/drawing/2014/main" id="{4B26ECF6-23D0-C656-37EB-A584AF37BE6A}"/>
                </a:ext>
              </a:extLst>
            </p:cNvPr>
            <p:cNvSpPr txBox="1">
              <a:spLocks noChangeArrowheads="1"/>
            </p:cNvSpPr>
            <p:nvPr/>
          </p:nvSpPr>
          <p:spPr bwMode="auto">
            <a:xfrm>
              <a:off x="1391" y="2833"/>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1</a:t>
              </a:r>
              <a:endParaRPr lang="ru-RU" altLang="en-US" b="0">
                <a:sym typeface="Symbol" panose="05050102010706020507" pitchFamily="18" charset="2"/>
              </a:endParaRPr>
            </a:p>
          </p:txBody>
        </p:sp>
        <p:sp>
          <p:nvSpPr>
            <p:cNvPr id="24610" name="Text Box 34">
              <a:extLst>
                <a:ext uri="{FF2B5EF4-FFF2-40B4-BE49-F238E27FC236}">
                  <a16:creationId xmlns:a16="http://schemas.microsoft.com/office/drawing/2014/main" id="{9E1ED871-64DF-BF07-B1AF-22E396B5A449}"/>
                </a:ext>
              </a:extLst>
            </p:cNvPr>
            <p:cNvSpPr txBox="1">
              <a:spLocks noChangeArrowheads="1"/>
            </p:cNvSpPr>
            <p:nvPr/>
          </p:nvSpPr>
          <p:spPr bwMode="auto">
            <a:xfrm>
              <a:off x="1785" y="2839"/>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1</a:t>
              </a:r>
              <a:endParaRPr lang="ru-RU" altLang="en-US" b="0">
                <a:sym typeface="Symbol" panose="05050102010706020507" pitchFamily="18" charset="2"/>
              </a:endParaRPr>
            </a:p>
          </p:txBody>
        </p:sp>
        <p:sp>
          <p:nvSpPr>
            <p:cNvPr id="24611" name="Text Box 35">
              <a:extLst>
                <a:ext uri="{FF2B5EF4-FFF2-40B4-BE49-F238E27FC236}">
                  <a16:creationId xmlns:a16="http://schemas.microsoft.com/office/drawing/2014/main" id="{43552257-C9B0-6826-D27B-EF95CFB51A82}"/>
                </a:ext>
              </a:extLst>
            </p:cNvPr>
            <p:cNvSpPr txBox="1">
              <a:spLocks noChangeArrowheads="1"/>
            </p:cNvSpPr>
            <p:nvPr/>
          </p:nvSpPr>
          <p:spPr bwMode="auto">
            <a:xfrm>
              <a:off x="1775" y="1699"/>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1</a:t>
              </a:r>
              <a:endParaRPr lang="ru-RU" altLang="en-US" b="0">
                <a:sym typeface="Symbol" panose="05050102010706020507" pitchFamily="18" charset="2"/>
              </a:endParaRPr>
            </a:p>
          </p:txBody>
        </p:sp>
        <p:sp>
          <p:nvSpPr>
            <p:cNvPr id="24612" name="Text Box 36">
              <a:extLst>
                <a:ext uri="{FF2B5EF4-FFF2-40B4-BE49-F238E27FC236}">
                  <a16:creationId xmlns:a16="http://schemas.microsoft.com/office/drawing/2014/main" id="{7ABB3B2D-1747-BDAC-AA6B-3E4FEC99876D}"/>
                </a:ext>
              </a:extLst>
            </p:cNvPr>
            <p:cNvSpPr txBox="1">
              <a:spLocks noChangeArrowheads="1"/>
            </p:cNvSpPr>
            <p:nvPr/>
          </p:nvSpPr>
          <p:spPr bwMode="auto">
            <a:xfrm>
              <a:off x="2473" y="1225"/>
              <a:ext cx="3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f</a:t>
              </a:r>
              <a:endParaRPr lang="ru-RU" altLang="en-US" b="0"/>
            </a:p>
          </p:txBody>
        </p:sp>
        <p:sp>
          <p:nvSpPr>
            <p:cNvPr id="24613" name="AutoShape 37">
              <a:extLst>
                <a:ext uri="{FF2B5EF4-FFF2-40B4-BE49-F238E27FC236}">
                  <a16:creationId xmlns:a16="http://schemas.microsoft.com/office/drawing/2014/main" id="{90BBDC4E-4778-EF7B-6776-78A579842A05}"/>
                </a:ext>
              </a:extLst>
            </p:cNvPr>
            <p:cNvSpPr>
              <a:spLocks/>
            </p:cNvSpPr>
            <p:nvPr/>
          </p:nvSpPr>
          <p:spPr bwMode="auto">
            <a:xfrm rot="-5400000">
              <a:off x="1452" y="1320"/>
              <a:ext cx="498" cy="725"/>
            </a:xfrm>
            <a:prstGeom prst="leftBracket">
              <a:avLst>
                <a:gd name="adj" fmla="val 12132"/>
              </a:avLst>
            </a:prstGeom>
            <a:noFill/>
            <a:ln w="28575">
              <a:solidFill>
                <a:srgbClr val="0000CC"/>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4614" name="AutoShape 38">
              <a:extLst>
                <a:ext uri="{FF2B5EF4-FFF2-40B4-BE49-F238E27FC236}">
                  <a16:creationId xmlns:a16="http://schemas.microsoft.com/office/drawing/2014/main" id="{C8111B98-F0C8-A8F9-F708-424F2E024B51}"/>
                </a:ext>
              </a:extLst>
            </p:cNvPr>
            <p:cNvSpPr>
              <a:spLocks/>
            </p:cNvSpPr>
            <p:nvPr/>
          </p:nvSpPr>
          <p:spPr bwMode="auto">
            <a:xfrm rot="5400000">
              <a:off x="1474" y="2760"/>
              <a:ext cx="498" cy="680"/>
            </a:xfrm>
            <a:prstGeom prst="leftBracket">
              <a:avLst>
                <a:gd name="adj" fmla="val 11379"/>
              </a:avLst>
            </a:prstGeom>
            <a:noFill/>
            <a:ln w="28575">
              <a:solidFill>
                <a:srgbClr val="0000CC"/>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4615" name="Text Box 39">
              <a:extLst>
                <a:ext uri="{FF2B5EF4-FFF2-40B4-BE49-F238E27FC236}">
                  <a16:creationId xmlns:a16="http://schemas.microsoft.com/office/drawing/2014/main" id="{3261F43C-2058-BEC5-5A03-A422E816968F}"/>
                </a:ext>
              </a:extLst>
            </p:cNvPr>
            <p:cNvSpPr txBox="1">
              <a:spLocks noChangeArrowheads="1"/>
            </p:cNvSpPr>
            <p:nvPr/>
          </p:nvSpPr>
          <p:spPr bwMode="auto">
            <a:xfrm>
              <a:off x="2118" y="2454"/>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b="0">
                  <a:sym typeface="Symbol" panose="05050102010706020507" pitchFamily="18" charset="2"/>
                </a:rPr>
                <a:t> -</a:t>
              </a:r>
              <a:endParaRPr lang="ru-RU" altLang="en-US" b="0">
                <a:sym typeface="Symbol" panose="05050102010706020507" pitchFamily="18" charset="2"/>
              </a:endParaRPr>
            </a:p>
          </p:txBody>
        </p:sp>
        <p:sp>
          <p:nvSpPr>
            <p:cNvPr id="24616" name="Text Box 40">
              <a:extLst>
                <a:ext uri="{FF2B5EF4-FFF2-40B4-BE49-F238E27FC236}">
                  <a16:creationId xmlns:a16="http://schemas.microsoft.com/office/drawing/2014/main" id="{505210D7-D656-FEF3-3E9C-8D24195ED79D}"/>
                </a:ext>
              </a:extLst>
            </p:cNvPr>
            <p:cNvSpPr txBox="1">
              <a:spLocks noChangeArrowheads="1"/>
            </p:cNvSpPr>
            <p:nvPr/>
          </p:nvSpPr>
          <p:spPr bwMode="auto">
            <a:xfrm>
              <a:off x="1383" y="1665"/>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b="0">
                  <a:sym typeface="Symbol" panose="05050102010706020507" pitchFamily="18" charset="2"/>
                </a:rPr>
                <a:t>-</a:t>
              </a:r>
              <a:endParaRPr lang="ru-RU" altLang="en-US" b="0">
                <a:sym typeface="Symbol" panose="05050102010706020507" pitchFamily="18" charset="2"/>
              </a:endParaRPr>
            </a:p>
          </p:txBody>
        </p:sp>
        <p:sp>
          <p:nvSpPr>
            <p:cNvPr id="24617" name="Text Box 41">
              <a:extLst>
                <a:ext uri="{FF2B5EF4-FFF2-40B4-BE49-F238E27FC236}">
                  <a16:creationId xmlns:a16="http://schemas.microsoft.com/office/drawing/2014/main" id="{EC526790-1AD9-7AB7-8923-E7E8F4FF6B64}"/>
                </a:ext>
              </a:extLst>
            </p:cNvPr>
            <p:cNvSpPr txBox="1">
              <a:spLocks noChangeArrowheads="1"/>
            </p:cNvSpPr>
            <p:nvPr/>
          </p:nvSpPr>
          <p:spPr bwMode="auto">
            <a:xfrm>
              <a:off x="1791" y="2436"/>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a:t>
              </a:r>
              <a:endParaRPr lang="ru-RU" altLang="en-US" b="0">
                <a:sym typeface="Symbol" panose="05050102010706020507" pitchFamily="18" charset="2"/>
              </a:endParaRPr>
            </a:p>
          </p:txBody>
        </p:sp>
        <p:sp>
          <p:nvSpPr>
            <p:cNvPr id="24618" name="Text Box 42">
              <a:extLst>
                <a:ext uri="{FF2B5EF4-FFF2-40B4-BE49-F238E27FC236}">
                  <a16:creationId xmlns:a16="http://schemas.microsoft.com/office/drawing/2014/main" id="{D73FBFA8-E20F-EBC9-7F71-1B193DCCD2B9}"/>
                </a:ext>
              </a:extLst>
            </p:cNvPr>
            <p:cNvSpPr txBox="1">
              <a:spLocks noChangeArrowheads="1"/>
            </p:cNvSpPr>
            <p:nvPr/>
          </p:nvSpPr>
          <p:spPr bwMode="auto">
            <a:xfrm>
              <a:off x="2154" y="2073"/>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1</a:t>
              </a:r>
              <a:endParaRPr lang="ru-RU" altLang="en-US" b="0">
                <a:sym typeface="Symbol" panose="05050102010706020507" pitchFamily="18" charset="2"/>
              </a:endParaRPr>
            </a:p>
          </p:txBody>
        </p:sp>
        <p:sp>
          <p:nvSpPr>
            <p:cNvPr id="24619" name="AutoShape 43">
              <a:extLst>
                <a:ext uri="{FF2B5EF4-FFF2-40B4-BE49-F238E27FC236}">
                  <a16:creationId xmlns:a16="http://schemas.microsoft.com/office/drawing/2014/main" id="{C84E1980-CB8D-47B5-AB4F-757589D76BBD}"/>
                </a:ext>
              </a:extLst>
            </p:cNvPr>
            <p:cNvSpPr>
              <a:spLocks noChangeArrowheads="1"/>
            </p:cNvSpPr>
            <p:nvPr/>
          </p:nvSpPr>
          <p:spPr bwMode="auto">
            <a:xfrm>
              <a:off x="993" y="2432"/>
              <a:ext cx="1420" cy="283"/>
            </a:xfrm>
            <a:prstGeom prst="roundRect">
              <a:avLst>
                <a:gd name="adj" fmla="val 16667"/>
              </a:avLst>
            </a:pr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4620" name="AutoShape 44">
              <a:extLst>
                <a:ext uri="{FF2B5EF4-FFF2-40B4-BE49-F238E27FC236}">
                  <a16:creationId xmlns:a16="http://schemas.microsoft.com/office/drawing/2014/main" id="{47DA6028-E7D3-AA01-C651-BC9F9FBC1BAE}"/>
                </a:ext>
              </a:extLst>
            </p:cNvPr>
            <p:cNvSpPr>
              <a:spLocks noChangeArrowheads="1"/>
            </p:cNvSpPr>
            <p:nvPr/>
          </p:nvSpPr>
          <p:spPr bwMode="auto">
            <a:xfrm>
              <a:off x="2154" y="2042"/>
              <a:ext cx="272" cy="635"/>
            </a:xfrm>
            <a:prstGeom prst="roundRect">
              <a:avLst>
                <a:gd name="adj" fmla="val 16667"/>
              </a:avLst>
            </a:prstGeom>
            <a:noFill/>
            <a:ln w="38100">
              <a:solidFill>
                <a:srgbClr val="00B0F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solidFill>
                  <a:srgbClr val="00B0F0"/>
                </a:solidFill>
              </a:endParaRPr>
            </a:p>
          </p:txBody>
        </p:sp>
        <p:sp>
          <p:nvSpPr>
            <p:cNvPr id="24621" name="Line 45">
              <a:extLst>
                <a:ext uri="{FF2B5EF4-FFF2-40B4-BE49-F238E27FC236}">
                  <a16:creationId xmlns:a16="http://schemas.microsoft.com/office/drawing/2014/main" id="{1C5F8D50-49E5-217D-19A5-D817DFA1929E}"/>
                </a:ext>
              </a:extLst>
            </p:cNvPr>
            <p:cNvSpPr>
              <a:spLocks noChangeShapeType="1"/>
            </p:cNvSpPr>
            <p:nvPr/>
          </p:nvSpPr>
          <p:spPr bwMode="auto">
            <a:xfrm>
              <a:off x="385" y="2024"/>
              <a:ext cx="1044" cy="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2" name="Text Box 46">
              <a:extLst>
                <a:ext uri="{FF2B5EF4-FFF2-40B4-BE49-F238E27FC236}">
                  <a16:creationId xmlns:a16="http://schemas.microsoft.com/office/drawing/2014/main" id="{FCA1405C-E155-756C-1931-862C9F2FBA2A}"/>
                </a:ext>
              </a:extLst>
            </p:cNvPr>
            <p:cNvSpPr txBox="1">
              <a:spLocks noChangeArrowheads="1"/>
            </p:cNvSpPr>
            <p:nvPr/>
          </p:nvSpPr>
          <p:spPr bwMode="auto">
            <a:xfrm>
              <a:off x="158" y="1706"/>
              <a:ext cx="3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P</a:t>
              </a:r>
              <a:r>
                <a:rPr lang="en-US" altLang="en-US" b="0" baseline="-25000"/>
                <a:t>1</a:t>
              </a:r>
              <a:endParaRPr lang="ru-RU" altLang="en-US" b="0"/>
            </a:p>
          </p:txBody>
        </p:sp>
        <p:sp>
          <p:nvSpPr>
            <p:cNvPr id="24623" name="Text Box 47">
              <a:extLst>
                <a:ext uri="{FF2B5EF4-FFF2-40B4-BE49-F238E27FC236}">
                  <a16:creationId xmlns:a16="http://schemas.microsoft.com/office/drawing/2014/main" id="{72465501-3819-D150-CEC8-4F6525FF247E}"/>
                </a:ext>
              </a:extLst>
            </p:cNvPr>
            <p:cNvSpPr txBox="1">
              <a:spLocks noChangeArrowheads="1"/>
            </p:cNvSpPr>
            <p:nvPr/>
          </p:nvSpPr>
          <p:spPr bwMode="auto">
            <a:xfrm>
              <a:off x="1292" y="1005"/>
              <a:ext cx="3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P</a:t>
              </a:r>
              <a:r>
                <a:rPr lang="en-US" altLang="en-US" b="0" baseline="-25000"/>
                <a:t>2</a:t>
              </a:r>
              <a:endParaRPr lang="ru-RU" altLang="en-US" b="0"/>
            </a:p>
          </p:txBody>
        </p:sp>
        <p:sp>
          <p:nvSpPr>
            <p:cNvPr id="24624" name="Text Box 48">
              <a:extLst>
                <a:ext uri="{FF2B5EF4-FFF2-40B4-BE49-F238E27FC236}">
                  <a16:creationId xmlns:a16="http://schemas.microsoft.com/office/drawing/2014/main" id="{1F2EF981-FB09-35F5-22BC-17A3EC020DF9}"/>
                </a:ext>
              </a:extLst>
            </p:cNvPr>
            <p:cNvSpPr txBox="1">
              <a:spLocks noChangeArrowheads="1"/>
            </p:cNvSpPr>
            <p:nvPr/>
          </p:nvSpPr>
          <p:spPr bwMode="auto">
            <a:xfrm>
              <a:off x="1202" y="3339"/>
              <a:ext cx="3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P</a:t>
              </a:r>
              <a:r>
                <a:rPr lang="en-US" altLang="en-US" b="0" baseline="-25000"/>
                <a:t>2</a:t>
              </a:r>
              <a:endParaRPr lang="ru-RU" altLang="en-US" b="0"/>
            </a:p>
          </p:txBody>
        </p:sp>
        <p:sp>
          <p:nvSpPr>
            <p:cNvPr id="24625" name="Line 49">
              <a:extLst>
                <a:ext uri="{FF2B5EF4-FFF2-40B4-BE49-F238E27FC236}">
                  <a16:creationId xmlns:a16="http://schemas.microsoft.com/office/drawing/2014/main" id="{9B85DD36-CFF3-DE35-2734-7321620C8856}"/>
                </a:ext>
              </a:extLst>
            </p:cNvPr>
            <p:cNvSpPr>
              <a:spLocks noChangeShapeType="1"/>
            </p:cNvSpPr>
            <p:nvPr/>
          </p:nvSpPr>
          <p:spPr bwMode="auto">
            <a:xfrm flipV="1">
              <a:off x="1519" y="2976"/>
              <a:ext cx="136" cy="4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6" name="Line 50">
              <a:extLst>
                <a:ext uri="{FF2B5EF4-FFF2-40B4-BE49-F238E27FC236}">
                  <a16:creationId xmlns:a16="http://schemas.microsoft.com/office/drawing/2014/main" id="{97F21D5E-69E2-0135-E90A-B1D4184CC32F}"/>
                </a:ext>
              </a:extLst>
            </p:cNvPr>
            <p:cNvSpPr>
              <a:spLocks noChangeShapeType="1"/>
            </p:cNvSpPr>
            <p:nvPr/>
          </p:nvSpPr>
          <p:spPr bwMode="auto">
            <a:xfrm>
              <a:off x="1519" y="1298"/>
              <a:ext cx="136"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7" name="Line 51">
              <a:extLst>
                <a:ext uri="{FF2B5EF4-FFF2-40B4-BE49-F238E27FC236}">
                  <a16:creationId xmlns:a16="http://schemas.microsoft.com/office/drawing/2014/main" id="{9452B7FA-4C87-98CC-B0DC-CFDFC40C4CF9}"/>
                </a:ext>
              </a:extLst>
            </p:cNvPr>
            <p:cNvSpPr>
              <a:spLocks noChangeShapeType="1"/>
            </p:cNvSpPr>
            <p:nvPr/>
          </p:nvSpPr>
          <p:spPr bwMode="auto">
            <a:xfrm flipV="1">
              <a:off x="2336" y="1888"/>
              <a:ext cx="499"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8" name="Text Box 52">
              <a:extLst>
                <a:ext uri="{FF2B5EF4-FFF2-40B4-BE49-F238E27FC236}">
                  <a16:creationId xmlns:a16="http://schemas.microsoft.com/office/drawing/2014/main" id="{2EA2FFB2-2755-CFA0-B74C-5FCA747B99AE}"/>
                </a:ext>
              </a:extLst>
            </p:cNvPr>
            <p:cNvSpPr txBox="1">
              <a:spLocks noChangeArrowheads="1"/>
            </p:cNvSpPr>
            <p:nvPr/>
          </p:nvSpPr>
          <p:spPr bwMode="auto">
            <a:xfrm>
              <a:off x="2788" y="1685"/>
              <a:ext cx="3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P</a:t>
              </a:r>
              <a:r>
                <a:rPr lang="en-US" altLang="en-US" b="0" baseline="-25000"/>
                <a:t>3</a:t>
              </a:r>
              <a:endParaRPr lang="ru-RU" altLang="en-US" b="0"/>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6" name="Group 106">
            <a:extLst>
              <a:ext uri="{FF2B5EF4-FFF2-40B4-BE49-F238E27FC236}">
                <a16:creationId xmlns:a16="http://schemas.microsoft.com/office/drawing/2014/main" id="{F0F96AB7-7802-B45A-1ACB-DC9C22258E1A}"/>
              </a:ext>
            </a:extLst>
          </p:cNvPr>
          <p:cNvGrpSpPr>
            <a:grpSpLocks/>
          </p:cNvGrpSpPr>
          <p:nvPr/>
        </p:nvGrpSpPr>
        <p:grpSpPr bwMode="auto">
          <a:xfrm>
            <a:off x="3638551" y="1481139"/>
            <a:ext cx="4613275" cy="2922587"/>
            <a:chOff x="1044" y="933"/>
            <a:chExt cx="2906" cy="1841"/>
          </a:xfrm>
        </p:grpSpPr>
        <p:sp>
          <p:nvSpPr>
            <p:cNvPr id="26631" name="Freeform 70">
              <a:extLst>
                <a:ext uri="{FF2B5EF4-FFF2-40B4-BE49-F238E27FC236}">
                  <a16:creationId xmlns:a16="http://schemas.microsoft.com/office/drawing/2014/main" id="{24002C19-4063-26C8-E31E-9578D74FC485}"/>
                </a:ext>
              </a:extLst>
            </p:cNvPr>
            <p:cNvSpPr>
              <a:spLocks/>
            </p:cNvSpPr>
            <p:nvPr/>
          </p:nvSpPr>
          <p:spPr bwMode="auto">
            <a:xfrm>
              <a:off x="2282" y="1033"/>
              <a:ext cx="385" cy="334"/>
            </a:xfrm>
            <a:custGeom>
              <a:avLst/>
              <a:gdLst>
                <a:gd name="T0" fmla="*/ 0 w 123"/>
                <a:gd name="T1" fmla="*/ 3012177 h 107"/>
                <a:gd name="T2" fmla="*/ 1989962 w 123"/>
                <a:gd name="T3" fmla="*/ 3012177 h 107"/>
                <a:gd name="T4" fmla="*/ 3547465 w 123"/>
                <a:gd name="T5" fmla="*/ 1487421 h 107"/>
                <a:gd name="T6" fmla="*/ 1989962 w 123"/>
                <a:gd name="T7" fmla="*/ 0 h 107"/>
                <a:gd name="T8" fmla="*/ 0 w 123"/>
                <a:gd name="T9" fmla="*/ 0 h 107"/>
                <a:gd name="T10" fmla="*/ 0 w 123"/>
                <a:gd name="T11" fmla="*/ 3012177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alpha val="43921"/>
              </a:schemeClr>
            </a:solidFill>
            <a:ln w="25400">
              <a:solidFill>
                <a:schemeClr val="tx1"/>
              </a:solidFill>
              <a:miter lim="800000"/>
              <a:headEnd/>
              <a:tailEnd/>
            </a:ln>
          </p:spPr>
          <p:txBody>
            <a:bodyPr/>
            <a:lstStyle/>
            <a:p>
              <a:endParaRPr lang="en-US"/>
            </a:p>
          </p:txBody>
        </p:sp>
        <p:sp>
          <p:nvSpPr>
            <p:cNvPr id="26632" name="Freeform 71">
              <a:extLst>
                <a:ext uri="{FF2B5EF4-FFF2-40B4-BE49-F238E27FC236}">
                  <a16:creationId xmlns:a16="http://schemas.microsoft.com/office/drawing/2014/main" id="{1E560696-7A27-FC4C-27AE-8FEC43689845}"/>
                </a:ext>
              </a:extLst>
            </p:cNvPr>
            <p:cNvSpPr>
              <a:spLocks/>
            </p:cNvSpPr>
            <p:nvPr/>
          </p:nvSpPr>
          <p:spPr bwMode="auto">
            <a:xfrm>
              <a:off x="2291" y="1672"/>
              <a:ext cx="385" cy="334"/>
            </a:xfrm>
            <a:custGeom>
              <a:avLst/>
              <a:gdLst>
                <a:gd name="T0" fmla="*/ 0 w 123"/>
                <a:gd name="T1" fmla="*/ 3012177 h 107"/>
                <a:gd name="T2" fmla="*/ 1989962 w 123"/>
                <a:gd name="T3" fmla="*/ 3012177 h 107"/>
                <a:gd name="T4" fmla="*/ 3547465 w 123"/>
                <a:gd name="T5" fmla="*/ 1487421 h 107"/>
                <a:gd name="T6" fmla="*/ 1989962 w 123"/>
                <a:gd name="T7" fmla="*/ 0 h 107"/>
                <a:gd name="T8" fmla="*/ 0 w 123"/>
                <a:gd name="T9" fmla="*/ 0 h 107"/>
                <a:gd name="T10" fmla="*/ 0 w 123"/>
                <a:gd name="T11" fmla="*/ 3012177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alpha val="43921"/>
              </a:schemeClr>
            </a:solidFill>
            <a:ln w="25400">
              <a:solidFill>
                <a:schemeClr val="tx1"/>
              </a:solidFill>
              <a:miter lim="800000"/>
              <a:headEnd/>
              <a:tailEnd/>
            </a:ln>
          </p:spPr>
          <p:txBody>
            <a:bodyPr/>
            <a:lstStyle/>
            <a:p>
              <a:endParaRPr lang="en-US"/>
            </a:p>
          </p:txBody>
        </p:sp>
        <p:sp>
          <p:nvSpPr>
            <p:cNvPr id="26633" name="Freeform 72">
              <a:extLst>
                <a:ext uri="{FF2B5EF4-FFF2-40B4-BE49-F238E27FC236}">
                  <a16:creationId xmlns:a16="http://schemas.microsoft.com/office/drawing/2014/main" id="{8CCBD3C1-3768-23B8-5230-D70B1DA95D3C}"/>
                </a:ext>
              </a:extLst>
            </p:cNvPr>
            <p:cNvSpPr>
              <a:spLocks/>
            </p:cNvSpPr>
            <p:nvPr/>
          </p:nvSpPr>
          <p:spPr bwMode="auto">
            <a:xfrm>
              <a:off x="2300" y="2285"/>
              <a:ext cx="385" cy="422"/>
            </a:xfrm>
            <a:custGeom>
              <a:avLst/>
              <a:gdLst>
                <a:gd name="T0" fmla="*/ 0 w 123"/>
                <a:gd name="T1" fmla="*/ 24698863 h 107"/>
                <a:gd name="T2" fmla="*/ 1989962 w 123"/>
                <a:gd name="T3" fmla="*/ 24698863 h 107"/>
                <a:gd name="T4" fmla="*/ 3547465 w 123"/>
                <a:gd name="T5" fmla="*/ 12230976 h 107"/>
                <a:gd name="T6" fmla="*/ 1989962 w 123"/>
                <a:gd name="T7" fmla="*/ 0 h 107"/>
                <a:gd name="T8" fmla="*/ 0 w 123"/>
                <a:gd name="T9" fmla="*/ 0 h 107"/>
                <a:gd name="T10" fmla="*/ 0 w 123"/>
                <a:gd name="T11" fmla="*/ 24698863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alpha val="43921"/>
              </a:schemeClr>
            </a:solidFill>
            <a:ln w="25400">
              <a:solidFill>
                <a:schemeClr val="tx1"/>
              </a:solidFill>
              <a:miter lim="800000"/>
              <a:headEnd/>
              <a:tailEnd/>
            </a:ln>
          </p:spPr>
          <p:txBody>
            <a:bodyPr/>
            <a:lstStyle/>
            <a:p>
              <a:endParaRPr lang="en-US"/>
            </a:p>
          </p:txBody>
        </p:sp>
        <p:sp>
          <p:nvSpPr>
            <p:cNvPr id="26634" name="Freeform 73">
              <a:extLst>
                <a:ext uri="{FF2B5EF4-FFF2-40B4-BE49-F238E27FC236}">
                  <a16:creationId xmlns:a16="http://schemas.microsoft.com/office/drawing/2014/main" id="{C11C106E-59B3-EA64-8D10-0FB94B08B6B4}"/>
                </a:ext>
              </a:extLst>
            </p:cNvPr>
            <p:cNvSpPr>
              <a:spLocks/>
            </p:cNvSpPr>
            <p:nvPr/>
          </p:nvSpPr>
          <p:spPr bwMode="auto">
            <a:xfrm>
              <a:off x="3202" y="1622"/>
              <a:ext cx="408" cy="426"/>
            </a:xfrm>
            <a:custGeom>
              <a:avLst/>
              <a:gdLst>
                <a:gd name="T0" fmla="*/ 16923254 w 108"/>
                <a:gd name="T1" fmla="*/ 13316903 h 107"/>
                <a:gd name="T2" fmla="*/ 0 w 108"/>
                <a:gd name="T3" fmla="*/ 26890135 h 107"/>
                <a:gd name="T4" fmla="*/ 2656987 w 108"/>
                <a:gd name="T5" fmla="*/ 13571914 h 107"/>
                <a:gd name="T6" fmla="*/ 2656987 w 108"/>
                <a:gd name="T7" fmla="*/ 13316903 h 107"/>
                <a:gd name="T8" fmla="*/ 0 w 108"/>
                <a:gd name="T9" fmla="*/ 0 h 107"/>
                <a:gd name="T10" fmla="*/ 16923254 w 108"/>
                <a:gd name="T11" fmla="*/ 13316903 h 107"/>
                <a:gd name="T12" fmla="*/ 0 60000 65536"/>
                <a:gd name="T13" fmla="*/ 0 60000 65536"/>
                <a:gd name="T14" fmla="*/ 0 60000 65536"/>
                <a:gd name="T15" fmla="*/ 0 60000 65536"/>
                <a:gd name="T16" fmla="*/ 0 60000 65536"/>
                <a:gd name="T17" fmla="*/ 0 60000 65536"/>
                <a:gd name="T18" fmla="*/ 0 w 108"/>
                <a:gd name="T19" fmla="*/ 0 h 107"/>
                <a:gd name="T20" fmla="*/ 108 w 108"/>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8" h="107">
                  <a:moveTo>
                    <a:pt x="108" y="53"/>
                  </a:moveTo>
                  <a:cubicBezTo>
                    <a:pt x="108" y="53"/>
                    <a:pt x="83" y="107"/>
                    <a:pt x="0" y="107"/>
                  </a:cubicBezTo>
                  <a:cubicBezTo>
                    <a:pt x="0" y="107"/>
                    <a:pt x="17" y="101"/>
                    <a:pt x="17" y="54"/>
                  </a:cubicBezTo>
                  <a:cubicBezTo>
                    <a:pt x="17" y="53"/>
                    <a:pt x="17" y="53"/>
                    <a:pt x="17" y="53"/>
                  </a:cubicBezTo>
                  <a:cubicBezTo>
                    <a:pt x="17" y="6"/>
                    <a:pt x="0" y="0"/>
                    <a:pt x="0" y="0"/>
                  </a:cubicBezTo>
                  <a:cubicBezTo>
                    <a:pt x="83" y="0"/>
                    <a:pt x="108" y="53"/>
                    <a:pt x="108" y="53"/>
                  </a:cubicBezTo>
                  <a:close/>
                </a:path>
              </a:pathLst>
            </a:custGeom>
            <a:solidFill>
              <a:schemeClr val="accent1">
                <a:alpha val="43921"/>
              </a:schemeClr>
            </a:solidFill>
            <a:ln w="25400">
              <a:solidFill>
                <a:schemeClr val="tx1"/>
              </a:solidFill>
              <a:miter lim="800000"/>
              <a:headEnd/>
              <a:tailEnd/>
            </a:ln>
          </p:spPr>
          <p:txBody>
            <a:bodyPr/>
            <a:lstStyle/>
            <a:p>
              <a:endParaRPr lang="en-US"/>
            </a:p>
          </p:txBody>
        </p:sp>
        <p:grpSp>
          <p:nvGrpSpPr>
            <p:cNvPr id="26635" name="Group 74">
              <a:extLst>
                <a:ext uri="{FF2B5EF4-FFF2-40B4-BE49-F238E27FC236}">
                  <a16:creationId xmlns:a16="http://schemas.microsoft.com/office/drawing/2014/main" id="{35B9F744-F5F3-A07B-CFF4-5D7907EB7015}"/>
                </a:ext>
              </a:extLst>
            </p:cNvPr>
            <p:cNvGrpSpPr>
              <a:grpSpLocks/>
            </p:cNvGrpSpPr>
            <p:nvPr/>
          </p:nvGrpSpPr>
          <p:grpSpPr bwMode="auto">
            <a:xfrm>
              <a:off x="1665" y="1478"/>
              <a:ext cx="272" cy="281"/>
              <a:chOff x="894" y="2432"/>
              <a:chExt cx="337" cy="326"/>
            </a:xfrm>
          </p:grpSpPr>
          <p:sp>
            <p:nvSpPr>
              <p:cNvPr id="26664" name="AutoShape 75">
                <a:extLst>
                  <a:ext uri="{FF2B5EF4-FFF2-40B4-BE49-F238E27FC236}">
                    <a16:creationId xmlns:a16="http://schemas.microsoft.com/office/drawing/2014/main" id="{0D83F767-5A7B-C942-5121-E5D63B172EA5}"/>
                  </a:ext>
                </a:extLst>
              </p:cNvPr>
              <p:cNvSpPr>
                <a:spLocks noChangeArrowheads="1"/>
              </p:cNvSpPr>
              <p:nvPr/>
            </p:nvSpPr>
            <p:spPr bwMode="auto">
              <a:xfrm rot="5400000">
                <a:off x="860" y="2466"/>
                <a:ext cx="326" cy="258"/>
              </a:xfrm>
              <a:prstGeom prst="triangle">
                <a:avLst>
                  <a:gd name="adj" fmla="val 50000"/>
                </a:avLst>
              </a:prstGeom>
              <a:solidFill>
                <a:schemeClr val="accent1">
                  <a:alpha val="43921"/>
                </a:schemeClr>
              </a:solidFill>
              <a:ln w="25400">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665" name="Oval 76">
                <a:extLst>
                  <a:ext uri="{FF2B5EF4-FFF2-40B4-BE49-F238E27FC236}">
                    <a16:creationId xmlns:a16="http://schemas.microsoft.com/office/drawing/2014/main" id="{FF250F22-28D3-20C9-A98F-4D2189463CE6}"/>
                  </a:ext>
                </a:extLst>
              </p:cNvPr>
              <p:cNvSpPr>
                <a:spLocks noChangeArrowheads="1"/>
              </p:cNvSpPr>
              <p:nvPr/>
            </p:nvSpPr>
            <p:spPr bwMode="auto">
              <a:xfrm>
                <a:off x="1154" y="2558"/>
                <a:ext cx="77" cy="77"/>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26636" name="Line 77">
              <a:extLst>
                <a:ext uri="{FF2B5EF4-FFF2-40B4-BE49-F238E27FC236}">
                  <a16:creationId xmlns:a16="http://schemas.microsoft.com/office/drawing/2014/main" id="{D15F6348-773F-F7A7-CDC8-D06EEC837AE8}"/>
                </a:ext>
              </a:extLst>
            </p:cNvPr>
            <p:cNvSpPr>
              <a:spLocks noChangeShapeType="1"/>
            </p:cNvSpPr>
            <p:nvPr/>
          </p:nvSpPr>
          <p:spPr bwMode="auto">
            <a:xfrm>
              <a:off x="1285" y="1114"/>
              <a:ext cx="99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7" name="Line 78">
              <a:extLst>
                <a:ext uri="{FF2B5EF4-FFF2-40B4-BE49-F238E27FC236}">
                  <a16:creationId xmlns:a16="http://schemas.microsoft.com/office/drawing/2014/main" id="{F8B14DD0-C241-6574-FD4F-4897E03DAB7E}"/>
                </a:ext>
              </a:extLst>
            </p:cNvPr>
            <p:cNvSpPr>
              <a:spLocks noChangeShapeType="1"/>
            </p:cNvSpPr>
            <p:nvPr/>
          </p:nvSpPr>
          <p:spPr bwMode="auto">
            <a:xfrm>
              <a:off x="1285" y="1297"/>
              <a:ext cx="99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8" name="Line 79">
              <a:extLst>
                <a:ext uri="{FF2B5EF4-FFF2-40B4-BE49-F238E27FC236}">
                  <a16:creationId xmlns:a16="http://schemas.microsoft.com/office/drawing/2014/main" id="{D57AD80B-1616-06C4-57AA-C4559F6EA9FD}"/>
                </a:ext>
              </a:extLst>
            </p:cNvPr>
            <p:cNvSpPr>
              <a:spLocks noChangeShapeType="1"/>
            </p:cNvSpPr>
            <p:nvPr/>
          </p:nvSpPr>
          <p:spPr bwMode="auto">
            <a:xfrm>
              <a:off x="1484" y="1296"/>
              <a:ext cx="0" cy="105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39" name="Line 80">
              <a:extLst>
                <a:ext uri="{FF2B5EF4-FFF2-40B4-BE49-F238E27FC236}">
                  <a16:creationId xmlns:a16="http://schemas.microsoft.com/office/drawing/2014/main" id="{B267E4C1-AF25-FC85-9137-016C3AF3AF79}"/>
                </a:ext>
              </a:extLst>
            </p:cNvPr>
            <p:cNvSpPr>
              <a:spLocks noChangeShapeType="1"/>
            </p:cNvSpPr>
            <p:nvPr/>
          </p:nvSpPr>
          <p:spPr bwMode="auto">
            <a:xfrm>
              <a:off x="1484" y="1614"/>
              <a:ext cx="182"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40" name="Line 81">
              <a:extLst>
                <a:ext uri="{FF2B5EF4-FFF2-40B4-BE49-F238E27FC236}">
                  <a16:creationId xmlns:a16="http://schemas.microsoft.com/office/drawing/2014/main" id="{B60483C8-4302-EF2C-FAD8-452B3D4D4C86}"/>
                </a:ext>
              </a:extLst>
            </p:cNvPr>
            <p:cNvSpPr>
              <a:spLocks noChangeShapeType="1"/>
            </p:cNvSpPr>
            <p:nvPr/>
          </p:nvSpPr>
          <p:spPr bwMode="auto">
            <a:xfrm>
              <a:off x="2100" y="1767"/>
              <a:ext cx="18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1" name="Line 82">
              <a:extLst>
                <a:ext uri="{FF2B5EF4-FFF2-40B4-BE49-F238E27FC236}">
                  <a16:creationId xmlns:a16="http://schemas.microsoft.com/office/drawing/2014/main" id="{7B78D618-9684-10C9-FE01-8BE855ED1736}"/>
                </a:ext>
              </a:extLst>
            </p:cNvPr>
            <p:cNvSpPr>
              <a:spLocks noChangeShapeType="1"/>
            </p:cNvSpPr>
            <p:nvPr/>
          </p:nvSpPr>
          <p:spPr bwMode="auto">
            <a:xfrm>
              <a:off x="1321" y="2465"/>
              <a:ext cx="9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2" name="Line 83">
              <a:extLst>
                <a:ext uri="{FF2B5EF4-FFF2-40B4-BE49-F238E27FC236}">
                  <a16:creationId xmlns:a16="http://schemas.microsoft.com/office/drawing/2014/main" id="{86BEAAA5-9494-9A00-0102-B8F330661E8E}"/>
                </a:ext>
              </a:extLst>
            </p:cNvPr>
            <p:cNvSpPr>
              <a:spLocks noChangeShapeType="1"/>
            </p:cNvSpPr>
            <p:nvPr/>
          </p:nvSpPr>
          <p:spPr bwMode="auto">
            <a:xfrm>
              <a:off x="1321" y="2638"/>
              <a:ext cx="5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3" name="Line 84">
              <a:extLst>
                <a:ext uri="{FF2B5EF4-FFF2-40B4-BE49-F238E27FC236}">
                  <a16:creationId xmlns:a16="http://schemas.microsoft.com/office/drawing/2014/main" id="{F424568D-C4F1-F673-79A9-6126F75BE32C}"/>
                </a:ext>
              </a:extLst>
            </p:cNvPr>
            <p:cNvSpPr>
              <a:spLocks noChangeShapeType="1"/>
            </p:cNvSpPr>
            <p:nvPr/>
          </p:nvSpPr>
          <p:spPr bwMode="auto">
            <a:xfrm>
              <a:off x="1484" y="2348"/>
              <a:ext cx="81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4" name="Line 85">
              <a:extLst>
                <a:ext uri="{FF2B5EF4-FFF2-40B4-BE49-F238E27FC236}">
                  <a16:creationId xmlns:a16="http://schemas.microsoft.com/office/drawing/2014/main" id="{EC694F49-7217-C244-EA5F-43B5783BEC70}"/>
                </a:ext>
              </a:extLst>
            </p:cNvPr>
            <p:cNvSpPr>
              <a:spLocks noChangeShapeType="1"/>
            </p:cNvSpPr>
            <p:nvPr/>
          </p:nvSpPr>
          <p:spPr bwMode="auto">
            <a:xfrm>
              <a:off x="2682" y="1831"/>
              <a:ext cx="5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5" name="Line 86">
              <a:extLst>
                <a:ext uri="{FF2B5EF4-FFF2-40B4-BE49-F238E27FC236}">
                  <a16:creationId xmlns:a16="http://schemas.microsoft.com/office/drawing/2014/main" id="{F7F59161-24E1-18FB-35B2-0289349850D4}"/>
                </a:ext>
              </a:extLst>
            </p:cNvPr>
            <p:cNvSpPr>
              <a:spLocks noChangeShapeType="1"/>
            </p:cNvSpPr>
            <p:nvPr/>
          </p:nvSpPr>
          <p:spPr bwMode="auto">
            <a:xfrm>
              <a:off x="2663" y="1205"/>
              <a:ext cx="36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6" name="Line 87">
              <a:extLst>
                <a:ext uri="{FF2B5EF4-FFF2-40B4-BE49-F238E27FC236}">
                  <a16:creationId xmlns:a16="http://schemas.microsoft.com/office/drawing/2014/main" id="{5132BBB1-6E80-C3E9-9EAA-4C24BB15A024}"/>
                </a:ext>
              </a:extLst>
            </p:cNvPr>
            <p:cNvSpPr>
              <a:spLocks noChangeShapeType="1"/>
            </p:cNvSpPr>
            <p:nvPr/>
          </p:nvSpPr>
          <p:spPr bwMode="auto">
            <a:xfrm>
              <a:off x="3035" y="1205"/>
              <a:ext cx="0" cy="49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7" name="Line 88">
              <a:extLst>
                <a:ext uri="{FF2B5EF4-FFF2-40B4-BE49-F238E27FC236}">
                  <a16:creationId xmlns:a16="http://schemas.microsoft.com/office/drawing/2014/main" id="{F778B0C7-3B97-A341-4445-33ADF1C057F3}"/>
                </a:ext>
              </a:extLst>
            </p:cNvPr>
            <p:cNvSpPr>
              <a:spLocks noChangeShapeType="1"/>
            </p:cNvSpPr>
            <p:nvPr/>
          </p:nvSpPr>
          <p:spPr bwMode="auto">
            <a:xfrm>
              <a:off x="3035" y="1704"/>
              <a:ext cx="2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8" name="Line 89">
              <a:extLst>
                <a:ext uri="{FF2B5EF4-FFF2-40B4-BE49-F238E27FC236}">
                  <a16:creationId xmlns:a16="http://schemas.microsoft.com/office/drawing/2014/main" id="{3B0B2C6D-4664-D98F-EDD4-DEED854A6903}"/>
                </a:ext>
              </a:extLst>
            </p:cNvPr>
            <p:cNvSpPr>
              <a:spLocks noChangeShapeType="1"/>
            </p:cNvSpPr>
            <p:nvPr/>
          </p:nvSpPr>
          <p:spPr bwMode="auto">
            <a:xfrm>
              <a:off x="3017" y="1958"/>
              <a:ext cx="2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9" name="Line 90">
              <a:extLst>
                <a:ext uri="{FF2B5EF4-FFF2-40B4-BE49-F238E27FC236}">
                  <a16:creationId xmlns:a16="http://schemas.microsoft.com/office/drawing/2014/main" id="{61F03D84-D840-B47B-1687-0E5B1FFA7126}"/>
                </a:ext>
              </a:extLst>
            </p:cNvPr>
            <p:cNvSpPr>
              <a:spLocks noChangeShapeType="1"/>
            </p:cNvSpPr>
            <p:nvPr/>
          </p:nvSpPr>
          <p:spPr bwMode="auto">
            <a:xfrm>
              <a:off x="3026" y="1964"/>
              <a:ext cx="0" cy="5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0" name="Line 91">
              <a:extLst>
                <a:ext uri="{FF2B5EF4-FFF2-40B4-BE49-F238E27FC236}">
                  <a16:creationId xmlns:a16="http://schemas.microsoft.com/office/drawing/2014/main" id="{17FB0156-00E6-BA09-0133-35677204ADA7}"/>
                </a:ext>
              </a:extLst>
            </p:cNvPr>
            <p:cNvSpPr>
              <a:spLocks noChangeShapeType="1"/>
            </p:cNvSpPr>
            <p:nvPr/>
          </p:nvSpPr>
          <p:spPr bwMode="auto">
            <a:xfrm>
              <a:off x="2682" y="2502"/>
              <a:ext cx="3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1" name="Line 92">
              <a:extLst>
                <a:ext uri="{FF2B5EF4-FFF2-40B4-BE49-F238E27FC236}">
                  <a16:creationId xmlns:a16="http://schemas.microsoft.com/office/drawing/2014/main" id="{6300DCB5-CDFC-089F-87DD-D8F56D43F14F}"/>
                </a:ext>
              </a:extLst>
            </p:cNvPr>
            <p:cNvSpPr>
              <a:spLocks noChangeShapeType="1"/>
            </p:cNvSpPr>
            <p:nvPr/>
          </p:nvSpPr>
          <p:spPr bwMode="auto">
            <a:xfrm>
              <a:off x="3610" y="1823"/>
              <a:ext cx="34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2" name="Line 93">
              <a:extLst>
                <a:ext uri="{FF2B5EF4-FFF2-40B4-BE49-F238E27FC236}">
                  <a16:creationId xmlns:a16="http://schemas.microsoft.com/office/drawing/2014/main" id="{B80F4D09-8245-B5B1-5F1B-0A44885F2301}"/>
                </a:ext>
              </a:extLst>
            </p:cNvPr>
            <p:cNvSpPr>
              <a:spLocks noChangeShapeType="1"/>
            </p:cNvSpPr>
            <p:nvPr/>
          </p:nvSpPr>
          <p:spPr bwMode="auto">
            <a:xfrm>
              <a:off x="1696" y="1921"/>
              <a:ext cx="5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3" name="Line 94">
              <a:extLst>
                <a:ext uri="{FF2B5EF4-FFF2-40B4-BE49-F238E27FC236}">
                  <a16:creationId xmlns:a16="http://schemas.microsoft.com/office/drawing/2014/main" id="{AE25402E-1A60-ACA3-9C82-06CBA2C7978D}"/>
                </a:ext>
              </a:extLst>
            </p:cNvPr>
            <p:cNvSpPr>
              <a:spLocks noChangeShapeType="1"/>
            </p:cNvSpPr>
            <p:nvPr/>
          </p:nvSpPr>
          <p:spPr bwMode="auto">
            <a:xfrm>
              <a:off x="1705" y="1921"/>
              <a:ext cx="0" cy="716"/>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26654" name="Text Box 95">
              <a:extLst>
                <a:ext uri="{FF2B5EF4-FFF2-40B4-BE49-F238E27FC236}">
                  <a16:creationId xmlns:a16="http://schemas.microsoft.com/office/drawing/2014/main" id="{61C234DD-1AFE-0AD2-2EC4-63491793DF26}"/>
                </a:ext>
              </a:extLst>
            </p:cNvPr>
            <p:cNvSpPr txBox="1">
              <a:spLocks noChangeArrowheads="1"/>
            </p:cNvSpPr>
            <p:nvPr/>
          </p:nvSpPr>
          <p:spPr bwMode="auto">
            <a:xfrm>
              <a:off x="1053" y="933"/>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1</a:t>
              </a:r>
              <a:endParaRPr lang="ru-RU" altLang="en-US" b="0"/>
            </a:p>
          </p:txBody>
        </p:sp>
        <p:sp>
          <p:nvSpPr>
            <p:cNvPr id="26655" name="Text Box 96">
              <a:extLst>
                <a:ext uri="{FF2B5EF4-FFF2-40B4-BE49-F238E27FC236}">
                  <a16:creationId xmlns:a16="http://schemas.microsoft.com/office/drawing/2014/main" id="{35F992C7-4CF9-CE68-0A7B-338F03DF074B}"/>
                </a:ext>
              </a:extLst>
            </p:cNvPr>
            <p:cNvSpPr txBox="1">
              <a:spLocks noChangeArrowheads="1"/>
            </p:cNvSpPr>
            <p:nvPr/>
          </p:nvSpPr>
          <p:spPr bwMode="auto">
            <a:xfrm>
              <a:off x="1044" y="1123"/>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2</a:t>
              </a:r>
              <a:endParaRPr lang="ru-RU" altLang="en-US" b="0"/>
            </a:p>
          </p:txBody>
        </p:sp>
        <p:sp>
          <p:nvSpPr>
            <p:cNvPr id="26656" name="Text Box 97">
              <a:extLst>
                <a:ext uri="{FF2B5EF4-FFF2-40B4-BE49-F238E27FC236}">
                  <a16:creationId xmlns:a16="http://schemas.microsoft.com/office/drawing/2014/main" id="{22B8EDE7-DE7B-5129-F323-3EE56DE23298}"/>
                </a:ext>
              </a:extLst>
            </p:cNvPr>
            <p:cNvSpPr txBox="1">
              <a:spLocks noChangeArrowheads="1"/>
            </p:cNvSpPr>
            <p:nvPr/>
          </p:nvSpPr>
          <p:spPr bwMode="auto">
            <a:xfrm>
              <a:off x="1053" y="2258"/>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3</a:t>
              </a:r>
              <a:endParaRPr lang="ru-RU" altLang="en-US" b="0"/>
            </a:p>
          </p:txBody>
        </p:sp>
        <p:sp>
          <p:nvSpPr>
            <p:cNvPr id="26657" name="Text Box 98">
              <a:extLst>
                <a:ext uri="{FF2B5EF4-FFF2-40B4-BE49-F238E27FC236}">
                  <a16:creationId xmlns:a16="http://schemas.microsoft.com/office/drawing/2014/main" id="{E2B519F5-37DC-4F63-BBB9-4939928E5831}"/>
                </a:ext>
              </a:extLst>
            </p:cNvPr>
            <p:cNvSpPr txBox="1">
              <a:spLocks noChangeArrowheads="1"/>
            </p:cNvSpPr>
            <p:nvPr/>
          </p:nvSpPr>
          <p:spPr bwMode="auto">
            <a:xfrm>
              <a:off x="1053" y="2421"/>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4</a:t>
              </a:r>
              <a:endParaRPr lang="ru-RU" altLang="en-US" b="0"/>
            </a:p>
          </p:txBody>
        </p:sp>
        <p:sp>
          <p:nvSpPr>
            <p:cNvPr id="26658" name="Line 100">
              <a:extLst>
                <a:ext uri="{FF2B5EF4-FFF2-40B4-BE49-F238E27FC236}">
                  <a16:creationId xmlns:a16="http://schemas.microsoft.com/office/drawing/2014/main" id="{38DC5904-086E-312D-23D5-6193A008C50C}"/>
                </a:ext>
              </a:extLst>
            </p:cNvPr>
            <p:cNvSpPr>
              <a:spLocks noChangeShapeType="1"/>
            </p:cNvSpPr>
            <p:nvPr/>
          </p:nvSpPr>
          <p:spPr bwMode="auto">
            <a:xfrm>
              <a:off x="1944" y="1621"/>
              <a:ext cx="1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9" name="Line 101">
              <a:extLst>
                <a:ext uri="{FF2B5EF4-FFF2-40B4-BE49-F238E27FC236}">
                  <a16:creationId xmlns:a16="http://schemas.microsoft.com/office/drawing/2014/main" id="{920AEA38-681C-49CC-7E71-FB3061A6A7C5}"/>
                </a:ext>
              </a:extLst>
            </p:cNvPr>
            <p:cNvSpPr>
              <a:spLocks noChangeShapeType="1"/>
            </p:cNvSpPr>
            <p:nvPr/>
          </p:nvSpPr>
          <p:spPr bwMode="auto">
            <a:xfrm>
              <a:off x="2104" y="1613"/>
              <a:ext cx="0" cy="15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60" name="Group 102">
              <a:extLst>
                <a:ext uri="{FF2B5EF4-FFF2-40B4-BE49-F238E27FC236}">
                  <a16:creationId xmlns:a16="http://schemas.microsoft.com/office/drawing/2014/main" id="{658541A1-2682-4B01-6601-CADDCD23145B}"/>
                </a:ext>
              </a:extLst>
            </p:cNvPr>
            <p:cNvGrpSpPr>
              <a:grpSpLocks/>
            </p:cNvGrpSpPr>
            <p:nvPr/>
          </p:nvGrpSpPr>
          <p:grpSpPr bwMode="auto">
            <a:xfrm>
              <a:off x="1876" y="2493"/>
              <a:ext cx="272" cy="281"/>
              <a:chOff x="894" y="2432"/>
              <a:chExt cx="337" cy="326"/>
            </a:xfrm>
          </p:grpSpPr>
          <p:sp>
            <p:nvSpPr>
              <p:cNvPr id="26662" name="AutoShape 103">
                <a:extLst>
                  <a:ext uri="{FF2B5EF4-FFF2-40B4-BE49-F238E27FC236}">
                    <a16:creationId xmlns:a16="http://schemas.microsoft.com/office/drawing/2014/main" id="{3D093C34-A828-3BE3-F8DC-DB6E0B0DCEE1}"/>
                  </a:ext>
                </a:extLst>
              </p:cNvPr>
              <p:cNvSpPr>
                <a:spLocks noChangeArrowheads="1"/>
              </p:cNvSpPr>
              <p:nvPr/>
            </p:nvSpPr>
            <p:spPr bwMode="auto">
              <a:xfrm rot="5400000">
                <a:off x="860" y="2466"/>
                <a:ext cx="326" cy="258"/>
              </a:xfrm>
              <a:prstGeom prst="triangle">
                <a:avLst>
                  <a:gd name="adj" fmla="val 50000"/>
                </a:avLst>
              </a:prstGeom>
              <a:solidFill>
                <a:schemeClr val="accent1">
                  <a:alpha val="43921"/>
                </a:schemeClr>
              </a:solidFill>
              <a:ln w="25400">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663" name="Oval 104">
                <a:extLst>
                  <a:ext uri="{FF2B5EF4-FFF2-40B4-BE49-F238E27FC236}">
                    <a16:creationId xmlns:a16="http://schemas.microsoft.com/office/drawing/2014/main" id="{F5372F94-F948-F080-3B42-D620FA704A70}"/>
                  </a:ext>
                </a:extLst>
              </p:cNvPr>
              <p:cNvSpPr>
                <a:spLocks noChangeArrowheads="1"/>
              </p:cNvSpPr>
              <p:nvPr/>
            </p:nvSpPr>
            <p:spPr bwMode="auto">
              <a:xfrm>
                <a:off x="1154" y="2558"/>
                <a:ext cx="77" cy="77"/>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26661" name="Line 105">
              <a:extLst>
                <a:ext uri="{FF2B5EF4-FFF2-40B4-BE49-F238E27FC236}">
                  <a16:creationId xmlns:a16="http://schemas.microsoft.com/office/drawing/2014/main" id="{69FD99D2-8488-1C4E-C51F-5303AF17CCFE}"/>
                </a:ext>
              </a:extLst>
            </p:cNvPr>
            <p:cNvSpPr>
              <a:spLocks noChangeShapeType="1"/>
            </p:cNvSpPr>
            <p:nvPr/>
          </p:nvSpPr>
          <p:spPr bwMode="auto">
            <a:xfrm>
              <a:off x="2140" y="2638"/>
              <a:ext cx="1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628" name="Group 44">
            <a:extLst>
              <a:ext uri="{FF2B5EF4-FFF2-40B4-BE49-F238E27FC236}">
                <a16:creationId xmlns:a16="http://schemas.microsoft.com/office/drawing/2014/main" id="{5DDBF701-51A7-52F3-1876-87CF0511D37A}"/>
              </a:ext>
            </a:extLst>
          </p:cNvPr>
          <p:cNvGrpSpPr>
            <a:grpSpLocks/>
          </p:cNvGrpSpPr>
          <p:nvPr/>
        </p:nvGrpSpPr>
        <p:grpSpPr bwMode="auto">
          <a:xfrm>
            <a:off x="4324351" y="4756150"/>
            <a:ext cx="3732213" cy="719138"/>
            <a:chOff x="4929519" y="4673626"/>
            <a:chExt cx="3731881" cy="719418"/>
          </a:xfrm>
        </p:grpSpPr>
        <p:sp>
          <p:nvSpPr>
            <p:cNvPr id="26629" name="AutoShape 34">
              <a:extLst>
                <a:ext uri="{FF2B5EF4-FFF2-40B4-BE49-F238E27FC236}">
                  <a16:creationId xmlns:a16="http://schemas.microsoft.com/office/drawing/2014/main" id="{BE297577-013A-6108-3FE3-06C3780FCCD5}"/>
                </a:ext>
              </a:extLst>
            </p:cNvPr>
            <p:cNvSpPr>
              <a:spLocks noChangeArrowheads="1"/>
            </p:cNvSpPr>
            <p:nvPr/>
          </p:nvSpPr>
          <p:spPr bwMode="auto">
            <a:xfrm>
              <a:off x="4929519" y="4673626"/>
              <a:ext cx="3382662" cy="719418"/>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6630" name="Text Box 36">
              <a:extLst>
                <a:ext uri="{FF2B5EF4-FFF2-40B4-BE49-F238E27FC236}">
                  <a16:creationId xmlns:a16="http://schemas.microsoft.com/office/drawing/2014/main" id="{C99C1CE2-0C71-60E3-B68A-B8166E59E4CA}"/>
                </a:ext>
              </a:extLst>
            </p:cNvPr>
            <p:cNvSpPr txBox="1">
              <a:spLocks noChangeArrowheads="1"/>
            </p:cNvSpPr>
            <p:nvPr/>
          </p:nvSpPr>
          <p:spPr bwMode="auto">
            <a:xfrm>
              <a:off x="4978400" y="4733460"/>
              <a:ext cx="3683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1</a:t>
              </a:r>
              <a:r>
                <a:rPr lang="en-US" altLang="en-US" b="0">
                  <a:sym typeface="Symbol" panose="05050102010706020507" pitchFamily="18" charset="2"/>
                </a:rPr>
                <a:t>x</a:t>
              </a:r>
              <a:r>
                <a:rPr lang="en-US" altLang="en-US" b="0" baseline="-25000">
                  <a:sym typeface="Symbol" panose="05050102010706020507" pitchFamily="18" charset="2"/>
                </a:rPr>
                <a:t>2</a:t>
              </a:r>
              <a:r>
                <a:rPr lang="en-US" altLang="en-US" b="0">
                  <a:sym typeface="Symbol" panose="05050102010706020507" pitchFamily="18" charset="2"/>
                </a:rPr>
                <a:t> + x</a:t>
              </a:r>
              <a:r>
                <a:rPr lang="en-US" altLang="en-US" b="0" baseline="-25000">
                  <a:sym typeface="Symbol" panose="05050102010706020507" pitchFamily="18" charset="2"/>
                </a:rPr>
                <a:t>2</a:t>
              </a:r>
              <a:r>
                <a:rPr lang="en-US" altLang="en-US" b="0">
                  <a:sym typeface="Symbol" panose="05050102010706020507" pitchFamily="18" charset="2"/>
                </a:rPr>
                <a:t>x</a:t>
              </a:r>
              <a:r>
                <a:rPr lang="en-US" altLang="en-US" b="0" baseline="-25000">
                  <a:sym typeface="Symbol" panose="05050102010706020507" pitchFamily="18" charset="2"/>
                </a:rPr>
                <a:t>4</a:t>
              </a:r>
              <a:r>
                <a:rPr lang="en-US" altLang="en-US" b="0">
                  <a:sym typeface="Symbol" panose="05050102010706020507" pitchFamily="18" charset="2"/>
                </a:rPr>
                <a:t> + x</a:t>
              </a:r>
              <a:r>
                <a:rPr lang="en-US" altLang="en-US" b="0" baseline="-25000">
                  <a:sym typeface="Symbol" panose="05050102010706020507" pitchFamily="18" charset="2"/>
                </a:rPr>
                <a:t>2</a:t>
              </a:r>
              <a:r>
                <a:rPr lang="en-US" altLang="en-US" b="0">
                  <a:sym typeface="Symbol" panose="05050102010706020507" pitchFamily="18" charset="2"/>
                </a:rPr>
                <a:t>x</a:t>
              </a:r>
              <a:r>
                <a:rPr lang="en-US" altLang="en-US" b="0" baseline="-25000">
                  <a:sym typeface="Symbol" panose="05050102010706020507" pitchFamily="18" charset="2"/>
                </a:rPr>
                <a:t>3</a:t>
              </a:r>
              <a:r>
                <a:rPr lang="en-US" altLang="en-US" b="0">
                  <a:sym typeface="Symbol" panose="05050102010706020507" pitchFamily="18" charset="2"/>
                </a:rPr>
                <a:t>x</a:t>
              </a:r>
              <a:r>
                <a:rPr lang="en-US" altLang="en-US" b="0" baseline="-25000">
                  <a:sym typeface="Symbol" panose="05050102010706020507" pitchFamily="18" charset="2"/>
                </a:rPr>
                <a:t>4</a:t>
              </a:r>
              <a:endParaRPr lang="ru-RU" altLang="en-US" b="0"/>
            </a:p>
          </p:txBody>
        </p:sp>
      </p:grpSp>
      <p:sp>
        <p:nvSpPr>
          <p:cNvPr id="9" name="Title 8">
            <a:extLst>
              <a:ext uri="{FF2B5EF4-FFF2-40B4-BE49-F238E27FC236}">
                <a16:creationId xmlns:a16="http://schemas.microsoft.com/office/drawing/2014/main" id="{D2D94AFD-A4B1-7E97-88CF-BC7FE3A5988E}"/>
              </a:ext>
            </a:extLst>
          </p:cNvPr>
          <p:cNvSpPr>
            <a:spLocks noGrp="1"/>
          </p:cNvSpPr>
          <p:nvPr>
            <p:ph type="title"/>
          </p:nvPr>
        </p:nvSpPr>
        <p:spPr/>
        <p:txBody>
          <a:bodyPr>
            <a:normAutofit/>
          </a:bodyPr>
          <a:lstStyle/>
          <a:p>
            <a:r>
              <a:rPr lang="en-US" dirty="0"/>
              <a:t>Minimized AND-OR Circuit</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71">
            <a:extLst>
              <a:ext uri="{FF2B5EF4-FFF2-40B4-BE49-F238E27FC236}">
                <a16:creationId xmlns:a16="http://schemas.microsoft.com/office/drawing/2014/main" id="{0AAB6A8C-5F95-2D1F-EEDB-E4721B15239C}"/>
              </a:ext>
            </a:extLst>
          </p:cNvPr>
          <p:cNvSpPr txBox="1">
            <a:spLocks noChangeArrowheads="1"/>
          </p:cNvSpPr>
          <p:nvPr/>
        </p:nvSpPr>
        <p:spPr bwMode="auto">
          <a:xfrm>
            <a:off x="6383339" y="1700213"/>
            <a:ext cx="4105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a:p>
        </p:txBody>
      </p:sp>
      <p:grpSp>
        <p:nvGrpSpPr>
          <p:cNvPr id="28675" name="Group 69">
            <a:extLst>
              <a:ext uri="{FF2B5EF4-FFF2-40B4-BE49-F238E27FC236}">
                <a16:creationId xmlns:a16="http://schemas.microsoft.com/office/drawing/2014/main" id="{2939940E-9FF7-67B4-ED81-5A0094928F5A}"/>
              </a:ext>
            </a:extLst>
          </p:cNvPr>
          <p:cNvGrpSpPr>
            <a:grpSpLocks/>
          </p:cNvGrpSpPr>
          <p:nvPr/>
        </p:nvGrpSpPr>
        <p:grpSpPr bwMode="auto">
          <a:xfrm>
            <a:off x="1974850" y="1487488"/>
            <a:ext cx="4313238" cy="4000500"/>
            <a:chOff x="31" y="967"/>
            <a:chExt cx="2717" cy="2520"/>
          </a:xfrm>
        </p:grpSpPr>
        <p:sp>
          <p:nvSpPr>
            <p:cNvPr id="28678" name="Text Box 29">
              <a:extLst>
                <a:ext uri="{FF2B5EF4-FFF2-40B4-BE49-F238E27FC236}">
                  <a16:creationId xmlns:a16="http://schemas.microsoft.com/office/drawing/2014/main" id="{ED7701CD-D601-1D2E-70A0-7AE3E6579A78}"/>
                </a:ext>
              </a:extLst>
            </p:cNvPr>
            <p:cNvSpPr txBox="1">
              <a:spLocks noChangeArrowheads="1"/>
            </p:cNvSpPr>
            <p:nvPr/>
          </p:nvSpPr>
          <p:spPr bwMode="auto">
            <a:xfrm>
              <a:off x="31" y="2622"/>
              <a:ext cx="31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x</a:t>
              </a:r>
              <a:r>
                <a:rPr lang="en-US" altLang="en-US" sz="2000" b="0" baseline="-25000"/>
                <a:t>1</a:t>
              </a:r>
              <a:endParaRPr lang="ru-RU" altLang="en-US" sz="2000" b="0"/>
            </a:p>
          </p:txBody>
        </p:sp>
        <p:sp>
          <p:nvSpPr>
            <p:cNvPr id="28679" name="Text Box 47">
              <a:extLst>
                <a:ext uri="{FF2B5EF4-FFF2-40B4-BE49-F238E27FC236}">
                  <a16:creationId xmlns:a16="http://schemas.microsoft.com/office/drawing/2014/main" id="{F142FA9A-9A7C-60F8-F248-BDB4F9EFE0D2}"/>
                </a:ext>
              </a:extLst>
            </p:cNvPr>
            <p:cNvSpPr txBox="1">
              <a:spLocks noChangeArrowheads="1"/>
            </p:cNvSpPr>
            <p:nvPr/>
          </p:nvSpPr>
          <p:spPr bwMode="auto">
            <a:xfrm>
              <a:off x="65" y="1778"/>
              <a:ext cx="31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P</a:t>
              </a:r>
              <a:r>
                <a:rPr lang="en-US" altLang="en-US" sz="2000" b="0" baseline="-25000"/>
                <a:t>2</a:t>
              </a:r>
              <a:endParaRPr lang="ru-RU" altLang="en-US" sz="2000" b="0"/>
            </a:p>
          </p:txBody>
        </p:sp>
        <p:sp>
          <p:nvSpPr>
            <p:cNvPr id="28680" name="Rectangle 6">
              <a:extLst>
                <a:ext uri="{FF2B5EF4-FFF2-40B4-BE49-F238E27FC236}">
                  <a16:creationId xmlns:a16="http://schemas.microsoft.com/office/drawing/2014/main" id="{5587368E-21B6-562E-3DE1-43F0EB7AD6F2}"/>
                </a:ext>
              </a:extLst>
            </p:cNvPr>
            <p:cNvSpPr>
              <a:spLocks noChangeArrowheads="1"/>
            </p:cNvSpPr>
            <p:nvPr/>
          </p:nvSpPr>
          <p:spPr bwMode="auto">
            <a:xfrm>
              <a:off x="679" y="1524"/>
              <a:ext cx="1519" cy="151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p>
          </p:txBody>
        </p:sp>
        <p:sp>
          <p:nvSpPr>
            <p:cNvPr id="28681" name="Line 7">
              <a:extLst>
                <a:ext uri="{FF2B5EF4-FFF2-40B4-BE49-F238E27FC236}">
                  <a16:creationId xmlns:a16="http://schemas.microsoft.com/office/drawing/2014/main" id="{A30DB9F9-44C3-06F4-C1D8-6C1FF9F3B601}"/>
                </a:ext>
              </a:extLst>
            </p:cNvPr>
            <p:cNvSpPr>
              <a:spLocks noChangeShapeType="1"/>
            </p:cNvSpPr>
            <p:nvPr/>
          </p:nvSpPr>
          <p:spPr bwMode="auto">
            <a:xfrm>
              <a:off x="679" y="2286"/>
              <a:ext cx="15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2" name="Line 8">
              <a:extLst>
                <a:ext uri="{FF2B5EF4-FFF2-40B4-BE49-F238E27FC236}">
                  <a16:creationId xmlns:a16="http://schemas.microsoft.com/office/drawing/2014/main" id="{3EEC4A83-AAAF-B38E-9818-0AFE23A723F9}"/>
                </a:ext>
              </a:extLst>
            </p:cNvPr>
            <p:cNvSpPr>
              <a:spLocks noChangeShapeType="1"/>
            </p:cNvSpPr>
            <p:nvPr/>
          </p:nvSpPr>
          <p:spPr bwMode="auto">
            <a:xfrm>
              <a:off x="679" y="1887"/>
              <a:ext cx="15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3" name="Line 9">
              <a:extLst>
                <a:ext uri="{FF2B5EF4-FFF2-40B4-BE49-F238E27FC236}">
                  <a16:creationId xmlns:a16="http://schemas.microsoft.com/office/drawing/2014/main" id="{3F4CEC0F-283A-C64B-277D-9816AF31B047}"/>
                </a:ext>
              </a:extLst>
            </p:cNvPr>
            <p:cNvSpPr>
              <a:spLocks noChangeShapeType="1"/>
            </p:cNvSpPr>
            <p:nvPr/>
          </p:nvSpPr>
          <p:spPr bwMode="auto">
            <a:xfrm>
              <a:off x="680" y="2664"/>
              <a:ext cx="15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4" name="Line 10">
              <a:extLst>
                <a:ext uri="{FF2B5EF4-FFF2-40B4-BE49-F238E27FC236}">
                  <a16:creationId xmlns:a16="http://schemas.microsoft.com/office/drawing/2014/main" id="{05C8B040-0C66-FA4B-8211-6D927FBEF27D}"/>
                </a:ext>
              </a:extLst>
            </p:cNvPr>
            <p:cNvSpPr>
              <a:spLocks noChangeShapeType="1"/>
            </p:cNvSpPr>
            <p:nvPr/>
          </p:nvSpPr>
          <p:spPr bwMode="auto">
            <a:xfrm>
              <a:off x="1450" y="1524"/>
              <a:ext cx="0" cy="15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5" name="Line 11">
              <a:extLst>
                <a:ext uri="{FF2B5EF4-FFF2-40B4-BE49-F238E27FC236}">
                  <a16:creationId xmlns:a16="http://schemas.microsoft.com/office/drawing/2014/main" id="{70E8827D-6532-DB0C-571B-8348FD29EC79}"/>
                </a:ext>
              </a:extLst>
            </p:cNvPr>
            <p:cNvSpPr>
              <a:spLocks noChangeShapeType="1"/>
            </p:cNvSpPr>
            <p:nvPr/>
          </p:nvSpPr>
          <p:spPr bwMode="auto">
            <a:xfrm>
              <a:off x="1066" y="1525"/>
              <a:ext cx="0" cy="15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6" name="Line 12">
              <a:extLst>
                <a:ext uri="{FF2B5EF4-FFF2-40B4-BE49-F238E27FC236}">
                  <a16:creationId xmlns:a16="http://schemas.microsoft.com/office/drawing/2014/main" id="{579FEC60-AFD6-C6E5-1E7D-DC37F14EC71B}"/>
                </a:ext>
              </a:extLst>
            </p:cNvPr>
            <p:cNvSpPr>
              <a:spLocks noChangeShapeType="1"/>
            </p:cNvSpPr>
            <p:nvPr/>
          </p:nvSpPr>
          <p:spPr bwMode="auto">
            <a:xfrm>
              <a:off x="1843" y="1525"/>
              <a:ext cx="0" cy="15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7" name="Line 13">
              <a:extLst>
                <a:ext uri="{FF2B5EF4-FFF2-40B4-BE49-F238E27FC236}">
                  <a16:creationId xmlns:a16="http://schemas.microsoft.com/office/drawing/2014/main" id="{92CC12F7-482F-FC9D-EC0D-DC21B1BA0AF7}"/>
                </a:ext>
              </a:extLst>
            </p:cNvPr>
            <p:cNvSpPr>
              <a:spLocks noChangeShapeType="1"/>
            </p:cNvSpPr>
            <p:nvPr/>
          </p:nvSpPr>
          <p:spPr bwMode="auto">
            <a:xfrm flipH="1" flipV="1">
              <a:off x="452" y="1252"/>
              <a:ext cx="227" cy="2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8" name="Text Box 14">
              <a:extLst>
                <a:ext uri="{FF2B5EF4-FFF2-40B4-BE49-F238E27FC236}">
                  <a16:creationId xmlns:a16="http://schemas.microsoft.com/office/drawing/2014/main" id="{0D05BCEF-9689-5F4E-9881-76AF24799EBF}"/>
                </a:ext>
              </a:extLst>
            </p:cNvPr>
            <p:cNvSpPr txBox="1">
              <a:spLocks noChangeArrowheads="1"/>
            </p:cNvSpPr>
            <p:nvPr/>
          </p:nvSpPr>
          <p:spPr bwMode="auto">
            <a:xfrm>
              <a:off x="225" y="1283"/>
              <a:ext cx="4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x</a:t>
              </a:r>
              <a:r>
                <a:rPr lang="en-US" altLang="en-US" sz="2000" b="0" baseline="-25000"/>
                <a:t>1</a:t>
              </a:r>
              <a:r>
                <a:rPr lang="en-US" altLang="en-US" sz="2000" b="0"/>
                <a:t>x</a:t>
              </a:r>
              <a:r>
                <a:rPr lang="en-US" altLang="en-US" sz="2000" b="0" baseline="-25000"/>
                <a:t>2</a:t>
              </a:r>
              <a:endParaRPr lang="ru-RU" altLang="en-US" sz="2000" b="0"/>
            </a:p>
          </p:txBody>
        </p:sp>
        <p:sp>
          <p:nvSpPr>
            <p:cNvPr id="28689" name="Text Box 15">
              <a:extLst>
                <a:ext uri="{FF2B5EF4-FFF2-40B4-BE49-F238E27FC236}">
                  <a16:creationId xmlns:a16="http://schemas.microsoft.com/office/drawing/2014/main" id="{20B8F5F5-2507-419D-D414-753BB9F2B7E4}"/>
                </a:ext>
              </a:extLst>
            </p:cNvPr>
            <p:cNvSpPr txBox="1">
              <a:spLocks noChangeArrowheads="1"/>
            </p:cNvSpPr>
            <p:nvPr/>
          </p:nvSpPr>
          <p:spPr bwMode="auto">
            <a:xfrm>
              <a:off x="498" y="1093"/>
              <a:ext cx="4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x</a:t>
              </a:r>
              <a:r>
                <a:rPr lang="en-US" altLang="en-US" sz="2000" b="0" baseline="-25000"/>
                <a:t>3</a:t>
              </a:r>
              <a:r>
                <a:rPr lang="en-US" altLang="en-US" sz="2000" b="0"/>
                <a:t>x</a:t>
              </a:r>
              <a:r>
                <a:rPr lang="en-US" altLang="en-US" sz="2000" b="0" baseline="-25000"/>
                <a:t>4</a:t>
              </a:r>
              <a:endParaRPr lang="ru-RU" altLang="en-US" sz="2000" b="0"/>
            </a:p>
          </p:txBody>
        </p:sp>
        <p:sp>
          <p:nvSpPr>
            <p:cNvPr id="28690" name="Text Box 16">
              <a:extLst>
                <a:ext uri="{FF2B5EF4-FFF2-40B4-BE49-F238E27FC236}">
                  <a16:creationId xmlns:a16="http://schemas.microsoft.com/office/drawing/2014/main" id="{0786B727-D647-FA91-3F74-65941D7FC504}"/>
                </a:ext>
              </a:extLst>
            </p:cNvPr>
            <p:cNvSpPr txBox="1">
              <a:spLocks noChangeArrowheads="1"/>
            </p:cNvSpPr>
            <p:nvPr/>
          </p:nvSpPr>
          <p:spPr bwMode="auto">
            <a:xfrm>
              <a:off x="724" y="1275"/>
              <a:ext cx="4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00</a:t>
              </a:r>
              <a:endParaRPr lang="ru-RU" altLang="en-US" sz="2000" b="0"/>
            </a:p>
          </p:txBody>
        </p:sp>
        <p:sp>
          <p:nvSpPr>
            <p:cNvPr id="28691" name="Text Box 17">
              <a:extLst>
                <a:ext uri="{FF2B5EF4-FFF2-40B4-BE49-F238E27FC236}">
                  <a16:creationId xmlns:a16="http://schemas.microsoft.com/office/drawing/2014/main" id="{B8CABCD5-ACDE-3232-001F-30876FC4AF5F}"/>
                </a:ext>
              </a:extLst>
            </p:cNvPr>
            <p:cNvSpPr txBox="1">
              <a:spLocks noChangeArrowheads="1"/>
            </p:cNvSpPr>
            <p:nvPr/>
          </p:nvSpPr>
          <p:spPr bwMode="auto">
            <a:xfrm>
              <a:off x="1114" y="1275"/>
              <a:ext cx="34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01</a:t>
              </a:r>
              <a:endParaRPr lang="ru-RU" altLang="en-US" sz="2000" b="0"/>
            </a:p>
          </p:txBody>
        </p:sp>
        <p:sp>
          <p:nvSpPr>
            <p:cNvPr id="28692" name="Text Box 18">
              <a:extLst>
                <a:ext uri="{FF2B5EF4-FFF2-40B4-BE49-F238E27FC236}">
                  <a16:creationId xmlns:a16="http://schemas.microsoft.com/office/drawing/2014/main" id="{DF03A71F-BFC1-87BF-4E06-6722E464897E}"/>
                </a:ext>
              </a:extLst>
            </p:cNvPr>
            <p:cNvSpPr txBox="1">
              <a:spLocks noChangeArrowheads="1"/>
            </p:cNvSpPr>
            <p:nvPr/>
          </p:nvSpPr>
          <p:spPr bwMode="auto">
            <a:xfrm>
              <a:off x="1450" y="1275"/>
              <a:ext cx="34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11</a:t>
              </a:r>
              <a:endParaRPr lang="ru-RU" altLang="en-US" sz="2000" b="0"/>
            </a:p>
          </p:txBody>
        </p:sp>
        <p:sp>
          <p:nvSpPr>
            <p:cNvPr id="28693" name="Text Box 19">
              <a:extLst>
                <a:ext uri="{FF2B5EF4-FFF2-40B4-BE49-F238E27FC236}">
                  <a16:creationId xmlns:a16="http://schemas.microsoft.com/office/drawing/2014/main" id="{E888186F-E259-254C-B1AA-085FA1DA309F}"/>
                </a:ext>
              </a:extLst>
            </p:cNvPr>
            <p:cNvSpPr txBox="1">
              <a:spLocks noChangeArrowheads="1"/>
            </p:cNvSpPr>
            <p:nvPr/>
          </p:nvSpPr>
          <p:spPr bwMode="auto">
            <a:xfrm>
              <a:off x="1849" y="1275"/>
              <a:ext cx="34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10</a:t>
              </a:r>
              <a:endParaRPr lang="ru-RU" altLang="en-US" sz="2000" b="0"/>
            </a:p>
          </p:txBody>
        </p:sp>
        <p:sp>
          <p:nvSpPr>
            <p:cNvPr id="28694" name="Text Box 20">
              <a:extLst>
                <a:ext uri="{FF2B5EF4-FFF2-40B4-BE49-F238E27FC236}">
                  <a16:creationId xmlns:a16="http://schemas.microsoft.com/office/drawing/2014/main" id="{97C2828F-8D14-779E-2478-7FD26BBDF2F9}"/>
                </a:ext>
              </a:extLst>
            </p:cNvPr>
            <p:cNvSpPr txBox="1">
              <a:spLocks noChangeArrowheads="1"/>
            </p:cNvSpPr>
            <p:nvPr/>
          </p:nvSpPr>
          <p:spPr bwMode="auto">
            <a:xfrm>
              <a:off x="334" y="2726"/>
              <a:ext cx="34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10</a:t>
              </a:r>
              <a:endParaRPr lang="ru-RU" altLang="en-US" sz="2000" b="0"/>
            </a:p>
          </p:txBody>
        </p:sp>
        <p:sp>
          <p:nvSpPr>
            <p:cNvPr id="28695" name="Text Box 21">
              <a:extLst>
                <a:ext uri="{FF2B5EF4-FFF2-40B4-BE49-F238E27FC236}">
                  <a16:creationId xmlns:a16="http://schemas.microsoft.com/office/drawing/2014/main" id="{8364428E-4E32-0BE5-00B3-9217A0B35780}"/>
                </a:ext>
              </a:extLst>
            </p:cNvPr>
            <p:cNvSpPr txBox="1">
              <a:spLocks noChangeArrowheads="1"/>
            </p:cNvSpPr>
            <p:nvPr/>
          </p:nvSpPr>
          <p:spPr bwMode="auto">
            <a:xfrm>
              <a:off x="334" y="2363"/>
              <a:ext cx="34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11</a:t>
              </a:r>
              <a:endParaRPr lang="ru-RU" altLang="en-US" sz="2000" b="0"/>
            </a:p>
          </p:txBody>
        </p:sp>
        <p:sp>
          <p:nvSpPr>
            <p:cNvPr id="28696" name="Text Box 22">
              <a:extLst>
                <a:ext uri="{FF2B5EF4-FFF2-40B4-BE49-F238E27FC236}">
                  <a16:creationId xmlns:a16="http://schemas.microsoft.com/office/drawing/2014/main" id="{B8398B97-05D0-0639-6C2D-562547E67028}"/>
                </a:ext>
              </a:extLst>
            </p:cNvPr>
            <p:cNvSpPr txBox="1">
              <a:spLocks noChangeArrowheads="1"/>
            </p:cNvSpPr>
            <p:nvPr/>
          </p:nvSpPr>
          <p:spPr bwMode="auto">
            <a:xfrm>
              <a:off x="343" y="1955"/>
              <a:ext cx="34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01</a:t>
              </a:r>
              <a:endParaRPr lang="ru-RU" altLang="en-US" sz="2000" b="0"/>
            </a:p>
          </p:txBody>
        </p:sp>
        <p:sp>
          <p:nvSpPr>
            <p:cNvPr id="28697" name="Text Box 23">
              <a:extLst>
                <a:ext uri="{FF2B5EF4-FFF2-40B4-BE49-F238E27FC236}">
                  <a16:creationId xmlns:a16="http://schemas.microsoft.com/office/drawing/2014/main" id="{7F33316D-044B-35AB-AA21-CB0FC4775CA0}"/>
                </a:ext>
              </a:extLst>
            </p:cNvPr>
            <p:cNvSpPr txBox="1">
              <a:spLocks noChangeArrowheads="1"/>
            </p:cNvSpPr>
            <p:nvPr/>
          </p:nvSpPr>
          <p:spPr bwMode="auto">
            <a:xfrm>
              <a:off x="334" y="1592"/>
              <a:ext cx="4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00</a:t>
              </a:r>
              <a:endParaRPr lang="ru-RU" altLang="en-US" sz="2000" b="0"/>
            </a:p>
          </p:txBody>
        </p:sp>
        <p:sp>
          <p:nvSpPr>
            <p:cNvPr id="28698" name="AutoShape 24">
              <a:extLst>
                <a:ext uri="{FF2B5EF4-FFF2-40B4-BE49-F238E27FC236}">
                  <a16:creationId xmlns:a16="http://schemas.microsoft.com/office/drawing/2014/main" id="{497ECB02-FB63-9DE7-8EDC-4FF6ABC4B902}"/>
                </a:ext>
              </a:extLst>
            </p:cNvPr>
            <p:cNvSpPr>
              <a:spLocks/>
            </p:cNvSpPr>
            <p:nvPr/>
          </p:nvSpPr>
          <p:spPr bwMode="auto">
            <a:xfrm>
              <a:off x="249" y="2318"/>
              <a:ext cx="136" cy="726"/>
            </a:xfrm>
            <a:prstGeom prst="leftBrace">
              <a:avLst>
                <a:gd name="adj1" fmla="val 44485"/>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p>
          </p:txBody>
        </p:sp>
        <p:sp>
          <p:nvSpPr>
            <p:cNvPr id="28699" name="AutoShape 25">
              <a:extLst>
                <a:ext uri="{FF2B5EF4-FFF2-40B4-BE49-F238E27FC236}">
                  <a16:creationId xmlns:a16="http://schemas.microsoft.com/office/drawing/2014/main" id="{208192B1-F413-CF3A-1E3B-46F89E780985}"/>
                </a:ext>
              </a:extLst>
            </p:cNvPr>
            <p:cNvSpPr>
              <a:spLocks/>
            </p:cNvSpPr>
            <p:nvPr/>
          </p:nvSpPr>
          <p:spPr bwMode="auto">
            <a:xfrm rot="10800000">
              <a:off x="2245" y="1910"/>
              <a:ext cx="136" cy="726"/>
            </a:xfrm>
            <a:prstGeom prst="leftBrace">
              <a:avLst>
                <a:gd name="adj1" fmla="val 44485"/>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p>
          </p:txBody>
        </p:sp>
        <p:sp>
          <p:nvSpPr>
            <p:cNvPr id="28700" name="AutoShape 26">
              <a:extLst>
                <a:ext uri="{FF2B5EF4-FFF2-40B4-BE49-F238E27FC236}">
                  <a16:creationId xmlns:a16="http://schemas.microsoft.com/office/drawing/2014/main" id="{ECBE2CDF-B275-6739-E02A-016DC8F9E566}"/>
                </a:ext>
              </a:extLst>
            </p:cNvPr>
            <p:cNvSpPr>
              <a:spLocks/>
            </p:cNvSpPr>
            <p:nvPr/>
          </p:nvSpPr>
          <p:spPr bwMode="auto">
            <a:xfrm rot="10800000">
              <a:off x="2245" y="1910"/>
              <a:ext cx="136" cy="726"/>
            </a:xfrm>
            <a:prstGeom prst="leftBrace">
              <a:avLst>
                <a:gd name="adj1" fmla="val 44485"/>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p>
          </p:txBody>
        </p:sp>
        <p:sp>
          <p:nvSpPr>
            <p:cNvPr id="28701" name="AutoShape 27">
              <a:extLst>
                <a:ext uri="{FF2B5EF4-FFF2-40B4-BE49-F238E27FC236}">
                  <a16:creationId xmlns:a16="http://schemas.microsoft.com/office/drawing/2014/main" id="{7A6D5F43-DD36-0E58-F39B-CAD0140BD492}"/>
                </a:ext>
              </a:extLst>
            </p:cNvPr>
            <p:cNvSpPr>
              <a:spLocks/>
            </p:cNvSpPr>
            <p:nvPr/>
          </p:nvSpPr>
          <p:spPr bwMode="auto">
            <a:xfrm rot="5400000">
              <a:off x="1708" y="920"/>
              <a:ext cx="136" cy="726"/>
            </a:xfrm>
            <a:prstGeom prst="leftBrace">
              <a:avLst>
                <a:gd name="adj1" fmla="val 44485"/>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p>
          </p:txBody>
        </p:sp>
        <p:sp>
          <p:nvSpPr>
            <p:cNvPr id="28702" name="AutoShape 28">
              <a:extLst>
                <a:ext uri="{FF2B5EF4-FFF2-40B4-BE49-F238E27FC236}">
                  <a16:creationId xmlns:a16="http://schemas.microsoft.com/office/drawing/2014/main" id="{099D2712-49D5-B3CE-E643-4DFCCAEF9C97}"/>
                </a:ext>
              </a:extLst>
            </p:cNvPr>
            <p:cNvSpPr>
              <a:spLocks/>
            </p:cNvSpPr>
            <p:nvPr/>
          </p:nvSpPr>
          <p:spPr bwMode="auto">
            <a:xfrm rot="-5400000">
              <a:off x="1376" y="2822"/>
              <a:ext cx="136" cy="726"/>
            </a:xfrm>
            <a:prstGeom prst="leftBrace">
              <a:avLst>
                <a:gd name="adj1" fmla="val 44485"/>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p>
          </p:txBody>
        </p:sp>
        <p:sp>
          <p:nvSpPr>
            <p:cNvPr id="28703" name="Text Box 30">
              <a:extLst>
                <a:ext uri="{FF2B5EF4-FFF2-40B4-BE49-F238E27FC236}">
                  <a16:creationId xmlns:a16="http://schemas.microsoft.com/office/drawing/2014/main" id="{78F29E98-5458-4F1F-086A-E9DEDBCB8A1F}"/>
                </a:ext>
              </a:extLst>
            </p:cNvPr>
            <p:cNvSpPr txBox="1">
              <a:spLocks noChangeArrowheads="1"/>
            </p:cNvSpPr>
            <p:nvPr/>
          </p:nvSpPr>
          <p:spPr bwMode="auto">
            <a:xfrm>
              <a:off x="1637" y="967"/>
              <a:ext cx="31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x</a:t>
              </a:r>
              <a:r>
                <a:rPr lang="en-US" altLang="en-US" sz="2000" b="0" baseline="-25000"/>
                <a:t>3</a:t>
              </a:r>
              <a:endParaRPr lang="ru-RU" altLang="en-US" sz="2000" b="0"/>
            </a:p>
          </p:txBody>
        </p:sp>
        <p:sp>
          <p:nvSpPr>
            <p:cNvPr id="28704" name="Text Box 31">
              <a:extLst>
                <a:ext uri="{FF2B5EF4-FFF2-40B4-BE49-F238E27FC236}">
                  <a16:creationId xmlns:a16="http://schemas.microsoft.com/office/drawing/2014/main" id="{B34D8CE2-61B7-D469-FC86-2438B73137D6}"/>
                </a:ext>
              </a:extLst>
            </p:cNvPr>
            <p:cNvSpPr txBox="1">
              <a:spLocks noChangeArrowheads="1"/>
            </p:cNvSpPr>
            <p:nvPr/>
          </p:nvSpPr>
          <p:spPr bwMode="auto">
            <a:xfrm>
              <a:off x="1345" y="3235"/>
              <a:ext cx="31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x</a:t>
              </a:r>
              <a:r>
                <a:rPr lang="en-US" altLang="en-US" sz="2000" b="0" baseline="-25000"/>
                <a:t>4</a:t>
              </a:r>
              <a:endParaRPr lang="ru-RU" altLang="en-US" sz="2000" b="0"/>
            </a:p>
          </p:txBody>
        </p:sp>
        <p:sp>
          <p:nvSpPr>
            <p:cNvPr id="28705" name="Text Box 32">
              <a:extLst>
                <a:ext uri="{FF2B5EF4-FFF2-40B4-BE49-F238E27FC236}">
                  <a16:creationId xmlns:a16="http://schemas.microsoft.com/office/drawing/2014/main" id="{5A440306-840A-DAC1-4098-F36C8CACFDA6}"/>
                </a:ext>
              </a:extLst>
            </p:cNvPr>
            <p:cNvSpPr txBox="1">
              <a:spLocks noChangeArrowheads="1"/>
            </p:cNvSpPr>
            <p:nvPr/>
          </p:nvSpPr>
          <p:spPr bwMode="auto">
            <a:xfrm>
              <a:off x="762" y="2370"/>
              <a:ext cx="2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sym typeface="Symbol" panose="05050102010706020507" pitchFamily="18" charset="2"/>
                </a:rPr>
                <a:t>1</a:t>
              </a:r>
              <a:endParaRPr lang="ru-RU" altLang="en-US" sz="2000" b="0">
                <a:sym typeface="Symbol" panose="05050102010706020507" pitchFamily="18" charset="2"/>
              </a:endParaRPr>
            </a:p>
          </p:txBody>
        </p:sp>
        <p:sp>
          <p:nvSpPr>
            <p:cNvPr id="28706" name="Text Box 33">
              <a:extLst>
                <a:ext uri="{FF2B5EF4-FFF2-40B4-BE49-F238E27FC236}">
                  <a16:creationId xmlns:a16="http://schemas.microsoft.com/office/drawing/2014/main" id="{2109974F-9B0D-BFAA-F46E-288F67DABC81}"/>
                </a:ext>
              </a:extLst>
            </p:cNvPr>
            <p:cNvSpPr txBox="1">
              <a:spLocks noChangeArrowheads="1"/>
            </p:cNvSpPr>
            <p:nvPr/>
          </p:nvSpPr>
          <p:spPr bwMode="auto">
            <a:xfrm>
              <a:off x="1127" y="2354"/>
              <a:ext cx="2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sym typeface="Symbol" panose="05050102010706020507" pitchFamily="18" charset="2"/>
                </a:rPr>
                <a:t>1</a:t>
              </a:r>
              <a:endParaRPr lang="ru-RU" altLang="en-US" sz="2000" b="0">
                <a:sym typeface="Symbol" panose="05050102010706020507" pitchFamily="18" charset="2"/>
              </a:endParaRPr>
            </a:p>
          </p:txBody>
        </p:sp>
        <p:sp>
          <p:nvSpPr>
            <p:cNvPr id="28707" name="Text Box 34">
              <a:extLst>
                <a:ext uri="{FF2B5EF4-FFF2-40B4-BE49-F238E27FC236}">
                  <a16:creationId xmlns:a16="http://schemas.microsoft.com/office/drawing/2014/main" id="{94B91B85-4FC4-755E-5559-A7FCF85C7B38}"/>
                </a:ext>
              </a:extLst>
            </p:cNvPr>
            <p:cNvSpPr txBox="1">
              <a:spLocks noChangeArrowheads="1"/>
            </p:cNvSpPr>
            <p:nvPr/>
          </p:nvSpPr>
          <p:spPr bwMode="auto">
            <a:xfrm>
              <a:off x="1127" y="2729"/>
              <a:ext cx="2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sym typeface="Symbol" panose="05050102010706020507" pitchFamily="18" charset="2"/>
                </a:rPr>
                <a:t>1</a:t>
              </a:r>
              <a:endParaRPr lang="ru-RU" altLang="en-US" sz="2000" b="0">
                <a:sym typeface="Symbol" panose="05050102010706020507" pitchFamily="18" charset="2"/>
              </a:endParaRPr>
            </a:p>
          </p:txBody>
        </p:sp>
        <p:sp>
          <p:nvSpPr>
            <p:cNvPr id="28708" name="Text Box 35">
              <a:extLst>
                <a:ext uri="{FF2B5EF4-FFF2-40B4-BE49-F238E27FC236}">
                  <a16:creationId xmlns:a16="http://schemas.microsoft.com/office/drawing/2014/main" id="{C653374B-5117-7FA1-3184-D1BBB7988C5B}"/>
                </a:ext>
              </a:extLst>
            </p:cNvPr>
            <p:cNvSpPr txBox="1">
              <a:spLocks noChangeArrowheads="1"/>
            </p:cNvSpPr>
            <p:nvPr/>
          </p:nvSpPr>
          <p:spPr bwMode="auto">
            <a:xfrm>
              <a:off x="1521" y="2735"/>
              <a:ext cx="2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sym typeface="Symbol" panose="05050102010706020507" pitchFamily="18" charset="2"/>
                </a:rPr>
                <a:t>1</a:t>
              </a:r>
              <a:endParaRPr lang="ru-RU" altLang="en-US" sz="2000" b="0">
                <a:sym typeface="Symbol" panose="05050102010706020507" pitchFamily="18" charset="2"/>
              </a:endParaRPr>
            </a:p>
          </p:txBody>
        </p:sp>
        <p:sp>
          <p:nvSpPr>
            <p:cNvPr id="28709" name="Text Box 37">
              <a:extLst>
                <a:ext uri="{FF2B5EF4-FFF2-40B4-BE49-F238E27FC236}">
                  <a16:creationId xmlns:a16="http://schemas.microsoft.com/office/drawing/2014/main" id="{BAD4627E-5946-4145-2E49-FB59A0A324D4}"/>
                </a:ext>
              </a:extLst>
            </p:cNvPr>
            <p:cNvSpPr txBox="1">
              <a:spLocks noChangeArrowheads="1"/>
            </p:cNvSpPr>
            <p:nvPr/>
          </p:nvSpPr>
          <p:spPr bwMode="auto">
            <a:xfrm>
              <a:off x="2209" y="1121"/>
              <a:ext cx="36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f</a:t>
              </a:r>
              <a:endParaRPr lang="ru-RU" altLang="en-US" sz="2000" b="0"/>
            </a:p>
          </p:txBody>
        </p:sp>
        <p:sp>
          <p:nvSpPr>
            <p:cNvPr id="28710" name="Text Box 40">
              <a:extLst>
                <a:ext uri="{FF2B5EF4-FFF2-40B4-BE49-F238E27FC236}">
                  <a16:creationId xmlns:a16="http://schemas.microsoft.com/office/drawing/2014/main" id="{6E4D0399-34A0-315F-A47E-49C35C2324DD}"/>
                </a:ext>
              </a:extLst>
            </p:cNvPr>
            <p:cNvSpPr txBox="1">
              <a:spLocks noChangeArrowheads="1"/>
            </p:cNvSpPr>
            <p:nvPr/>
          </p:nvSpPr>
          <p:spPr bwMode="auto">
            <a:xfrm>
              <a:off x="1854" y="2350"/>
              <a:ext cx="2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b="0">
                  <a:sym typeface="Symbol" panose="05050102010706020507" pitchFamily="18" charset="2"/>
                </a:rPr>
                <a:t> -</a:t>
              </a:r>
              <a:endParaRPr lang="ru-RU" altLang="en-US" sz="2000" b="0">
                <a:sym typeface="Symbol" panose="05050102010706020507" pitchFamily="18" charset="2"/>
              </a:endParaRPr>
            </a:p>
          </p:txBody>
        </p:sp>
        <p:sp>
          <p:nvSpPr>
            <p:cNvPr id="28711" name="Text Box 41">
              <a:extLst>
                <a:ext uri="{FF2B5EF4-FFF2-40B4-BE49-F238E27FC236}">
                  <a16:creationId xmlns:a16="http://schemas.microsoft.com/office/drawing/2014/main" id="{5EC3D70E-3CD4-873C-580E-5E5C0394887E}"/>
                </a:ext>
              </a:extLst>
            </p:cNvPr>
            <p:cNvSpPr txBox="1">
              <a:spLocks noChangeArrowheads="1"/>
            </p:cNvSpPr>
            <p:nvPr/>
          </p:nvSpPr>
          <p:spPr bwMode="auto">
            <a:xfrm>
              <a:off x="1119" y="1561"/>
              <a:ext cx="2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b="0">
                  <a:sym typeface="Symbol" panose="05050102010706020507" pitchFamily="18" charset="2"/>
                </a:rPr>
                <a:t>-</a:t>
              </a:r>
              <a:endParaRPr lang="ru-RU" altLang="en-US" sz="2000" b="0">
                <a:sym typeface="Symbol" panose="05050102010706020507" pitchFamily="18" charset="2"/>
              </a:endParaRPr>
            </a:p>
          </p:txBody>
        </p:sp>
        <p:sp>
          <p:nvSpPr>
            <p:cNvPr id="28712" name="Text Box 42">
              <a:extLst>
                <a:ext uri="{FF2B5EF4-FFF2-40B4-BE49-F238E27FC236}">
                  <a16:creationId xmlns:a16="http://schemas.microsoft.com/office/drawing/2014/main" id="{A93D88B8-C7B7-080C-5BBB-2C2772649F47}"/>
                </a:ext>
              </a:extLst>
            </p:cNvPr>
            <p:cNvSpPr txBox="1">
              <a:spLocks noChangeArrowheads="1"/>
            </p:cNvSpPr>
            <p:nvPr/>
          </p:nvSpPr>
          <p:spPr bwMode="auto">
            <a:xfrm>
              <a:off x="1527" y="2332"/>
              <a:ext cx="2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sym typeface="Symbol" panose="05050102010706020507" pitchFamily="18" charset="2"/>
                </a:rPr>
                <a:t>-</a:t>
              </a:r>
              <a:endParaRPr lang="ru-RU" altLang="en-US" sz="2000" b="0">
                <a:sym typeface="Symbol" panose="05050102010706020507" pitchFamily="18" charset="2"/>
              </a:endParaRPr>
            </a:p>
          </p:txBody>
        </p:sp>
        <p:sp>
          <p:nvSpPr>
            <p:cNvPr id="28713" name="Text Box 43">
              <a:extLst>
                <a:ext uri="{FF2B5EF4-FFF2-40B4-BE49-F238E27FC236}">
                  <a16:creationId xmlns:a16="http://schemas.microsoft.com/office/drawing/2014/main" id="{EEA4DCF2-8C3E-88C2-DF96-3CC14FE32FA4}"/>
                </a:ext>
              </a:extLst>
            </p:cNvPr>
            <p:cNvSpPr txBox="1">
              <a:spLocks noChangeArrowheads="1"/>
            </p:cNvSpPr>
            <p:nvPr/>
          </p:nvSpPr>
          <p:spPr bwMode="auto">
            <a:xfrm>
              <a:off x="1890" y="1969"/>
              <a:ext cx="2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sym typeface="Symbol" panose="05050102010706020507" pitchFamily="18" charset="2"/>
                </a:rPr>
                <a:t>1</a:t>
              </a:r>
              <a:endParaRPr lang="ru-RU" altLang="en-US" sz="2000" b="0">
                <a:sym typeface="Symbol" panose="05050102010706020507" pitchFamily="18" charset="2"/>
              </a:endParaRPr>
            </a:p>
          </p:txBody>
        </p:sp>
        <p:sp>
          <p:nvSpPr>
            <p:cNvPr id="28714" name="Text Box 48">
              <a:extLst>
                <a:ext uri="{FF2B5EF4-FFF2-40B4-BE49-F238E27FC236}">
                  <a16:creationId xmlns:a16="http://schemas.microsoft.com/office/drawing/2014/main" id="{077D0757-5F50-3024-F33E-BAA5809B5E78}"/>
                </a:ext>
              </a:extLst>
            </p:cNvPr>
            <p:cNvSpPr txBox="1">
              <a:spLocks noChangeArrowheads="1"/>
            </p:cNvSpPr>
            <p:nvPr/>
          </p:nvSpPr>
          <p:spPr bwMode="auto">
            <a:xfrm>
              <a:off x="1004" y="1058"/>
              <a:ext cx="31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P</a:t>
              </a:r>
              <a:r>
                <a:rPr lang="en-US" altLang="en-US" sz="2000" b="0" baseline="-25000"/>
                <a:t>1</a:t>
              </a:r>
              <a:endParaRPr lang="ru-RU" altLang="en-US" sz="2000" b="0"/>
            </a:p>
          </p:txBody>
        </p:sp>
        <p:sp>
          <p:nvSpPr>
            <p:cNvPr id="28715" name="Text Box 49">
              <a:extLst>
                <a:ext uri="{FF2B5EF4-FFF2-40B4-BE49-F238E27FC236}">
                  <a16:creationId xmlns:a16="http://schemas.microsoft.com/office/drawing/2014/main" id="{B248D4F4-7AA3-937C-C97A-9DEC572120DC}"/>
                </a:ext>
              </a:extLst>
            </p:cNvPr>
            <p:cNvSpPr txBox="1">
              <a:spLocks noChangeArrowheads="1"/>
            </p:cNvSpPr>
            <p:nvPr/>
          </p:nvSpPr>
          <p:spPr bwMode="auto">
            <a:xfrm>
              <a:off x="938" y="3235"/>
              <a:ext cx="31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P</a:t>
              </a:r>
              <a:r>
                <a:rPr lang="en-US" altLang="en-US" sz="2000" b="0" baseline="-25000"/>
                <a:t>2</a:t>
              </a:r>
              <a:endParaRPr lang="ru-RU" altLang="en-US" sz="2000" b="0"/>
            </a:p>
          </p:txBody>
        </p:sp>
        <p:sp>
          <p:nvSpPr>
            <p:cNvPr id="28716" name="Text Box 54">
              <a:extLst>
                <a:ext uri="{FF2B5EF4-FFF2-40B4-BE49-F238E27FC236}">
                  <a16:creationId xmlns:a16="http://schemas.microsoft.com/office/drawing/2014/main" id="{59A9C2E6-7CF1-F39A-B034-7FA9329673A5}"/>
                </a:ext>
              </a:extLst>
            </p:cNvPr>
            <p:cNvSpPr txBox="1">
              <a:spLocks noChangeArrowheads="1"/>
            </p:cNvSpPr>
            <p:nvPr/>
          </p:nvSpPr>
          <p:spPr bwMode="auto">
            <a:xfrm>
              <a:off x="711" y="1557"/>
              <a:ext cx="2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b="0">
                  <a:sym typeface="Symbol" panose="05050102010706020507" pitchFamily="18" charset="2"/>
                </a:rPr>
                <a:t>0</a:t>
              </a:r>
              <a:endParaRPr lang="ru-RU" altLang="en-US" sz="2000" b="0">
                <a:sym typeface="Symbol" panose="05050102010706020507" pitchFamily="18" charset="2"/>
              </a:endParaRPr>
            </a:p>
          </p:txBody>
        </p:sp>
        <p:sp>
          <p:nvSpPr>
            <p:cNvPr id="28717" name="Text Box 55">
              <a:extLst>
                <a:ext uri="{FF2B5EF4-FFF2-40B4-BE49-F238E27FC236}">
                  <a16:creationId xmlns:a16="http://schemas.microsoft.com/office/drawing/2014/main" id="{917D6EA5-2248-D708-B1AB-770FA822F5F6}"/>
                </a:ext>
              </a:extLst>
            </p:cNvPr>
            <p:cNvSpPr txBox="1">
              <a:spLocks noChangeArrowheads="1"/>
            </p:cNvSpPr>
            <p:nvPr/>
          </p:nvSpPr>
          <p:spPr bwMode="auto">
            <a:xfrm>
              <a:off x="1863" y="1566"/>
              <a:ext cx="2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b="0">
                  <a:sym typeface="Symbol" panose="05050102010706020507" pitchFamily="18" charset="2"/>
                </a:rPr>
                <a:t>0</a:t>
              </a:r>
              <a:endParaRPr lang="ru-RU" altLang="en-US" sz="2000" b="0">
                <a:sym typeface="Symbol" panose="05050102010706020507" pitchFamily="18" charset="2"/>
              </a:endParaRPr>
            </a:p>
          </p:txBody>
        </p:sp>
        <p:sp>
          <p:nvSpPr>
            <p:cNvPr id="28718" name="Text Box 56">
              <a:extLst>
                <a:ext uri="{FF2B5EF4-FFF2-40B4-BE49-F238E27FC236}">
                  <a16:creationId xmlns:a16="http://schemas.microsoft.com/office/drawing/2014/main" id="{EEB195F2-6390-BC9E-CC2E-01A92FFF4A25}"/>
                </a:ext>
              </a:extLst>
            </p:cNvPr>
            <p:cNvSpPr txBox="1">
              <a:spLocks noChangeArrowheads="1"/>
            </p:cNvSpPr>
            <p:nvPr/>
          </p:nvSpPr>
          <p:spPr bwMode="auto">
            <a:xfrm>
              <a:off x="1518" y="1575"/>
              <a:ext cx="2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sym typeface="Symbol" panose="05050102010706020507" pitchFamily="18" charset="2"/>
                </a:rPr>
                <a:t>1</a:t>
              </a:r>
              <a:endParaRPr lang="ru-RU" altLang="en-US" sz="2000" b="0">
                <a:sym typeface="Symbol" panose="05050102010706020507" pitchFamily="18" charset="2"/>
              </a:endParaRPr>
            </a:p>
          </p:txBody>
        </p:sp>
        <p:sp>
          <p:nvSpPr>
            <p:cNvPr id="28719" name="Text Box 57">
              <a:extLst>
                <a:ext uri="{FF2B5EF4-FFF2-40B4-BE49-F238E27FC236}">
                  <a16:creationId xmlns:a16="http://schemas.microsoft.com/office/drawing/2014/main" id="{C827519C-FDA9-2790-9511-D17AB072A7BC}"/>
                </a:ext>
              </a:extLst>
            </p:cNvPr>
            <p:cNvSpPr txBox="1">
              <a:spLocks noChangeArrowheads="1"/>
            </p:cNvSpPr>
            <p:nvPr/>
          </p:nvSpPr>
          <p:spPr bwMode="auto">
            <a:xfrm>
              <a:off x="1527" y="1965"/>
              <a:ext cx="2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b="0">
                  <a:sym typeface="Symbol" panose="05050102010706020507" pitchFamily="18" charset="2"/>
                </a:rPr>
                <a:t>0</a:t>
              </a:r>
              <a:endParaRPr lang="ru-RU" altLang="en-US" sz="2000" b="0">
                <a:sym typeface="Symbol" panose="05050102010706020507" pitchFamily="18" charset="2"/>
              </a:endParaRPr>
            </a:p>
          </p:txBody>
        </p:sp>
        <p:sp>
          <p:nvSpPr>
            <p:cNvPr id="28720" name="Text Box 58">
              <a:extLst>
                <a:ext uri="{FF2B5EF4-FFF2-40B4-BE49-F238E27FC236}">
                  <a16:creationId xmlns:a16="http://schemas.microsoft.com/office/drawing/2014/main" id="{51190FDC-EB57-3208-2C1F-2EF4C4AE8541}"/>
                </a:ext>
              </a:extLst>
            </p:cNvPr>
            <p:cNvSpPr txBox="1">
              <a:spLocks noChangeArrowheads="1"/>
            </p:cNvSpPr>
            <p:nvPr/>
          </p:nvSpPr>
          <p:spPr bwMode="auto">
            <a:xfrm>
              <a:off x="1119" y="1965"/>
              <a:ext cx="2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b="0">
                  <a:sym typeface="Symbol" panose="05050102010706020507" pitchFamily="18" charset="2"/>
                </a:rPr>
                <a:t>0</a:t>
              </a:r>
              <a:endParaRPr lang="ru-RU" altLang="en-US" sz="2000" b="0">
                <a:sym typeface="Symbol" panose="05050102010706020507" pitchFamily="18" charset="2"/>
              </a:endParaRPr>
            </a:p>
          </p:txBody>
        </p:sp>
        <p:sp>
          <p:nvSpPr>
            <p:cNvPr id="28721" name="Text Box 59">
              <a:extLst>
                <a:ext uri="{FF2B5EF4-FFF2-40B4-BE49-F238E27FC236}">
                  <a16:creationId xmlns:a16="http://schemas.microsoft.com/office/drawing/2014/main" id="{694C9E73-407B-DE53-4CF0-1B4C025B8A32}"/>
                </a:ext>
              </a:extLst>
            </p:cNvPr>
            <p:cNvSpPr txBox="1">
              <a:spLocks noChangeArrowheads="1"/>
            </p:cNvSpPr>
            <p:nvPr/>
          </p:nvSpPr>
          <p:spPr bwMode="auto">
            <a:xfrm>
              <a:off x="711" y="1965"/>
              <a:ext cx="2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b="0">
                  <a:sym typeface="Symbol" panose="05050102010706020507" pitchFamily="18" charset="2"/>
                </a:rPr>
                <a:t>0</a:t>
              </a:r>
              <a:endParaRPr lang="ru-RU" altLang="en-US" sz="2000" b="0">
                <a:sym typeface="Symbol" panose="05050102010706020507" pitchFamily="18" charset="2"/>
              </a:endParaRPr>
            </a:p>
          </p:txBody>
        </p:sp>
        <p:sp>
          <p:nvSpPr>
            <p:cNvPr id="28722" name="Text Box 60">
              <a:extLst>
                <a:ext uri="{FF2B5EF4-FFF2-40B4-BE49-F238E27FC236}">
                  <a16:creationId xmlns:a16="http://schemas.microsoft.com/office/drawing/2014/main" id="{B947E73D-CB3C-532C-AC85-58C3B80560A0}"/>
                </a:ext>
              </a:extLst>
            </p:cNvPr>
            <p:cNvSpPr txBox="1">
              <a:spLocks noChangeArrowheads="1"/>
            </p:cNvSpPr>
            <p:nvPr/>
          </p:nvSpPr>
          <p:spPr bwMode="auto">
            <a:xfrm>
              <a:off x="1890" y="2718"/>
              <a:ext cx="2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b="0">
                  <a:sym typeface="Symbol" panose="05050102010706020507" pitchFamily="18" charset="2"/>
                </a:rPr>
                <a:t>0</a:t>
              </a:r>
              <a:endParaRPr lang="ru-RU" altLang="en-US" sz="2000" b="0">
                <a:sym typeface="Symbol" panose="05050102010706020507" pitchFamily="18" charset="2"/>
              </a:endParaRPr>
            </a:p>
          </p:txBody>
        </p:sp>
        <p:sp>
          <p:nvSpPr>
            <p:cNvPr id="28723" name="Text Box 61">
              <a:extLst>
                <a:ext uri="{FF2B5EF4-FFF2-40B4-BE49-F238E27FC236}">
                  <a16:creationId xmlns:a16="http://schemas.microsoft.com/office/drawing/2014/main" id="{16542B30-6DF5-477F-37A3-795E34ED5A25}"/>
                </a:ext>
              </a:extLst>
            </p:cNvPr>
            <p:cNvSpPr txBox="1">
              <a:spLocks noChangeArrowheads="1"/>
            </p:cNvSpPr>
            <p:nvPr/>
          </p:nvSpPr>
          <p:spPr bwMode="auto">
            <a:xfrm>
              <a:off x="756" y="2727"/>
              <a:ext cx="2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b="0">
                  <a:sym typeface="Symbol" panose="05050102010706020507" pitchFamily="18" charset="2"/>
                </a:rPr>
                <a:t>0</a:t>
              </a:r>
              <a:endParaRPr lang="ru-RU" altLang="en-US" sz="2000" b="0">
                <a:sym typeface="Symbol" panose="05050102010706020507" pitchFamily="18" charset="2"/>
              </a:endParaRPr>
            </a:p>
          </p:txBody>
        </p:sp>
        <p:sp>
          <p:nvSpPr>
            <p:cNvPr id="28724" name="AutoShape 62">
              <a:extLst>
                <a:ext uri="{FF2B5EF4-FFF2-40B4-BE49-F238E27FC236}">
                  <a16:creationId xmlns:a16="http://schemas.microsoft.com/office/drawing/2014/main" id="{BAAE8BAA-A661-BC3F-8785-C685E2CC359D}"/>
                </a:ext>
              </a:extLst>
            </p:cNvPr>
            <p:cNvSpPr>
              <a:spLocks noChangeArrowheads="1"/>
            </p:cNvSpPr>
            <p:nvPr/>
          </p:nvSpPr>
          <p:spPr bwMode="auto">
            <a:xfrm>
              <a:off x="748" y="1584"/>
              <a:ext cx="643" cy="635"/>
            </a:xfrm>
            <a:prstGeom prst="roundRect">
              <a:avLst>
                <a:gd name="adj" fmla="val 16667"/>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p>
          </p:txBody>
        </p:sp>
        <p:sp>
          <p:nvSpPr>
            <p:cNvPr id="28725" name="AutoShape 64">
              <a:extLst>
                <a:ext uri="{FF2B5EF4-FFF2-40B4-BE49-F238E27FC236}">
                  <a16:creationId xmlns:a16="http://schemas.microsoft.com/office/drawing/2014/main" id="{99271845-F595-3881-E1EE-164AFB9E0A60}"/>
                </a:ext>
              </a:extLst>
            </p:cNvPr>
            <p:cNvSpPr>
              <a:spLocks noChangeArrowheads="1"/>
            </p:cNvSpPr>
            <p:nvPr/>
          </p:nvSpPr>
          <p:spPr bwMode="auto">
            <a:xfrm rot="5400000">
              <a:off x="1297" y="1761"/>
              <a:ext cx="317" cy="635"/>
            </a:xfrm>
            <a:prstGeom prst="roundRect">
              <a:avLst>
                <a:gd name="adj" fmla="val 16667"/>
              </a:avLst>
            </a:prstGeom>
            <a:noFill/>
            <a:ln w="31750">
              <a:solidFill>
                <a:srgbClr val="0099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solidFill>
                  <a:srgbClr val="0099FF"/>
                </a:solidFill>
              </a:endParaRPr>
            </a:p>
          </p:txBody>
        </p:sp>
        <p:sp>
          <p:nvSpPr>
            <p:cNvPr id="28726" name="Freeform 66">
              <a:extLst>
                <a:ext uri="{FF2B5EF4-FFF2-40B4-BE49-F238E27FC236}">
                  <a16:creationId xmlns:a16="http://schemas.microsoft.com/office/drawing/2014/main" id="{30F36F86-E98A-6ABA-7EE5-11353542A40C}"/>
                </a:ext>
              </a:extLst>
            </p:cNvPr>
            <p:cNvSpPr>
              <a:spLocks/>
            </p:cNvSpPr>
            <p:nvPr/>
          </p:nvSpPr>
          <p:spPr bwMode="auto">
            <a:xfrm>
              <a:off x="1872" y="1421"/>
              <a:ext cx="435" cy="443"/>
            </a:xfrm>
            <a:custGeom>
              <a:avLst/>
              <a:gdLst>
                <a:gd name="T0" fmla="*/ 4013007 w 544"/>
                <a:gd name="T1" fmla="*/ 0 h 362"/>
                <a:gd name="T2" fmla="*/ 662698 w 544"/>
                <a:gd name="T3" fmla="*/ 2147483646 h 362"/>
                <a:gd name="T4" fmla="*/ 8007584 w 544"/>
                <a:gd name="T5" fmla="*/ 2147483646 h 362"/>
                <a:gd name="T6" fmla="*/ 0 60000 65536"/>
                <a:gd name="T7" fmla="*/ 0 60000 65536"/>
                <a:gd name="T8" fmla="*/ 0 60000 65536"/>
                <a:gd name="T9" fmla="*/ 0 w 544"/>
                <a:gd name="T10" fmla="*/ 0 h 362"/>
                <a:gd name="T11" fmla="*/ 544 w 544"/>
                <a:gd name="T12" fmla="*/ 362 h 362"/>
              </a:gdLst>
              <a:ahLst/>
              <a:cxnLst>
                <a:cxn ang="T6">
                  <a:pos x="T0" y="T1"/>
                </a:cxn>
                <a:cxn ang="T7">
                  <a:pos x="T2" y="T3"/>
                </a:cxn>
                <a:cxn ang="T8">
                  <a:pos x="T4" y="T5"/>
                </a:cxn>
              </a:cxnLst>
              <a:rect l="T9" t="T10" r="T11" b="T12"/>
              <a:pathLst>
                <a:path w="544" h="362">
                  <a:moveTo>
                    <a:pt x="272" y="0"/>
                  </a:moveTo>
                  <a:cubicBezTo>
                    <a:pt x="136" y="136"/>
                    <a:pt x="0" y="272"/>
                    <a:pt x="45" y="317"/>
                  </a:cubicBezTo>
                  <a:cubicBezTo>
                    <a:pt x="90" y="362"/>
                    <a:pt x="317" y="317"/>
                    <a:pt x="544" y="272"/>
                  </a:cubicBezTo>
                </a:path>
              </a:pathLst>
            </a:custGeom>
            <a:noFill/>
            <a:ln w="317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27" name="Freeform 67">
              <a:extLst>
                <a:ext uri="{FF2B5EF4-FFF2-40B4-BE49-F238E27FC236}">
                  <a16:creationId xmlns:a16="http://schemas.microsoft.com/office/drawing/2014/main" id="{28CC205D-5EFD-16A4-8DB9-24F3ACEA2438}"/>
                </a:ext>
              </a:extLst>
            </p:cNvPr>
            <p:cNvSpPr>
              <a:spLocks/>
            </p:cNvSpPr>
            <p:nvPr/>
          </p:nvSpPr>
          <p:spPr bwMode="auto">
            <a:xfrm rot="9969345">
              <a:off x="619" y="2722"/>
              <a:ext cx="480" cy="443"/>
            </a:xfrm>
            <a:custGeom>
              <a:avLst/>
              <a:gdLst>
                <a:gd name="T0" fmla="*/ 38527149 w 544"/>
                <a:gd name="T1" fmla="*/ 0 h 362"/>
                <a:gd name="T2" fmla="*/ 6421151 w 544"/>
                <a:gd name="T3" fmla="*/ 2147483646 h 362"/>
                <a:gd name="T4" fmla="*/ 77054298 w 544"/>
                <a:gd name="T5" fmla="*/ 2147483646 h 362"/>
                <a:gd name="T6" fmla="*/ 0 60000 65536"/>
                <a:gd name="T7" fmla="*/ 0 60000 65536"/>
                <a:gd name="T8" fmla="*/ 0 60000 65536"/>
                <a:gd name="T9" fmla="*/ 0 w 544"/>
                <a:gd name="T10" fmla="*/ 0 h 362"/>
                <a:gd name="T11" fmla="*/ 544 w 544"/>
                <a:gd name="T12" fmla="*/ 362 h 362"/>
              </a:gdLst>
              <a:ahLst/>
              <a:cxnLst>
                <a:cxn ang="T6">
                  <a:pos x="T0" y="T1"/>
                </a:cxn>
                <a:cxn ang="T7">
                  <a:pos x="T2" y="T3"/>
                </a:cxn>
                <a:cxn ang="T8">
                  <a:pos x="T4" y="T5"/>
                </a:cxn>
              </a:cxnLst>
              <a:rect l="T9" t="T10" r="T11" b="T12"/>
              <a:pathLst>
                <a:path w="544" h="362">
                  <a:moveTo>
                    <a:pt x="272" y="0"/>
                  </a:moveTo>
                  <a:cubicBezTo>
                    <a:pt x="136" y="136"/>
                    <a:pt x="0" y="272"/>
                    <a:pt x="45" y="317"/>
                  </a:cubicBezTo>
                  <a:cubicBezTo>
                    <a:pt x="90" y="362"/>
                    <a:pt x="317" y="317"/>
                    <a:pt x="544" y="272"/>
                  </a:cubicBezTo>
                </a:path>
              </a:pathLst>
            </a:custGeom>
            <a:noFill/>
            <a:ln w="31750">
              <a:solidFill>
                <a:srgbClr val="FF0000"/>
              </a:solidFill>
              <a:round/>
              <a:headEnd/>
              <a:tailEnd/>
            </a:ln>
            <a:extLst>
              <a:ext uri="{909E8E84-426E-40DD-AFC4-6F175D3DCCD1}">
                <a14:hiddenFill xmlns:a14="http://schemas.microsoft.com/office/drawing/2010/main">
                  <a:solidFill>
                    <a:srgbClr val="FFFFFF"/>
                  </a:solidFill>
                </a14:hiddenFill>
              </a:ext>
            </a:extLst>
          </p:spPr>
          <p:txBody>
            <a:bodyPr rot="10800000"/>
            <a:lstStyle/>
            <a:p>
              <a:endParaRPr lang="en-US"/>
            </a:p>
          </p:txBody>
        </p:sp>
        <p:sp>
          <p:nvSpPr>
            <p:cNvPr id="28728" name="Freeform 69">
              <a:extLst>
                <a:ext uri="{FF2B5EF4-FFF2-40B4-BE49-F238E27FC236}">
                  <a16:creationId xmlns:a16="http://schemas.microsoft.com/office/drawing/2014/main" id="{6513D662-2144-445D-2DF3-79953A459ABA}"/>
                </a:ext>
              </a:extLst>
            </p:cNvPr>
            <p:cNvSpPr>
              <a:spLocks/>
            </p:cNvSpPr>
            <p:nvPr/>
          </p:nvSpPr>
          <p:spPr bwMode="auto">
            <a:xfrm rot="3267740">
              <a:off x="1943" y="2617"/>
              <a:ext cx="427" cy="444"/>
            </a:xfrm>
            <a:custGeom>
              <a:avLst/>
              <a:gdLst>
                <a:gd name="T0" fmla="*/ 2618636 w 544"/>
                <a:gd name="T1" fmla="*/ 0 h 362"/>
                <a:gd name="T2" fmla="*/ 428278 w 544"/>
                <a:gd name="T3" fmla="*/ 2147483646 h 362"/>
                <a:gd name="T4" fmla="*/ 5225027 w 544"/>
                <a:gd name="T5" fmla="*/ 2147483646 h 362"/>
                <a:gd name="T6" fmla="*/ 0 60000 65536"/>
                <a:gd name="T7" fmla="*/ 0 60000 65536"/>
                <a:gd name="T8" fmla="*/ 0 60000 65536"/>
                <a:gd name="T9" fmla="*/ 0 w 544"/>
                <a:gd name="T10" fmla="*/ 0 h 362"/>
                <a:gd name="T11" fmla="*/ 544 w 544"/>
                <a:gd name="T12" fmla="*/ 362 h 362"/>
              </a:gdLst>
              <a:ahLst/>
              <a:cxnLst>
                <a:cxn ang="T6">
                  <a:pos x="T0" y="T1"/>
                </a:cxn>
                <a:cxn ang="T7">
                  <a:pos x="T2" y="T3"/>
                </a:cxn>
                <a:cxn ang="T8">
                  <a:pos x="T4" y="T5"/>
                </a:cxn>
              </a:cxnLst>
              <a:rect l="T9" t="T10" r="T11" b="T12"/>
              <a:pathLst>
                <a:path w="544" h="362">
                  <a:moveTo>
                    <a:pt x="272" y="0"/>
                  </a:moveTo>
                  <a:cubicBezTo>
                    <a:pt x="136" y="136"/>
                    <a:pt x="0" y="272"/>
                    <a:pt x="45" y="317"/>
                  </a:cubicBezTo>
                  <a:cubicBezTo>
                    <a:pt x="90" y="362"/>
                    <a:pt x="317" y="317"/>
                    <a:pt x="544" y="272"/>
                  </a:cubicBezTo>
                </a:path>
              </a:pathLst>
            </a:custGeom>
            <a:noFill/>
            <a:ln w="317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29" name="Freeform 70">
              <a:extLst>
                <a:ext uri="{FF2B5EF4-FFF2-40B4-BE49-F238E27FC236}">
                  <a16:creationId xmlns:a16="http://schemas.microsoft.com/office/drawing/2014/main" id="{EFADEE2A-A75E-5E53-45D5-A1B4AC2FB34A}"/>
                </a:ext>
              </a:extLst>
            </p:cNvPr>
            <p:cNvSpPr>
              <a:spLocks/>
            </p:cNvSpPr>
            <p:nvPr/>
          </p:nvSpPr>
          <p:spPr bwMode="auto">
            <a:xfrm rot="-5881456">
              <a:off x="569" y="1439"/>
              <a:ext cx="427" cy="444"/>
            </a:xfrm>
            <a:custGeom>
              <a:avLst/>
              <a:gdLst>
                <a:gd name="T0" fmla="*/ 2618636 w 544"/>
                <a:gd name="T1" fmla="*/ 0 h 362"/>
                <a:gd name="T2" fmla="*/ 428278 w 544"/>
                <a:gd name="T3" fmla="*/ 2147483646 h 362"/>
                <a:gd name="T4" fmla="*/ 5225027 w 544"/>
                <a:gd name="T5" fmla="*/ 2147483646 h 362"/>
                <a:gd name="T6" fmla="*/ 0 60000 65536"/>
                <a:gd name="T7" fmla="*/ 0 60000 65536"/>
                <a:gd name="T8" fmla="*/ 0 60000 65536"/>
                <a:gd name="T9" fmla="*/ 0 w 544"/>
                <a:gd name="T10" fmla="*/ 0 h 362"/>
                <a:gd name="T11" fmla="*/ 544 w 544"/>
                <a:gd name="T12" fmla="*/ 362 h 362"/>
              </a:gdLst>
              <a:ahLst/>
              <a:cxnLst>
                <a:cxn ang="T6">
                  <a:pos x="T0" y="T1"/>
                </a:cxn>
                <a:cxn ang="T7">
                  <a:pos x="T2" y="T3"/>
                </a:cxn>
                <a:cxn ang="T8">
                  <a:pos x="T4" y="T5"/>
                </a:cxn>
              </a:cxnLst>
              <a:rect l="T9" t="T10" r="T11" b="T12"/>
              <a:pathLst>
                <a:path w="544" h="362">
                  <a:moveTo>
                    <a:pt x="272" y="0"/>
                  </a:moveTo>
                  <a:cubicBezTo>
                    <a:pt x="136" y="136"/>
                    <a:pt x="0" y="272"/>
                    <a:pt x="45" y="317"/>
                  </a:cubicBezTo>
                  <a:cubicBezTo>
                    <a:pt x="90" y="362"/>
                    <a:pt x="317" y="317"/>
                    <a:pt x="544" y="272"/>
                  </a:cubicBezTo>
                </a:path>
              </a:pathLst>
            </a:custGeom>
            <a:noFill/>
            <a:ln w="31750">
              <a:solidFill>
                <a:srgbClr val="FF0000"/>
              </a:solidFill>
              <a:round/>
              <a:headEnd/>
              <a:tailEnd/>
            </a:ln>
            <a:extLst>
              <a:ext uri="{909E8E84-426E-40DD-AFC4-6F175D3DCCD1}">
                <a14:hiddenFill xmlns:a14="http://schemas.microsoft.com/office/drawing/2010/main">
                  <a:solidFill>
                    <a:srgbClr val="FFFFFF"/>
                  </a:solidFill>
                </a14:hiddenFill>
              </a:ext>
            </a:extLst>
          </p:spPr>
          <p:txBody>
            <a:bodyPr rot="10800000"/>
            <a:lstStyle/>
            <a:p>
              <a:endParaRPr lang="en-US"/>
            </a:p>
          </p:txBody>
        </p:sp>
        <p:sp>
          <p:nvSpPr>
            <p:cNvPr id="28730" name="Text Box 72">
              <a:extLst>
                <a:ext uri="{FF2B5EF4-FFF2-40B4-BE49-F238E27FC236}">
                  <a16:creationId xmlns:a16="http://schemas.microsoft.com/office/drawing/2014/main" id="{B89DD9B3-7934-5A2C-D6EC-373A62B5C412}"/>
                </a:ext>
              </a:extLst>
            </p:cNvPr>
            <p:cNvSpPr txBox="1">
              <a:spLocks noChangeArrowheads="1"/>
            </p:cNvSpPr>
            <p:nvPr/>
          </p:nvSpPr>
          <p:spPr bwMode="auto">
            <a:xfrm>
              <a:off x="2344" y="1330"/>
              <a:ext cx="31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P</a:t>
              </a:r>
              <a:r>
                <a:rPr lang="en-US" altLang="en-US" sz="2000" b="0" baseline="-25000"/>
                <a:t>2</a:t>
              </a:r>
              <a:endParaRPr lang="ru-RU" altLang="en-US" sz="2000" b="0"/>
            </a:p>
          </p:txBody>
        </p:sp>
        <p:sp>
          <p:nvSpPr>
            <p:cNvPr id="28731" name="Line 73">
              <a:extLst>
                <a:ext uri="{FF2B5EF4-FFF2-40B4-BE49-F238E27FC236}">
                  <a16:creationId xmlns:a16="http://schemas.microsoft.com/office/drawing/2014/main" id="{35976DD4-47E9-B067-2589-CE6163653A5D}"/>
                </a:ext>
              </a:extLst>
            </p:cNvPr>
            <p:cNvSpPr>
              <a:spLocks noChangeShapeType="1"/>
            </p:cNvSpPr>
            <p:nvPr/>
          </p:nvSpPr>
          <p:spPr bwMode="auto">
            <a:xfrm flipH="1" flipV="1">
              <a:off x="1119" y="1240"/>
              <a:ext cx="91" cy="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2" name="Line 74">
              <a:extLst>
                <a:ext uri="{FF2B5EF4-FFF2-40B4-BE49-F238E27FC236}">
                  <a16:creationId xmlns:a16="http://schemas.microsoft.com/office/drawing/2014/main" id="{D32DFB2B-6CE0-5AD3-45F9-F89E48DAC475}"/>
                </a:ext>
              </a:extLst>
            </p:cNvPr>
            <p:cNvSpPr>
              <a:spLocks noChangeShapeType="1"/>
            </p:cNvSpPr>
            <p:nvPr/>
          </p:nvSpPr>
          <p:spPr bwMode="auto">
            <a:xfrm flipV="1">
              <a:off x="2117" y="1512"/>
              <a:ext cx="227"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3" name="Text Box 75">
              <a:extLst>
                <a:ext uri="{FF2B5EF4-FFF2-40B4-BE49-F238E27FC236}">
                  <a16:creationId xmlns:a16="http://schemas.microsoft.com/office/drawing/2014/main" id="{D528F9D8-700F-AF68-AA02-868957DB481E}"/>
                </a:ext>
              </a:extLst>
            </p:cNvPr>
            <p:cNvSpPr txBox="1">
              <a:spLocks noChangeArrowheads="1"/>
            </p:cNvSpPr>
            <p:nvPr/>
          </p:nvSpPr>
          <p:spPr bwMode="auto">
            <a:xfrm>
              <a:off x="2344" y="3054"/>
              <a:ext cx="31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P</a:t>
              </a:r>
              <a:r>
                <a:rPr lang="en-US" altLang="en-US" sz="2000" b="0" baseline="-25000"/>
                <a:t>2</a:t>
              </a:r>
              <a:endParaRPr lang="ru-RU" altLang="en-US" sz="2000" b="0"/>
            </a:p>
          </p:txBody>
        </p:sp>
        <p:sp>
          <p:nvSpPr>
            <p:cNvPr id="28734" name="Line 76">
              <a:extLst>
                <a:ext uri="{FF2B5EF4-FFF2-40B4-BE49-F238E27FC236}">
                  <a16:creationId xmlns:a16="http://schemas.microsoft.com/office/drawing/2014/main" id="{966E0D65-DC42-0BEF-A717-640AA6ED6E62}"/>
                </a:ext>
              </a:extLst>
            </p:cNvPr>
            <p:cNvSpPr>
              <a:spLocks noChangeShapeType="1"/>
            </p:cNvSpPr>
            <p:nvPr/>
          </p:nvSpPr>
          <p:spPr bwMode="auto">
            <a:xfrm>
              <a:off x="2117" y="2872"/>
              <a:ext cx="272"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5" name="Text Box 77">
              <a:extLst>
                <a:ext uri="{FF2B5EF4-FFF2-40B4-BE49-F238E27FC236}">
                  <a16:creationId xmlns:a16="http://schemas.microsoft.com/office/drawing/2014/main" id="{97C06963-81EF-C3FA-2E01-901901ABCB73}"/>
                </a:ext>
              </a:extLst>
            </p:cNvPr>
            <p:cNvSpPr txBox="1">
              <a:spLocks noChangeArrowheads="1"/>
            </p:cNvSpPr>
            <p:nvPr/>
          </p:nvSpPr>
          <p:spPr bwMode="auto">
            <a:xfrm>
              <a:off x="303" y="3090"/>
              <a:ext cx="31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P</a:t>
              </a:r>
              <a:r>
                <a:rPr lang="en-US" altLang="en-US" sz="2000" b="0" baseline="-25000"/>
                <a:t>2</a:t>
              </a:r>
              <a:endParaRPr lang="ru-RU" altLang="en-US" sz="2000" b="0"/>
            </a:p>
          </p:txBody>
        </p:sp>
        <p:sp>
          <p:nvSpPr>
            <p:cNvPr id="28736" name="Line 78">
              <a:extLst>
                <a:ext uri="{FF2B5EF4-FFF2-40B4-BE49-F238E27FC236}">
                  <a16:creationId xmlns:a16="http://schemas.microsoft.com/office/drawing/2014/main" id="{A37E5F7D-E91C-6971-D645-F2A64D32A563}"/>
                </a:ext>
              </a:extLst>
            </p:cNvPr>
            <p:cNvSpPr>
              <a:spLocks noChangeShapeType="1"/>
            </p:cNvSpPr>
            <p:nvPr/>
          </p:nvSpPr>
          <p:spPr bwMode="auto">
            <a:xfrm flipV="1">
              <a:off x="529" y="2872"/>
              <a:ext cx="273"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7" name="Text Box 79">
              <a:extLst>
                <a:ext uri="{FF2B5EF4-FFF2-40B4-BE49-F238E27FC236}">
                  <a16:creationId xmlns:a16="http://schemas.microsoft.com/office/drawing/2014/main" id="{4AD4DB7B-4264-0F76-BD71-4F7E1BB02676}"/>
                </a:ext>
              </a:extLst>
            </p:cNvPr>
            <p:cNvSpPr txBox="1">
              <a:spLocks noChangeArrowheads="1"/>
            </p:cNvSpPr>
            <p:nvPr/>
          </p:nvSpPr>
          <p:spPr bwMode="auto">
            <a:xfrm>
              <a:off x="2430" y="1884"/>
              <a:ext cx="31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P</a:t>
              </a:r>
              <a:r>
                <a:rPr lang="en-US" altLang="en-US" sz="2000" b="0" baseline="-25000"/>
                <a:t>3</a:t>
              </a:r>
              <a:endParaRPr lang="ru-RU" altLang="en-US" sz="2000" b="0"/>
            </a:p>
          </p:txBody>
        </p:sp>
        <p:sp>
          <p:nvSpPr>
            <p:cNvPr id="28738" name="Line 81">
              <a:extLst>
                <a:ext uri="{FF2B5EF4-FFF2-40B4-BE49-F238E27FC236}">
                  <a16:creationId xmlns:a16="http://schemas.microsoft.com/office/drawing/2014/main" id="{6FF3349F-7C00-E4AD-82AA-591CAB611CED}"/>
                </a:ext>
              </a:extLst>
            </p:cNvPr>
            <p:cNvSpPr>
              <a:spLocks noChangeShapeType="1"/>
            </p:cNvSpPr>
            <p:nvPr/>
          </p:nvSpPr>
          <p:spPr bwMode="auto">
            <a:xfrm flipV="1">
              <a:off x="321" y="1774"/>
              <a:ext cx="363"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9" name="Line 82">
              <a:extLst>
                <a:ext uri="{FF2B5EF4-FFF2-40B4-BE49-F238E27FC236}">
                  <a16:creationId xmlns:a16="http://schemas.microsoft.com/office/drawing/2014/main" id="{59BC8447-EEDB-4210-5606-CB6B73624F08}"/>
                </a:ext>
              </a:extLst>
            </p:cNvPr>
            <p:cNvSpPr>
              <a:spLocks noChangeShapeType="1"/>
            </p:cNvSpPr>
            <p:nvPr/>
          </p:nvSpPr>
          <p:spPr bwMode="auto">
            <a:xfrm>
              <a:off x="1754" y="2011"/>
              <a:ext cx="7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0" name="Text Box 29">
              <a:extLst>
                <a:ext uri="{FF2B5EF4-FFF2-40B4-BE49-F238E27FC236}">
                  <a16:creationId xmlns:a16="http://schemas.microsoft.com/office/drawing/2014/main" id="{926A0AE2-6F21-D910-CA6F-1B2D8209C8F2}"/>
                </a:ext>
              </a:extLst>
            </p:cNvPr>
            <p:cNvSpPr txBox="1">
              <a:spLocks noChangeArrowheads="1"/>
            </p:cNvSpPr>
            <p:nvPr/>
          </p:nvSpPr>
          <p:spPr bwMode="auto">
            <a:xfrm>
              <a:off x="2378" y="2192"/>
              <a:ext cx="31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x</a:t>
              </a:r>
              <a:r>
                <a:rPr lang="en-US" altLang="en-US" sz="2000" b="0" baseline="-25000"/>
                <a:t>2</a:t>
              </a:r>
              <a:endParaRPr lang="ru-RU" altLang="en-US" sz="2000" b="0"/>
            </a:p>
          </p:txBody>
        </p:sp>
      </p:grpSp>
      <p:sp>
        <p:nvSpPr>
          <p:cNvPr id="28676" name="Text Box 84">
            <a:extLst>
              <a:ext uri="{FF2B5EF4-FFF2-40B4-BE49-F238E27FC236}">
                <a16:creationId xmlns:a16="http://schemas.microsoft.com/office/drawing/2014/main" id="{8F439A9C-9CAD-51B5-5DCC-6182C5C1CE90}"/>
              </a:ext>
            </a:extLst>
          </p:cNvPr>
          <p:cNvSpPr txBox="1">
            <a:spLocks noChangeArrowheads="1"/>
          </p:cNvSpPr>
          <p:nvPr/>
        </p:nvSpPr>
        <p:spPr bwMode="auto">
          <a:xfrm>
            <a:off x="6511925" y="2097088"/>
            <a:ext cx="4097338" cy="355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Define primes for </a:t>
            </a:r>
            <a:r>
              <a:rPr lang="en-US" altLang="en-US" sz="2000" b="0">
                <a:sym typeface="Symbol" panose="05050102010706020507" pitchFamily="18" charset="2"/>
              </a:rPr>
              <a:t></a:t>
            </a:r>
            <a:r>
              <a:rPr lang="ru-RU" altLang="en-US" sz="2000" b="0"/>
              <a:t>f :</a:t>
            </a:r>
          </a:p>
          <a:p>
            <a:pPr eaLnBrk="1" hangingPunct="1"/>
            <a:r>
              <a:rPr lang="ru-RU" altLang="en-US" sz="2000" b="0"/>
              <a:t>P</a:t>
            </a:r>
            <a:r>
              <a:rPr lang="ru-RU" altLang="en-US" sz="2000" b="0" baseline="-25000"/>
              <a:t>1</a:t>
            </a:r>
            <a:r>
              <a:rPr lang="ru-RU" altLang="en-US" sz="2000" b="0"/>
              <a:t>=</a:t>
            </a:r>
            <a:r>
              <a:rPr lang="ru-RU" altLang="en-US" sz="2000" b="0">
                <a:sym typeface="Symbol" panose="05050102010706020507" pitchFamily="18" charset="2"/>
              </a:rPr>
              <a:t></a:t>
            </a:r>
            <a:r>
              <a:rPr lang="ru-RU" altLang="en-US" sz="2000" b="0"/>
              <a:t>x</a:t>
            </a:r>
            <a:r>
              <a:rPr lang="ru-RU" altLang="en-US" sz="2000" b="0" baseline="-25000"/>
              <a:t>1</a:t>
            </a:r>
            <a:r>
              <a:rPr lang="ru-RU" altLang="en-US" sz="2000" b="0">
                <a:sym typeface="Symbol" panose="05050102010706020507" pitchFamily="18" charset="2"/>
              </a:rPr>
              <a:t>x</a:t>
            </a:r>
            <a:r>
              <a:rPr lang="ru-RU" altLang="en-US" sz="2000" b="0" baseline="-25000">
                <a:sym typeface="Symbol" panose="05050102010706020507" pitchFamily="18" charset="2"/>
              </a:rPr>
              <a:t>3</a:t>
            </a:r>
            <a:endParaRPr lang="ru-RU" altLang="en-US" sz="2000" b="0"/>
          </a:p>
          <a:p>
            <a:pPr eaLnBrk="1" hangingPunct="1"/>
            <a:r>
              <a:rPr lang="ru-RU" altLang="en-US" sz="2000" b="0"/>
              <a:t>P</a:t>
            </a:r>
            <a:r>
              <a:rPr lang="ru-RU" altLang="en-US" sz="2000" b="0" baseline="-25000"/>
              <a:t>2</a:t>
            </a:r>
            <a:r>
              <a:rPr lang="ru-RU" altLang="en-US" sz="2000" b="0"/>
              <a:t>=</a:t>
            </a:r>
            <a:r>
              <a:rPr lang="ru-RU" altLang="en-US" sz="2000" b="0">
                <a:sym typeface="Symbol" panose="05050102010706020507" pitchFamily="18" charset="2"/>
              </a:rPr>
              <a:t></a:t>
            </a:r>
            <a:r>
              <a:rPr lang="ru-RU" altLang="en-US" sz="2000" b="0"/>
              <a:t>x</a:t>
            </a:r>
            <a:r>
              <a:rPr lang="ru-RU" altLang="en-US" sz="2000" b="0" baseline="-25000"/>
              <a:t>2</a:t>
            </a:r>
            <a:r>
              <a:rPr lang="ru-RU" altLang="en-US" sz="2000" b="0">
                <a:sym typeface="Symbol" panose="05050102010706020507" pitchFamily="18" charset="2"/>
              </a:rPr>
              <a:t>x</a:t>
            </a:r>
            <a:r>
              <a:rPr lang="ru-RU" altLang="en-US" sz="2000" b="0" baseline="-25000">
                <a:sym typeface="Symbol" panose="05050102010706020507" pitchFamily="18" charset="2"/>
              </a:rPr>
              <a:t>4</a:t>
            </a:r>
            <a:r>
              <a:rPr lang="en-US" altLang="en-US" sz="2000" b="0"/>
              <a:t> </a:t>
            </a:r>
            <a:endParaRPr lang="ru-RU" altLang="en-US" sz="2000" b="0"/>
          </a:p>
          <a:p>
            <a:pPr eaLnBrk="1" hangingPunct="1"/>
            <a:r>
              <a:rPr lang="ru-RU" altLang="en-US" sz="2000" b="0"/>
              <a:t>P</a:t>
            </a:r>
            <a:r>
              <a:rPr lang="ru-RU" altLang="en-US" sz="2000" b="0" baseline="-25000"/>
              <a:t>3</a:t>
            </a:r>
            <a:r>
              <a:rPr lang="ru-RU" altLang="en-US" sz="2000" b="0"/>
              <a:t>=</a:t>
            </a:r>
            <a:r>
              <a:rPr lang="ru-RU" altLang="en-US" sz="2000" b="0">
                <a:sym typeface="Symbol" panose="05050102010706020507" pitchFamily="18" charset="2"/>
              </a:rPr>
              <a:t></a:t>
            </a:r>
            <a:r>
              <a:rPr lang="ru-RU" altLang="en-US" sz="2000" b="0"/>
              <a:t>x</a:t>
            </a:r>
            <a:r>
              <a:rPr lang="ru-RU" altLang="en-US" sz="2000" b="0" baseline="-25000"/>
              <a:t>1</a:t>
            </a:r>
            <a:r>
              <a:rPr lang="ru-RU" altLang="en-US" sz="2000" b="0">
                <a:sym typeface="Symbol" panose="05050102010706020507" pitchFamily="18" charset="2"/>
              </a:rPr>
              <a:t>x</a:t>
            </a:r>
            <a:r>
              <a:rPr lang="ru-RU" altLang="en-US" sz="2000" b="0" baseline="-25000">
                <a:sym typeface="Symbol" panose="05050102010706020507" pitchFamily="18" charset="2"/>
              </a:rPr>
              <a:t>2</a:t>
            </a:r>
            <a:r>
              <a:rPr lang="ru-RU" altLang="en-US" sz="2000" b="0">
                <a:sym typeface="Symbol" panose="05050102010706020507" pitchFamily="18" charset="2"/>
              </a:rPr>
              <a:t>x</a:t>
            </a:r>
            <a:r>
              <a:rPr lang="ru-RU" altLang="en-US" sz="2000" b="0" baseline="-25000">
                <a:sym typeface="Symbol" panose="05050102010706020507" pitchFamily="18" charset="2"/>
              </a:rPr>
              <a:t>4</a:t>
            </a:r>
            <a:endParaRPr lang="ru-RU" altLang="en-US" sz="2000" b="0">
              <a:sym typeface="Symbol" panose="05050102010706020507" pitchFamily="18" charset="2"/>
            </a:endParaRPr>
          </a:p>
          <a:p>
            <a:pPr eaLnBrk="1" hangingPunct="1"/>
            <a:endParaRPr lang="ru-RU" altLang="en-US" sz="2000" b="0">
              <a:sym typeface="Symbol" panose="05050102010706020507" pitchFamily="18" charset="2"/>
            </a:endParaRPr>
          </a:p>
          <a:p>
            <a:pPr>
              <a:spcAft>
                <a:spcPts val="600"/>
              </a:spcAft>
            </a:pPr>
            <a:r>
              <a:rPr lang="ru-RU" altLang="en-US" sz="2000" b="0">
                <a:sym typeface="Symbol" panose="05050102010706020507" pitchFamily="18" charset="2"/>
              </a:rPr>
              <a:t>f </a:t>
            </a:r>
            <a:r>
              <a:rPr lang="ru-RU" altLang="en-US" sz="2000" b="0" baseline="-25000">
                <a:sym typeface="Symbol" panose="05050102010706020507" pitchFamily="18" charset="2"/>
              </a:rPr>
              <a:t>min </a:t>
            </a:r>
            <a:r>
              <a:rPr lang="ru-RU" altLang="en-US" sz="2000" b="0">
                <a:sym typeface="Symbol" panose="05050102010706020507" pitchFamily="18" charset="2"/>
              </a:rPr>
              <a:t>= x</a:t>
            </a:r>
            <a:r>
              <a:rPr lang="ru-RU" altLang="en-US" sz="2000" b="0" baseline="-25000">
                <a:sym typeface="Symbol" panose="05050102010706020507" pitchFamily="18" charset="2"/>
              </a:rPr>
              <a:t>1 </a:t>
            </a:r>
            <a:r>
              <a:rPr lang="ru-RU" altLang="en-US" sz="2000" b="0">
                <a:sym typeface="Symbol" panose="05050102010706020507" pitchFamily="18" charset="2"/>
              </a:rPr>
              <a:t>x</a:t>
            </a:r>
            <a:r>
              <a:rPr lang="ru-RU" altLang="en-US" sz="2000" b="0" baseline="-25000">
                <a:sym typeface="Symbol" panose="05050102010706020507" pitchFamily="18" charset="2"/>
              </a:rPr>
              <a:t>3</a:t>
            </a:r>
            <a:r>
              <a:rPr lang="en-US" altLang="en-US" sz="2000" b="0" baseline="-25000">
                <a:sym typeface="Symbol" panose="05050102010706020507" pitchFamily="18" charset="2"/>
              </a:rPr>
              <a:t> </a:t>
            </a:r>
            <a:r>
              <a:rPr lang="ru-RU" altLang="en-US" sz="2000" b="0">
                <a:sym typeface="Symbol" panose="05050102010706020507" pitchFamily="18" charset="2"/>
              </a:rPr>
              <a:t>+ x</a:t>
            </a:r>
            <a:r>
              <a:rPr lang="ru-RU" altLang="en-US" sz="2000" b="0" baseline="-25000">
                <a:sym typeface="Symbol" panose="05050102010706020507" pitchFamily="18" charset="2"/>
              </a:rPr>
              <a:t>2</a:t>
            </a:r>
            <a:r>
              <a:rPr lang="ru-RU" altLang="en-US" sz="2000" b="0">
                <a:sym typeface="Symbol" panose="05050102010706020507" pitchFamily="18" charset="2"/>
              </a:rPr>
              <a:t>x</a:t>
            </a:r>
            <a:r>
              <a:rPr lang="ru-RU" altLang="en-US" sz="2000" b="0" baseline="-25000">
                <a:sym typeface="Symbol" panose="05050102010706020507" pitchFamily="18" charset="2"/>
              </a:rPr>
              <a:t>4</a:t>
            </a:r>
            <a:r>
              <a:rPr lang="en-US" altLang="en-US" sz="2000" b="0" baseline="-25000">
                <a:sym typeface="Symbol" panose="05050102010706020507" pitchFamily="18" charset="2"/>
              </a:rPr>
              <a:t> </a:t>
            </a:r>
            <a:r>
              <a:rPr lang="ru-RU" altLang="en-US" sz="2000" b="0">
                <a:sym typeface="Symbol" panose="05050102010706020507" pitchFamily="18" charset="2"/>
              </a:rPr>
              <a:t>+x</a:t>
            </a:r>
            <a:r>
              <a:rPr lang="ru-RU" altLang="en-US" sz="2000" b="0" baseline="-25000">
                <a:sym typeface="Symbol" panose="05050102010706020507" pitchFamily="18" charset="2"/>
              </a:rPr>
              <a:t>1</a:t>
            </a:r>
            <a:r>
              <a:rPr lang="ru-RU" altLang="en-US" sz="2000" b="0">
                <a:sym typeface="Symbol" panose="05050102010706020507" pitchFamily="18" charset="2"/>
              </a:rPr>
              <a:t>x</a:t>
            </a:r>
            <a:r>
              <a:rPr lang="ru-RU" altLang="en-US" sz="2000" b="0" baseline="-25000">
                <a:sym typeface="Symbol" panose="05050102010706020507" pitchFamily="18" charset="2"/>
              </a:rPr>
              <a:t>2</a:t>
            </a:r>
            <a:r>
              <a:rPr lang="ru-RU" altLang="en-US" sz="2000" b="0">
                <a:sym typeface="Symbol" panose="05050102010706020507" pitchFamily="18" charset="2"/>
              </a:rPr>
              <a:t>x</a:t>
            </a:r>
            <a:r>
              <a:rPr lang="ru-RU" altLang="en-US" sz="2000" b="0" baseline="-25000">
                <a:sym typeface="Symbol" panose="05050102010706020507" pitchFamily="18" charset="2"/>
              </a:rPr>
              <a:t>4</a:t>
            </a:r>
          </a:p>
          <a:p>
            <a:pPr eaLnBrk="1" hangingPunct="1"/>
            <a:r>
              <a:rPr lang="en-US" altLang="en-US" sz="2000" b="0">
                <a:sym typeface="Symbol" panose="05050102010706020507" pitchFamily="18" charset="2"/>
              </a:rPr>
              <a:t>According to the principle of</a:t>
            </a:r>
          </a:p>
          <a:p>
            <a:pPr eaLnBrk="1" hangingPunct="1"/>
            <a:r>
              <a:rPr lang="en-US" altLang="en-US" sz="2000" b="0">
                <a:sym typeface="Symbol" panose="05050102010706020507" pitchFamily="18" charset="2"/>
              </a:rPr>
              <a:t> duality,</a:t>
            </a:r>
          </a:p>
          <a:p>
            <a:pPr eaLnBrk="1" hangingPunct="1"/>
            <a:r>
              <a:rPr lang="ru-RU" altLang="en-US" sz="2000" b="0">
                <a:sym typeface="Symbol" panose="05050102010706020507" pitchFamily="18" charset="2"/>
              </a:rPr>
              <a:t>f</a:t>
            </a:r>
            <a:r>
              <a:rPr lang="ru-RU" altLang="en-US" sz="2000" b="0" baseline="-25000">
                <a:sym typeface="Symbol" panose="05050102010706020507" pitchFamily="18" charset="2"/>
              </a:rPr>
              <a:t>min </a:t>
            </a:r>
            <a:r>
              <a:rPr lang="ru-RU" altLang="en-US" sz="2000" b="0">
                <a:sym typeface="Symbol" panose="05050102010706020507" pitchFamily="18" charset="2"/>
              </a:rPr>
              <a:t>= (x</a:t>
            </a:r>
            <a:r>
              <a:rPr lang="ru-RU" altLang="en-US" sz="2000" b="0" baseline="-25000">
                <a:sym typeface="Symbol" panose="05050102010706020507" pitchFamily="18" charset="2"/>
              </a:rPr>
              <a:t>1</a:t>
            </a:r>
            <a:r>
              <a:rPr lang="ru-RU" altLang="en-US" sz="2000" b="0">
                <a:sym typeface="Symbol" panose="05050102010706020507" pitchFamily="18" charset="2"/>
              </a:rPr>
              <a:t>+x</a:t>
            </a:r>
            <a:r>
              <a:rPr lang="ru-RU" altLang="en-US" sz="2000" b="0" baseline="-25000">
                <a:sym typeface="Symbol" panose="05050102010706020507" pitchFamily="18" charset="2"/>
              </a:rPr>
              <a:t>3</a:t>
            </a:r>
            <a:r>
              <a:rPr lang="ru-RU" altLang="en-US" sz="2000" b="0">
                <a:sym typeface="Symbol" panose="05050102010706020507" pitchFamily="18" charset="2"/>
              </a:rPr>
              <a:t>)(x</a:t>
            </a:r>
            <a:r>
              <a:rPr lang="ru-RU" altLang="en-US" sz="2000" b="0" baseline="-25000">
                <a:sym typeface="Symbol" panose="05050102010706020507" pitchFamily="18" charset="2"/>
              </a:rPr>
              <a:t>2</a:t>
            </a:r>
            <a:r>
              <a:rPr lang="ru-RU" altLang="en-US" sz="2000" b="0">
                <a:sym typeface="Symbol" panose="05050102010706020507" pitchFamily="18" charset="2"/>
              </a:rPr>
              <a:t>+x</a:t>
            </a:r>
            <a:r>
              <a:rPr lang="ru-RU" altLang="en-US" sz="2000" b="0" baseline="-25000">
                <a:sym typeface="Symbol" panose="05050102010706020507" pitchFamily="18" charset="2"/>
              </a:rPr>
              <a:t>4</a:t>
            </a:r>
            <a:r>
              <a:rPr lang="ru-RU" altLang="en-US" sz="2000" b="0">
                <a:sym typeface="Symbol" panose="05050102010706020507" pitchFamily="18" charset="2"/>
              </a:rPr>
              <a:t>)(x</a:t>
            </a:r>
            <a:r>
              <a:rPr lang="ru-RU" altLang="en-US" sz="2000" b="0" baseline="-25000">
                <a:sym typeface="Symbol" panose="05050102010706020507" pitchFamily="18" charset="2"/>
              </a:rPr>
              <a:t>1</a:t>
            </a:r>
            <a:r>
              <a:rPr lang="ru-RU" altLang="en-US" sz="2000" b="0">
                <a:sym typeface="Symbol" panose="05050102010706020507" pitchFamily="18" charset="2"/>
              </a:rPr>
              <a:t>+x</a:t>
            </a:r>
            <a:r>
              <a:rPr lang="ru-RU" altLang="en-US" sz="2000" b="0" baseline="-25000">
                <a:sym typeface="Symbol" panose="05050102010706020507" pitchFamily="18" charset="2"/>
              </a:rPr>
              <a:t>2</a:t>
            </a:r>
            <a:r>
              <a:rPr lang="ru-RU" altLang="en-US" sz="2000" b="0">
                <a:sym typeface="Symbol" panose="05050102010706020507" pitchFamily="18" charset="2"/>
              </a:rPr>
              <a:t>+x</a:t>
            </a:r>
            <a:r>
              <a:rPr lang="ru-RU" altLang="en-US" sz="2000" b="0" baseline="-25000">
                <a:sym typeface="Symbol" panose="05050102010706020507" pitchFamily="18" charset="2"/>
              </a:rPr>
              <a:t>4</a:t>
            </a:r>
            <a:r>
              <a:rPr lang="ru-RU" altLang="en-US" sz="2000" b="0">
                <a:sym typeface="Symbol" panose="05050102010706020507" pitchFamily="18" charset="2"/>
              </a:rPr>
              <a:t>)</a:t>
            </a:r>
          </a:p>
          <a:p>
            <a:pPr eaLnBrk="1" hangingPunct="1"/>
            <a:endParaRPr lang="ru-RU" altLang="en-US" sz="2000" b="0">
              <a:sym typeface="Symbol" panose="05050102010706020507" pitchFamily="18" charset="2"/>
            </a:endParaRPr>
          </a:p>
          <a:p>
            <a:pPr eaLnBrk="1" hangingPunct="1"/>
            <a:endParaRPr lang="ru-RU" altLang="en-US" sz="2000" b="0">
              <a:sym typeface="Symbol" panose="05050102010706020507" pitchFamily="18" charset="2"/>
            </a:endParaRPr>
          </a:p>
        </p:txBody>
      </p:sp>
      <p:sp>
        <p:nvSpPr>
          <p:cNvPr id="11" name="Title 10">
            <a:extLst>
              <a:ext uri="{FF2B5EF4-FFF2-40B4-BE49-F238E27FC236}">
                <a16:creationId xmlns:a16="http://schemas.microsoft.com/office/drawing/2014/main" id="{450FB64E-F721-8B64-7049-DD6DEB4EEAAC}"/>
              </a:ext>
            </a:extLst>
          </p:cNvPr>
          <p:cNvSpPr>
            <a:spLocks noGrp="1"/>
          </p:cNvSpPr>
          <p:nvPr>
            <p:ph type="title"/>
          </p:nvPr>
        </p:nvSpPr>
        <p:spPr/>
        <p:txBody>
          <a:bodyPr>
            <a:normAutofit/>
          </a:bodyPr>
          <a:lstStyle/>
          <a:p>
            <a:r>
              <a:rPr lang="en-US" dirty="0"/>
              <a:t>POS minimization</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3" name="Group 42">
            <a:extLst>
              <a:ext uri="{FF2B5EF4-FFF2-40B4-BE49-F238E27FC236}">
                <a16:creationId xmlns:a16="http://schemas.microsoft.com/office/drawing/2014/main" id="{6B36A2E3-52BE-85C7-1869-1C962E1B2542}"/>
              </a:ext>
            </a:extLst>
          </p:cNvPr>
          <p:cNvGrpSpPr>
            <a:grpSpLocks/>
          </p:cNvGrpSpPr>
          <p:nvPr/>
        </p:nvGrpSpPr>
        <p:grpSpPr bwMode="auto">
          <a:xfrm>
            <a:off x="2416176" y="1847850"/>
            <a:ext cx="7516813" cy="3175000"/>
            <a:chOff x="1179513" y="1847850"/>
            <a:chExt cx="7514871" cy="3175000"/>
          </a:xfrm>
        </p:grpSpPr>
        <p:grpSp>
          <p:nvGrpSpPr>
            <p:cNvPr id="3" name="Group 82">
              <a:extLst>
                <a:ext uri="{FF2B5EF4-FFF2-40B4-BE49-F238E27FC236}">
                  <a16:creationId xmlns:a16="http://schemas.microsoft.com/office/drawing/2014/main" id="{C89562D5-8895-4C40-87F3-B2AE173149A8}"/>
                </a:ext>
              </a:extLst>
            </p:cNvPr>
            <p:cNvGrpSpPr>
              <a:grpSpLocks/>
            </p:cNvGrpSpPr>
            <p:nvPr/>
          </p:nvGrpSpPr>
          <p:grpSpPr bwMode="auto">
            <a:xfrm>
              <a:off x="1179513" y="1847850"/>
              <a:ext cx="4300538" cy="3175000"/>
              <a:chOff x="893" y="1080"/>
              <a:chExt cx="2709" cy="2000"/>
            </a:xfrm>
            <a:solidFill>
              <a:schemeClr val="accent1"/>
            </a:solidFill>
          </p:grpSpPr>
          <p:sp>
            <p:nvSpPr>
              <p:cNvPr id="15444" name="Freeform 84">
                <a:extLst>
                  <a:ext uri="{FF2B5EF4-FFF2-40B4-BE49-F238E27FC236}">
                    <a16:creationId xmlns:a16="http://schemas.microsoft.com/office/drawing/2014/main" id="{46B9DA47-D582-46CB-BDF8-5F83715C5EE3}"/>
                  </a:ext>
                </a:extLst>
              </p:cNvPr>
              <p:cNvSpPr>
                <a:spLocks/>
              </p:cNvSpPr>
              <p:nvPr/>
            </p:nvSpPr>
            <p:spPr bwMode="auto">
              <a:xfrm>
                <a:off x="2926" y="1842"/>
                <a:ext cx="385" cy="334"/>
              </a:xfrm>
              <a:custGeom>
                <a:avLst/>
                <a:gdLst/>
                <a:ahLst/>
                <a:cxnLst>
                  <a:cxn ang="0">
                    <a:pos x="0" y="107"/>
                  </a:cxn>
                  <a:cxn ang="0">
                    <a:pos x="69" y="107"/>
                  </a:cxn>
                  <a:cxn ang="0">
                    <a:pos x="123" y="53"/>
                  </a:cxn>
                  <a:cxn ang="0">
                    <a:pos x="69" y="0"/>
                  </a:cxn>
                  <a:cxn ang="0">
                    <a:pos x="0" y="0"/>
                  </a:cxn>
                  <a:cxn ang="0">
                    <a:pos x="0" y="107"/>
                  </a:cxn>
                </a:cxnLst>
                <a:rect l="0" t="0" r="r" b="b"/>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lumMod val="60000"/>
                  <a:lumOff val="40000"/>
                </a:schemeClr>
              </a:solidFill>
              <a:ln w="25400" cap="flat">
                <a:solidFill>
                  <a:schemeClr val="tx1"/>
                </a:solidFill>
                <a:prstDash val="solid"/>
                <a:miter lim="800000"/>
                <a:headEnd/>
                <a:tailEnd/>
              </a:ln>
            </p:spPr>
            <p:txBody>
              <a:bodyPr/>
              <a:lstStyle/>
              <a:p>
                <a:pPr eaLnBrk="1" hangingPunct="1">
                  <a:defRPr/>
                </a:pPr>
                <a:endParaRPr lang="ru-RU">
                  <a:latin typeface="Arial" charset="0"/>
                  <a:cs typeface="Arial" charset="0"/>
                </a:endParaRPr>
              </a:p>
            </p:txBody>
          </p:sp>
          <p:sp>
            <p:nvSpPr>
              <p:cNvPr id="15445" name="Freeform 85">
                <a:extLst>
                  <a:ext uri="{FF2B5EF4-FFF2-40B4-BE49-F238E27FC236}">
                    <a16:creationId xmlns:a16="http://schemas.microsoft.com/office/drawing/2014/main" id="{466C1A69-E076-4D31-98C0-936A1C5FDAA8}"/>
                  </a:ext>
                </a:extLst>
              </p:cNvPr>
              <p:cNvSpPr>
                <a:spLocks/>
              </p:cNvSpPr>
              <p:nvPr/>
            </p:nvSpPr>
            <p:spPr bwMode="auto">
              <a:xfrm>
                <a:off x="2064" y="1207"/>
                <a:ext cx="337" cy="335"/>
              </a:xfrm>
              <a:custGeom>
                <a:avLst/>
                <a:gdLst/>
                <a:ahLst/>
                <a:cxnLst>
                  <a:cxn ang="0">
                    <a:pos x="108" y="53"/>
                  </a:cxn>
                  <a:cxn ang="0">
                    <a:pos x="0" y="107"/>
                  </a:cxn>
                  <a:cxn ang="0">
                    <a:pos x="17" y="54"/>
                  </a:cxn>
                  <a:cxn ang="0">
                    <a:pos x="17" y="53"/>
                  </a:cxn>
                  <a:cxn ang="0">
                    <a:pos x="0" y="0"/>
                  </a:cxn>
                  <a:cxn ang="0">
                    <a:pos x="108" y="53"/>
                  </a:cxn>
                </a:cxnLst>
                <a:rect l="0" t="0" r="r" b="b"/>
                <a:pathLst>
                  <a:path w="108" h="107">
                    <a:moveTo>
                      <a:pt x="108" y="53"/>
                    </a:moveTo>
                    <a:cubicBezTo>
                      <a:pt x="108" y="53"/>
                      <a:pt x="83" y="107"/>
                      <a:pt x="0" y="107"/>
                    </a:cubicBezTo>
                    <a:cubicBezTo>
                      <a:pt x="0" y="107"/>
                      <a:pt x="17" y="101"/>
                      <a:pt x="17" y="54"/>
                    </a:cubicBezTo>
                    <a:cubicBezTo>
                      <a:pt x="17" y="53"/>
                      <a:pt x="17" y="53"/>
                      <a:pt x="17" y="53"/>
                    </a:cubicBezTo>
                    <a:cubicBezTo>
                      <a:pt x="17" y="6"/>
                      <a:pt x="0" y="0"/>
                      <a:pt x="0" y="0"/>
                    </a:cubicBezTo>
                    <a:cubicBezTo>
                      <a:pt x="83" y="0"/>
                      <a:pt x="108" y="53"/>
                      <a:pt x="108" y="53"/>
                    </a:cubicBezTo>
                    <a:close/>
                  </a:path>
                </a:pathLst>
              </a:custGeom>
              <a:solidFill>
                <a:schemeClr val="accent1">
                  <a:lumMod val="60000"/>
                  <a:lumOff val="40000"/>
                </a:schemeClr>
              </a:solidFill>
              <a:ln w="25400" cap="flat">
                <a:solidFill>
                  <a:schemeClr val="tx1"/>
                </a:solidFill>
                <a:prstDash val="solid"/>
                <a:miter lim="800000"/>
                <a:headEnd/>
                <a:tailEnd/>
              </a:ln>
            </p:spPr>
            <p:txBody>
              <a:bodyPr/>
              <a:lstStyle/>
              <a:p>
                <a:pPr eaLnBrk="1" hangingPunct="1">
                  <a:defRPr/>
                </a:pPr>
                <a:endParaRPr lang="ru-RU">
                  <a:latin typeface="Arial" charset="0"/>
                  <a:cs typeface="Arial" charset="0"/>
                </a:endParaRPr>
              </a:p>
            </p:txBody>
          </p:sp>
          <p:sp>
            <p:nvSpPr>
              <p:cNvPr id="15446" name="Freeform 86">
                <a:extLst>
                  <a:ext uri="{FF2B5EF4-FFF2-40B4-BE49-F238E27FC236}">
                    <a16:creationId xmlns:a16="http://schemas.microsoft.com/office/drawing/2014/main" id="{FED27EBF-C63B-45E5-B8E2-760C3D575506}"/>
                  </a:ext>
                </a:extLst>
              </p:cNvPr>
              <p:cNvSpPr>
                <a:spLocks/>
              </p:cNvSpPr>
              <p:nvPr/>
            </p:nvSpPr>
            <p:spPr bwMode="auto">
              <a:xfrm>
                <a:off x="2091" y="1842"/>
                <a:ext cx="337" cy="335"/>
              </a:xfrm>
              <a:custGeom>
                <a:avLst/>
                <a:gdLst/>
                <a:ahLst/>
                <a:cxnLst>
                  <a:cxn ang="0">
                    <a:pos x="108" y="53"/>
                  </a:cxn>
                  <a:cxn ang="0">
                    <a:pos x="0" y="107"/>
                  </a:cxn>
                  <a:cxn ang="0">
                    <a:pos x="17" y="54"/>
                  </a:cxn>
                  <a:cxn ang="0">
                    <a:pos x="17" y="53"/>
                  </a:cxn>
                  <a:cxn ang="0">
                    <a:pos x="0" y="0"/>
                  </a:cxn>
                  <a:cxn ang="0">
                    <a:pos x="108" y="53"/>
                  </a:cxn>
                </a:cxnLst>
                <a:rect l="0" t="0" r="r" b="b"/>
                <a:pathLst>
                  <a:path w="108" h="107">
                    <a:moveTo>
                      <a:pt x="108" y="53"/>
                    </a:moveTo>
                    <a:cubicBezTo>
                      <a:pt x="108" y="53"/>
                      <a:pt x="83" y="107"/>
                      <a:pt x="0" y="107"/>
                    </a:cubicBezTo>
                    <a:cubicBezTo>
                      <a:pt x="0" y="107"/>
                      <a:pt x="17" y="101"/>
                      <a:pt x="17" y="54"/>
                    </a:cubicBezTo>
                    <a:cubicBezTo>
                      <a:pt x="17" y="53"/>
                      <a:pt x="17" y="53"/>
                      <a:pt x="17" y="53"/>
                    </a:cubicBezTo>
                    <a:cubicBezTo>
                      <a:pt x="17" y="6"/>
                      <a:pt x="0" y="0"/>
                      <a:pt x="0" y="0"/>
                    </a:cubicBezTo>
                    <a:cubicBezTo>
                      <a:pt x="83" y="0"/>
                      <a:pt x="108" y="53"/>
                      <a:pt x="108" y="53"/>
                    </a:cubicBezTo>
                    <a:close/>
                  </a:path>
                </a:pathLst>
              </a:custGeom>
              <a:solidFill>
                <a:schemeClr val="accent1">
                  <a:lumMod val="60000"/>
                  <a:lumOff val="40000"/>
                </a:schemeClr>
              </a:solidFill>
              <a:ln w="25400" cap="flat">
                <a:solidFill>
                  <a:schemeClr val="tx1"/>
                </a:solidFill>
                <a:prstDash val="solid"/>
                <a:miter lim="800000"/>
                <a:headEnd/>
                <a:tailEnd/>
              </a:ln>
            </p:spPr>
            <p:txBody>
              <a:bodyPr/>
              <a:lstStyle/>
              <a:p>
                <a:pPr eaLnBrk="1" hangingPunct="1">
                  <a:defRPr/>
                </a:pPr>
                <a:endParaRPr lang="ru-RU">
                  <a:latin typeface="Arial" charset="0"/>
                  <a:cs typeface="Arial" charset="0"/>
                </a:endParaRPr>
              </a:p>
            </p:txBody>
          </p:sp>
          <p:sp>
            <p:nvSpPr>
              <p:cNvPr id="15447" name="Freeform 87">
                <a:extLst>
                  <a:ext uri="{FF2B5EF4-FFF2-40B4-BE49-F238E27FC236}">
                    <a16:creationId xmlns:a16="http://schemas.microsoft.com/office/drawing/2014/main" id="{7B7A5B93-8982-40AF-AF8B-FDADFD1927F6}"/>
                  </a:ext>
                </a:extLst>
              </p:cNvPr>
              <p:cNvSpPr>
                <a:spLocks/>
              </p:cNvSpPr>
              <p:nvPr/>
            </p:nvSpPr>
            <p:spPr bwMode="auto">
              <a:xfrm>
                <a:off x="2109" y="2478"/>
                <a:ext cx="403" cy="466"/>
              </a:xfrm>
              <a:custGeom>
                <a:avLst/>
                <a:gdLst/>
                <a:ahLst/>
                <a:cxnLst>
                  <a:cxn ang="0">
                    <a:pos x="108" y="53"/>
                  </a:cxn>
                  <a:cxn ang="0">
                    <a:pos x="0" y="107"/>
                  </a:cxn>
                  <a:cxn ang="0">
                    <a:pos x="17" y="54"/>
                  </a:cxn>
                  <a:cxn ang="0">
                    <a:pos x="17" y="53"/>
                  </a:cxn>
                  <a:cxn ang="0">
                    <a:pos x="0" y="0"/>
                  </a:cxn>
                  <a:cxn ang="0">
                    <a:pos x="108" y="53"/>
                  </a:cxn>
                </a:cxnLst>
                <a:rect l="0" t="0" r="r" b="b"/>
                <a:pathLst>
                  <a:path w="108" h="107">
                    <a:moveTo>
                      <a:pt x="108" y="53"/>
                    </a:moveTo>
                    <a:cubicBezTo>
                      <a:pt x="108" y="53"/>
                      <a:pt x="83" y="107"/>
                      <a:pt x="0" y="107"/>
                    </a:cubicBezTo>
                    <a:cubicBezTo>
                      <a:pt x="0" y="107"/>
                      <a:pt x="17" y="101"/>
                      <a:pt x="17" y="54"/>
                    </a:cubicBezTo>
                    <a:cubicBezTo>
                      <a:pt x="17" y="53"/>
                      <a:pt x="17" y="53"/>
                      <a:pt x="17" y="53"/>
                    </a:cubicBezTo>
                    <a:cubicBezTo>
                      <a:pt x="17" y="6"/>
                      <a:pt x="0" y="0"/>
                      <a:pt x="0" y="0"/>
                    </a:cubicBezTo>
                    <a:cubicBezTo>
                      <a:pt x="83" y="0"/>
                      <a:pt x="108" y="53"/>
                      <a:pt x="108" y="53"/>
                    </a:cubicBezTo>
                    <a:close/>
                  </a:path>
                </a:pathLst>
              </a:custGeom>
              <a:solidFill>
                <a:schemeClr val="accent1">
                  <a:lumMod val="60000"/>
                  <a:lumOff val="40000"/>
                </a:schemeClr>
              </a:solidFill>
              <a:ln w="25400" cap="flat">
                <a:solidFill>
                  <a:srgbClr val="000000"/>
                </a:solidFill>
                <a:prstDash val="solid"/>
                <a:miter lim="800000"/>
                <a:headEnd/>
                <a:tailEnd/>
              </a:ln>
            </p:spPr>
            <p:txBody>
              <a:bodyPr/>
              <a:lstStyle/>
              <a:p>
                <a:pPr eaLnBrk="1" hangingPunct="1">
                  <a:defRPr/>
                </a:pPr>
                <a:endParaRPr lang="ru-RU">
                  <a:latin typeface="Arial" charset="0"/>
                  <a:cs typeface="Arial" charset="0"/>
                </a:endParaRPr>
              </a:p>
            </p:txBody>
          </p:sp>
          <p:sp>
            <p:nvSpPr>
              <p:cNvPr id="15448" name="Freeform 88">
                <a:extLst>
                  <a:ext uri="{FF2B5EF4-FFF2-40B4-BE49-F238E27FC236}">
                    <a16:creationId xmlns:a16="http://schemas.microsoft.com/office/drawing/2014/main" id="{2F16DEAD-DE26-41E3-B2E0-A85771261240}"/>
                  </a:ext>
                </a:extLst>
              </p:cNvPr>
              <p:cNvSpPr>
                <a:spLocks/>
              </p:cNvSpPr>
              <p:nvPr/>
            </p:nvSpPr>
            <p:spPr bwMode="auto">
              <a:xfrm rot="5400000">
                <a:off x="1636" y="2906"/>
                <a:ext cx="194" cy="153"/>
              </a:xfrm>
              <a:custGeom>
                <a:avLst/>
                <a:gdLst/>
                <a:ahLst/>
                <a:cxnLst>
                  <a:cxn ang="0">
                    <a:pos x="194" y="153"/>
                  </a:cxn>
                  <a:cxn ang="0">
                    <a:pos x="97" y="0"/>
                  </a:cxn>
                  <a:cxn ang="0">
                    <a:pos x="0" y="153"/>
                  </a:cxn>
                  <a:cxn ang="0">
                    <a:pos x="194" y="153"/>
                  </a:cxn>
                </a:cxnLst>
                <a:rect l="0" t="0" r="r" b="b"/>
                <a:pathLst>
                  <a:path w="194" h="153">
                    <a:moveTo>
                      <a:pt x="194" y="153"/>
                    </a:moveTo>
                    <a:lnTo>
                      <a:pt x="97" y="0"/>
                    </a:lnTo>
                    <a:lnTo>
                      <a:pt x="0" y="153"/>
                    </a:lnTo>
                    <a:lnTo>
                      <a:pt x="194" y="153"/>
                    </a:lnTo>
                    <a:close/>
                  </a:path>
                </a:pathLst>
              </a:custGeom>
              <a:solidFill>
                <a:schemeClr val="accent1">
                  <a:lumMod val="60000"/>
                  <a:lumOff val="40000"/>
                </a:schemeClr>
              </a:solidFill>
              <a:ln w="25400" cap="flat">
                <a:solidFill>
                  <a:schemeClr val="tx1"/>
                </a:solidFill>
                <a:prstDash val="solid"/>
                <a:miter lim="800000"/>
                <a:headEnd/>
                <a:tailEnd/>
              </a:ln>
            </p:spPr>
            <p:txBody>
              <a:bodyPr/>
              <a:lstStyle/>
              <a:p>
                <a:pPr eaLnBrk="1" hangingPunct="1">
                  <a:defRPr/>
                </a:pPr>
                <a:endParaRPr lang="ru-RU">
                  <a:latin typeface="Arial" charset="0"/>
                  <a:cs typeface="Arial" charset="0"/>
                </a:endParaRPr>
              </a:p>
            </p:txBody>
          </p:sp>
          <p:sp>
            <p:nvSpPr>
              <p:cNvPr id="15449" name="Oval 89">
                <a:extLst>
                  <a:ext uri="{FF2B5EF4-FFF2-40B4-BE49-F238E27FC236}">
                    <a16:creationId xmlns:a16="http://schemas.microsoft.com/office/drawing/2014/main" id="{7F6A8296-236B-4886-BCCD-3C59560F7ED1}"/>
                  </a:ext>
                </a:extLst>
              </p:cNvPr>
              <p:cNvSpPr>
                <a:spLocks noChangeArrowheads="1"/>
              </p:cNvSpPr>
              <p:nvPr/>
            </p:nvSpPr>
            <p:spPr bwMode="auto">
              <a:xfrm>
                <a:off x="1809" y="2941"/>
                <a:ext cx="86" cy="86"/>
              </a:xfrm>
              <a:prstGeom prst="ellipse">
                <a:avLst/>
              </a:prstGeom>
              <a:solidFill>
                <a:schemeClr val="accent1">
                  <a:lumMod val="60000"/>
                  <a:lumOff val="40000"/>
                </a:schemeClr>
              </a:solidFill>
              <a:ln w="25400">
                <a:solidFill>
                  <a:schemeClr val="tx1"/>
                </a:solidFill>
                <a:round/>
                <a:headEnd/>
                <a:tailEnd/>
              </a:ln>
              <a:effectLst/>
            </p:spPr>
            <p:txBody>
              <a:bodyPr wrap="none" anchor="ctr"/>
              <a:lstStyle/>
              <a:p>
                <a:pPr eaLnBrk="1" hangingPunct="1">
                  <a:defRPr/>
                </a:pPr>
                <a:endParaRPr lang="ru-RU">
                  <a:latin typeface="Arial" charset="0"/>
                  <a:cs typeface="Arial" charset="0"/>
                </a:endParaRPr>
              </a:p>
            </p:txBody>
          </p:sp>
          <p:sp>
            <p:nvSpPr>
              <p:cNvPr id="15450" name="Freeform 90">
                <a:extLst>
                  <a:ext uri="{FF2B5EF4-FFF2-40B4-BE49-F238E27FC236}">
                    <a16:creationId xmlns:a16="http://schemas.microsoft.com/office/drawing/2014/main" id="{CC66003F-044C-4E5A-B196-5780EF597906}"/>
                  </a:ext>
                </a:extLst>
              </p:cNvPr>
              <p:cNvSpPr>
                <a:spLocks/>
              </p:cNvSpPr>
              <p:nvPr/>
            </p:nvSpPr>
            <p:spPr bwMode="auto">
              <a:xfrm rot="5400000">
                <a:off x="1636" y="2624"/>
                <a:ext cx="194" cy="153"/>
              </a:xfrm>
              <a:custGeom>
                <a:avLst/>
                <a:gdLst/>
                <a:ahLst/>
                <a:cxnLst>
                  <a:cxn ang="0">
                    <a:pos x="194" y="153"/>
                  </a:cxn>
                  <a:cxn ang="0">
                    <a:pos x="97" y="0"/>
                  </a:cxn>
                  <a:cxn ang="0">
                    <a:pos x="0" y="153"/>
                  </a:cxn>
                  <a:cxn ang="0">
                    <a:pos x="194" y="153"/>
                  </a:cxn>
                </a:cxnLst>
                <a:rect l="0" t="0" r="r" b="b"/>
                <a:pathLst>
                  <a:path w="194" h="153">
                    <a:moveTo>
                      <a:pt x="194" y="153"/>
                    </a:moveTo>
                    <a:lnTo>
                      <a:pt x="97" y="0"/>
                    </a:lnTo>
                    <a:lnTo>
                      <a:pt x="0" y="153"/>
                    </a:lnTo>
                    <a:lnTo>
                      <a:pt x="194" y="153"/>
                    </a:lnTo>
                    <a:close/>
                  </a:path>
                </a:pathLst>
              </a:custGeom>
              <a:solidFill>
                <a:schemeClr val="accent1">
                  <a:lumMod val="60000"/>
                  <a:lumOff val="40000"/>
                </a:schemeClr>
              </a:solidFill>
              <a:ln w="25400" cap="flat">
                <a:solidFill>
                  <a:schemeClr val="tx1"/>
                </a:solidFill>
                <a:prstDash val="solid"/>
                <a:miter lim="800000"/>
                <a:headEnd/>
                <a:tailEnd/>
              </a:ln>
            </p:spPr>
            <p:txBody>
              <a:bodyPr/>
              <a:lstStyle/>
              <a:p>
                <a:pPr eaLnBrk="1" hangingPunct="1">
                  <a:defRPr/>
                </a:pPr>
                <a:endParaRPr lang="ru-RU">
                  <a:latin typeface="Arial" charset="0"/>
                  <a:cs typeface="Arial" charset="0"/>
                </a:endParaRPr>
              </a:p>
            </p:txBody>
          </p:sp>
          <p:sp>
            <p:nvSpPr>
              <p:cNvPr id="15451" name="Oval 91">
                <a:extLst>
                  <a:ext uri="{FF2B5EF4-FFF2-40B4-BE49-F238E27FC236}">
                    <a16:creationId xmlns:a16="http://schemas.microsoft.com/office/drawing/2014/main" id="{E6101F3C-67C5-4D4E-92AE-D65F66A57BBC}"/>
                  </a:ext>
                </a:extLst>
              </p:cNvPr>
              <p:cNvSpPr>
                <a:spLocks noChangeArrowheads="1"/>
              </p:cNvSpPr>
              <p:nvPr/>
            </p:nvSpPr>
            <p:spPr bwMode="auto">
              <a:xfrm>
                <a:off x="1809" y="2659"/>
                <a:ext cx="86" cy="86"/>
              </a:xfrm>
              <a:prstGeom prst="ellipse">
                <a:avLst/>
              </a:prstGeom>
              <a:solidFill>
                <a:schemeClr val="accent1">
                  <a:lumMod val="60000"/>
                  <a:lumOff val="40000"/>
                </a:schemeClr>
              </a:solidFill>
              <a:ln w="25400">
                <a:solidFill>
                  <a:schemeClr val="tx1"/>
                </a:solidFill>
                <a:round/>
                <a:headEnd/>
                <a:tailEnd/>
              </a:ln>
              <a:effectLst/>
            </p:spPr>
            <p:txBody>
              <a:bodyPr wrap="none" anchor="ctr"/>
              <a:lstStyle/>
              <a:p>
                <a:pPr eaLnBrk="1" hangingPunct="1">
                  <a:defRPr/>
                </a:pPr>
                <a:endParaRPr lang="ru-RU">
                  <a:latin typeface="Arial" charset="0"/>
                  <a:cs typeface="Arial" charset="0"/>
                </a:endParaRPr>
              </a:p>
            </p:txBody>
          </p:sp>
          <p:sp>
            <p:nvSpPr>
              <p:cNvPr id="15452" name="Line 92">
                <a:extLst>
                  <a:ext uri="{FF2B5EF4-FFF2-40B4-BE49-F238E27FC236}">
                    <a16:creationId xmlns:a16="http://schemas.microsoft.com/office/drawing/2014/main" id="{C3F2D3EA-7BA3-4461-822C-EC0F03E6B59E}"/>
                  </a:ext>
                </a:extLst>
              </p:cNvPr>
              <p:cNvSpPr>
                <a:spLocks noChangeShapeType="1"/>
              </p:cNvSpPr>
              <p:nvPr/>
            </p:nvSpPr>
            <p:spPr bwMode="auto">
              <a:xfrm>
                <a:off x="1157" y="1298"/>
                <a:ext cx="952" cy="0"/>
              </a:xfrm>
              <a:prstGeom prst="line">
                <a:avLst/>
              </a:prstGeom>
              <a:grpFill/>
              <a:ln w="25400">
                <a:solidFill>
                  <a:schemeClr val="tx1"/>
                </a:solidFill>
                <a:round/>
                <a:headEnd/>
                <a:tailEnd/>
              </a:ln>
              <a:effectLst/>
            </p:spPr>
            <p:txBody>
              <a:bodyPr/>
              <a:lstStyle/>
              <a:p>
                <a:pPr eaLnBrk="1" hangingPunct="1">
                  <a:defRPr/>
                </a:pPr>
                <a:endParaRPr lang="ru-RU">
                  <a:latin typeface="Arial" charset="0"/>
                  <a:cs typeface="Arial" charset="0"/>
                </a:endParaRPr>
              </a:p>
            </p:txBody>
          </p:sp>
          <p:sp>
            <p:nvSpPr>
              <p:cNvPr id="15453" name="Text Box 93">
                <a:extLst>
                  <a:ext uri="{FF2B5EF4-FFF2-40B4-BE49-F238E27FC236}">
                    <a16:creationId xmlns:a16="http://schemas.microsoft.com/office/drawing/2014/main" id="{D5DFB7D6-51FC-4AB1-B38E-83DB1635A68E}"/>
                  </a:ext>
                </a:extLst>
              </p:cNvPr>
              <p:cNvSpPr txBox="1">
                <a:spLocks noChangeArrowheads="1"/>
              </p:cNvSpPr>
              <p:nvPr/>
            </p:nvSpPr>
            <p:spPr bwMode="auto">
              <a:xfrm>
                <a:off x="902" y="1080"/>
                <a:ext cx="318" cy="233"/>
              </a:xfrm>
              <a:prstGeom prst="rect">
                <a:avLst/>
              </a:prstGeom>
              <a:noFill/>
              <a:ln w="25400">
                <a:noFill/>
                <a:miter lim="800000"/>
                <a:headEnd/>
                <a:tailEnd/>
              </a:ln>
              <a:effectLst/>
            </p:spPr>
            <p:txBody>
              <a:bodyPr>
                <a:spAutoFit/>
              </a:bodyPr>
              <a:lstStyle/>
              <a:p>
                <a:pPr eaLnBrk="1" hangingPunct="1">
                  <a:spcBef>
                    <a:spcPct val="50000"/>
                  </a:spcBef>
                  <a:defRPr/>
                </a:pPr>
                <a:r>
                  <a:rPr lang="ru-RU" dirty="0">
                    <a:latin typeface="Arial" charset="0"/>
                    <a:cs typeface="Arial" charset="0"/>
                  </a:rPr>
                  <a:t>x</a:t>
                </a:r>
                <a:r>
                  <a:rPr lang="ru-RU" baseline="-25000" dirty="0">
                    <a:latin typeface="Arial" charset="0"/>
                    <a:cs typeface="Arial" charset="0"/>
                  </a:rPr>
                  <a:t>1</a:t>
                </a:r>
                <a:endParaRPr lang="ru-RU" dirty="0">
                  <a:latin typeface="Arial" charset="0"/>
                  <a:cs typeface="Arial" charset="0"/>
                </a:endParaRPr>
              </a:p>
            </p:txBody>
          </p:sp>
          <p:sp>
            <p:nvSpPr>
              <p:cNvPr id="15454" name="Line 94">
                <a:extLst>
                  <a:ext uri="{FF2B5EF4-FFF2-40B4-BE49-F238E27FC236}">
                    <a16:creationId xmlns:a16="http://schemas.microsoft.com/office/drawing/2014/main" id="{AB9BFA99-19D7-4672-8648-F83B3F2F9494}"/>
                  </a:ext>
                </a:extLst>
              </p:cNvPr>
              <p:cNvSpPr>
                <a:spLocks noChangeShapeType="1"/>
              </p:cNvSpPr>
              <p:nvPr/>
            </p:nvSpPr>
            <p:spPr bwMode="auto">
              <a:xfrm>
                <a:off x="1175" y="1933"/>
                <a:ext cx="952" cy="0"/>
              </a:xfrm>
              <a:prstGeom prst="line">
                <a:avLst/>
              </a:prstGeom>
              <a:grpFill/>
              <a:ln w="25400">
                <a:solidFill>
                  <a:schemeClr val="tx1"/>
                </a:solidFill>
                <a:round/>
                <a:headEnd/>
                <a:tailEnd/>
              </a:ln>
              <a:effectLst/>
            </p:spPr>
            <p:txBody>
              <a:bodyPr/>
              <a:lstStyle/>
              <a:p>
                <a:pPr eaLnBrk="1" hangingPunct="1">
                  <a:defRPr/>
                </a:pPr>
                <a:endParaRPr lang="ru-RU">
                  <a:latin typeface="Arial" charset="0"/>
                  <a:cs typeface="Arial" charset="0"/>
                </a:endParaRPr>
              </a:p>
            </p:txBody>
          </p:sp>
          <p:sp>
            <p:nvSpPr>
              <p:cNvPr id="15455" name="Text Box 95">
                <a:extLst>
                  <a:ext uri="{FF2B5EF4-FFF2-40B4-BE49-F238E27FC236}">
                    <a16:creationId xmlns:a16="http://schemas.microsoft.com/office/drawing/2014/main" id="{752372B0-4F59-44E7-B2A9-CFAE96E0F832}"/>
                  </a:ext>
                </a:extLst>
              </p:cNvPr>
              <p:cNvSpPr txBox="1">
                <a:spLocks noChangeArrowheads="1"/>
              </p:cNvSpPr>
              <p:nvPr/>
            </p:nvSpPr>
            <p:spPr bwMode="auto">
              <a:xfrm>
                <a:off x="930" y="1797"/>
                <a:ext cx="318" cy="233"/>
              </a:xfrm>
              <a:prstGeom prst="rect">
                <a:avLst/>
              </a:prstGeom>
              <a:noFill/>
              <a:ln w="25400">
                <a:noFill/>
                <a:miter lim="800000"/>
                <a:headEnd/>
                <a:tailEnd/>
              </a:ln>
              <a:effectLst/>
            </p:spPr>
            <p:txBody>
              <a:bodyPr>
                <a:spAutoFit/>
              </a:bodyPr>
              <a:lstStyle/>
              <a:p>
                <a:pPr eaLnBrk="1" hangingPunct="1">
                  <a:spcBef>
                    <a:spcPct val="50000"/>
                  </a:spcBef>
                  <a:defRPr/>
                </a:pPr>
                <a:r>
                  <a:rPr lang="ru-RU">
                    <a:latin typeface="Arial" charset="0"/>
                    <a:cs typeface="Arial" charset="0"/>
                  </a:rPr>
                  <a:t>x</a:t>
                </a:r>
                <a:r>
                  <a:rPr lang="ru-RU" baseline="-25000">
                    <a:latin typeface="Arial" charset="0"/>
                    <a:cs typeface="Arial" charset="0"/>
                  </a:rPr>
                  <a:t>2</a:t>
                </a:r>
                <a:endParaRPr lang="ru-RU">
                  <a:latin typeface="Arial" charset="0"/>
                  <a:cs typeface="Arial" charset="0"/>
                </a:endParaRPr>
              </a:p>
            </p:txBody>
          </p:sp>
          <p:sp>
            <p:nvSpPr>
              <p:cNvPr id="15456" name="Text Box 96">
                <a:extLst>
                  <a:ext uri="{FF2B5EF4-FFF2-40B4-BE49-F238E27FC236}">
                    <a16:creationId xmlns:a16="http://schemas.microsoft.com/office/drawing/2014/main" id="{4419D3C2-9EB0-431C-BBEE-66C4888C7E1C}"/>
                  </a:ext>
                </a:extLst>
              </p:cNvPr>
              <p:cNvSpPr txBox="1">
                <a:spLocks noChangeArrowheads="1"/>
              </p:cNvSpPr>
              <p:nvPr/>
            </p:nvSpPr>
            <p:spPr bwMode="auto">
              <a:xfrm>
                <a:off x="902" y="1317"/>
                <a:ext cx="318" cy="233"/>
              </a:xfrm>
              <a:prstGeom prst="rect">
                <a:avLst/>
              </a:prstGeom>
              <a:noFill/>
              <a:ln w="25400">
                <a:noFill/>
                <a:miter lim="800000"/>
                <a:headEnd/>
                <a:tailEnd/>
              </a:ln>
              <a:effectLst/>
            </p:spPr>
            <p:txBody>
              <a:bodyPr>
                <a:spAutoFit/>
              </a:bodyPr>
              <a:lstStyle/>
              <a:p>
                <a:pPr eaLnBrk="1" hangingPunct="1">
                  <a:spcBef>
                    <a:spcPct val="50000"/>
                  </a:spcBef>
                  <a:defRPr/>
                </a:pPr>
                <a:r>
                  <a:rPr lang="ru-RU" dirty="0">
                    <a:latin typeface="Arial" charset="0"/>
                    <a:cs typeface="Arial" charset="0"/>
                  </a:rPr>
                  <a:t>x</a:t>
                </a:r>
                <a:r>
                  <a:rPr lang="ru-RU" baseline="-25000" dirty="0">
                    <a:latin typeface="Arial" charset="0"/>
                    <a:cs typeface="Arial" charset="0"/>
                  </a:rPr>
                  <a:t>3</a:t>
                </a:r>
                <a:endParaRPr lang="ru-RU" dirty="0">
                  <a:latin typeface="Arial" charset="0"/>
                  <a:cs typeface="Arial" charset="0"/>
                </a:endParaRPr>
              </a:p>
            </p:txBody>
          </p:sp>
          <p:sp>
            <p:nvSpPr>
              <p:cNvPr id="15457" name="Line 97">
                <a:extLst>
                  <a:ext uri="{FF2B5EF4-FFF2-40B4-BE49-F238E27FC236}">
                    <a16:creationId xmlns:a16="http://schemas.microsoft.com/office/drawing/2014/main" id="{C8EB588A-72C4-4929-AD8E-CB95C4F0BDF7}"/>
                  </a:ext>
                </a:extLst>
              </p:cNvPr>
              <p:cNvSpPr>
                <a:spLocks noChangeShapeType="1"/>
              </p:cNvSpPr>
              <p:nvPr/>
            </p:nvSpPr>
            <p:spPr bwMode="auto">
              <a:xfrm>
                <a:off x="1157" y="1453"/>
                <a:ext cx="952" cy="0"/>
              </a:xfrm>
              <a:prstGeom prst="line">
                <a:avLst/>
              </a:prstGeom>
              <a:grpFill/>
              <a:ln w="25400">
                <a:solidFill>
                  <a:schemeClr val="tx1"/>
                </a:solidFill>
                <a:round/>
                <a:headEnd/>
                <a:tailEnd/>
              </a:ln>
              <a:effectLst/>
            </p:spPr>
            <p:txBody>
              <a:bodyPr/>
              <a:lstStyle/>
              <a:p>
                <a:pPr eaLnBrk="1" hangingPunct="1">
                  <a:defRPr/>
                </a:pPr>
                <a:endParaRPr lang="ru-RU">
                  <a:latin typeface="Arial" charset="0"/>
                  <a:cs typeface="Arial" charset="0"/>
                </a:endParaRPr>
              </a:p>
            </p:txBody>
          </p:sp>
          <p:sp>
            <p:nvSpPr>
              <p:cNvPr id="15458" name="Line 98">
                <a:extLst>
                  <a:ext uri="{FF2B5EF4-FFF2-40B4-BE49-F238E27FC236}">
                    <a16:creationId xmlns:a16="http://schemas.microsoft.com/office/drawing/2014/main" id="{2FE746F2-FE81-40D0-BCCA-2D06CD866967}"/>
                  </a:ext>
                </a:extLst>
              </p:cNvPr>
              <p:cNvSpPr>
                <a:spLocks noChangeShapeType="1"/>
              </p:cNvSpPr>
              <p:nvPr/>
            </p:nvSpPr>
            <p:spPr bwMode="auto">
              <a:xfrm>
                <a:off x="2399" y="1371"/>
                <a:ext cx="288" cy="0"/>
              </a:xfrm>
              <a:prstGeom prst="line">
                <a:avLst/>
              </a:prstGeom>
              <a:grpFill/>
              <a:ln w="25400">
                <a:solidFill>
                  <a:schemeClr val="tx1"/>
                </a:solidFill>
                <a:round/>
                <a:headEnd/>
                <a:tailEnd/>
              </a:ln>
              <a:effectLst/>
            </p:spPr>
            <p:txBody>
              <a:bodyPr/>
              <a:lstStyle/>
              <a:p>
                <a:pPr eaLnBrk="1" hangingPunct="1">
                  <a:defRPr/>
                </a:pPr>
                <a:endParaRPr lang="ru-RU">
                  <a:latin typeface="Arial" charset="0"/>
                  <a:cs typeface="Arial" charset="0"/>
                </a:endParaRPr>
              </a:p>
            </p:txBody>
          </p:sp>
          <p:sp>
            <p:nvSpPr>
              <p:cNvPr id="15459" name="Line 99">
                <a:extLst>
                  <a:ext uri="{FF2B5EF4-FFF2-40B4-BE49-F238E27FC236}">
                    <a16:creationId xmlns:a16="http://schemas.microsoft.com/office/drawing/2014/main" id="{CC5696CF-BBB9-459C-98CF-25317CEAA1DD}"/>
                  </a:ext>
                </a:extLst>
              </p:cNvPr>
              <p:cNvSpPr>
                <a:spLocks noChangeShapeType="1"/>
              </p:cNvSpPr>
              <p:nvPr/>
            </p:nvSpPr>
            <p:spPr bwMode="auto">
              <a:xfrm>
                <a:off x="2427" y="2006"/>
                <a:ext cx="499" cy="0"/>
              </a:xfrm>
              <a:prstGeom prst="line">
                <a:avLst/>
              </a:prstGeom>
              <a:grpFill/>
              <a:ln w="25400">
                <a:solidFill>
                  <a:schemeClr val="tx1"/>
                </a:solidFill>
                <a:round/>
                <a:headEnd/>
                <a:tailEnd/>
              </a:ln>
              <a:effectLst/>
            </p:spPr>
            <p:txBody>
              <a:bodyPr/>
              <a:lstStyle/>
              <a:p>
                <a:pPr eaLnBrk="1" hangingPunct="1">
                  <a:defRPr/>
                </a:pPr>
                <a:endParaRPr lang="ru-RU">
                  <a:latin typeface="Arial" charset="0"/>
                  <a:cs typeface="Arial" charset="0"/>
                </a:endParaRPr>
              </a:p>
            </p:txBody>
          </p:sp>
          <p:sp>
            <p:nvSpPr>
              <p:cNvPr id="15460" name="Line 100">
                <a:extLst>
                  <a:ext uri="{FF2B5EF4-FFF2-40B4-BE49-F238E27FC236}">
                    <a16:creationId xmlns:a16="http://schemas.microsoft.com/office/drawing/2014/main" id="{F38CA78C-BE00-4746-90A5-3728A72CE5FD}"/>
                  </a:ext>
                </a:extLst>
              </p:cNvPr>
              <p:cNvSpPr>
                <a:spLocks noChangeShapeType="1"/>
              </p:cNvSpPr>
              <p:nvPr/>
            </p:nvSpPr>
            <p:spPr bwMode="auto">
              <a:xfrm>
                <a:off x="2526" y="2713"/>
                <a:ext cx="173" cy="0"/>
              </a:xfrm>
              <a:prstGeom prst="line">
                <a:avLst/>
              </a:prstGeom>
              <a:grpFill/>
              <a:ln w="25400">
                <a:solidFill>
                  <a:schemeClr val="tx1"/>
                </a:solidFill>
                <a:round/>
                <a:headEnd/>
                <a:tailEnd/>
              </a:ln>
              <a:effectLst/>
            </p:spPr>
            <p:txBody>
              <a:bodyPr/>
              <a:lstStyle/>
              <a:p>
                <a:pPr eaLnBrk="1" hangingPunct="1">
                  <a:defRPr/>
                </a:pPr>
                <a:endParaRPr lang="ru-RU">
                  <a:latin typeface="Arial" charset="0"/>
                  <a:cs typeface="Arial" charset="0"/>
                </a:endParaRPr>
              </a:p>
            </p:txBody>
          </p:sp>
          <p:sp>
            <p:nvSpPr>
              <p:cNvPr id="15461" name="Line 101">
                <a:extLst>
                  <a:ext uri="{FF2B5EF4-FFF2-40B4-BE49-F238E27FC236}">
                    <a16:creationId xmlns:a16="http://schemas.microsoft.com/office/drawing/2014/main" id="{A20B2127-A485-4355-B7BE-4CA4D2FC2A66}"/>
                  </a:ext>
                </a:extLst>
              </p:cNvPr>
              <p:cNvSpPr>
                <a:spLocks noChangeShapeType="1"/>
              </p:cNvSpPr>
              <p:nvPr/>
            </p:nvSpPr>
            <p:spPr bwMode="auto">
              <a:xfrm>
                <a:off x="2698" y="1371"/>
                <a:ext cx="0" cy="524"/>
              </a:xfrm>
              <a:prstGeom prst="line">
                <a:avLst/>
              </a:prstGeom>
              <a:grpFill/>
              <a:ln w="25400">
                <a:solidFill>
                  <a:schemeClr val="tx1"/>
                </a:solidFill>
                <a:round/>
                <a:headEnd/>
                <a:tailEnd/>
              </a:ln>
              <a:effectLst/>
            </p:spPr>
            <p:txBody>
              <a:bodyPr/>
              <a:lstStyle/>
              <a:p>
                <a:pPr eaLnBrk="1" hangingPunct="1">
                  <a:defRPr/>
                </a:pPr>
                <a:endParaRPr lang="ru-RU">
                  <a:latin typeface="Arial" charset="0"/>
                  <a:cs typeface="Arial" charset="0"/>
                </a:endParaRPr>
              </a:p>
            </p:txBody>
          </p:sp>
          <p:sp>
            <p:nvSpPr>
              <p:cNvPr id="15462" name="Line 102">
                <a:extLst>
                  <a:ext uri="{FF2B5EF4-FFF2-40B4-BE49-F238E27FC236}">
                    <a16:creationId xmlns:a16="http://schemas.microsoft.com/office/drawing/2014/main" id="{DB904CE1-5DD2-4713-B516-10A2ABD6F7AE}"/>
                  </a:ext>
                </a:extLst>
              </p:cNvPr>
              <p:cNvSpPr>
                <a:spLocks noChangeShapeType="1"/>
              </p:cNvSpPr>
              <p:nvPr/>
            </p:nvSpPr>
            <p:spPr bwMode="auto">
              <a:xfrm>
                <a:off x="2692" y="1905"/>
                <a:ext cx="227" cy="0"/>
              </a:xfrm>
              <a:prstGeom prst="line">
                <a:avLst/>
              </a:prstGeom>
              <a:grpFill/>
              <a:ln w="25400">
                <a:solidFill>
                  <a:schemeClr val="tx1"/>
                </a:solidFill>
                <a:round/>
                <a:headEnd/>
                <a:tailEnd/>
              </a:ln>
              <a:effectLst/>
            </p:spPr>
            <p:txBody>
              <a:bodyPr/>
              <a:lstStyle/>
              <a:p>
                <a:pPr eaLnBrk="1" hangingPunct="1">
                  <a:defRPr/>
                </a:pPr>
                <a:endParaRPr lang="ru-RU">
                  <a:latin typeface="Arial" charset="0"/>
                  <a:cs typeface="Arial" charset="0"/>
                </a:endParaRPr>
              </a:p>
            </p:txBody>
          </p:sp>
          <p:sp>
            <p:nvSpPr>
              <p:cNvPr id="15463" name="Line 103">
                <a:extLst>
                  <a:ext uri="{FF2B5EF4-FFF2-40B4-BE49-F238E27FC236}">
                    <a16:creationId xmlns:a16="http://schemas.microsoft.com/office/drawing/2014/main" id="{233D058F-3C8D-4CA9-B1D1-E17F07203135}"/>
                  </a:ext>
                </a:extLst>
              </p:cNvPr>
              <p:cNvSpPr>
                <a:spLocks noChangeShapeType="1"/>
              </p:cNvSpPr>
              <p:nvPr/>
            </p:nvSpPr>
            <p:spPr bwMode="auto">
              <a:xfrm>
                <a:off x="2698" y="2131"/>
                <a:ext cx="0" cy="576"/>
              </a:xfrm>
              <a:prstGeom prst="line">
                <a:avLst/>
              </a:prstGeom>
              <a:grpFill/>
              <a:ln w="25400">
                <a:solidFill>
                  <a:schemeClr val="tx1"/>
                </a:solidFill>
                <a:round/>
                <a:headEnd/>
                <a:tailEnd/>
              </a:ln>
              <a:effectLst/>
            </p:spPr>
            <p:txBody>
              <a:bodyPr/>
              <a:lstStyle/>
              <a:p>
                <a:pPr eaLnBrk="1" hangingPunct="1">
                  <a:defRPr/>
                </a:pPr>
                <a:endParaRPr lang="ru-RU">
                  <a:latin typeface="Arial" charset="0"/>
                  <a:cs typeface="Arial" charset="0"/>
                </a:endParaRPr>
              </a:p>
            </p:txBody>
          </p:sp>
          <p:sp>
            <p:nvSpPr>
              <p:cNvPr id="15464" name="Line 104">
                <a:extLst>
                  <a:ext uri="{FF2B5EF4-FFF2-40B4-BE49-F238E27FC236}">
                    <a16:creationId xmlns:a16="http://schemas.microsoft.com/office/drawing/2014/main" id="{2FD72918-B1ED-4D10-AD71-57841042DF72}"/>
                  </a:ext>
                </a:extLst>
              </p:cNvPr>
              <p:cNvSpPr>
                <a:spLocks noChangeShapeType="1"/>
              </p:cNvSpPr>
              <p:nvPr/>
            </p:nvSpPr>
            <p:spPr bwMode="auto">
              <a:xfrm>
                <a:off x="2692" y="2124"/>
                <a:ext cx="219" cy="0"/>
              </a:xfrm>
              <a:prstGeom prst="line">
                <a:avLst/>
              </a:prstGeom>
              <a:grpFill/>
              <a:ln w="25400">
                <a:solidFill>
                  <a:schemeClr val="tx1"/>
                </a:solidFill>
                <a:round/>
                <a:headEnd/>
                <a:tailEnd/>
              </a:ln>
              <a:effectLst/>
            </p:spPr>
            <p:txBody>
              <a:bodyPr/>
              <a:lstStyle/>
              <a:p>
                <a:pPr eaLnBrk="1" hangingPunct="1">
                  <a:defRPr/>
                </a:pPr>
                <a:endParaRPr lang="ru-RU">
                  <a:latin typeface="Arial" charset="0"/>
                  <a:cs typeface="Arial" charset="0"/>
                </a:endParaRPr>
              </a:p>
            </p:txBody>
          </p:sp>
          <p:sp>
            <p:nvSpPr>
              <p:cNvPr id="15465" name="Line 105">
                <a:extLst>
                  <a:ext uri="{FF2B5EF4-FFF2-40B4-BE49-F238E27FC236}">
                    <a16:creationId xmlns:a16="http://schemas.microsoft.com/office/drawing/2014/main" id="{7674F74D-7CAA-41EC-B555-D10C121A592D}"/>
                  </a:ext>
                </a:extLst>
              </p:cNvPr>
              <p:cNvSpPr>
                <a:spLocks noChangeShapeType="1"/>
              </p:cNvSpPr>
              <p:nvPr/>
            </p:nvSpPr>
            <p:spPr bwMode="auto">
              <a:xfrm>
                <a:off x="3314" y="2015"/>
                <a:ext cx="288" cy="0"/>
              </a:xfrm>
              <a:prstGeom prst="line">
                <a:avLst/>
              </a:prstGeom>
              <a:grpFill/>
              <a:ln w="25400">
                <a:solidFill>
                  <a:schemeClr val="tx1"/>
                </a:solidFill>
                <a:round/>
                <a:headEnd/>
                <a:tailEnd/>
              </a:ln>
              <a:effectLst/>
            </p:spPr>
            <p:txBody>
              <a:bodyPr/>
              <a:lstStyle/>
              <a:p>
                <a:pPr eaLnBrk="1" hangingPunct="1">
                  <a:defRPr/>
                </a:pPr>
                <a:endParaRPr lang="ru-RU">
                  <a:latin typeface="Arial" charset="0"/>
                  <a:cs typeface="Arial" charset="0"/>
                </a:endParaRPr>
              </a:p>
            </p:txBody>
          </p:sp>
          <p:sp>
            <p:nvSpPr>
              <p:cNvPr id="15466" name="Line 106">
                <a:extLst>
                  <a:ext uri="{FF2B5EF4-FFF2-40B4-BE49-F238E27FC236}">
                    <a16:creationId xmlns:a16="http://schemas.microsoft.com/office/drawing/2014/main" id="{143D05DB-855D-44DA-BB15-75E1470F1DCF}"/>
                  </a:ext>
                </a:extLst>
              </p:cNvPr>
              <p:cNvSpPr>
                <a:spLocks noChangeShapeType="1"/>
              </p:cNvSpPr>
              <p:nvPr/>
            </p:nvSpPr>
            <p:spPr bwMode="auto">
              <a:xfrm>
                <a:off x="1111" y="2976"/>
                <a:ext cx="545" cy="0"/>
              </a:xfrm>
              <a:prstGeom prst="line">
                <a:avLst/>
              </a:prstGeom>
              <a:grpFill/>
              <a:ln w="25400">
                <a:solidFill>
                  <a:schemeClr val="tx1"/>
                </a:solidFill>
                <a:round/>
                <a:headEnd/>
                <a:tailEnd/>
              </a:ln>
              <a:effectLst/>
            </p:spPr>
            <p:txBody>
              <a:bodyPr/>
              <a:lstStyle/>
              <a:p>
                <a:pPr eaLnBrk="1" hangingPunct="1">
                  <a:defRPr/>
                </a:pPr>
                <a:endParaRPr lang="ru-RU">
                  <a:latin typeface="Arial" charset="0"/>
                  <a:cs typeface="Arial" charset="0"/>
                </a:endParaRPr>
              </a:p>
            </p:txBody>
          </p:sp>
          <p:sp>
            <p:nvSpPr>
              <p:cNvPr id="15467" name="Text Box 107">
                <a:extLst>
                  <a:ext uri="{FF2B5EF4-FFF2-40B4-BE49-F238E27FC236}">
                    <a16:creationId xmlns:a16="http://schemas.microsoft.com/office/drawing/2014/main" id="{5C1B8114-0CF0-4B4F-97AB-3AB4C32812E8}"/>
                  </a:ext>
                </a:extLst>
              </p:cNvPr>
              <p:cNvSpPr txBox="1">
                <a:spLocks noChangeArrowheads="1"/>
              </p:cNvSpPr>
              <p:nvPr/>
            </p:nvSpPr>
            <p:spPr bwMode="auto">
              <a:xfrm>
                <a:off x="893" y="2822"/>
                <a:ext cx="318" cy="233"/>
              </a:xfrm>
              <a:prstGeom prst="rect">
                <a:avLst/>
              </a:prstGeom>
              <a:noFill/>
              <a:ln w="25400">
                <a:noFill/>
                <a:miter lim="800000"/>
                <a:headEnd/>
                <a:tailEnd/>
              </a:ln>
              <a:effectLst/>
            </p:spPr>
            <p:txBody>
              <a:bodyPr>
                <a:spAutoFit/>
              </a:bodyPr>
              <a:lstStyle/>
              <a:p>
                <a:pPr eaLnBrk="1" hangingPunct="1">
                  <a:spcBef>
                    <a:spcPct val="50000"/>
                  </a:spcBef>
                  <a:defRPr/>
                </a:pPr>
                <a:r>
                  <a:rPr lang="ru-RU" dirty="0">
                    <a:latin typeface="Arial" charset="0"/>
                    <a:cs typeface="Arial" charset="0"/>
                  </a:rPr>
                  <a:t>x</a:t>
                </a:r>
                <a:r>
                  <a:rPr lang="ru-RU" baseline="-25000" dirty="0">
                    <a:latin typeface="Arial" charset="0"/>
                    <a:cs typeface="Arial" charset="0"/>
                  </a:rPr>
                  <a:t>4</a:t>
                </a:r>
                <a:endParaRPr lang="ru-RU" dirty="0">
                  <a:latin typeface="Arial" charset="0"/>
                  <a:cs typeface="Arial" charset="0"/>
                </a:endParaRPr>
              </a:p>
            </p:txBody>
          </p:sp>
          <p:sp>
            <p:nvSpPr>
              <p:cNvPr id="15468" name="Line 108">
                <a:extLst>
                  <a:ext uri="{FF2B5EF4-FFF2-40B4-BE49-F238E27FC236}">
                    <a16:creationId xmlns:a16="http://schemas.microsoft.com/office/drawing/2014/main" id="{EE567D3B-60E8-4783-B244-11BDE9832BF6}"/>
                  </a:ext>
                </a:extLst>
              </p:cNvPr>
              <p:cNvSpPr>
                <a:spLocks noChangeShapeType="1"/>
              </p:cNvSpPr>
              <p:nvPr/>
            </p:nvSpPr>
            <p:spPr bwMode="auto">
              <a:xfrm>
                <a:off x="1465" y="1933"/>
                <a:ext cx="0" cy="760"/>
              </a:xfrm>
              <a:prstGeom prst="line">
                <a:avLst/>
              </a:prstGeom>
              <a:grpFill/>
              <a:ln w="25400">
                <a:solidFill>
                  <a:schemeClr val="tx1"/>
                </a:solidFill>
                <a:round/>
                <a:headEnd type="oval" w="med" len="med"/>
                <a:tailEnd/>
              </a:ln>
              <a:effectLst/>
            </p:spPr>
            <p:txBody>
              <a:bodyPr/>
              <a:lstStyle/>
              <a:p>
                <a:pPr eaLnBrk="1" hangingPunct="1">
                  <a:defRPr/>
                </a:pPr>
                <a:endParaRPr lang="ru-RU">
                  <a:latin typeface="Arial" charset="0"/>
                  <a:cs typeface="Arial" charset="0"/>
                </a:endParaRPr>
              </a:p>
            </p:txBody>
          </p:sp>
          <p:sp>
            <p:nvSpPr>
              <p:cNvPr id="15469" name="Line 109">
                <a:extLst>
                  <a:ext uri="{FF2B5EF4-FFF2-40B4-BE49-F238E27FC236}">
                    <a16:creationId xmlns:a16="http://schemas.microsoft.com/office/drawing/2014/main" id="{95617690-2455-4006-9616-AAEF44AA74E2}"/>
                  </a:ext>
                </a:extLst>
              </p:cNvPr>
              <p:cNvSpPr>
                <a:spLocks noChangeShapeType="1"/>
              </p:cNvSpPr>
              <p:nvPr/>
            </p:nvSpPr>
            <p:spPr bwMode="auto">
              <a:xfrm>
                <a:off x="1465" y="2695"/>
                <a:ext cx="182" cy="0"/>
              </a:xfrm>
              <a:prstGeom prst="line">
                <a:avLst/>
              </a:prstGeom>
              <a:grpFill/>
              <a:ln w="25400">
                <a:solidFill>
                  <a:schemeClr val="tx1"/>
                </a:solidFill>
                <a:round/>
                <a:headEnd/>
                <a:tailEnd/>
              </a:ln>
              <a:effectLst/>
            </p:spPr>
            <p:txBody>
              <a:bodyPr/>
              <a:lstStyle/>
              <a:p>
                <a:pPr eaLnBrk="1" hangingPunct="1">
                  <a:defRPr/>
                </a:pPr>
                <a:endParaRPr lang="ru-RU">
                  <a:latin typeface="Arial" charset="0"/>
                  <a:cs typeface="Arial" charset="0"/>
                </a:endParaRPr>
              </a:p>
            </p:txBody>
          </p:sp>
          <p:sp>
            <p:nvSpPr>
              <p:cNvPr id="15470" name="Line 110">
                <a:extLst>
                  <a:ext uri="{FF2B5EF4-FFF2-40B4-BE49-F238E27FC236}">
                    <a16:creationId xmlns:a16="http://schemas.microsoft.com/office/drawing/2014/main" id="{61CFCA9C-F7E1-4E91-9F42-34237AAEE106}"/>
                  </a:ext>
                </a:extLst>
              </p:cNvPr>
              <p:cNvSpPr>
                <a:spLocks noChangeShapeType="1"/>
              </p:cNvSpPr>
              <p:nvPr/>
            </p:nvSpPr>
            <p:spPr bwMode="auto">
              <a:xfrm>
                <a:off x="1891" y="2704"/>
                <a:ext cx="259" cy="0"/>
              </a:xfrm>
              <a:prstGeom prst="line">
                <a:avLst/>
              </a:prstGeom>
              <a:grpFill/>
              <a:ln w="25400">
                <a:solidFill>
                  <a:schemeClr val="tx1"/>
                </a:solidFill>
                <a:round/>
                <a:headEnd/>
                <a:tailEnd/>
              </a:ln>
              <a:effectLst/>
            </p:spPr>
            <p:txBody>
              <a:bodyPr/>
              <a:lstStyle/>
              <a:p>
                <a:pPr eaLnBrk="1" hangingPunct="1">
                  <a:defRPr/>
                </a:pPr>
                <a:endParaRPr lang="ru-RU">
                  <a:latin typeface="Arial" charset="0"/>
                  <a:cs typeface="Arial" charset="0"/>
                </a:endParaRPr>
              </a:p>
            </p:txBody>
          </p:sp>
          <p:sp>
            <p:nvSpPr>
              <p:cNvPr id="15471" name="Line 111">
                <a:extLst>
                  <a:ext uri="{FF2B5EF4-FFF2-40B4-BE49-F238E27FC236}">
                    <a16:creationId xmlns:a16="http://schemas.microsoft.com/office/drawing/2014/main" id="{A9B12FC0-6436-4401-A018-EB05C29CF33B}"/>
                  </a:ext>
                </a:extLst>
              </p:cNvPr>
              <p:cNvSpPr>
                <a:spLocks noChangeShapeType="1"/>
              </p:cNvSpPr>
              <p:nvPr/>
            </p:nvSpPr>
            <p:spPr bwMode="auto">
              <a:xfrm>
                <a:off x="2018" y="2840"/>
                <a:ext cx="121" cy="0"/>
              </a:xfrm>
              <a:prstGeom prst="line">
                <a:avLst/>
              </a:prstGeom>
              <a:grpFill/>
              <a:ln w="25400">
                <a:solidFill>
                  <a:schemeClr val="tx1"/>
                </a:solidFill>
                <a:round/>
                <a:headEnd/>
                <a:tailEnd/>
              </a:ln>
              <a:effectLst/>
            </p:spPr>
            <p:txBody>
              <a:bodyPr/>
              <a:lstStyle/>
              <a:p>
                <a:pPr eaLnBrk="1" hangingPunct="1">
                  <a:defRPr/>
                </a:pPr>
                <a:endParaRPr lang="ru-RU">
                  <a:latin typeface="Arial" charset="0"/>
                  <a:cs typeface="Arial" charset="0"/>
                </a:endParaRPr>
              </a:p>
            </p:txBody>
          </p:sp>
          <p:sp>
            <p:nvSpPr>
              <p:cNvPr id="15472" name="Line 112">
                <a:extLst>
                  <a:ext uri="{FF2B5EF4-FFF2-40B4-BE49-F238E27FC236}">
                    <a16:creationId xmlns:a16="http://schemas.microsoft.com/office/drawing/2014/main" id="{145D3BC0-2B72-4D9F-8C49-D421617328D3}"/>
                  </a:ext>
                </a:extLst>
              </p:cNvPr>
              <p:cNvSpPr>
                <a:spLocks noChangeShapeType="1"/>
              </p:cNvSpPr>
              <p:nvPr/>
            </p:nvSpPr>
            <p:spPr bwMode="auto">
              <a:xfrm>
                <a:off x="1900" y="2985"/>
                <a:ext cx="121" cy="0"/>
              </a:xfrm>
              <a:prstGeom prst="line">
                <a:avLst/>
              </a:prstGeom>
              <a:grpFill/>
              <a:ln w="25400">
                <a:solidFill>
                  <a:schemeClr val="tx1"/>
                </a:solidFill>
                <a:round/>
                <a:headEnd/>
                <a:tailEnd/>
              </a:ln>
              <a:effectLst/>
            </p:spPr>
            <p:txBody>
              <a:bodyPr/>
              <a:lstStyle/>
              <a:p>
                <a:pPr eaLnBrk="1" hangingPunct="1">
                  <a:defRPr/>
                </a:pPr>
                <a:endParaRPr lang="ru-RU">
                  <a:latin typeface="Arial" charset="0"/>
                  <a:cs typeface="Arial" charset="0"/>
                </a:endParaRPr>
              </a:p>
            </p:txBody>
          </p:sp>
          <p:sp>
            <p:nvSpPr>
              <p:cNvPr id="15473" name="Line 113">
                <a:extLst>
                  <a:ext uri="{FF2B5EF4-FFF2-40B4-BE49-F238E27FC236}">
                    <a16:creationId xmlns:a16="http://schemas.microsoft.com/office/drawing/2014/main" id="{CE1A7764-E9D8-47E7-BF07-9678F64B4EE3}"/>
                  </a:ext>
                </a:extLst>
              </p:cNvPr>
              <p:cNvSpPr>
                <a:spLocks noChangeShapeType="1"/>
              </p:cNvSpPr>
              <p:nvPr/>
            </p:nvSpPr>
            <p:spPr bwMode="auto">
              <a:xfrm flipV="1">
                <a:off x="2018" y="2840"/>
                <a:ext cx="0" cy="144"/>
              </a:xfrm>
              <a:prstGeom prst="line">
                <a:avLst/>
              </a:prstGeom>
              <a:grpFill/>
              <a:ln w="25400">
                <a:solidFill>
                  <a:schemeClr val="tx1"/>
                </a:solidFill>
                <a:round/>
                <a:headEnd/>
                <a:tailEnd/>
              </a:ln>
              <a:effectLst/>
            </p:spPr>
            <p:txBody>
              <a:bodyPr/>
              <a:lstStyle/>
              <a:p>
                <a:pPr eaLnBrk="1" hangingPunct="1">
                  <a:defRPr/>
                </a:pPr>
                <a:endParaRPr lang="ru-RU">
                  <a:latin typeface="Arial" charset="0"/>
                  <a:cs typeface="Arial" charset="0"/>
                </a:endParaRPr>
              </a:p>
            </p:txBody>
          </p:sp>
          <p:sp>
            <p:nvSpPr>
              <p:cNvPr id="15474" name="Line 114">
                <a:extLst>
                  <a:ext uri="{FF2B5EF4-FFF2-40B4-BE49-F238E27FC236}">
                    <a16:creationId xmlns:a16="http://schemas.microsoft.com/office/drawing/2014/main" id="{82E3B47F-C291-45D4-BB9D-4B040EA9D02F}"/>
                  </a:ext>
                </a:extLst>
              </p:cNvPr>
              <p:cNvSpPr>
                <a:spLocks noChangeShapeType="1"/>
              </p:cNvSpPr>
              <p:nvPr/>
            </p:nvSpPr>
            <p:spPr bwMode="auto">
              <a:xfrm>
                <a:off x="1792" y="1298"/>
                <a:ext cx="0" cy="1250"/>
              </a:xfrm>
              <a:prstGeom prst="line">
                <a:avLst/>
              </a:prstGeom>
              <a:grpFill/>
              <a:ln w="25400">
                <a:solidFill>
                  <a:schemeClr val="tx1"/>
                </a:solidFill>
                <a:round/>
                <a:headEnd type="oval" w="med" len="med"/>
                <a:tailEnd/>
              </a:ln>
              <a:effectLst/>
            </p:spPr>
            <p:txBody>
              <a:bodyPr/>
              <a:lstStyle/>
              <a:p>
                <a:pPr eaLnBrk="1" hangingPunct="1">
                  <a:defRPr/>
                </a:pPr>
                <a:endParaRPr lang="ru-RU">
                  <a:latin typeface="Arial" charset="0"/>
                  <a:cs typeface="Arial" charset="0"/>
                </a:endParaRPr>
              </a:p>
            </p:txBody>
          </p:sp>
          <p:sp>
            <p:nvSpPr>
              <p:cNvPr id="15475" name="Line 115">
                <a:extLst>
                  <a:ext uri="{FF2B5EF4-FFF2-40B4-BE49-F238E27FC236}">
                    <a16:creationId xmlns:a16="http://schemas.microsoft.com/office/drawing/2014/main" id="{5EC8C59E-4671-4116-8926-942A976B0BEC}"/>
                  </a:ext>
                </a:extLst>
              </p:cNvPr>
              <p:cNvSpPr>
                <a:spLocks noChangeShapeType="1"/>
              </p:cNvSpPr>
              <p:nvPr/>
            </p:nvSpPr>
            <p:spPr bwMode="auto">
              <a:xfrm>
                <a:off x="1792" y="2559"/>
                <a:ext cx="357" cy="0"/>
              </a:xfrm>
              <a:prstGeom prst="line">
                <a:avLst/>
              </a:prstGeom>
              <a:grpFill/>
              <a:ln w="25400">
                <a:solidFill>
                  <a:schemeClr val="tx1"/>
                </a:solidFill>
                <a:round/>
                <a:headEnd/>
                <a:tailEnd/>
              </a:ln>
              <a:effectLst/>
            </p:spPr>
            <p:txBody>
              <a:bodyPr/>
              <a:lstStyle/>
              <a:p>
                <a:pPr eaLnBrk="1" hangingPunct="1">
                  <a:defRPr/>
                </a:pPr>
                <a:endParaRPr lang="ru-RU">
                  <a:latin typeface="Arial" charset="0"/>
                  <a:cs typeface="Arial" charset="0"/>
                </a:endParaRPr>
              </a:p>
            </p:txBody>
          </p:sp>
          <p:sp>
            <p:nvSpPr>
              <p:cNvPr id="15477" name="Line 117">
                <a:extLst>
                  <a:ext uri="{FF2B5EF4-FFF2-40B4-BE49-F238E27FC236}">
                    <a16:creationId xmlns:a16="http://schemas.microsoft.com/office/drawing/2014/main" id="{92033335-2CEE-4642-9DE0-4D89265CE396}"/>
                  </a:ext>
                </a:extLst>
              </p:cNvPr>
              <p:cNvSpPr>
                <a:spLocks noChangeShapeType="1"/>
              </p:cNvSpPr>
              <p:nvPr/>
            </p:nvSpPr>
            <p:spPr bwMode="auto">
              <a:xfrm flipH="1" flipV="1">
                <a:off x="1320" y="2088"/>
                <a:ext cx="0" cy="884"/>
              </a:xfrm>
              <a:prstGeom prst="line">
                <a:avLst/>
              </a:prstGeom>
              <a:grpFill/>
              <a:ln w="25400">
                <a:solidFill>
                  <a:schemeClr val="tx1"/>
                </a:solidFill>
                <a:round/>
                <a:headEnd type="oval" w="med" len="med"/>
                <a:tailEnd/>
              </a:ln>
              <a:effectLst/>
            </p:spPr>
            <p:txBody>
              <a:bodyPr/>
              <a:lstStyle/>
              <a:p>
                <a:pPr eaLnBrk="1" hangingPunct="1">
                  <a:defRPr/>
                </a:pPr>
                <a:endParaRPr lang="ru-RU">
                  <a:latin typeface="Arial" charset="0"/>
                  <a:cs typeface="Arial" charset="0"/>
                </a:endParaRPr>
              </a:p>
            </p:txBody>
          </p:sp>
          <p:sp>
            <p:nvSpPr>
              <p:cNvPr id="15478" name="Line 118">
                <a:extLst>
                  <a:ext uri="{FF2B5EF4-FFF2-40B4-BE49-F238E27FC236}">
                    <a16:creationId xmlns:a16="http://schemas.microsoft.com/office/drawing/2014/main" id="{93622EF2-A488-46FA-B6DB-5644292C3C14}"/>
                  </a:ext>
                </a:extLst>
              </p:cNvPr>
              <p:cNvSpPr>
                <a:spLocks noChangeShapeType="1"/>
              </p:cNvSpPr>
              <p:nvPr/>
            </p:nvSpPr>
            <p:spPr bwMode="auto">
              <a:xfrm>
                <a:off x="1311" y="2088"/>
                <a:ext cx="817" cy="0"/>
              </a:xfrm>
              <a:prstGeom prst="line">
                <a:avLst/>
              </a:prstGeom>
              <a:grpFill/>
              <a:ln w="25400">
                <a:solidFill>
                  <a:schemeClr val="tx1"/>
                </a:solidFill>
                <a:round/>
                <a:headEnd/>
                <a:tailEnd/>
              </a:ln>
              <a:effectLst/>
            </p:spPr>
            <p:txBody>
              <a:bodyPr/>
              <a:lstStyle/>
              <a:p>
                <a:pPr eaLnBrk="1" hangingPunct="1">
                  <a:defRPr/>
                </a:pPr>
                <a:endParaRPr lang="ru-RU">
                  <a:latin typeface="Arial" charset="0"/>
                  <a:cs typeface="Arial" charset="0"/>
                </a:endParaRPr>
              </a:p>
            </p:txBody>
          </p:sp>
        </p:grpSp>
        <p:sp>
          <p:nvSpPr>
            <p:cNvPr id="30725" name="Text Box 116">
              <a:extLst>
                <a:ext uri="{FF2B5EF4-FFF2-40B4-BE49-F238E27FC236}">
                  <a16:creationId xmlns:a16="http://schemas.microsoft.com/office/drawing/2014/main" id="{4B92FEB0-68B9-F540-44D5-6F2117216C22}"/>
                </a:ext>
              </a:extLst>
            </p:cNvPr>
            <p:cNvSpPr txBox="1">
              <a:spLocks noChangeArrowheads="1"/>
            </p:cNvSpPr>
            <p:nvPr/>
          </p:nvSpPr>
          <p:spPr bwMode="auto">
            <a:xfrm>
              <a:off x="5473347" y="3095204"/>
              <a:ext cx="3221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en-US" sz="2000" b="0">
                  <a:sym typeface="Symbol" panose="05050102010706020507" pitchFamily="18" charset="2"/>
                </a:rPr>
                <a:t>(x</a:t>
              </a:r>
              <a:r>
                <a:rPr lang="ru-RU" altLang="en-US" sz="2000" b="0" baseline="-25000">
                  <a:sym typeface="Symbol" panose="05050102010706020507" pitchFamily="18" charset="2"/>
                </a:rPr>
                <a:t>1</a:t>
              </a:r>
              <a:r>
                <a:rPr lang="ru-RU" altLang="en-US" sz="2000" b="0">
                  <a:sym typeface="Symbol" panose="05050102010706020507" pitchFamily="18" charset="2"/>
                </a:rPr>
                <a:t>+x</a:t>
              </a:r>
              <a:r>
                <a:rPr lang="ru-RU" altLang="en-US" sz="2000" b="0" baseline="-25000">
                  <a:sym typeface="Symbol" panose="05050102010706020507" pitchFamily="18" charset="2"/>
                </a:rPr>
                <a:t>3</a:t>
              </a:r>
              <a:r>
                <a:rPr lang="ru-RU" altLang="en-US" sz="2000" b="0">
                  <a:sym typeface="Symbol" panose="05050102010706020507" pitchFamily="18" charset="2"/>
                </a:rPr>
                <a:t>)(x</a:t>
              </a:r>
              <a:r>
                <a:rPr lang="ru-RU" altLang="en-US" sz="2000" b="0" baseline="-25000">
                  <a:sym typeface="Symbol" panose="05050102010706020507" pitchFamily="18" charset="2"/>
                </a:rPr>
                <a:t>2</a:t>
              </a:r>
              <a:r>
                <a:rPr lang="ru-RU" altLang="en-US" sz="2000" b="0">
                  <a:sym typeface="Symbol" panose="05050102010706020507" pitchFamily="18" charset="2"/>
                </a:rPr>
                <a:t>+x</a:t>
              </a:r>
              <a:r>
                <a:rPr lang="ru-RU" altLang="en-US" sz="2000" b="0" baseline="-25000">
                  <a:sym typeface="Symbol" panose="05050102010706020507" pitchFamily="18" charset="2"/>
                </a:rPr>
                <a:t>4</a:t>
              </a:r>
              <a:r>
                <a:rPr lang="ru-RU" altLang="en-US" sz="2000" b="0">
                  <a:sym typeface="Symbol" panose="05050102010706020507" pitchFamily="18" charset="2"/>
                </a:rPr>
                <a:t>)(x</a:t>
              </a:r>
              <a:r>
                <a:rPr lang="ru-RU" altLang="en-US" sz="2000" b="0" baseline="-25000">
                  <a:sym typeface="Symbol" panose="05050102010706020507" pitchFamily="18" charset="2"/>
                </a:rPr>
                <a:t>1</a:t>
              </a:r>
              <a:r>
                <a:rPr lang="ru-RU" altLang="en-US" sz="2000" b="0">
                  <a:sym typeface="Symbol" panose="05050102010706020507" pitchFamily="18" charset="2"/>
                </a:rPr>
                <a:t>+x</a:t>
              </a:r>
              <a:r>
                <a:rPr lang="ru-RU" altLang="en-US" sz="2000" b="0" baseline="-25000">
                  <a:sym typeface="Symbol" panose="05050102010706020507" pitchFamily="18" charset="2"/>
                </a:rPr>
                <a:t>2</a:t>
              </a:r>
              <a:r>
                <a:rPr lang="ru-RU" altLang="en-US" sz="2000" b="0">
                  <a:sym typeface="Symbol" panose="05050102010706020507" pitchFamily="18" charset="2"/>
                </a:rPr>
                <a:t>+x</a:t>
              </a:r>
              <a:r>
                <a:rPr lang="ru-RU" altLang="en-US" sz="2000" b="0" baseline="-25000">
                  <a:sym typeface="Symbol" panose="05050102010706020507" pitchFamily="18" charset="2"/>
                </a:rPr>
                <a:t>4</a:t>
              </a:r>
              <a:r>
                <a:rPr lang="ru-RU" altLang="en-US" sz="2000" b="0">
                  <a:sym typeface="Symbol" panose="05050102010706020507" pitchFamily="18" charset="2"/>
                </a:rPr>
                <a:t>)</a:t>
              </a:r>
            </a:p>
          </p:txBody>
        </p:sp>
      </p:grpSp>
      <p:sp>
        <p:nvSpPr>
          <p:cNvPr id="10" name="Title 9">
            <a:extLst>
              <a:ext uri="{FF2B5EF4-FFF2-40B4-BE49-F238E27FC236}">
                <a16:creationId xmlns:a16="http://schemas.microsoft.com/office/drawing/2014/main" id="{AE652F69-6605-D92A-D9FD-2EAE63582035}"/>
              </a:ext>
            </a:extLst>
          </p:cNvPr>
          <p:cNvSpPr>
            <a:spLocks noGrp="1"/>
          </p:cNvSpPr>
          <p:nvPr>
            <p:ph type="title"/>
          </p:nvPr>
        </p:nvSpPr>
        <p:spPr/>
        <p:txBody>
          <a:bodyPr>
            <a:normAutofit/>
          </a:bodyPr>
          <a:lstStyle/>
          <a:p>
            <a:r>
              <a:rPr lang="en-US" dirty="0"/>
              <a:t>Minimized OR-AND circuit</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76">
            <a:extLst>
              <a:ext uri="{FF2B5EF4-FFF2-40B4-BE49-F238E27FC236}">
                <a16:creationId xmlns:a16="http://schemas.microsoft.com/office/drawing/2014/main" id="{428F05DE-9EAA-37D8-5C9B-736C02D61476}"/>
              </a:ext>
            </a:extLst>
          </p:cNvPr>
          <p:cNvSpPr txBox="1">
            <a:spLocks noChangeArrowheads="1"/>
          </p:cNvSpPr>
          <p:nvPr/>
        </p:nvSpPr>
        <p:spPr bwMode="auto">
          <a:xfrm>
            <a:off x="7059614" y="3705225"/>
            <a:ext cx="2967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x</a:t>
            </a:r>
            <a:r>
              <a:rPr lang="en-US" altLang="en-US" sz="2000" b="0" baseline="-25000"/>
              <a:t>1</a:t>
            </a:r>
            <a:r>
              <a:rPr lang="en-US" altLang="en-US" sz="2000" b="0">
                <a:sym typeface="Symbol" panose="05050102010706020507" pitchFamily="18" charset="2"/>
              </a:rPr>
              <a:t>x</a:t>
            </a:r>
            <a:r>
              <a:rPr lang="en-US" altLang="en-US" sz="2000" b="0" baseline="-25000">
                <a:sym typeface="Symbol" panose="05050102010706020507" pitchFamily="18" charset="2"/>
              </a:rPr>
              <a:t>2</a:t>
            </a:r>
            <a:r>
              <a:rPr lang="en-US" altLang="en-US" sz="2000" b="0">
                <a:sym typeface="Symbol" panose="05050102010706020507" pitchFamily="18" charset="2"/>
              </a:rPr>
              <a:t> + x</a:t>
            </a:r>
            <a:r>
              <a:rPr lang="en-US" altLang="en-US" sz="2000" b="0" baseline="-25000">
                <a:sym typeface="Symbol" panose="05050102010706020507" pitchFamily="18" charset="2"/>
              </a:rPr>
              <a:t>2</a:t>
            </a:r>
            <a:r>
              <a:rPr lang="en-US" altLang="en-US" sz="2000" b="0">
                <a:sym typeface="Symbol" panose="05050102010706020507" pitchFamily="18" charset="2"/>
              </a:rPr>
              <a:t>x</a:t>
            </a:r>
            <a:r>
              <a:rPr lang="en-US" altLang="en-US" sz="2000" b="0" baseline="-25000">
                <a:sym typeface="Symbol" panose="05050102010706020507" pitchFamily="18" charset="2"/>
              </a:rPr>
              <a:t>4</a:t>
            </a:r>
            <a:r>
              <a:rPr lang="en-US" altLang="en-US" sz="2000" b="0">
                <a:sym typeface="Symbol" panose="05050102010706020507" pitchFamily="18" charset="2"/>
              </a:rPr>
              <a:t> + x</a:t>
            </a:r>
            <a:r>
              <a:rPr lang="en-US" altLang="en-US" sz="2000" b="0" baseline="-25000">
                <a:sym typeface="Symbol" panose="05050102010706020507" pitchFamily="18" charset="2"/>
              </a:rPr>
              <a:t>2</a:t>
            </a:r>
            <a:r>
              <a:rPr lang="en-US" altLang="en-US" sz="2000" b="0">
                <a:sym typeface="Symbol" panose="05050102010706020507" pitchFamily="18" charset="2"/>
              </a:rPr>
              <a:t>x</a:t>
            </a:r>
            <a:r>
              <a:rPr lang="en-US" altLang="en-US" sz="2000" b="0" baseline="-25000">
                <a:sym typeface="Symbol" panose="05050102010706020507" pitchFamily="18" charset="2"/>
              </a:rPr>
              <a:t>3</a:t>
            </a:r>
            <a:r>
              <a:rPr lang="en-US" altLang="en-US" sz="2000" b="0">
                <a:sym typeface="Symbol" panose="05050102010706020507" pitchFamily="18" charset="2"/>
              </a:rPr>
              <a:t>x</a:t>
            </a:r>
            <a:r>
              <a:rPr lang="en-US" altLang="en-US" sz="2000" b="0" baseline="-25000">
                <a:sym typeface="Symbol" panose="05050102010706020507" pitchFamily="18" charset="2"/>
              </a:rPr>
              <a:t>4</a:t>
            </a:r>
            <a:endParaRPr lang="ru-RU" altLang="en-US" sz="2000" b="0"/>
          </a:p>
        </p:txBody>
      </p:sp>
      <p:grpSp>
        <p:nvGrpSpPr>
          <p:cNvPr id="32772" name="Group 63">
            <a:extLst>
              <a:ext uri="{FF2B5EF4-FFF2-40B4-BE49-F238E27FC236}">
                <a16:creationId xmlns:a16="http://schemas.microsoft.com/office/drawing/2014/main" id="{9D93ECF7-49F7-0483-4702-C23824538B5C}"/>
              </a:ext>
            </a:extLst>
          </p:cNvPr>
          <p:cNvGrpSpPr>
            <a:grpSpLocks/>
          </p:cNvGrpSpPr>
          <p:nvPr/>
        </p:nvGrpSpPr>
        <p:grpSpPr bwMode="auto">
          <a:xfrm>
            <a:off x="2628900" y="1143000"/>
            <a:ext cx="7391400" cy="1423988"/>
            <a:chOff x="1104900" y="1143000"/>
            <a:chExt cx="7391400" cy="1423912"/>
          </a:xfrm>
        </p:grpSpPr>
        <p:grpSp>
          <p:nvGrpSpPr>
            <p:cNvPr id="32814" name="Group 43">
              <a:extLst>
                <a:ext uri="{FF2B5EF4-FFF2-40B4-BE49-F238E27FC236}">
                  <a16:creationId xmlns:a16="http://schemas.microsoft.com/office/drawing/2014/main" id="{BFC911C9-868E-0913-821A-C08BDC34EB95}"/>
                </a:ext>
              </a:extLst>
            </p:cNvPr>
            <p:cNvGrpSpPr>
              <a:grpSpLocks/>
            </p:cNvGrpSpPr>
            <p:nvPr/>
          </p:nvGrpSpPr>
          <p:grpSpPr bwMode="auto">
            <a:xfrm>
              <a:off x="1104900" y="1143000"/>
              <a:ext cx="7391400" cy="1423912"/>
              <a:chOff x="685800" y="1143000"/>
              <a:chExt cx="7170738" cy="1227690"/>
            </a:xfrm>
          </p:grpSpPr>
          <p:sp>
            <p:nvSpPr>
              <p:cNvPr id="32819" name="Text Box 6">
                <a:extLst>
                  <a:ext uri="{FF2B5EF4-FFF2-40B4-BE49-F238E27FC236}">
                    <a16:creationId xmlns:a16="http://schemas.microsoft.com/office/drawing/2014/main" id="{3AE6E05A-F506-6606-6545-4C8628433AD0}"/>
                  </a:ext>
                </a:extLst>
              </p:cNvPr>
              <p:cNvSpPr txBox="1">
                <a:spLocks noChangeArrowheads="1"/>
              </p:cNvSpPr>
              <p:nvPr/>
            </p:nvSpPr>
            <p:spPr bwMode="auto">
              <a:xfrm>
                <a:off x="685800" y="1282700"/>
                <a:ext cx="7170738" cy="108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40000"/>
                  </a:spcBef>
                </a:pPr>
                <a:r>
                  <a:rPr lang="en-US" altLang="en-US" sz="2000" b="0"/>
                  <a:t>y = x</a:t>
                </a:r>
                <a:r>
                  <a:rPr lang="en-US" altLang="en-US" sz="2000" b="0" baseline="-25000"/>
                  <a:t>1</a:t>
                </a:r>
                <a:r>
                  <a:rPr lang="en-US" altLang="en-US" sz="2000" b="0">
                    <a:sym typeface="Symbol" panose="05050102010706020507" pitchFamily="18" charset="2"/>
                  </a:rPr>
                  <a:t>x</a:t>
                </a:r>
                <a:r>
                  <a:rPr lang="en-US" altLang="en-US" sz="2000" b="0" baseline="-25000">
                    <a:sym typeface="Symbol" panose="05050102010706020507" pitchFamily="18" charset="2"/>
                  </a:rPr>
                  <a:t>2</a:t>
                </a:r>
                <a:r>
                  <a:rPr lang="en-US" altLang="en-US" sz="2000" b="0">
                    <a:sym typeface="Symbol" panose="05050102010706020507" pitchFamily="18" charset="2"/>
                  </a:rPr>
                  <a:t> + x</a:t>
                </a:r>
                <a:r>
                  <a:rPr lang="en-US" altLang="en-US" sz="2000" b="0" baseline="-25000">
                    <a:sym typeface="Symbol" panose="05050102010706020507" pitchFamily="18" charset="2"/>
                  </a:rPr>
                  <a:t>2</a:t>
                </a:r>
                <a:r>
                  <a:rPr lang="en-US" altLang="en-US" sz="2000" b="0">
                    <a:sym typeface="Symbol" panose="05050102010706020507" pitchFamily="18" charset="2"/>
                  </a:rPr>
                  <a:t>x</a:t>
                </a:r>
                <a:r>
                  <a:rPr lang="en-US" altLang="en-US" sz="2000" b="0" baseline="-25000">
                    <a:sym typeface="Symbol" panose="05050102010706020507" pitchFamily="18" charset="2"/>
                  </a:rPr>
                  <a:t>4</a:t>
                </a:r>
                <a:r>
                  <a:rPr lang="en-US" altLang="en-US" sz="2000" b="0">
                    <a:sym typeface="Symbol" panose="05050102010706020507" pitchFamily="18" charset="2"/>
                  </a:rPr>
                  <a:t> + x</a:t>
                </a:r>
                <a:r>
                  <a:rPr lang="en-US" altLang="en-US" sz="2000" b="0" baseline="-25000">
                    <a:sym typeface="Symbol" panose="05050102010706020507" pitchFamily="18" charset="2"/>
                  </a:rPr>
                  <a:t>2</a:t>
                </a:r>
                <a:r>
                  <a:rPr lang="en-US" altLang="en-US" sz="2000" b="0">
                    <a:sym typeface="Symbol" panose="05050102010706020507" pitchFamily="18" charset="2"/>
                  </a:rPr>
                  <a:t>x</a:t>
                </a:r>
                <a:r>
                  <a:rPr lang="en-US" altLang="en-US" sz="2000" b="0" baseline="-25000">
                    <a:sym typeface="Symbol" panose="05050102010706020507" pitchFamily="18" charset="2"/>
                  </a:rPr>
                  <a:t>3</a:t>
                </a:r>
                <a:r>
                  <a:rPr lang="en-US" altLang="en-US" sz="2000" b="0">
                    <a:sym typeface="Symbol" panose="05050102010706020507" pitchFamily="18" charset="2"/>
                  </a:rPr>
                  <a:t>x</a:t>
                </a:r>
                <a:r>
                  <a:rPr lang="en-US" altLang="en-US" sz="2000" b="0" baseline="-25000">
                    <a:sym typeface="Symbol" panose="05050102010706020507" pitchFamily="18" charset="2"/>
                  </a:rPr>
                  <a:t>4</a:t>
                </a:r>
                <a:r>
                  <a:rPr lang="en-US" altLang="en-US" sz="2000" b="0">
                    <a:sym typeface="Symbol" panose="05050102010706020507" pitchFamily="18" charset="2"/>
                  </a:rPr>
                  <a:t>= </a:t>
                </a:r>
                <a:r>
                  <a:rPr lang="en-US" altLang="en-US" sz="2000" b="0"/>
                  <a:t>x</a:t>
                </a:r>
                <a:r>
                  <a:rPr lang="en-US" altLang="en-US" sz="2000" b="0" baseline="-25000"/>
                  <a:t>1</a:t>
                </a:r>
                <a:r>
                  <a:rPr lang="en-US" altLang="en-US" sz="2000" b="0">
                    <a:sym typeface="Symbol" panose="05050102010706020507" pitchFamily="18" charset="2"/>
                  </a:rPr>
                  <a:t>x</a:t>
                </a:r>
                <a:r>
                  <a:rPr lang="en-US" altLang="en-US" sz="2000" b="0" baseline="-25000">
                    <a:sym typeface="Symbol" panose="05050102010706020507" pitchFamily="18" charset="2"/>
                  </a:rPr>
                  <a:t>2</a:t>
                </a:r>
                <a:r>
                  <a:rPr lang="en-US" altLang="en-US" sz="2000" b="0">
                    <a:sym typeface="Symbol" panose="05050102010706020507" pitchFamily="18" charset="2"/>
                  </a:rPr>
                  <a:t> + x</a:t>
                </a:r>
                <a:r>
                  <a:rPr lang="en-US" altLang="en-US" sz="2000" b="0" baseline="-25000">
                    <a:sym typeface="Symbol" panose="05050102010706020507" pitchFamily="18" charset="2"/>
                  </a:rPr>
                  <a:t>2</a:t>
                </a:r>
                <a:r>
                  <a:rPr lang="en-US" altLang="en-US" sz="2000" b="0">
                    <a:sym typeface="Symbol" panose="05050102010706020507" pitchFamily="18" charset="2"/>
                  </a:rPr>
                  <a:t>x</a:t>
                </a:r>
                <a:r>
                  <a:rPr lang="en-US" altLang="en-US" sz="2000" b="0" baseline="-25000">
                    <a:sym typeface="Symbol" panose="05050102010706020507" pitchFamily="18" charset="2"/>
                  </a:rPr>
                  <a:t>4</a:t>
                </a:r>
                <a:r>
                  <a:rPr lang="en-US" altLang="en-US" sz="2000" b="0">
                    <a:sym typeface="Symbol" panose="05050102010706020507" pitchFamily="18" charset="2"/>
                  </a:rPr>
                  <a:t> + x</a:t>
                </a:r>
                <a:r>
                  <a:rPr lang="en-US" altLang="en-US" sz="2000" b="0" baseline="-25000">
                    <a:sym typeface="Symbol" panose="05050102010706020507" pitchFamily="18" charset="2"/>
                  </a:rPr>
                  <a:t>2</a:t>
                </a:r>
                <a:r>
                  <a:rPr lang="en-US" altLang="en-US" sz="2000" b="0">
                    <a:sym typeface="Symbol" panose="05050102010706020507" pitchFamily="18" charset="2"/>
                  </a:rPr>
                  <a:t>x</a:t>
                </a:r>
                <a:r>
                  <a:rPr lang="en-US" altLang="en-US" sz="2000" b="0" baseline="-25000">
                    <a:sym typeface="Symbol" panose="05050102010706020507" pitchFamily="18" charset="2"/>
                  </a:rPr>
                  <a:t>3</a:t>
                </a:r>
                <a:r>
                  <a:rPr lang="en-US" altLang="en-US" sz="2000" b="0">
                    <a:sym typeface="Symbol" panose="05050102010706020507" pitchFamily="18" charset="2"/>
                  </a:rPr>
                  <a:t>x</a:t>
                </a:r>
                <a:r>
                  <a:rPr lang="en-US" altLang="en-US" sz="2000" b="0" baseline="-25000">
                    <a:sym typeface="Symbol" panose="05050102010706020507" pitchFamily="18" charset="2"/>
                  </a:rPr>
                  <a:t>4</a:t>
                </a:r>
                <a:endParaRPr lang="en-US" altLang="en-US" sz="2000" b="0">
                  <a:sym typeface="Symbol" panose="05050102010706020507" pitchFamily="18" charset="2"/>
                </a:endParaRPr>
              </a:p>
              <a:p>
                <a:pPr eaLnBrk="1" hangingPunct="1">
                  <a:spcBef>
                    <a:spcPct val="40000"/>
                  </a:spcBef>
                </a:pPr>
                <a:r>
                  <a:rPr lang="en-US" altLang="en-US" sz="2000" b="0">
                    <a:sym typeface="Symbol" panose="05050102010706020507" pitchFamily="18" charset="2"/>
                  </a:rPr>
                  <a:t>Applying de Morgan’s law, the following will be obtained:</a:t>
                </a:r>
              </a:p>
              <a:p>
                <a:pPr eaLnBrk="1" hangingPunct="1">
                  <a:spcBef>
                    <a:spcPct val="40000"/>
                  </a:spcBef>
                </a:pPr>
                <a:r>
                  <a:rPr lang="en-US" altLang="en-US" sz="2000" b="0">
                    <a:sym typeface="Symbol" panose="05050102010706020507" pitchFamily="18" charset="2"/>
                  </a:rPr>
                  <a:t>Y=x</a:t>
                </a:r>
                <a:r>
                  <a:rPr lang="en-US" altLang="en-US" sz="2000" b="0" baseline="-25000">
                    <a:sym typeface="Symbol" panose="05050102010706020507" pitchFamily="18" charset="2"/>
                  </a:rPr>
                  <a:t>1 </a:t>
                </a:r>
                <a:r>
                  <a:rPr lang="en-US" altLang="en-US" sz="2000" b="0">
                    <a:sym typeface="Symbol" panose="05050102010706020507" pitchFamily="18" charset="2"/>
                  </a:rPr>
                  <a:t></a:t>
                </a:r>
                <a:r>
                  <a:rPr lang="en-US" altLang="en-US" sz="2000" b="0" baseline="-25000">
                    <a:sym typeface="Symbol" panose="05050102010706020507" pitchFamily="18" charset="2"/>
                  </a:rPr>
                  <a:t> </a:t>
                </a:r>
                <a:r>
                  <a:rPr lang="en-US" altLang="en-US" sz="2000" b="0">
                    <a:sym typeface="Symbol" panose="05050102010706020507" pitchFamily="18" charset="2"/>
                  </a:rPr>
                  <a:t>x</a:t>
                </a:r>
                <a:r>
                  <a:rPr lang="en-US" altLang="en-US" sz="2000" b="0" baseline="-25000">
                    <a:sym typeface="Symbol" panose="05050102010706020507" pitchFamily="18" charset="2"/>
                  </a:rPr>
                  <a:t>2</a:t>
                </a:r>
                <a:r>
                  <a:rPr lang="en-US" altLang="en-US" sz="2000" b="0">
                    <a:sym typeface="Symbol" panose="05050102010706020507" pitchFamily="18" charset="2"/>
                  </a:rPr>
                  <a:t> x</a:t>
                </a:r>
                <a:r>
                  <a:rPr lang="en-US" altLang="en-US" sz="2000" b="0" baseline="-25000">
                    <a:sym typeface="Symbol" panose="05050102010706020507" pitchFamily="18" charset="2"/>
                  </a:rPr>
                  <a:t>2</a:t>
                </a:r>
                <a:r>
                  <a:rPr lang="en-US" altLang="en-US" sz="2000" b="0">
                    <a:sym typeface="Symbol" panose="05050102010706020507" pitchFamily="18" charset="2"/>
                  </a:rPr>
                  <a:t>x</a:t>
                </a:r>
                <a:r>
                  <a:rPr lang="en-US" altLang="en-US" sz="2000" b="0" baseline="-25000">
                    <a:sym typeface="Symbol" panose="05050102010706020507" pitchFamily="18" charset="2"/>
                  </a:rPr>
                  <a:t>4 </a:t>
                </a:r>
                <a:r>
                  <a:rPr lang="en-US" altLang="en-US" sz="2000" b="0">
                    <a:sym typeface="Symbol" panose="05050102010706020507" pitchFamily="18" charset="2"/>
                  </a:rPr>
                  <a:t> x</a:t>
                </a:r>
                <a:r>
                  <a:rPr lang="en-US" altLang="en-US" sz="2000" b="0" baseline="-25000">
                    <a:sym typeface="Symbol" panose="05050102010706020507" pitchFamily="18" charset="2"/>
                  </a:rPr>
                  <a:t>2 </a:t>
                </a:r>
                <a:r>
                  <a:rPr lang="en-US" altLang="en-US" sz="2000" b="0">
                    <a:sym typeface="Symbol" panose="05050102010706020507" pitchFamily="18" charset="2"/>
                  </a:rPr>
                  <a:t>x</a:t>
                </a:r>
                <a:r>
                  <a:rPr lang="en-US" altLang="en-US" sz="2000" b="0" baseline="-25000">
                    <a:sym typeface="Symbol" panose="05050102010706020507" pitchFamily="18" charset="2"/>
                  </a:rPr>
                  <a:t>3 </a:t>
                </a:r>
                <a:r>
                  <a:rPr lang="en-US" altLang="en-US" sz="2000" b="0">
                    <a:sym typeface="Symbol" panose="05050102010706020507" pitchFamily="18" charset="2"/>
                  </a:rPr>
                  <a:t>x</a:t>
                </a:r>
                <a:r>
                  <a:rPr lang="en-US" altLang="en-US" sz="2000" b="0" baseline="-25000">
                    <a:sym typeface="Symbol" panose="05050102010706020507" pitchFamily="18" charset="2"/>
                  </a:rPr>
                  <a:t>4</a:t>
                </a:r>
                <a:endParaRPr lang="ru-RU" altLang="en-US" sz="2000" b="0"/>
              </a:p>
            </p:txBody>
          </p:sp>
          <p:cxnSp>
            <p:nvCxnSpPr>
              <p:cNvPr id="41" name="Straight Connector 40">
                <a:extLst>
                  <a:ext uri="{FF2B5EF4-FFF2-40B4-BE49-F238E27FC236}">
                    <a16:creationId xmlns:a16="http://schemas.microsoft.com/office/drawing/2014/main" id="{146F966D-CEE5-4A5C-8F4F-5944411D6C37}"/>
                  </a:ext>
                </a:extLst>
              </p:cNvPr>
              <p:cNvCxnSpPr/>
              <p:nvPr/>
            </p:nvCxnSpPr>
            <p:spPr>
              <a:xfrm flipV="1">
                <a:off x="1167854" y="1219645"/>
                <a:ext cx="5422716" cy="0"/>
              </a:xfrm>
              <a:prstGeom prst="line">
                <a:avLst/>
              </a:prstGeom>
              <a:ln cmpd="thickThi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26D7ACB-464B-4B9A-B667-1927F51C2380}"/>
                  </a:ext>
                </a:extLst>
              </p:cNvPr>
              <p:cNvCxnSpPr/>
              <p:nvPr/>
            </p:nvCxnSpPr>
            <p:spPr>
              <a:xfrm flipV="1">
                <a:off x="1167854" y="1143000"/>
                <a:ext cx="5422716" cy="0"/>
              </a:xfrm>
              <a:prstGeom prst="line">
                <a:avLst/>
              </a:prstGeom>
              <a:ln cmpd="thickThi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 name="Straight Connector 45">
              <a:extLst>
                <a:ext uri="{FF2B5EF4-FFF2-40B4-BE49-F238E27FC236}">
                  <a16:creationId xmlns:a16="http://schemas.microsoft.com/office/drawing/2014/main" id="{29148224-BE6D-472D-8852-65E3CCDDAE6C}"/>
                </a:ext>
              </a:extLst>
            </p:cNvPr>
            <p:cNvCxnSpPr/>
            <p:nvPr/>
          </p:nvCxnSpPr>
          <p:spPr>
            <a:xfrm>
              <a:off x="1473200" y="2146246"/>
              <a:ext cx="558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0CA43E86-D532-4CCD-B43E-C119D1480B7E}"/>
                </a:ext>
              </a:extLst>
            </p:cNvPr>
            <p:cNvCxnSpPr/>
            <p:nvPr/>
          </p:nvCxnSpPr>
          <p:spPr>
            <a:xfrm>
              <a:off x="2286000" y="2146246"/>
              <a:ext cx="558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F1AACD5-3CDA-4460-A3F7-D76BC2422566}"/>
                </a:ext>
              </a:extLst>
            </p:cNvPr>
            <p:cNvCxnSpPr/>
            <p:nvPr/>
          </p:nvCxnSpPr>
          <p:spPr>
            <a:xfrm>
              <a:off x="2984500" y="2146246"/>
              <a:ext cx="1023938"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40B5F6C-EEB0-4B71-A093-A0E7B4D343EE}"/>
                </a:ext>
              </a:extLst>
            </p:cNvPr>
            <p:cNvCxnSpPr/>
            <p:nvPr/>
          </p:nvCxnSpPr>
          <p:spPr>
            <a:xfrm>
              <a:off x="1422400" y="2095449"/>
              <a:ext cx="2559050" cy="1588"/>
            </a:xfrm>
            <a:prstGeom prst="line">
              <a:avLst/>
            </a:prstGeom>
          </p:spPr>
          <p:style>
            <a:lnRef idx="1">
              <a:schemeClr val="dk1"/>
            </a:lnRef>
            <a:fillRef idx="0">
              <a:schemeClr val="dk1"/>
            </a:fillRef>
            <a:effectRef idx="0">
              <a:schemeClr val="dk1"/>
            </a:effectRef>
            <a:fontRef idx="minor">
              <a:schemeClr val="tx1"/>
            </a:fontRef>
          </p:style>
        </p:cxnSp>
      </p:grpSp>
      <p:grpSp>
        <p:nvGrpSpPr>
          <p:cNvPr id="32773" name="Group 70">
            <a:extLst>
              <a:ext uri="{FF2B5EF4-FFF2-40B4-BE49-F238E27FC236}">
                <a16:creationId xmlns:a16="http://schemas.microsoft.com/office/drawing/2014/main" id="{D6CBE686-AEA1-21CD-C91C-46B06DF45B81}"/>
              </a:ext>
            </a:extLst>
          </p:cNvPr>
          <p:cNvGrpSpPr>
            <a:grpSpLocks/>
          </p:cNvGrpSpPr>
          <p:nvPr/>
        </p:nvGrpSpPr>
        <p:grpSpPr bwMode="auto">
          <a:xfrm>
            <a:off x="1990725" y="2555875"/>
            <a:ext cx="4789488" cy="2971800"/>
            <a:chOff x="693738" y="2492374"/>
            <a:chExt cx="5045089" cy="3204576"/>
          </a:xfrm>
        </p:grpSpPr>
        <p:sp>
          <p:nvSpPr>
            <p:cNvPr id="32774" name="Freeform 47">
              <a:extLst>
                <a:ext uri="{FF2B5EF4-FFF2-40B4-BE49-F238E27FC236}">
                  <a16:creationId xmlns:a16="http://schemas.microsoft.com/office/drawing/2014/main" id="{278D5FF2-8A9E-1179-57F7-23C38B31A7A9}"/>
                </a:ext>
              </a:extLst>
            </p:cNvPr>
            <p:cNvSpPr>
              <a:spLocks/>
            </p:cNvSpPr>
            <p:nvPr/>
          </p:nvSpPr>
          <p:spPr bwMode="auto">
            <a:xfrm>
              <a:off x="2956131" y="2656666"/>
              <a:ext cx="623048" cy="548735"/>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32775" name="Freeform 48">
              <a:extLst>
                <a:ext uri="{FF2B5EF4-FFF2-40B4-BE49-F238E27FC236}">
                  <a16:creationId xmlns:a16="http://schemas.microsoft.com/office/drawing/2014/main" id="{143FE9B3-4757-A5C2-1C2C-F83937E180DC}"/>
                </a:ext>
              </a:extLst>
            </p:cNvPr>
            <p:cNvSpPr>
              <a:spLocks/>
            </p:cNvSpPr>
            <p:nvPr/>
          </p:nvSpPr>
          <p:spPr bwMode="auto">
            <a:xfrm>
              <a:off x="2970696" y="3706491"/>
              <a:ext cx="623048" cy="548735"/>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32776" name="Freeform 49">
              <a:extLst>
                <a:ext uri="{FF2B5EF4-FFF2-40B4-BE49-F238E27FC236}">
                  <a16:creationId xmlns:a16="http://schemas.microsoft.com/office/drawing/2014/main" id="{FB5BE939-0345-A578-523D-83B1C2AAB3B7}"/>
                </a:ext>
              </a:extLst>
            </p:cNvPr>
            <p:cNvSpPr>
              <a:spLocks/>
            </p:cNvSpPr>
            <p:nvPr/>
          </p:nvSpPr>
          <p:spPr bwMode="auto">
            <a:xfrm>
              <a:off x="2985261" y="4684029"/>
              <a:ext cx="623048" cy="653882"/>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32777" name="Line 54">
              <a:extLst>
                <a:ext uri="{FF2B5EF4-FFF2-40B4-BE49-F238E27FC236}">
                  <a16:creationId xmlns:a16="http://schemas.microsoft.com/office/drawing/2014/main" id="{CFFDB204-EA0C-011F-7D4A-99FC82FDAD50}"/>
                </a:ext>
              </a:extLst>
            </p:cNvPr>
            <p:cNvSpPr>
              <a:spLocks noChangeShapeType="1"/>
            </p:cNvSpPr>
            <p:nvPr/>
          </p:nvSpPr>
          <p:spPr bwMode="auto">
            <a:xfrm>
              <a:off x="1083750" y="2789742"/>
              <a:ext cx="18707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78" name="Line 55">
              <a:extLst>
                <a:ext uri="{FF2B5EF4-FFF2-40B4-BE49-F238E27FC236}">
                  <a16:creationId xmlns:a16="http://schemas.microsoft.com/office/drawing/2014/main" id="{85C4C26A-CC89-3248-3871-D7F607BD999A}"/>
                </a:ext>
              </a:extLst>
            </p:cNvPr>
            <p:cNvSpPr>
              <a:spLocks noChangeShapeType="1"/>
            </p:cNvSpPr>
            <p:nvPr/>
          </p:nvSpPr>
          <p:spPr bwMode="auto">
            <a:xfrm>
              <a:off x="1083750" y="3075610"/>
              <a:ext cx="18707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79" name="Line 56">
              <a:extLst>
                <a:ext uri="{FF2B5EF4-FFF2-40B4-BE49-F238E27FC236}">
                  <a16:creationId xmlns:a16="http://schemas.microsoft.com/office/drawing/2014/main" id="{77300CA2-B7AC-9BC3-D5E8-A9DE556FE2BC}"/>
                </a:ext>
              </a:extLst>
            </p:cNvPr>
            <p:cNvSpPr>
              <a:spLocks noChangeShapeType="1"/>
            </p:cNvSpPr>
            <p:nvPr/>
          </p:nvSpPr>
          <p:spPr bwMode="auto">
            <a:xfrm>
              <a:off x="1405793" y="3088754"/>
              <a:ext cx="0" cy="1725065"/>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2780" name="Line 57">
              <a:extLst>
                <a:ext uri="{FF2B5EF4-FFF2-40B4-BE49-F238E27FC236}">
                  <a16:creationId xmlns:a16="http://schemas.microsoft.com/office/drawing/2014/main" id="{68CF4A7A-582B-2803-B7A5-91FC8410A7EF}"/>
                </a:ext>
              </a:extLst>
            </p:cNvPr>
            <p:cNvSpPr>
              <a:spLocks noChangeShapeType="1"/>
            </p:cNvSpPr>
            <p:nvPr/>
          </p:nvSpPr>
          <p:spPr bwMode="auto">
            <a:xfrm>
              <a:off x="1405793" y="3445920"/>
              <a:ext cx="294532"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2781" name="Line 58">
              <a:extLst>
                <a:ext uri="{FF2B5EF4-FFF2-40B4-BE49-F238E27FC236}">
                  <a16:creationId xmlns:a16="http://schemas.microsoft.com/office/drawing/2014/main" id="{121F37B6-65BD-3C48-A807-D3A0934E5FD7}"/>
                </a:ext>
              </a:extLst>
            </p:cNvPr>
            <p:cNvSpPr>
              <a:spLocks noChangeShapeType="1"/>
            </p:cNvSpPr>
            <p:nvPr/>
          </p:nvSpPr>
          <p:spPr bwMode="auto">
            <a:xfrm>
              <a:off x="2692399" y="3829550"/>
              <a:ext cx="2651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2" name="Line 59">
              <a:extLst>
                <a:ext uri="{FF2B5EF4-FFF2-40B4-BE49-F238E27FC236}">
                  <a16:creationId xmlns:a16="http://schemas.microsoft.com/office/drawing/2014/main" id="{23D9ADDB-27F4-128D-5F00-960DA4E7CFC1}"/>
                </a:ext>
              </a:extLst>
            </p:cNvPr>
            <p:cNvSpPr>
              <a:spLocks noChangeShapeType="1"/>
            </p:cNvSpPr>
            <p:nvPr/>
          </p:nvSpPr>
          <p:spPr bwMode="auto">
            <a:xfrm>
              <a:off x="1142009" y="5009327"/>
              <a:ext cx="1835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3" name="Line 60">
              <a:extLst>
                <a:ext uri="{FF2B5EF4-FFF2-40B4-BE49-F238E27FC236}">
                  <a16:creationId xmlns:a16="http://schemas.microsoft.com/office/drawing/2014/main" id="{32A53D2D-1EBC-6DD6-7CA0-29319895AA09}"/>
                </a:ext>
              </a:extLst>
            </p:cNvPr>
            <p:cNvSpPr>
              <a:spLocks noChangeShapeType="1"/>
            </p:cNvSpPr>
            <p:nvPr/>
          </p:nvSpPr>
          <p:spPr bwMode="auto">
            <a:xfrm flipV="1">
              <a:off x="1142009" y="5326301"/>
              <a:ext cx="6105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4" name="Line 61">
              <a:extLst>
                <a:ext uri="{FF2B5EF4-FFF2-40B4-BE49-F238E27FC236}">
                  <a16:creationId xmlns:a16="http://schemas.microsoft.com/office/drawing/2014/main" id="{42BB4B98-0D44-7EB3-251C-159BA4AA4F5E}"/>
                </a:ext>
              </a:extLst>
            </p:cNvPr>
            <p:cNvSpPr>
              <a:spLocks noChangeShapeType="1"/>
            </p:cNvSpPr>
            <p:nvPr/>
          </p:nvSpPr>
          <p:spPr bwMode="auto">
            <a:xfrm>
              <a:off x="1391228" y="4817105"/>
              <a:ext cx="157784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5" name="Line 62">
              <a:extLst>
                <a:ext uri="{FF2B5EF4-FFF2-40B4-BE49-F238E27FC236}">
                  <a16:creationId xmlns:a16="http://schemas.microsoft.com/office/drawing/2014/main" id="{49EA83D2-74C1-DA8A-413B-0E874E73FABD}"/>
                </a:ext>
              </a:extLst>
            </p:cNvPr>
            <p:cNvSpPr>
              <a:spLocks noChangeShapeType="1"/>
            </p:cNvSpPr>
            <p:nvPr/>
          </p:nvSpPr>
          <p:spPr bwMode="auto">
            <a:xfrm>
              <a:off x="3749102" y="3952929"/>
              <a:ext cx="9531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6" name="Line 63">
              <a:extLst>
                <a:ext uri="{FF2B5EF4-FFF2-40B4-BE49-F238E27FC236}">
                  <a16:creationId xmlns:a16="http://schemas.microsoft.com/office/drawing/2014/main" id="{2FA06C42-61EE-6590-B12C-0466C80295DB}"/>
                </a:ext>
              </a:extLst>
            </p:cNvPr>
            <p:cNvSpPr>
              <a:spLocks noChangeShapeType="1"/>
            </p:cNvSpPr>
            <p:nvPr/>
          </p:nvSpPr>
          <p:spPr bwMode="auto">
            <a:xfrm>
              <a:off x="3732918" y="2924462"/>
              <a:ext cx="5939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7" name="Line 64">
              <a:extLst>
                <a:ext uri="{FF2B5EF4-FFF2-40B4-BE49-F238E27FC236}">
                  <a16:creationId xmlns:a16="http://schemas.microsoft.com/office/drawing/2014/main" id="{A8A84707-D864-9C17-361E-290561EECA8D}"/>
                </a:ext>
              </a:extLst>
            </p:cNvPr>
            <p:cNvSpPr>
              <a:spLocks noChangeShapeType="1"/>
            </p:cNvSpPr>
            <p:nvPr/>
          </p:nvSpPr>
          <p:spPr bwMode="auto">
            <a:xfrm>
              <a:off x="4320364" y="2924462"/>
              <a:ext cx="0" cy="81981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8" name="Line 65">
              <a:extLst>
                <a:ext uri="{FF2B5EF4-FFF2-40B4-BE49-F238E27FC236}">
                  <a16:creationId xmlns:a16="http://schemas.microsoft.com/office/drawing/2014/main" id="{E8ED8712-5E76-9AA1-62B9-E87859DAB8FE}"/>
                </a:ext>
              </a:extLst>
            </p:cNvPr>
            <p:cNvSpPr>
              <a:spLocks noChangeShapeType="1"/>
            </p:cNvSpPr>
            <p:nvPr/>
          </p:nvSpPr>
          <p:spPr bwMode="auto">
            <a:xfrm>
              <a:off x="4320364" y="3744279"/>
              <a:ext cx="3560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9" name="Line 66">
              <a:extLst>
                <a:ext uri="{FF2B5EF4-FFF2-40B4-BE49-F238E27FC236}">
                  <a16:creationId xmlns:a16="http://schemas.microsoft.com/office/drawing/2014/main" id="{60EB4C4C-165C-9F37-855E-CDF252E16FD7}"/>
                </a:ext>
              </a:extLst>
            </p:cNvPr>
            <p:cNvSpPr>
              <a:spLocks noChangeShapeType="1"/>
            </p:cNvSpPr>
            <p:nvPr/>
          </p:nvSpPr>
          <p:spPr bwMode="auto">
            <a:xfrm>
              <a:off x="4276670" y="4161580"/>
              <a:ext cx="39972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0" name="Line 67">
              <a:extLst>
                <a:ext uri="{FF2B5EF4-FFF2-40B4-BE49-F238E27FC236}">
                  <a16:creationId xmlns:a16="http://schemas.microsoft.com/office/drawing/2014/main" id="{FF9B8878-DEC2-CB23-7771-F24AE59AF0D6}"/>
                </a:ext>
              </a:extLst>
            </p:cNvPr>
            <p:cNvSpPr>
              <a:spLocks noChangeShapeType="1"/>
            </p:cNvSpPr>
            <p:nvPr/>
          </p:nvSpPr>
          <p:spPr bwMode="auto">
            <a:xfrm>
              <a:off x="4291234" y="4171438"/>
              <a:ext cx="0" cy="81981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1" name="Line 68">
              <a:extLst>
                <a:ext uri="{FF2B5EF4-FFF2-40B4-BE49-F238E27FC236}">
                  <a16:creationId xmlns:a16="http://schemas.microsoft.com/office/drawing/2014/main" id="{5F7AF29E-820A-C9E2-2DDB-F4C860D24D70}"/>
                </a:ext>
              </a:extLst>
            </p:cNvPr>
            <p:cNvSpPr>
              <a:spLocks noChangeShapeType="1"/>
            </p:cNvSpPr>
            <p:nvPr/>
          </p:nvSpPr>
          <p:spPr bwMode="auto">
            <a:xfrm>
              <a:off x="3734537" y="4996183"/>
              <a:ext cx="55831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2" name="Line 69">
              <a:extLst>
                <a:ext uri="{FF2B5EF4-FFF2-40B4-BE49-F238E27FC236}">
                  <a16:creationId xmlns:a16="http://schemas.microsoft.com/office/drawing/2014/main" id="{BA30103A-9A8F-4CD1-50AB-450B1ECA089B}"/>
                </a:ext>
              </a:extLst>
            </p:cNvPr>
            <p:cNvSpPr>
              <a:spLocks noChangeShapeType="1"/>
            </p:cNvSpPr>
            <p:nvPr/>
          </p:nvSpPr>
          <p:spPr bwMode="auto">
            <a:xfrm>
              <a:off x="5464507" y="3950018"/>
              <a:ext cx="2743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3" name="Line 70">
              <a:extLst>
                <a:ext uri="{FF2B5EF4-FFF2-40B4-BE49-F238E27FC236}">
                  <a16:creationId xmlns:a16="http://schemas.microsoft.com/office/drawing/2014/main" id="{4310017B-41B8-D4D9-07E5-C98A992FF892}"/>
                </a:ext>
              </a:extLst>
            </p:cNvPr>
            <p:cNvSpPr>
              <a:spLocks noChangeShapeType="1"/>
            </p:cNvSpPr>
            <p:nvPr/>
          </p:nvSpPr>
          <p:spPr bwMode="auto">
            <a:xfrm flipV="1">
              <a:off x="1587499" y="4096619"/>
              <a:ext cx="1371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4" name="Line 71">
              <a:extLst>
                <a:ext uri="{FF2B5EF4-FFF2-40B4-BE49-F238E27FC236}">
                  <a16:creationId xmlns:a16="http://schemas.microsoft.com/office/drawing/2014/main" id="{7867D104-AAC1-4C67-748E-75F9C833EC61}"/>
                </a:ext>
              </a:extLst>
            </p:cNvPr>
            <p:cNvSpPr>
              <a:spLocks noChangeShapeType="1"/>
            </p:cNvSpPr>
            <p:nvPr/>
          </p:nvSpPr>
          <p:spPr bwMode="auto">
            <a:xfrm>
              <a:off x="1587094" y="4083920"/>
              <a:ext cx="0" cy="123444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2795" name="Text Box 72">
              <a:extLst>
                <a:ext uri="{FF2B5EF4-FFF2-40B4-BE49-F238E27FC236}">
                  <a16:creationId xmlns:a16="http://schemas.microsoft.com/office/drawing/2014/main" id="{3A2A2D05-BD97-DCAF-E713-10116E4D6669}"/>
                </a:ext>
              </a:extLst>
            </p:cNvPr>
            <p:cNvSpPr txBox="1">
              <a:spLocks noChangeArrowheads="1"/>
            </p:cNvSpPr>
            <p:nvPr/>
          </p:nvSpPr>
          <p:spPr bwMode="auto">
            <a:xfrm>
              <a:off x="708303" y="2492374"/>
              <a:ext cx="550224" cy="497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1</a:t>
              </a:r>
              <a:endParaRPr lang="ru-RU" altLang="en-US" b="0"/>
            </a:p>
          </p:txBody>
        </p:sp>
        <p:sp>
          <p:nvSpPr>
            <p:cNvPr id="32796" name="Text Box 73">
              <a:extLst>
                <a:ext uri="{FF2B5EF4-FFF2-40B4-BE49-F238E27FC236}">
                  <a16:creationId xmlns:a16="http://schemas.microsoft.com/office/drawing/2014/main" id="{A42852F7-A5F7-9DB2-FD1B-6A678899D01A}"/>
                </a:ext>
              </a:extLst>
            </p:cNvPr>
            <p:cNvSpPr txBox="1">
              <a:spLocks noChangeArrowheads="1"/>
            </p:cNvSpPr>
            <p:nvPr/>
          </p:nvSpPr>
          <p:spPr bwMode="auto">
            <a:xfrm>
              <a:off x="693738" y="2804528"/>
              <a:ext cx="550224" cy="497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2</a:t>
              </a:r>
              <a:endParaRPr lang="ru-RU" altLang="en-US" b="0"/>
            </a:p>
          </p:txBody>
        </p:sp>
        <p:sp>
          <p:nvSpPr>
            <p:cNvPr id="32797" name="Text Box 74">
              <a:extLst>
                <a:ext uri="{FF2B5EF4-FFF2-40B4-BE49-F238E27FC236}">
                  <a16:creationId xmlns:a16="http://schemas.microsoft.com/office/drawing/2014/main" id="{8DA2D41E-ED56-C46E-7596-8A6914C1D896}"/>
                </a:ext>
              </a:extLst>
            </p:cNvPr>
            <p:cNvSpPr txBox="1">
              <a:spLocks noChangeArrowheads="1"/>
            </p:cNvSpPr>
            <p:nvPr/>
          </p:nvSpPr>
          <p:spPr bwMode="auto">
            <a:xfrm>
              <a:off x="708303" y="4669242"/>
              <a:ext cx="550224" cy="497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3</a:t>
              </a:r>
              <a:endParaRPr lang="ru-RU" altLang="en-US" b="0"/>
            </a:p>
          </p:txBody>
        </p:sp>
        <p:sp>
          <p:nvSpPr>
            <p:cNvPr id="32798" name="Text Box 75">
              <a:extLst>
                <a:ext uri="{FF2B5EF4-FFF2-40B4-BE49-F238E27FC236}">
                  <a16:creationId xmlns:a16="http://schemas.microsoft.com/office/drawing/2014/main" id="{292F4791-596A-2348-F663-F4FAA14480D6}"/>
                </a:ext>
              </a:extLst>
            </p:cNvPr>
            <p:cNvSpPr txBox="1">
              <a:spLocks noChangeArrowheads="1"/>
            </p:cNvSpPr>
            <p:nvPr/>
          </p:nvSpPr>
          <p:spPr bwMode="auto">
            <a:xfrm>
              <a:off x="708303" y="4937038"/>
              <a:ext cx="550224" cy="497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4</a:t>
              </a:r>
              <a:endParaRPr lang="ru-RU" altLang="en-US" b="0"/>
            </a:p>
          </p:txBody>
        </p:sp>
        <p:sp>
          <p:nvSpPr>
            <p:cNvPr id="32799" name="Oval 77">
              <a:extLst>
                <a:ext uri="{FF2B5EF4-FFF2-40B4-BE49-F238E27FC236}">
                  <a16:creationId xmlns:a16="http://schemas.microsoft.com/office/drawing/2014/main" id="{C460CE0E-61B7-38B5-2F0F-6C6E3428F746}"/>
                </a:ext>
              </a:extLst>
            </p:cNvPr>
            <p:cNvSpPr>
              <a:spLocks noChangeArrowheads="1"/>
            </p:cNvSpPr>
            <p:nvPr/>
          </p:nvSpPr>
          <p:spPr bwMode="auto">
            <a:xfrm>
              <a:off x="3585653" y="2858745"/>
              <a:ext cx="139174" cy="14129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32800" name="Oval 80">
              <a:extLst>
                <a:ext uri="{FF2B5EF4-FFF2-40B4-BE49-F238E27FC236}">
                  <a16:creationId xmlns:a16="http://schemas.microsoft.com/office/drawing/2014/main" id="{E0F54DBC-B981-FEAE-1CA2-BCA2C2ADC05A}"/>
                </a:ext>
              </a:extLst>
            </p:cNvPr>
            <p:cNvSpPr>
              <a:spLocks noChangeArrowheads="1"/>
            </p:cNvSpPr>
            <p:nvPr/>
          </p:nvSpPr>
          <p:spPr bwMode="auto">
            <a:xfrm>
              <a:off x="3600217" y="3893784"/>
              <a:ext cx="139174" cy="14129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32801" name="Oval 81">
              <a:extLst>
                <a:ext uri="{FF2B5EF4-FFF2-40B4-BE49-F238E27FC236}">
                  <a16:creationId xmlns:a16="http://schemas.microsoft.com/office/drawing/2014/main" id="{BCF9DCDD-F8E9-F3B3-D949-3E05D916F899}"/>
                </a:ext>
              </a:extLst>
            </p:cNvPr>
            <p:cNvSpPr>
              <a:spLocks noChangeArrowheads="1"/>
            </p:cNvSpPr>
            <p:nvPr/>
          </p:nvSpPr>
          <p:spPr bwMode="auto">
            <a:xfrm>
              <a:off x="3600217" y="4928824"/>
              <a:ext cx="139174" cy="14129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32802" name="Freeform 82">
              <a:extLst>
                <a:ext uri="{FF2B5EF4-FFF2-40B4-BE49-F238E27FC236}">
                  <a16:creationId xmlns:a16="http://schemas.microsoft.com/office/drawing/2014/main" id="{BE96E2B6-4884-AA6D-0301-4E1132CC7C2C}"/>
                </a:ext>
              </a:extLst>
            </p:cNvPr>
            <p:cNvSpPr>
              <a:spLocks/>
            </p:cNvSpPr>
            <p:nvPr/>
          </p:nvSpPr>
          <p:spPr bwMode="auto">
            <a:xfrm>
              <a:off x="4687720" y="3617774"/>
              <a:ext cx="623048" cy="653882"/>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32803" name="Oval 83">
              <a:extLst>
                <a:ext uri="{FF2B5EF4-FFF2-40B4-BE49-F238E27FC236}">
                  <a16:creationId xmlns:a16="http://schemas.microsoft.com/office/drawing/2014/main" id="{3EEFECE7-4C70-370B-F9AB-BA99C0DD3FA1}"/>
                </a:ext>
              </a:extLst>
            </p:cNvPr>
            <p:cNvSpPr>
              <a:spLocks noChangeArrowheads="1"/>
            </p:cNvSpPr>
            <p:nvPr/>
          </p:nvSpPr>
          <p:spPr bwMode="auto">
            <a:xfrm>
              <a:off x="5315623" y="3877355"/>
              <a:ext cx="139174" cy="14129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32804" name="Freeform 84">
              <a:extLst>
                <a:ext uri="{FF2B5EF4-FFF2-40B4-BE49-F238E27FC236}">
                  <a16:creationId xmlns:a16="http://schemas.microsoft.com/office/drawing/2014/main" id="{9AB7DAE7-83FF-54A3-8E60-583B8EA0CC75}"/>
                </a:ext>
              </a:extLst>
            </p:cNvPr>
            <p:cNvSpPr>
              <a:spLocks/>
            </p:cNvSpPr>
            <p:nvPr/>
          </p:nvSpPr>
          <p:spPr bwMode="auto">
            <a:xfrm>
              <a:off x="1713271" y="3319415"/>
              <a:ext cx="623048" cy="548735"/>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16429" name="Line 85">
              <a:extLst>
                <a:ext uri="{FF2B5EF4-FFF2-40B4-BE49-F238E27FC236}">
                  <a16:creationId xmlns:a16="http://schemas.microsoft.com/office/drawing/2014/main" id="{E0494AE7-DACF-4C2E-B843-7EC9AA3989E9}"/>
                </a:ext>
              </a:extLst>
            </p:cNvPr>
            <p:cNvSpPr>
              <a:spLocks noChangeShapeType="1"/>
            </p:cNvSpPr>
            <p:nvPr/>
          </p:nvSpPr>
          <p:spPr bwMode="auto">
            <a:xfrm>
              <a:off x="1409448" y="3704361"/>
              <a:ext cx="294311" cy="0"/>
            </a:xfrm>
            <a:prstGeom prst="line">
              <a:avLst/>
            </a:prstGeom>
            <a:ln w="28575">
              <a:headEnd type="oval" w="med" len="med"/>
              <a:tailEnd/>
            </a:ln>
          </p:spPr>
          <p:style>
            <a:lnRef idx="1">
              <a:schemeClr val="dk1"/>
            </a:lnRef>
            <a:fillRef idx="0">
              <a:schemeClr val="dk1"/>
            </a:fillRef>
            <a:effectRef idx="0">
              <a:schemeClr val="dk1"/>
            </a:effectRef>
            <a:fontRef idx="minor">
              <a:schemeClr val="tx1"/>
            </a:fontRef>
          </p:style>
          <p:txBody>
            <a:bodyPr/>
            <a:lstStyle/>
            <a:p>
              <a:pPr eaLnBrk="1" hangingPunct="1">
                <a:defRPr/>
              </a:pPr>
              <a:endParaRPr lang="en-GB"/>
            </a:p>
          </p:txBody>
        </p:sp>
        <p:sp>
          <p:nvSpPr>
            <p:cNvPr id="32806" name="Oval 86">
              <a:extLst>
                <a:ext uri="{FF2B5EF4-FFF2-40B4-BE49-F238E27FC236}">
                  <a16:creationId xmlns:a16="http://schemas.microsoft.com/office/drawing/2014/main" id="{5A79BDEF-D680-A4D9-862C-F9F9FC74AF7D}"/>
                </a:ext>
              </a:extLst>
            </p:cNvPr>
            <p:cNvSpPr>
              <a:spLocks noChangeArrowheads="1"/>
            </p:cNvSpPr>
            <p:nvPr/>
          </p:nvSpPr>
          <p:spPr bwMode="auto">
            <a:xfrm>
              <a:off x="2342793" y="3536280"/>
              <a:ext cx="139174" cy="14129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cxnSp>
          <p:nvCxnSpPr>
            <p:cNvPr id="51" name="Straight Connector 50">
              <a:extLst>
                <a:ext uri="{FF2B5EF4-FFF2-40B4-BE49-F238E27FC236}">
                  <a16:creationId xmlns:a16="http://schemas.microsoft.com/office/drawing/2014/main" id="{6F2A346F-9704-4AB4-A885-2823218F4718}"/>
                </a:ext>
              </a:extLst>
            </p:cNvPr>
            <p:cNvCxnSpPr/>
            <p:nvPr/>
          </p:nvCxnSpPr>
          <p:spPr>
            <a:xfrm flipV="1">
              <a:off x="2481342" y="3606786"/>
              <a:ext cx="2391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C4F7557-CC22-4B9B-BC29-BCED2B981071}"/>
                </a:ext>
              </a:extLst>
            </p:cNvPr>
            <p:cNvCxnSpPr/>
            <p:nvPr/>
          </p:nvCxnSpPr>
          <p:spPr>
            <a:xfrm rot="16200000" flipH="1">
              <a:off x="2586446" y="3729183"/>
              <a:ext cx="23794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2809" name="Freeform 84">
              <a:extLst>
                <a:ext uri="{FF2B5EF4-FFF2-40B4-BE49-F238E27FC236}">
                  <a16:creationId xmlns:a16="http://schemas.microsoft.com/office/drawing/2014/main" id="{2DDFF7F2-598C-20DD-A868-6779934AAEFF}"/>
                </a:ext>
              </a:extLst>
            </p:cNvPr>
            <p:cNvSpPr>
              <a:spLocks/>
            </p:cNvSpPr>
            <p:nvPr/>
          </p:nvSpPr>
          <p:spPr bwMode="auto">
            <a:xfrm>
              <a:off x="1764071" y="5148215"/>
              <a:ext cx="623048" cy="548735"/>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32810" name="Oval 86">
              <a:extLst>
                <a:ext uri="{FF2B5EF4-FFF2-40B4-BE49-F238E27FC236}">
                  <a16:creationId xmlns:a16="http://schemas.microsoft.com/office/drawing/2014/main" id="{EF9C3489-56B4-3D33-4D6E-EF42AF29C874}"/>
                </a:ext>
              </a:extLst>
            </p:cNvPr>
            <p:cNvSpPr>
              <a:spLocks noChangeArrowheads="1"/>
            </p:cNvSpPr>
            <p:nvPr/>
          </p:nvSpPr>
          <p:spPr bwMode="auto">
            <a:xfrm>
              <a:off x="2393593" y="5352380"/>
              <a:ext cx="139174" cy="14129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cxnSp>
          <p:nvCxnSpPr>
            <p:cNvPr id="61" name="Straight Connector 60">
              <a:extLst>
                <a:ext uri="{FF2B5EF4-FFF2-40B4-BE49-F238E27FC236}">
                  <a16:creationId xmlns:a16="http://schemas.microsoft.com/office/drawing/2014/main" id="{6A1BACDE-DCB3-4952-9528-8E5771E098F8}"/>
                </a:ext>
              </a:extLst>
            </p:cNvPr>
            <p:cNvCxnSpPr/>
            <p:nvPr/>
          </p:nvCxnSpPr>
          <p:spPr>
            <a:xfrm rot="5400000">
              <a:off x="1463451" y="5457292"/>
              <a:ext cx="24650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360E98F3-6C7F-49CA-AA91-63BC067ECF10}"/>
                </a:ext>
              </a:extLst>
            </p:cNvPr>
            <p:cNvCxnSpPr/>
            <p:nvPr/>
          </p:nvCxnSpPr>
          <p:spPr>
            <a:xfrm>
              <a:off x="1586704" y="5575409"/>
              <a:ext cx="16555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65" name="Elbow Connector 64">
              <a:extLst>
                <a:ext uri="{FF2B5EF4-FFF2-40B4-BE49-F238E27FC236}">
                  <a16:creationId xmlns:a16="http://schemas.microsoft.com/office/drawing/2014/main" id="{6C457036-5B02-4776-B006-A8E8B1DAC60A}"/>
                </a:ext>
              </a:extLst>
            </p:cNvPr>
            <p:cNvCxnSpPr>
              <a:endCxn id="32810" idx="6"/>
            </p:cNvCxnSpPr>
            <p:nvPr/>
          </p:nvCxnSpPr>
          <p:spPr>
            <a:xfrm rot="10800000" flipV="1">
              <a:off x="2533180" y="5167990"/>
              <a:ext cx="438122" cy="255065"/>
            </a:xfrm>
            <a:prstGeom prst="bentConnector3">
              <a:avLst>
                <a:gd name="adj1" fmla="val 50000"/>
              </a:avLst>
            </a:prstGeom>
            <a:ln w="28575"/>
          </p:spPr>
          <p:style>
            <a:lnRef idx="1">
              <a:schemeClr val="dk1"/>
            </a:lnRef>
            <a:fillRef idx="0">
              <a:schemeClr val="dk1"/>
            </a:fillRef>
            <a:effectRef idx="0">
              <a:schemeClr val="dk1"/>
            </a:effectRef>
            <a:fontRef idx="minor">
              <a:schemeClr val="tx1"/>
            </a:fontRef>
          </p:style>
        </p:cxnSp>
      </p:grpSp>
      <p:sp>
        <p:nvSpPr>
          <p:cNvPr id="9" name="Title 8">
            <a:extLst>
              <a:ext uri="{FF2B5EF4-FFF2-40B4-BE49-F238E27FC236}">
                <a16:creationId xmlns:a16="http://schemas.microsoft.com/office/drawing/2014/main" id="{189006E4-F4E9-5603-2153-9BB625B0CEC8}"/>
              </a:ext>
            </a:extLst>
          </p:cNvPr>
          <p:cNvSpPr>
            <a:spLocks noGrp="1"/>
          </p:cNvSpPr>
          <p:nvPr>
            <p:ph type="title"/>
          </p:nvPr>
        </p:nvSpPr>
        <p:spPr/>
        <p:txBody>
          <a:bodyPr>
            <a:normAutofit/>
          </a:bodyPr>
          <a:lstStyle/>
          <a:p>
            <a:r>
              <a:rPr lang="en-US" dirty="0"/>
              <a:t>Implementation in NAND basis</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43">
            <a:extLst>
              <a:ext uri="{FF2B5EF4-FFF2-40B4-BE49-F238E27FC236}">
                <a16:creationId xmlns:a16="http://schemas.microsoft.com/office/drawing/2014/main" id="{FDC1674C-E90F-A02E-291C-F6F17E1F4E41}"/>
              </a:ext>
            </a:extLst>
          </p:cNvPr>
          <p:cNvSpPr txBox="1">
            <a:spLocks noChangeArrowheads="1"/>
          </p:cNvSpPr>
          <p:nvPr/>
        </p:nvSpPr>
        <p:spPr bwMode="auto">
          <a:xfrm>
            <a:off x="2109788" y="1135063"/>
            <a:ext cx="8196262" cy="128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sym typeface="Symbol" panose="05050102010706020507" pitchFamily="18" charset="2"/>
              </a:rPr>
              <a:t>y=</a:t>
            </a:r>
            <a:r>
              <a:rPr lang="ru-RU" altLang="en-US" sz="2000" b="0">
                <a:sym typeface="Symbol" panose="05050102010706020507" pitchFamily="18" charset="2"/>
              </a:rPr>
              <a:t>(x</a:t>
            </a:r>
            <a:r>
              <a:rPr lang="ru-RU" altLang="en-US" sz="2000" b="0" baseline="-25000">
                <a:sym typeface="Symbol" panose="05050102010706020507" pitchFamily="18" charset="2"/>
              </a:rPr>
              <a:t>1</a:t>
            </a:r>
            <a:r>
              <a:rPr lang="ru-RU" altLang="en-US" sz="2000" b="0">
                <a:sym typeface="Symbol" panose="05050102010706020507" pitchFamily="18" charset="2"/>
              </a:rPr>
              <a:t>+x</a:t>
            </a:r>
            <a:r>
              <a:rPr lang="ru-RU" altLang="en-US" sz="2000" b="0" baseline="-25000">
                <a:sym typeface="Symbol" panose="05050102010706020507" pitchFamily="18" charset="2"/>
              </a:rPr>
              <a:t>3</a:t>
            </a:r>
            <a:r>
              <a:rPr lang="ru-RU" altLang="en-US" sz="2000" b="0">
                <a:sym typeface="Symbol" panose="05050102010706020507" pitchFamily="18" charset="2"/>
              </a:rPr>
              <a:t>)(x</a:t>
            </a:r>
            <a:r>
              <a:rPr lang="ru-RU" altLang="en-US" sz="2000" b="0" baseline="-25000">
                <a:sym typeface="Symbol" panose="05050102010706020507" pitchFamily="18" charset="2"/>
              </a:rPr>
              <a:t>2</a:t>
            </a:r>
            <a:r>
              <a:rPr lang="ru-RU" altLang="en-US" sz="2000" b="0">
                <a:sym typeface="Symbol" panose="05050102010706020507" pitchFamily="18" charset="2"/>
              </a:rPr>
              <a:t>+x</a:t>
            </a:r>
            <a:r>
              <a:rPr lang="ru-RU" altLang="en-US" sz="2000" b="0" baseline="-25000">
                <a:sym typeface="Symbol" panose="05050102010706020507" pitchFamily="18" charset="2"/>
              </a:rPr>
              <a:t>4</a:t>
            </a:r>
            <a:r>
              <a:rPr lang="ru-RU" altLang="en-US" sz="2000" b="0">
                <a:sym typeface="Symbol" panose="05050102010706020507" pitchFamily="18" charset="2"/>
              </a:rPr>
              <a:t>)(x</a:t>
            </a:r>
            <a:r>
              <a:rPr lang="ru-RU" altLang="en-US" sz="2000" b="0" baseline="-25000">
                <a:sym typeface="Symbol" panose="05050102010706020507" pitchFamily="18" charset="2"/>
              </a:rPr>
              <a:t>1</a:t>
            </a:r>
            <a:r>
              <a:rPr lang="ru-RU" altLang="en-US" sz="2000" b="0">
                <a:sym typeface="Symbol" panose="05050102010706020507" pitchFamily="18" charset="2"/>
              </a:rPr>
              <a:t>+x</a:t>
            </a:r>
            <a:r>
              <a:rPr lang="ru-RU" altLang="en-US" sz="2000" b="0" baseline="-25000">
                <a:sym typeface="Symbol" panose="05050102010706020507" pitchFamily="18" charset="2"/>
              </a:rPr>
              <a:t>2</a:t>
            </a:r>
            <a:r>
              <a:rPr lang="ru-RU" altLang="en-US" sz="2000" b="0">
                <a:sym typeface="Symbol" panose="05050102010706020507" pitchFamily="18" charset="2"/>
              </a:rPr>
              <a:t>+x</a:t>
            </a:r>
            <a:r>
              <a:rPr lang="ru-RU" altLang="en-US" sz="2000" b="0" baseline="-25000">
                <a:sym typeface="Symbol" panose="05050102010706020507" pitchFamily="18" charset="2"/>
              </a:rPr>
              <a:t>4</a:t>
            </a:r>
            <a:r>
              <a:rPr lang="ru-RU" altLang="en-US" sz="2000" b="0">
                <a:sym typeface="Symbol" panose="05050102010706020507" pitchFamily="18" charset="2"/>
              </a:rPr>
              <a:t>)</a:t>
            </a:r>
            <a:r>
              <a:rPr lang="en-US" altLang="en-US" sz="2000" b="0">
                <a:sym typeface="Symbol" panose="05050102010706020507" pitchFamily="18" charset="2"/>
              </a:rPr>
              <a:t>= </a:t>
            </a:r>
            <a:r>
              <a:rPr lang="ru-RU" altLang="en-US" sz="2000" b="0">
                <a:sym typeface="Symbol" panose="05050102010706020507" pitchFamily="18" charset="2"/>
              </a:rPr>
              <a:t>(x</a:t>
            </a:r>
            <a:r>
              <a:rPr lang="ru-RU" altLang="en-US" sz="2000" b="0" baseline="-25000">
                <a:sym typeface="Symbol" panose="05050102010706020507" pitchFamily="18" charset="2"/>
              </a:rPr>
              <a:t>1</a:t>
            </a:r>
            <a:r>
              <a:rPr lang="ru-RU" altLang="en-US" sz="2000" b="0">
                <a:sym typeface="Symbol" panose="05050102010706020507" pitchFamily="18" charset="2"/>
              </a:rPr>
              <a:t>+x</a:t>
            </a:r>
            <a:r>
              <a:rPr lang="ru-RU" altLang="en-US" sz="2000" b="0" baseline="-25000">
                <a:sym typeface="Symbol" panose="05050102010706020507" pitchFamily="18" charset="2"/>
              </a:rPr>
              <a:t>3</a:t>
            </a:r>
            <a:r>
              <a:rPr lang="ru-RU" altLang="en-US" sz="2000" b="0">
                <a:sym typeface="Symbol" panose="05050102010706020507" pitchFamily="18" charset="2"/>
              </a:rPr>
              <a:t>)(x</a:t>
            </a:r>
            <a:r>
              <a:rPr lang="ru-RU" altLang="en-US" sz="2000" b="0" baseline="-25000">
                <a:sym typeface="Symbol" panose="05050102010706020507" pitchFamily="18" charset="2"/>
              </a:rPr>
              <a:t>2</a:t>
            </a:r>
            <a:r>
              <a:rPr lang="ru-RU" altLang="en-US" sz="2000" b="0">
                <a:sym typeface="Symbol" panose="05050102010706020507" pitchFamily="18" charset="2"/>
              </a:rPr>
              <a:t>+x</a:t>
            </a:r>
            <a:r>
              <a:rPr lang="ru-RU" altLang="en-US" sz="2000" b="0" baseline="-25000">
                <a:sym typeface="Symbol" panose="05050102010706020507" pitchFamily="18" charset="2"/>
              </a:rPr>
              <a:t>4</a:t>
            </a:r>
            <a:r>
              <a:rPr lang="ru-RU" altLang="en-US" sz="2000" b="0">
                <a:sym typeface="Symbol" panose="05050102010706020507" pitchFamily="18" charset="2"/>
              </a:rPr>
              <a:t>)(x</a:t>
            </a:r>
            <a:r>
              <a:rPr lang="ru-RU" altLang="en-US" sz="2000" b="0" baseline="-25000">
                <a:sym typeface="Symbol" panose="05050102010706020507" pitchFamily="18" charset="2"/>
              </a:rPr>
              <a:t>1</a:t>
            </a:r>
            <a:r>
              <a:rPr lang="ru-RU" altLang="en-US" sz="2000" b="0">
                <a:sym typeface="Symbol" panose="05050102010706020507" pitchFamily="18" charset="2"/>
              </a:rPr>
              <a:t>+x</a:t>
            </a:r>
            <a:r>
              <a:rPr lang="ru-RU" altLang="en-US" sz="2000" b="0" baseline="-25000">
                <a:sym typeface="Symbol" panose="05050102010706020507" pitchFamily="18" charset="2"/>
              </a:rPr>
              <a:t>2</a:t>
            </a:r>
            <a:r>
              <a:rPr lang="ru-RU" altLang="en-US" sz="2000" b="0">
                <a:sym typeface="Symbol" panose="05050102010706020507" pitchFamily="18" charset="2"/>
              </a:rPr>
              <a:t>+x</a:t>
            </a:r>
            <a:r>
              <a:rPr lang="ru-RU" altLang="en-US" sz="2000" b="0" baseline="-25000">
                <a:sym typeface="Symbol" panose="05050102010706020507" pitchFamily="18" charset="2"/>
              </a:rPr>
              <a:t>4</a:t>
            </a:r>
            <a:r>
              <a:rPr lang="ru-RU" altLang="en-US" sz="2000" b="0">
                <a:sym typeface="Symbol" panose="05050102010706020507" pitchFamily="18" charset="2"/>
              </a:rPr>
              <a:t>)</a:t>
            </a:r>
            <a:endParaRPr lang="en-US" altLang="en-US" sz="2000" b="0">
              <a:sym typeface="Symbol" panose="05050102010706020507" pitchFamily="18" charset="2"/>
            </a:endParaRPr>
          </a:p>
          <a:p>
            <a:pPr eaLnBrk="1" hangingPunct="1">
              <a:spcBef>
                <a:spcPct val="40000"/>
              </a:spcBef>
            </a:pPr>
            <a:r>
              <a:rPr lang="en-US" altLang="en-US" sz="2000" b="0">
                <a:sym typeface="Symbol" panose="05050102010706020507" pitchFamily="18" charset="2"/>
              </a:rPr>
              <a:t>Applying de Morgan’s law, the following will be obtained:</a:t>
            </a:r>
          </a:p>
          <a:p>
            <a:pPr eaLnBrk="1" hangingPunct="1">
              <a:spcBef>
                <a:spcPct val="50000"/>
              </a:spcBef>
            </a:pPr>
            <a:r>
              <a:rPr lang="en-US" altLang="en-US" sz="2000" b="0">
                <a:sym typeface="Symbol" panose="05050102010706020507" pitchFamily="18" charset="2"/>
              </a:rPr>
              <a:t>y = </a:t>
            </a:r>
            <a:r>
              <a:rPr lang="ru-RU" altLang="en-US" sz="2000" b="0">
                <a:sym typeface="Symbol" panose="05050102010706020507" pitchFamily="18" charset="2"/>
              </a:rPr>
              <a:t>(x</a:t>
            </a:r>
            <a:r>
              <a:rPr lang="ru-RU" altLang="en-US" sz="2000" b="0" baseline="-25000">
                <a:sym typeface="Symbol" panose="05050102010706020507" pitchFamily="18" charset="2"/>
              </a:rPr>
              <a:t>1</a:t>
            </a:r>
            <a:r>
              <a:rPr lang="ru-RU" altLang="en-US" sz="2000" b="0">
                <a:sym typeface="Symbol" panose="05050102010706020507" pitchFamily="18" charset="2"/>
              </a:rPr>
              <a:t>+x</a:t>
            </a:r>
            <a:r>
              <a:rPr lang="ru-RU" altLang="en-US" sz="2000" b="0" baseline="-25000">
                <a:sym typeface="Symbol" panose="05050102010706020507" pitchFamily="18" charset="2"/>
              </a:rPr>
              <a:t>3</a:t>
            </a:r>
            <a:r>
              <a:rPr lang="ru-RU" altLang="en-US" sz="2000" b="0">
                <a:sym typeface="Symbol" panose="05050102010706020507" pitchFamily="18" charset="2"/>
              </a:rPr>
              <a:t>)</a:t>
            </a:r>
            <a:r>
              <a:rPr lang="en-US" altLang="en-US" sz="2000" b="0">
                <a:sym typeface="Symbol" panose="05050102010706020507" pitchFamily="18" charset="2"/>
              </a:rPr>
              <a:t>+</a:t>
            </a:r>
            <a:r>
              <a:rPr lang="ru-RU" altLang="en-US" sz="2000" b="0">
                <a:sym typeface="Symbol" panose="05050102010706020507" pitchFamily="18" charset="2"/>
              </a:rPr>
              <a:t>(x</a:t>
            </a:r>
            <a:r>
              <a:rPr lang="ru-RU" altLang="en-US" sz="2000" b="0" baseline="-25000">
                <a:sym typeface="Symbol" panose="05050102010706020507" pitchFamily="18" charset="2"/>
              </a:rPr>
              <a:t>2</a:t>
            </a:r>
            <a:r>
              <a:rPr lang="ru-RU" altLang="en-US" sz="2000" b="0">
                <a:sym typeface="Symbol" panose="05050102010706020507" pitchFamily="18" charset="2"/>
              </a:rPr>
              <a:t>+x</a:t>
            </a:r>
            <a:r>
              <a:rPr lang="ru-RU" altLang="en-US" sz="2000" b="0" baseline="-25000">
                <a:sym typeface="Symbol" panose="05050102010706020507" pitchFamily="18" charset="2"/>
              </a:rPr>
              <a:t>4</a:t>
            </a:r>
            <a:r>
              <a:rPr lang="ru-RU" altLang="en-US" sz="2000" b="0">
                <a:sym typeface="Symbol" panose="05050102010706020507" pitchFamily="18" charset="2"/>
              </a:rPr>
              <a:t>)</a:t>
            </a:r>
            <a:r>
              <a:rPr lang="en-US" altLang="en-US" sz="2000" b="0">
                <a:sym typeface="Symbol" panose="05050102010706020507" pitchFamily="18" charset="2"/>
              </a:rPr>
              <a:t>+</a:t>
            </a:r>
            <a:r>
              <a:rPr lang="ru-RU" altLang="en-US" sz="2000" b="0">
                <a:sym typeface="Symbol" panose="05050102010706020507" pitchFamily="18" charset="2"/>
              </a:rPr>
              <a:t>(x</a:t>
            </a:r>
            <a:r>
              <a:rPr lang="ru-RU" altLang="en-US" sz="2000" b="0" baseline="-25000">
                <a:sym typeface="Symbol" panose="05050102010706020507" pitchFamily="18" charset="2"/>
              </a:rPr>
              <a:t>1</a:t>
            </a:r>
            <a:r>
              <a:rPr lang="ru-RU" altLang="en-US" sz="2000" b="0">
                <a:sym typeface="Symbol" panose="05050102010706020507" pitchFamily="18" charset="2"/>
              </a:rPr>
              <a:t>+x</a:t>
            </a:r>
            <a:r>
              <a:rPr lang="ru-RU" altLang="en-US" sz="2000" b="0" baseline="-25000">
                <a:sym typeface="Symbol" panose="05050102010706020507" pitchFamily="18" charset="2"/>
              </a:rPr>
              <a:t>2</a:t>
            </a:r>
            <a:r>
              <a:rPr lang="ru-RU" altLang="en-US" sz="2000" b="0">
                <a:sym typeface="Symbol" panose="05050102010706020507" pitchFamily="18" charset="2"/>
              </a:rPr>
              <a:t>+x</a:t>
            </a:r>
            <a:r>
              <a:rPr lang="ru-RU" altLang="en-US" sz="2000" b="0" baseline="-25000">
                <a:sym typeface="Symbol" panose="05050102010706020507" pitchFamily="18" charset="2"/>
              </a:rPr>
              <a:t>4</a:t>
            </a:r>
            <a:r>
              <a:rPr lang="ru-RU" altLang="en-US" sz="2000" b="0">
                <a:sym typeface="Symbol" panose="05050102010706020507" pitchFamily="18" charset="2"/>
              </a:rPr>
              <a:t>)</a:t>
            </a:r>
            <a:endParaRPr lang="ru-RU" altLang="en-US" sz="2000" b="0"/>
          </a:p>
        </p:txBody>
      </p:sp>
      <p:sp>
        <p:nvSpPr>
          <p:cNvPr id="34819" name="Text Box 40">
            <a:extLst>
              <a:ext uri="{FF2B5EF4-FFF2-40B4-BE49-F238E27FC236}">
                <a16:creationId xmlns:a16="http://schemas.microsoft.com/office/drawing/2014/main" id="{2AD491CE-B4B9-3BB5-3B67-6C86214775EE}"/>
              </a:ext>
            </a:extLst>
          </p:cNvPr>
          <p:cNvSpPr txBox="1">
            <a:spLocks noChangeArrowheads="1"/>
          </p:cNvSpPr>
          <p:nvPr/>
        </p:nvSpPr>
        <p:spPr bwMode="auto">
          <a:xfrm>
            <a:off x="7138988" y="3703638"/>
            <a:ext cx="3276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en-US" sz="2000" b="0">
                <a:sym typeface="Symbol" panose="05050102010706020507" pitchFamily="18" charset="2"/>
              </a:rPr>
              <a:t>(x</a:t>
            </a:r>
            <a:r>
              <a:rPr lang="ru-RU" altLang="en-US" sz="2000" b="0" baseline="-25000">
                <a:sym typeface="Symbol" panose="05050102010706020507" pitchFamily="18" charset="2"/>
              </a:rPr>
              <a:t>1</a:t>
            </a:r>
            <a:r>
              <a:rPr lang="ru-RU" altLang="en-US" sz="2000" b="0">
                <a:sym typeface="Symbol" panose="05050102010706020507" pitchFamily="18" charset="2"/>
              </a:rPr>
              <a:t>+x</a:t>
            </a:r>
            <a:r>
              <a:rPr lang="ru-RU" altLang="en-US" sz="2000" b="0" baseline="-25000">
                <a:sym typeface="Symbol" panose="05050102010706020507" pitchFamily="18" charset="2"/>
              </a:rPr>
              <a:t>3</a:t>
            </a:r>
            <a:r>
              <a:rPr lang="ru-RU" altLang="en-US" sz="2000" b="0">
                <a:sym typeface="Symbol" panose="05050102010706020507" pitchFamily="18" charset="2"/>
              </a:rPr>
              <a:t>)(x</a:t>
            </a:r>
            <a:r>
              <a:rPr lang="ru-RU" altLang="en-US" sz="2000" b="0" baseline="-25000">
                <a:sym typeface="Symbol" panose="05050102010706020507" pitchFamily="18" charset="2"/>
              </a:rPr>
              <a:t>2</a:t>
            </a:r>
            <a:r>
              <a:rPr lang="ru-RU" altLang="en-US" sz="2000" b="0">
                <a:sym typeface="Symbol" panose="05050102010706020507" pitchFamily="18" charset="2"/>
              </a:rPr>
              <a:t>+x</a:t>
            </a:r>
            <a:r>
              <a:rPr lang="ru-RU" altLang="en-US" sz="2000" b="0" baseline="-25000">
                <a:sym typeface="Symbol" panose="05050102010706020507" pitchFamily="18" charset="2"/>
              </a:rPr>
              <a:t>4</a:t>
            </a:r>
            <a:r>
              <a:rPr lang="ru-RU" altLang="en-US" sz="2000" b="0">
                <a:sym typeface="Symbol" panose="05050102010706020507" pitchFamily="18" charset="2"/>
              </a:rPr>
              <a:t>)(x</a:t>
            </a:r>
            <a:r>
              <a:rPr lang="ru-RU" altLang="en-US" sz="2000" b="0" baseline="-25000">
                <a:sym typeface="Symbol" panose="05050102010706020507" pitchFamily="18" charset="2"/>
              </a:rPr>
              <a:t>1</a:t>
            </a:r>
            <a:r>
              <a:rPr lang="ru-RU" altLang="en-US" sz="2000" b="0">
                <a:sym typeface="Symbol" panose="05050102010706020507" pitchFamily="18" charset="2"/>
              </a:rPr>
              <a:t>+x</a:t>
            </a:r>
            <a:r>
              <a:rPr lang="ru-RU" altLang="en-US" sz="2000" b="0" baseline="-25000">
                <a:sym typeface="Symbol" panose="05050102010706020507" pitchFamily="18" charset="2"/>
              </a:rPr>
              <a:t>2</a:t>
            </a:r>
            <a:r>
              <a:rPr lang="ru-RU" altLang="en-US" sz="2000" b="0">
                <a:sym typeface="Symbol" panose="05050102010706020507" pitchFamily="18" charset="2"/>
              </a:rPr>
              <a:t>+x</a:t>
            </a:r>
            <a:r>
              <a:rPr lang="ru-RU" altLang="en-US" sz="2000" b="0" baseline="-25000">
                <a:sym typeface="Symbol" panose="05050102010706020507" pitchFamily="18" charset="2"/>
              </a:rPr>
              <a:t>4</a:t>
            </a:r>
            <a:r>
              <a:rPr lang="ru-RU" altLang="en-US" sz="2000" b="0">
                <a:sym typeface="Symbol" panose="05050102010706020507" pitchFamily="18" charset="2"/>
              </a:rPr>
              <a:t>)</a:t>
            </a:r>
          </a:p>
        </p:txBody>
      </p:sp>
      <p:grpSp>
        <p:nvGrpSpPr>
          <p:cNvPr id="34821" name="Group 56">
            <a:extLst>
              <a:ext uri="{FF2B5EF4-FFF2-40B4-BE49-F238E27FC236}">
                <a16:creationId xmlns:a16="http://schemas.microsoft.com/office/drawing/2014/main" id="{A9702F8B-0F17-4762-93F0-537A8BC22A6A}"/>
              </a:ext>
            </a:extLst>
          </p:cNvPr>
          <p:cNvGrpSpPr>
            <a:grpSpLocks/>
          </p:cNvGrpSpPr>
          <p:nvPr/>
        </p:nvGrpSpPr>
        <p:grpSpPr bwMode="auto">
          <a:xfrm>
            <a:off x="2109789" y="2524222"/>
            <a:ext cx="4611687" cy="3160616"/>
            <a:chOff x="565150" y="2411888"/>
            <a:chExt cx="4673600" cy="3461862"/>
          </a:xfrm>
          <a:solidFill>
            <a:schemeClr val="accent1"/>
          </a:solidFill>
        </p:grpSpPr>
        <p:sp>
          <p:nvSpPr>
            <p:cNvPr id="34828" name="Freeform 50">
              <a:extLst>
                <a:ext uri="{FF2B5EF4-FFF2-40B4-BE49-F238E27FC236}">
                  <a16:creationId xmlns:a16="http://schemas.microsoft.com/office/drawing/2014/main" id="{5BC30BE7-19CC-4319-A290-3ADFFC19A944}"/>
                </a:ext>
              </a:extLst>
            </p:cNvPr>
            <p:cNvSpPr>
              <a:spLocks/>
            </p:cNvSpPr>
            <p:nvPr/>
          </p:nvSpPr>
          <p:spPr bwMode="auto">
            <a:xfrm>
              <a:off x="2609850" y="2674938"/>
              <a:ext cx="534988" cy="531812"/>
            </a:xfrm>
            <a:custGeom>
              <a:avLst/>
              <a:gdLst>
                <a:gd name="T0" fmla="*/ 2147483646 w 108"/>
                <a:gd name="T1" fmla="*/ 2147483646 h 107"/>
                <a:gd name="T2" fmla="*/ 0 w 108"/>
                <a:gd name="T3" fmla="*/ 2147483646 h 107"/>
                <a:gd name="T4" fmla="*/ 2147483646 w 108"/>
                <a:gd name="T5" fmla="*/ 2147483646 h 107"/>
                <a:gd name="T6" fmla="*/ 2147483646 w 108"/>
                <a:gd name="T7" fmla="*/ 2147483646 h 107"/>
                <a:gd name="T8" fmla="*/ 0 w 108"/>
                <a:gd name="T9" fmla="*/ 0 h 107"/>
                <a:gd name="T10" fmla="*/ 2147483646 w 108"/>
                <a:gd name="T11" fmla="*/ 2147483646 h 107"/>
                <a:gd name="T12" fmla="*/ 0 60000 65536"/>
                <a:gd name="T13" fmla="*/ 0 60000 65536"/>
                <a:gd name="T14" fmla="*/ 0 60000 65536"/>
                <a:gd name="T15" fmla="*/ 0 60000 65536"/>
                <a:gd name="T16" fmla="*/ 0 60000 65536"/>
                <a:gd name="T17" fmla="*/ 0 60000 65536"/>
                <a:gd name="T18" fmla="*/ 0 w 108"/>
                <a:gd name="T19" fmla="*/ 0 h 107"/>
                <a:gd name="T20" fmla="*/ 108 w 108"/>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8" h="107">
                  <a:moveTo>
                    <a:pt x="108" y="53"/>
                  </a:moveTo>
                  <a:cubicBezTo>
                    <a:pt x="108" y="53"/>
                    <a:pt x="83" y="107"/>
                    <a:pt x="0" y="107"/>
                  </a:cubicBezTo>
                  <a:cubicBezTo>
                    <a:pt x="0" y="107"/>
                    <a:pt x="17" y="101"/>
                    <a:pt x="17" y="54"/>
                  </a:cubicBezTo>
                  <a:cubicBezTo>
                    <a:pt x="17" y="53"/>
                    <a:pt x="17" y="53"/>
                    <a:pt x="17" y="53"/>
                  </a:cubicBezTo>
                  <a:cubicBezTo>
                    <a:pt x="17" y="6"/>
                    <a:pt x="0" y="0"/>
                    <a:pt x="0" y="0"/>
                  </a:cubicBezTo>
                  <a:cubicBezTo>
                    <a:pt x="83" y="0"/>
                    <a:pt x="108" y="53"/>
                    <a:pt x="108" y="53"/>
                  </a:cubicBezTo>
                  <a:close/>
                </a:path>
              </a:pathLst>
            </a:custGeom>
            <a:grpFill/>
            <a:ln w="25400">
              <a:solidFill>
                <a:schemeClr val="tx1"/>
              </a:solidFill>
              <a:miter lim="800000"/>
              <a:headEnd/>
              <a:tailEnd/>
            </a:ln>
          </p:spPr>
          <p:txBody>
            <a:bodyPr/>
            <a:lstStyle/>
            <a:p>
              <a:pPr>
                <a:defRPr/>
              </a:pPr>
              <a:endParaRPr lang="en-US"/>
            </a:p>
          </p:txBody>
        </p:sp>
        <p:sp>
          <p:nvSpPr>
            <p:cNvPr id="34829" name="Text Box 51">
              <a:extLst>
                <a:ext uri="{FF2B5EF4-FFF2-40B4-BE49-F238E27FC236}">
                  <a16:creationId xmlns:a16="http://schemas.microsoft.com/office/drawing/2014/main" id="{AA38F771-F017-4D09-8BC2-8F572C7D6C3A}"/>
                </a:ext>
              </a:extLst>
            </p:cNvPr>
            <p:cNvSpPr txBox="1">
              <a:spLocks noChangeArrowheads="1"/>
            </p:cNvSpPr>
            <p:nvPr/>
          </p:nvSpPr>
          <p:spPr bwMode="auto">
            <a:xfrm>
              <a:off x="633413" y="2411888"/>
              <a:ext cx="504825" cy="505667"/>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ru-RU" altLang="en-US" b="0" dirty="0"/>
                <a:t>x</a:t>
              </a:r>
              <a:r>
                <a:rPr lang="ru-RU" altLang="en-US" b="0" baseline="-25000" dirty="0"/>
                <a:t>1</a:t>
              </a:r>
              <a:endParaRPr lang="ru-RU" altLang="en-US" b="0" dirty="0"/>
            </a:p>
          </p:txBody>
        </p:sp>
        <p:sp>
          <p:nvSpPr>
            <p:cNvPr id="34830" name="Freeform 52">
              <a:extLst>
                <a:ext uri="{FF2B5EF4-FFF2-40B4-BE49-F238E27FC236}">
                  <a16:creationId xmlns:a16="http://schemas.microsoft.com/office/drawing/2014/main" id="{FD76B2F8-9B67-45FC-A916-CAD60C3FE12F}"/>
                </a:ext>
              </a:extLst>
            </p:cNvPr>
            <p:cNvSpPr>
              <a:spLocks/>
            </p:cNvSpPr>
            <p:nvPr/>
          </p:nvSpPr>
          <p:spPr bwMode="auto">
            <a:xfrm>
              <a:off x="2695575" y="3568700"/>
              <a:ext cx="534988" cy="531813"/>
            </a:xfrm>
            <a:custGeom>
              <a:avLst/>
              <a:gdLst>
                <a:gd name="T0" fmla="*/ 2147483646 w 108"/>
                <a:gd name="T1" fmla="*/ 2147483646 h 107"/>
                <a:gd name="T2" fmla="*/ 0 w 108"/>
                <a:gd name="T3" fmla="*/ 2147483646 h 107"/>
                <a:gd name="T4" fmla="*/ 2147483646 w 108"/>
                <a:gd name="T5" fmla="*/ 2147483646 h 107"/>
                <a:gd name="T6" fmla="*/ 2147483646 w 108"/>
                <a:gd name="T7" fmla="*/ 2147483646 h 107"/>
                <a:gd name="T8" fmla="*/ 0 w 108"/>
                <a:gd name="T9" fmla="*/ 0 h 107"/>
                <a:gd name="T10" fmla="*/ 2147483646 w 108"/>
                <a:gd name="T11" fmla="*/ 2147483646 h 107"/>
                <a:gd name="T12" fmla="*/ 0 60000 65536"/>
                <a:gd name="T13" fmla="*/ 0 60000 65536"/>
                <a:gd name="T14" fmla="*/ 0 60000 65536"/>
                <a:gd name="T15" fmla="*/ 0 60000 65536"/>
                <a:gd name="T16" fmla="*/ 0 60000 65536"/>
                <a:gd name="T17" fmla="*/ 0 60000 65536"/>
                <a:gd name="T18" fmla="*/ 0 w 108"/>
                <a:gd name="T19" fmla="*/ 0 h 107"/>
                <a:gd name="T20" fmla="*/ 108 w 108"/>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8" h="107">
                  <a:moveTo>
                    <a:pt x="108" y="53"/>
                  </a:moveTo>
                  <a:cubicBezTo>
                    <a:pt x="108" y="53"/>
                    <a:pt x="83" y="107"/>
                    <a:pt x="0" y="107"/>
                  </a:cubicBezTo>
                  <a:cubicBezTo>
                    <a:pt x="0" y="107"/>
                    <a:pt x="17" y="101"/>
                    <a:pt x="17" y="54"/>
                  </a:cubicBezTo>
                  <a:cubicBezTo>
                    <a:pt x="17" y="53"/>
                    <a:pt x="17" y="53"/>
                    <a:pt x="17" y="53"/>
                  </a:cubicBezTo>
                  <a:cubicBezTo>
                    <a:pt x="17" y="6"/>
                    <a:pt x="0" y="0"/>
                    <a:pt x="0" y="0"/>
                  </a:cubicBezTo>
                  <a:cubicBezTo>
                    <a:pt x="83" y="0"/>
                    <a:pt x="108" y="53"/>
                    <a:pt x="108" y="53"/>
                  </a:cubicBezTo>
                  <a:close/>
                </a:path>
              </a:pathLst>
            </a:custGeom>
            <a:grpFill/>
            <a:ln w="25400">
              <a:solidFill>
                <a:schemeClr val="tx1"/>
              </a:solidFill>
              <a:miter lim="800000"/>
              <a:headEnd/>
              <a:tailEnd/>
            </a:ln>
          </p:spPr>
          <p:txBody>
            <a:bodyPr/>
            <a:lstStyle/>
            <a:p>
              <a:pPr>
                <a:defRPr/>
              </a:pPr>
              <a:endParaRPr lang="en-US"/>
            </a:p>
          </p:txBody>
        </p:sp>
        <p:sp>
          <p:nvSpPr>
            <p:cNvPr id="34831" name="Freeform 53">
              <a:extLst>
                <a:ext uri="{FF2B5EF4-FFF2-40B4-BE49-F238E27FC236}">
                  <a16:creationId xmlns:a16="http://schemas.microsoft.com/office/drawing/2014/main" id="{4F6BFC95-BF5A-48C3-9ACD-D12A457F13AF}"/>
                </a:ext>
              </a:extLst>
            </p:cNvPr>
            <p:cNvSpPr>
              <a:spLocks/>
            </p:cNvSpPr>
            <p:nvPr/>
          </p:nvSpPr>
          <p:spPr bwMode="auto">
            <a:xfrm>
              <a:off x="2724150" y="4502150"/>
              <a:ext cx="534988" cy="739775"/>
            </a:xfrm>
            <a:custGeom>
              <a:avLst/>
              <a:gdLst>
                <a:gd name="T0" fmla="*/ 2147483646 w 108"/>
                <a:gd name="T1" fmla="*/ 2147483646 h 107"/>
                <a:gd name="T2" fmla="*/ 0 w 108"/>
                <a:gd name="T3" fmla="*/ 2147483646 h 107"/>
                <a:gd name="T4" fmla="*/ 2147483646 w 108"/>
                <a:gd name="T5" fmla="*/ 2147483646 h 107"/>
                <a:gd name="T6" fmla="*/ 2147483646 w 108"/>
                <a:gd name="T7" fmla="*/ 2147483646 h 107"/>
                <a:gd name="T8" fmla="*/ 0 w 108"/>
                <a:gd name="T9" fmla="*/ 0 h 107"/>
                <a:gd name="T10" fmla="*/ 2147483646 w 108"/>
                <a:gd name="T11" fmla="*/ 2147483646 h 107"/>
                <a:gd name="T12" fmla="*/ 0 60000 65536"/>
                <a:gd name="T13" fmla="*/ 0 60000 65536"/>
                <a:gd name="T14" fmla="*/ 0 60000 65536"/>
                <a:gd name="T15" fmla="*/ 0 60000 65536"/>
                <a:gd name="T16" fmla="*/ 0 60000 65536"/>
                <a:gd name="T17" fmla="*/ 0 60000 65536"/>
                <a:gd name="T18" fmla="*/ 0 w 108"/>
                <a:gd name="T19" fmla="*/ 0 h 107"/>
                <a:gd name="T20" fmla="*/ 108 w 108"/>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8" h="107">
                  <a:moveTo>
                    <a:pt x="108" y="53"/>
                  </a:moveTo>
                  <a:cubicBezTo>
                    <a:pt x="108" y="53"/>
                    <a:pt x="83" y="107"/>
                    <a:pt x="0" y="107"/>
                  </a:cubicBezTo>
                  <a:cubicBezTo>
                    <a:pt x="0" y="107"/>
                    <a:pt x="17" y="101"/>
                    <a:pt x="17" y="54"/>
                  </a:cubicBezTo>
                  <a:cubicBezTo>
                    <a:pt x="17" y="53"/>
                    <a:pt x="17" y="53"/>
                    <a:pt x="17" y="53"/>
                  </a:cubicBezTo>
                  <a:cubicBezTo>
                    <a:pt x="17" y="6"/>
                    <a:pt x="0" y="0"/>
                    <a:pt x="0" y="0"/>
                  </a:cubicBezTo>
                  <a:cubicBezTo>
                    <a:pt x="83" y="0"/>
                    <a:pt x="108" y="53"/>
                    <a:pt x="108" y="53"/>
                  </a:cubicBezTo>
                  <a:close/>
                </a:path>
              </a:pathLst>
            </a:custGeom>
            <a:grpFill/>
            <a:ln w="25400">
              <a:solidFill>
                <a:srgbClr val="000000"/>
              </a:solidFill>
              <a:miter lim="800000"/>
              <a:headEnd/>
              <a:tailEnd/>
            </a:ln>
          </p:spPr>
          <p:txBody>
            <a:bodyPr/>
            <a:lstStyle/>
            <a:p>
              <a:pPr>
                <a:defRPr/>
              </a:pPr>
              <a:endParaRPr lang="en-US"/>
            </a:p>
          </p:txBody>
        </p:sp>
        <p:sp>
          <p:nvSpPr>
            <p:cNvPr id="34832" name="Oval 54">
              <a:extLst>
                <a:ext uri="{FF2B5EF4-FFF2-40B4-BE49-F238E27FC236}">
                  <a16:creationId xmlns:a16="http://schemas.microsoft.com/office/drawing/2014/main" id="{A16CA30D-2188-470D-81C1-5552A30CC275}"/>
                </a:ext>
              </a:extLst>
            </p:cNvPr>
            <p:cNvSpPr>
              <a:spLocks noChangeArrowheads="1"/>
            </p:cNvSpPr>
            <p:nvPr/>
          </p:nvSpPr>
          <p:spPr bwMode="auto">
            <a:xfrm>
              <a:off x="2116137" y="5534025"/>
              <a:ext cx="137160" cy="137160"/>
            </a:xfrm>
            <a:prstGeom prst="ellipse">
              <a:avLst/>
            </a:prstGeom>
            <a:grp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defRPr/>
              </a:pPr>
              <a:endParaRPr lang="ru-RU" altLang="en-US" b="0"/>
            </a:p>
          </p:txBody>
        </p:sp>
        <p:sp>
          <p:nvSpPr>
            <p:cNvPr id="34833" name="Oval 55">
              <a:extLst>
                <a:ext uri="{FF2B5EF4-FFF2-40B4-BE49-F238E27FC236}">
                  <a16:creationId xmlns:a16="http://schemas.microsoft.com/office/drawing/2014/main" id="{F29C1054-67DF-401B-A7BB-0B1A1FFA1D85}"/>
                </a:ext>
              </a:extLst>
            </p:cNvPr>
            <p:cNvSpPr>
              <a:spLocks noChangeArrowheads="1"/>
            </p:cNvSpPr>
            <p:nvPr/>
          </p:nvSpPr>
          <p:spPr bwMode="auto">
            <a:xfrm>
              <a:off x="2247900" y="4789488"/>
              <a:ext cx="122238" cy="122237"/>
            </a:xfrm>
            <a:prstGeom prst="ellipse">
              <a:avLst/>
            </a:prstGeom>
            <a:grp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defRPr/>
              </a:pPr>
              <a:endParaRPr lang="ru-RU" altLang="en-US" b="0"/>
            </a:p>
          </p:txBody>
        </p:sp>
        <p:sp>
          <p:nvSpPr>
            <p:cNvPr id="34834" name="Line 56">
              <a:extLst>
                <a:ext uri="{FF2B5EF4-FFF2-40B4-BE49-F238E27FC236}">
                  <a16:creationId xmlns:a16="http://schemas.microsoft.com/office/drawing/2014/main" id="{5BD133F3-BAD1-4073-89F8-F82B7A2366FE}"/>
                </a:ext>
              </a:extLst>
            </p:cNvPr>
            <p:cNvSpPr>
              <a:spLocks noChangeShapeType="1"/>
            </p:cNvSpPr>
            <p:nvPr/>
          </p:nvSpPr>
          <p:spPr bwMode="auto">
            <a:xfrm>
              <a:off x="1041400" y="2819400"/>
              <a:ext cx="1636713" cy="0"/>
            </a:xfrm>
            <a:prstGeom prst="line">
              <a:avLst/>
            </a:prstGeom>
            <a:grpFill/>
            <a:ln w="25400">
              <a:solidFill>
                <a:schemeClr val="tx1"/>
              </a:solidFill>
              <a:round/>
              <a:headEnd/>
              <a:tailEnd/>
            </a:ln>
          </p:spPr>
          <p:txBody>
            <a:bodyPr/>
            <a:lstStyle/>
            <a:p>
              <a:pPr>
                <a:defRPr/>
              </a:pPr>
              <a:endParaRPr lang="en-US"/>
            </a:p>
          </p:txBody>
        </p:sp>
        <p:sp>
          <p:nvSpPr>
            <p:cNvPr id="34835" name="Line 57">
              <a:extLst>
                <a:ext uri="{FF2B5EF4-FFF2-40B4-BE49-F238E27FC236}">
                  <a16:creationId xmlns:a16="http://schemas.microsoft.com/office/drawing/2014/main" id="{886567C7-F290-43EF-9E92-1B61D232E40C}"/>
                </a:ext>
              </a:extLst>
            </p:cNvPr>
            <p:cNvSpPr>
              <a:spLocks noChangeShapeType="1"/>
            </p:cNvSpPr>
            <p:nvPr/>
          </p:nvSpPr>
          <p:spPr bwMode="auto">
            <a:xfrm>
              <a:off x="1069975" y="3713163"/>
              <a:ext cx="1709738" cy="0"/>
            </a:xfrm>
            <a:prstGeom prst="line">
              <a:avLst/>
            </a:prstGeom>
            <a:grpFill/>
            <a:ln w="25400">
              <a:solidFill>
                <a:schemeClr val="tx1"/>
              </a:solidFill>
              <a:round/>
              <a:headEnd/>
              <a:tailEnd/>
            </a:ln>
          </p:spPr>
          <p:txBody>
            <a:bodyPr/>
            <a:lstStyle/>
            <a:p>
              <a:pPr>
                <a:defRPr/>
              </a:pPr>
              <a:endParaRPr lang="en-US"/>
            </a:p>
          </p:txBody>
        </p:sp>
        <p:sp>
          <p:nvSpPr>
            <p:cNvPr id="34836" name="Text Box 58">
              <a:extLst>
                <a:ext uri="{FF2B5EF4-FFF2-40B4-BE49-F238E27FC236}">
                  <a16:creationId xmlns:a16="http://schemas.microsoft.com/office/drawing/2014/main" id="{1F87C0C5-ADBE-4130-A9E4-5E3352F26F11}"/>
                </a:ext>
              </a:extLst>
            </p:cNvPr>
            <p:cNvSpPr txBox="1">
              <a:spLocks noChangeArrowheads="1"/>
            </p:cNvSpPr>
            <p:nvPr/>
          </p:nvSpPr>
          <p:spPr bwMode="auto">
            <a:xfrm>
              <a:off x="681038" y="3497263"/>
              <a:ext cx="504825" cy="505667"/>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ru-RU" altLang="en-US" b="0" dirty="0"/>
                <a:t>x</a:t>
              </a:r>
              <a:r>
                <a:rPr lang="ru-RU" altLang="en-US" b="0" baseline="-25000" dirty="0"/>
                <a:t>2</a:t>
              </a:r>
              <a:endParaRPr lang="ru-RU" altLang="en-US" b="0" dirty="0"/>
            </a:p>
          </p:txBody>
        </p:sp>
        <p:sp>
          <p:nvSpPr>
            <p:cNvPr id="34837" name="Text Box 59">
              <a:extLst>
                <a:ext uri="{FF2B5EF4-FFF2-40B4-BE49-F238E27FC236}">
                  <a16:creationId xmlns:a16="http://schemas.microsoft.com/office/drawing/2014/main" id="{32744B9D-A344-48B6-B62F-A066F0822C38}"/>
                </a:ext>
              </a:extLst>
            </p:cNvPr>
            <p:cNvSpPr txBox="1">
              <a:spLocks noChangeArrowheads="1"/>
            </p:cNvSpPr>
            <p:nvPr/>
          </p:nvSpPr>
          <p:spPr bwMode="auto">
            <a:xfrm>
              <a:off x="636588" y="2849563"/>
              <a:ext cx="504825" cy="505667"/>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ru-RU" altLang="en-US" b="0" dirty="0"/>
                <a:t>x</a:t>
              </a:r>
              <a:r>
                <a:rPr lang="ru-RU" altLang="en-US" b="0" baseline="-25000" dirty="0"/>
                <a:t>3</a:t>
              </a:r>
              <a:endParaRPr lang="ru-RU" altLang="en-US" b="0" dirty="0"/>
            </a:p>
          </p:txBody>
        </p:sp>
        <p:sp>
          <p:nvSpPr>
            <p:cNvPr id="34838" name="Line 60">
              <a:extLst>
                <a:ext uri="{FF2B5EF4-FFF2-40B4-BE49-F238E27FC236}">
                  <a16:creationId xmlns:a16="http://schemas.microsoft.com/office/drawing/2014/main" id="{DE1C5D90-B799-4E6B-B949-7C0B4CB23296}"/>
                </a:ext>
              </a:extLst>
            </p:cNvPr>
            <p:cNvSpPr>
              <a:spLocks noChangeShapeType="1"/>
            </p:cNvSpPr>
            <p:nvPr/>
          </p:nvSpPr>
          <p:spPr bwMode="auto">
            <a:xfrm>
              <a:off x="1041400" y="3065463"/>
              <a:ext cx="1636713" cy="0"/>
            </a:xfrm>
            <a:prstGeom prst="line">
              <a:avLst/>
            </a:prstGeom>
            <a:grpFill/>
            <a:ln w="25400">
              <a:solidFill>
                <a:schemeClr val="tx1"/>
              </a:solidFill>
              <a:round/>
              <a:headEnd/>
              <a:tailEnd/>
            </a:ln>
          </p:spPr>
          <p:txBody>
            <a:bodyPr/>
            <a:lstStyle/>
            <a:p>
              <a:pPr>
                <a:defRPr/>
              </a:pPr>
              <a:endParaRPr lang="en-US"/>
            </a:p>
          </p:txBody>
        </p:sp>
        <p:sp>
          <p:nvSpPr>
            <p:cNvPr id="34839" name="Line 61">
              <a:extLst>
                <a:ext uri="{FF2B5EF4-FFF2-40B4-BE49-F238E27FC236}">
                  <a16:creationId xmlns:a16="http://schemas.microsoft.com/office/drawing/2014/main" id="{B082B2E7-CB83-47A8-863D-F221EA7E12EB}"/>
                </a:ext>
              </a:extLst>
            </p:cNvPr>
            <p:cNvSpPr>
              <a:spLocks noChangeShapeType="1"/>
            </p:cNvSpPr>
            <p:nvPr/>
          </p:nvSpPr>
          <p:spPr bwMode="auto">
            <a:xfrm>
              <a:off x="3298825" y="2935288"/>
              <a:ext cx="528638" cy="0"/>
            </a:xfrm>
            <a:prstGeom prst="line">
              <a:avLst/>
            </a:prstGeom>
            <a:grpFill/>
            <a:ln w="25400">
              <a:solidFill>
                <a:schemeClr val="tx1"/>
              </a:solidFill>
              <a:round/>
              <a:headEnd/>
              <a:tailEnd/>
            </a:ln>
          </p:spPr>
          <p:txBody>
            <a:bodyPr/>
            <a:lstStyle/>
            <a:p>
              <a:pPr>
                <a:defRPr/>
              </a:pPr>
              <a:endParaRPr lang="en-US"/>
            </a:p>
          </p:txBody>
        </p:sp>
        <p:sp>
          <p:nvSpPr>
            <p:cNvPr id="34840" name="Line 62">
              <a:extLst>
                <a:ext uri="{FF2B5EF4-FFF2-40B4-BE49-F238E27FC236}">
                  <a16:creationId xmlns:a16="http://schemas.microsoft.com/office/drawing/2014/main" id="{1D0BB421-CC9F-40F5-B4D9-C412B8BDA7B5}"/>
                </a:ext>
              </a:extLst>
            </p:cNvPr>
            <p:cNvSpPr>
              <a:spLocks noChangeShapeType="1"/>
            </p:cNvSpPr>
            <p:nvPr/>
          </p:nvSpPr>
          <p:spPr bwMode="auto">
            <a:xfrm>
              <a:off x="3371850" y="3829050"/>
              <a:ext cx="827088" cy="0"/>
            </a:xfrm>
            <a:prstGeom prst="line">
              <a:avLst/>
            </a:prstGeom>
            <a:grpFill/>
            <a:ln w="25400">
              <a:solidFill>
                <a:schemeClr val="tx1"/>
              </a:solidFill>
              <a:round/>
              <a:headEnd/>
              <a:tailEnd/>
            </a:ln>
          </p:spPr>
          <p:txBody>
            <a:bodyPr/>
            <a:lstStyle/>
            <a:p>
              <a:pPr>
                <a:defRPr/>
              </a:pPr>
              <a:endParaRPr lang="en-US"/>
            </a:p>
          </p:txBody>
        </p:sp>
        <p:sp>
          <p:nvSpPr>
            <p:cNvPr id="34841" name="Line 63">
              <a:extLst>
                <a:ext uri="{FF2B5EF4-FFF2-40B4-BE49-F238E27FC236}">
                  <a16:creationId xmlns:a16="http://schemas.microsoft.com/office/drawing/2014/main" id="{20E05075-E57A-46DD-8CA0-D22FC2DE7EEE}"/>
                </a:ext>
              </a:extLst>
            </p:cNvPr>
            <p:cNvSpPr>
              <a:spLocks noChangeShapeType="1"/>
            </p:cNvSpPr>
            <p:nvPr/>
          </p:nvSpPr>
          <p:spPr bwMode="auto">
            <a:xfrm>
              <a:off x="3387725" y="4875213"/>
              <a:ext cx="420688" cy="0"/>
            </a:xfrm>
            <a:prstGeom prst="line">
              <a:avLst/>
            </a:prstGeom>
            <a:grpFill/>
            <a:ln w="25400">
              <a:solidFill>
                <a:schemeClr val="tx1"/>
              </a:solidFill>
              <a:round/>
              <a:headEnd/>
              <a:tailEnd/>
            </a:ln>
          </p:spPr>
          <p:txBody>
            <a:bodyPr/>
            <a:lstStyle/>
            <a:p>
              <a:pPr>
                <a:defRPr/>
              </a:pPr>
              <a:endParaRPr lang="en-US"/>
            </a:p>
          </p:txBody>
        </p:sp>
        <p:sp>
          <p:nvSpPr>
            <p:cNvPr id="34842" name="Line 64">
              <a:extLst>
                <a:ext uri="{FF2B5EF4-FFF2-40B4-BE49-F238E27FC236}">
                  <a16:creationId xmlns:a16="http://schemas.microsoft.com/office/drawing/2014/main" id="{69EB2CC0-13B2-47DF-96C9-FBCB97F77289}"/>
                </a:ext>
              </a:extLst>
            </p:cNvPr>
            <p:cNvSpPr>
              <a:spLocks noChangeShapeType="1"/>
            </p:cNvSpPr>
            <p:nvPr/>
          </p:nvSpPr>
          <p:spPr bwMode="auto">
            <a:xfrm>
              <a:off x="3816350" y="2935288"/>
              <a:ext cx="0" cy="731520"/>
            </a:xfrm>
            <a:prstGeom prst="line">
              <a:avLst/>
            </a:prstGeom>
            <a:grpFill/>
            <a:ln w="25400">
              <a:solidFill>
                <a:schemeClr val="tx1"/>
              </a:solidFill>
              <a:round/>
              <a:headEnd/>
              <a:tailEnd/>
            </a:ln>
          </p:spPr>
          <p:txBody>
            <a:bodyPr/>
            <a:lstStyle/>
            <a:p>
              <a:pPr>
                <a:defRPr/>
              </a:pPr>
              <a:endParaRPr lang="en-US"/>
            </a:p>
          </p:txBody>
        </p:sp>
        <p:sp>
          <p:nvSpPr>
            <p:cNvPr id="34843" name="Line 65">
              <a:extLst>
                <a:ext uri="{FF2B5EF4-FFF2-40B4-BE49-F238E27FC236}">
                  <a16:creationId xmlns:a16="http://schemas.microsoft.com/office/drawing/2014/main" id="{11E96319-11C5-45C7-BA6F-E17F03613258}"/>
                </a:ext>
              </a:extLst>
            </p:cNvPr>
            <p:cNvSpPr>
              <a:spLocks noChangeShapeType="1"/>
            </p:cNvSpPr>
            <p:nvPr/>
          </p:nvSpPr>
          <p:spPr bwMode="auto">
            <a:xfrm>
              <a:off x="3803650" y="3668713"/>
              <a:ext cx="395288" cy="0"/>
            </a:xfrm>
            <a:prstGeom prst="line">
              <a:avLst/>
            </a:prstGeom>
            <a:grpFill/>
            <a:ln w="25400">
              <a:solidFill>
                <a:schemeClr val="tx1"/>
              </a:solidFill>
              <a:round/>
              <a:headEnd/>
              <a:tailEnd/>
            </a:ln>
          </p:spPr>
          <p:txBody>
            <a:bodyPr/>
            <a:lstStyle/>
            <a:p>
              <a:pPr>
                <a:defRPr/>
              </a:pPr>
              <a:endParaRPr lang="en-US"/>
            </a:p>
          </p:txBody>
        </p:sp>
        <p:sp>
          <p:nvSpPr>
            <p:cNvPr id="34844" name="Line 66">
              <a:extLst>
                <a:ext uri="{FF2B5EF4-FFF2-40B4-BE49-F238E27FC236}">
                  <a16:creationId xmlns:a16="http://schemas.microsoft.com/office/drawing/2014/main" id="{9A9B01B4-C7B9-4DD1-A1CB-51F792355E56}"/>
                </a:ext>
              </a:extLst>
            </p:cNvPr>
            <p:cNvSpPr>
              <a:spLocks noChangeShapeType="1"/>
            </p:cNvSpPr>
            <p:nvPr/>
          </p:nvSpPr>
          <p:spPr bwMode="auto">
            <a:xfrm>
              <a:off x="3802063" y="4027487"/>
              <a:ext cx="0" cy="832104"/>
            </a:xfrm>
            <a:prstGeom prst="line">
              <a:avLst/>
            </a:prstGeom>
            <a:grpFill/>
            <a:ln w="25400">
              <a:solidFill>
                <a:schemeClr val="tx1"/>
              </a:solidFill>
              <a:round/>
              <a:headEnd/>
              <a:tailEnd/>
            </a:ln>
          </p:spPr>
          <p:txBody>
            <a:bodyPr/>
            <a:lstStyle/>
            <a:p>
              <a:pPr>
                <a:defRPr/>
              </a:pPr>
              <a:endParaRPr lang="en-US"/>
            </a:p>
          </p:txBody>
        </p:sp>
        <p:sp>
          <p:nvSpPr>
            <p:cNvPr id="34845" name="Line 67">
              <a:extLst>
                <a:ext uri="{FF2B5EF4-FFF2-40B4-BE49-F238E27FC236}">
                  <a16:creationId xmlns:a16="http://schemas.microsoft.com/office/drawing/2014/main" id="{1B34AE60-C699-448D-9223-185BBC8BE2BC}"/>
                </a:ext>
              </a:extLst>
            </p:cNvPr>
            <p:cNvSpPr>
              <a:spLocks noChangeShapeType="1"/>
            </p:cNvSpPr>
            <p:nvPr/>
          </p:nvSpPr>
          <p:spPr bwMode="auto">
            <a:xfrm>
              <a:off x="3789363" y="4016375"/>
              <a:ext cx="371475" cy="0"/>
            </a:xfrm>
            <a:prstGeom prst="line">
              <a:avLst/>
            </a:prstGeom>
            <a:grpFill/>
            <a:ln w="25400">
              <a:solidFill>
                <a:schemeClr val="tx1"/>
              </a:solidFill>
              <a:round/>
              <a:headEnd/>
              <a:tailEnd/>
            </a:ln>
          </p:spPr>
          <p:txBody>
            <a:bodyPr/>
            <a:lstStyle/>
            <a:p>
              <a:pPr>
                <a:defRPr/>
              </a:pPr>
              <a:endParaRPr lang="en-US"/>
            </a:p>
          </p:txBody>
        </p:sp>
        <p:sp>
          <p:nvSpPr>
            <p:cNvPr id="34846" name="Line 68">
              <a:extLst>
                <a:ext uri="{FF2B5EF4-FFF2-40B4-BE49-F238E27FC236}">
                  <a16:creationId xmlns:a16="http://schemas.microsoft.com/office/drawing/2014/main" id="{48653B95-C056-4A64-A21F-9CE953F610A0}"/>
                </a:ext>
              </a:extLst>
            </p:cNvPr>
            <p:cNvSpPr>
              <a:spLocks noChangeShapeType="1"/>
            </p:cNvSpPr>
            <p:nvPr/>
          </p:nvSpPr>
          <p:spPr bwMode="auto">
            <a:xfrm>
              <a:off x="4781550" y="3857625"/>
              <a:ext cx="457200" cy="0"/>
            </a:xfrm>
            <a:prstGeom prst="line">
              <a:avLst/>
            </a:prstGeom>
            <a:grpFill/>
            <a:ln w="25400">
              <a:solidFill>
                <a:schemeClr val="tx1"/>
              </a:solidFill>
              <a:round/>
              <a:headEnd/>
              <a:tailEnd/>
            </a:ln>
          </p:spPr>
          <p:txBody>
            <a:bodyPr/>
            <a:lstStyle/>
            <a:p>
              <a:pPr>
                <a:defRPr/>
              </a:pPr>
              <a:endParaRPr lang="en-US"/>
            </a:p>
          </p:txBody>
        </p:sp>
        <p:sp>
          <p:nvSpPr>
            <p:cNvPr id="34847" name="Line 69">
              <a:extLst>
                <a:ext uri="{FF2B5EF4-FFF2-40B4-BE49-F238E27FC236}">
                  <a16:creationId xmlns:a16="http://schemas.microsoft.com/office/drawing/2014/main" id="{03FA4CDF-4E90-447D-9959-D9C52FF85516}"/>
                </a:ext>
              </a:extLst>
            </p:cNvPr>
            <p:cNvSpPr>
              <a:spLocks noChangeShapeType="1"/>
            </p:cNvSpPr>
            <p:nvPr/>
          </p:nvSpPr>
          <p:spPr bwMode="auto">
            <a:xfrm>
              <a:off x="968375" y="5480050"/>
              <a:ext cx="719138" cy="0"/>
            </a:xfrm>
            <a:prstGeom prst="line">
              <a:avLst/>
            </a:prstGeom>
            <a:grpFill/>
            <a:ln w="25400">
              <a:solidFill>
                <a:schemeClr val="tx1"/>
              </a:solidFill>
              <a:round/>
              <a:headEnd/>
              <a:tailEnd/>
            </a:ln>
          </p:spPr>
          <p:txBody>
            <a:bodyPr/>
            <a:lstStyle/>
            <a:p>
              <a:pPr>
                <a:defRPr/>
              </a:pPr>
              <a:endParaRPr lang="en-US"/>
            </a:p>
          </p:txBody>
        </p:sp>
        <p:sp>
          <p:nvSpPr>
            <p:cNvPr id="34848" name="Text Box 70">
              <a:extLst>
                <a:ext uri="{FF2B5EF4-FFF2-40B4-BE49-F238E27FC236}">
                  <a16:creationId xmlns:a16="http://schemas.microsoft.com/office/drawing/2014/main" id="{3DBF0405-231D-4E5C-9211-81365816F437}"/>
                </a:ext>
              </a:extLst>
            </p:cNvPr>
            <p:cNvSpPr txBox="1">
              <a:spLocks noChangeArrowheads="1"/>
            </p:cNvSpPr>
            <p:nvPr/>
          </p:nvSpPr>
          <p:spPr bwMode="auto">
            <a:xfrm>
              <a:off x="565150" y="5135563"/>
              <a:ext cx="504825" cy="505667"/>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ru-RU" altLang="en-US" b="0"/>
                <a:t>x</a:t>
              </a:r>
              <a:r>
                <a:rPr lang="ru-RU" altLang="en-US" b="0" baseline="-25000"/>
                <a:t>4</a:t>
              </a:r>
              <a:endParaRPr lang="ru-RU" altLang="en-US" b="0"/>
            </a:p>
          </p:txBody>
        </p:sp>
        <p:sp>
          <p:nvSpPr>
            <p:cNvPr id="34849" name="Line 71">
              <a:extLst>
                <a:ext uri="{FF2B5EF4-FFF2-40B4-BE49-F238E27FC236}">
                  <a16:creationId xmlns:a16="http://schemas.microsoft.com/office/drawing/2014/main" id="{1995D605-313A-4FB9-AE03-B3E8DF67B271}"/>
                </a:ext>
              </a:extLst>
            </p:cNvPr>
            <p:cNvSpPr>
              <a:spLocks noChangeShapeType="1"/>
            </p:cNvSpPr>
            <p:nvPr/>
          </p:nvSpPr>
          <p:spPr bwMode="auto">
            <a:xfrm>
              <a:off x="1530350" y="3713163"/>
              <a:ext cx="0" cy="1234440"/>
            </a:xfrm>
            <a:prstGeom prst="line">
              <a:avLst/>
            </a:prstGeom>
            <a:grpFill/>
            <a:ln w="25400">
              <a:solidFill>
                <a:schemeClr val="tx1"/>
              </a:solidFill>
              <a:round/>
              <a:headEnd type="oval" w="med" len="med"/>
              <a:tailEnd/>
            </a:ln>
          </p:spPr>
          <p:txBody>
            <a:bodyPr/>
            <a:lstStyle/>
            <a:p>
              <a:pPr>
                <a:defRPr/>
              </a:pPr>
              <a:endParaRPr lang="en-US"/>
            </a:p>
          </p:txBody>
        </p:sp>
        <p:sp>
          <p:nvSpPr>
            <p:cNvPr id="34850" name="Line 72">
              <a:extLst>
                <a:ext uri="{FF2B5EF4-FFF2-40B4-BE49-F238E27FC236}">
                  <a16:creationId xmlns:a16="http://schemas.microsoft.com/office/drawing/2014/main" id="{A1C31181-41C1-4AE2-A5E7-6CD1F58E53A4}"/>
                </a:ext>
              </a:extLst>
            </p:cNvPr>
            <p:cNvSpPr>
              <a:spLocks noChangeShapeType="1"/>
            </p:cNvSpPr>
            <p:nvPr/>
          </p:nvSpPr>
          <p:spPr bwMode="auto">
            <a:xfrm>
              <a:off x="1530350" y="4718050"/>
              <a:ext cx="252413" cy="0"/>
            </a:xfrm>
            <a:prstGeom prst="line">
              <a:avLst/>
            </a:prstGeom>
            <a:grpFill/>
            <a:ln w="25400">
              <a:solidFill>
                <a:schemeClr val="tx1"/>
              </a:solidFill>
              <a:round/>
              <a:headEnd type="oval" w="med" len="med"/>
              <a:tailEnd/>
            </a:ln>
          </p:spPr>
          <p:txBody>
            <a:bodyPr/>
            <a:lstStyle/>
            <a:p>
              <a:pPr>
                <a:defRPr/>
              </a:pPr>
              <a:endParaRPr lang="en-US"/>
            </a:p>
          </p:txBody>
        </p:sp>
        <p:sp>
          <p:nvSpPr>
            <p:cNvPr id="34851" name="Line 73">
              <a:extLst>
                <a:ext uri="{FF2B5EF4-FFF2-40B4-BE49-F238E27FC236}">
                  <a16:creationId xmlns:a16="http://schemas.microsoft.com/office/drawing/2014/main" id="{0C07401E-8647-427B-BBF4-011EA352F271}"/>
                </a:ext>
              </a:extLst>
            </p:cNvPr>
            <p:cNvSpPr>
              <a:spLocks noChangeShapeType="1"/>
            </p:cNvSpPr>
            <p:nvPr/>
          </p:nvSpPr>
          <p:spPr bwMode="auto">
            <a:xfrm>
              <a:off x="2378075" y="4860925"/>
              <a:ext cx="411163" cy="0"/>
            </a:xfrm>
            <a:prstGeom prst="line">
              <a:avLst/>
            </a:prstGeom>
            <a:grpFill/>
            <a:ln w="25400">
              <a:solidFill>
                <a:schemeClr val="tx1"/>
              </a:solidFill>
              <a:round/>
              <a:headEnd/>
              <a:tailEnd/>
            </a:ln>
          </p:spPr>
          <p:txBody>
            <a:bodyPr/>
            <a:lstStyle/>
            <a:p>
              <a:pPr>
                <a:defRPr/>
              </a:pPr>
              <a:endParaRPr lang="en-US"/>
            </a:p>
          </p:txBody>
        </p:sp>
        <p:sp>
          <p:nvSpPr>
            <p:cNvPr id="34852" name="Line 74">
              <a:extLst>
                <a:ext uri="{FF2B5EF4-FFF2-40B4-BE49-F238E27FC236}">
                  <a16:creationId xmlns:a16="http://schemas.microsoft.com/office/drawing/2014/main" id="{E7669CA6-8706-43C2-B04C-FEE5D14D1E9E}"/>
                </a:ext>
              </a:extLst>
            </p:cNvPr>
            <p:cNvSpPr>
              <a:spLocks noChangeShapeType="1"/>
            </p:cNvSpPr>
            <p:nvPr/>
          </p:nvSpPr>
          <p:spPr bwMode="auto">
            <a:xfrm>
              <a:off x="2551113" y="5076825"/>
              <a:ext cx="227012" cy="0"/>
            </a:xfrm>
            <a:prstGeom prst="line">
              <a:avLst/>
            </a:prstGeom>
            <a:grpFill/>
            <a:ln w="25400">
              <a:solidFill>
                <a:schemeClr val="tx1"/>
              </a:solidFill>
              <a:round/>
              <a:headEnd/>
              <a:tailEnd/>
            </a:ln>
          </p:spPr>
          <p:txBody>
            <a:bodyPr/>
            <a:lstStyle/>
            <a:p>
              <a:pPr>
                <a:defRPr/>
              </a:pPr>
              <a:endParaRPr lang="en-US"/>
            </a:p>
          </p:txBody>
        </p:sp>
        <p:sp>
          <p:nvSpPr>
            <p:cNvPr id="34853" name="Line 75">
              <a:extLst>
                <a:ext uri="{FF2B5EF4-FFF2-40B4-BE49-F238E27FC236}">
                  <a16:creationId xmlns:a16="http://schemas.microsoft.com/office/drawing/2014/main" id="{A6BB963A-D617-4729-B3F3-C965FC3AEA44}"/>
                </a:ext>
              </a:extLst>
            </p:cNvPr>
            <p:cNvSpPr>
              <a:spLocks noChangeShapeType="1"/>
            </p:cNvSpPr>
            <p:nvPr/>
          </p:nvSpPr>
          <p:spPr bwMode="auto">
            <a:xfrm>
              <a:off x="2249488" y="5594350"/>
              <a:ext cx="298450" cy="0"/>
            </a:xfrm>
            <a:prstGeom prst="line">
              <a:avLst/>
            </a:prstGeom>
            <a:grpFill/>
            <a:ln w="25400">
              <a:solidFill>
                <a:schemeClr val="tx1"/>
              </a:solidFill>
              <a:round/>
              <a:headEnd/>
              <a:tailEnd/>
            </a:ln>
          </p:spPr>
          <p:txBody>
            <a:bodyPr/>
            <a:lstStyle/>
            <a:p>
              <a:pPr>
                <a:defRPr/>
              </a:pPr>
              <a:endParaRPr lang="en-US"/>
            </a:p>
          </p:txBody>
        </p:sp>
        <p:sp>
          <p:nvSpPr>
            <p:cNvPr id="34854" name="Line 76">
              <a:extLst>
                <a:ext uri="{FF2B5EF4-FFF2-40B4-BE49-F238E27FC236}">
                  <a16:creationId xmlns:a16="http://schemas.microsoft.com/office/drawing/2014/main" id="{83FE42C1-68C5-43D2-BB03-0A23D173564C}"/>
                </a:ext>
              </a:extLst>
            </p:cNvPr>
            <p:cNvSpPr>
              <a:spLocks noChangeShapeType="1"/>
            </p:cNvSpPr>
            <p:nvPr/>
          </p:nvSpPr>
          <p:spPr bwMode="auto">
            <a:xfrm flipV="1">
              <a:off x="2540000" y="5062538"/>
              <a:ext cx="0" cy="525462"/>
            </a:xfrm>
            <a:prstGeom prst="line">
              <a:avLst/>
            </a:prstGeom>
            <a:grpFill/>
            <a:ln w="25400">
              <a:solidFill>
                <a:schemeClr val="tx1"/>
              </a:solidFill>
              <a:round/>
              <a:headEnd/>
              <a:tailEnd/>
            </a:ln>
          </p:spPr>
          <p:txBody>
            <a:bodyPr/>
            <a:lstStyle/>
            <a:p>
              <a:pPr>
                <a:defRPr/>
              </a:pPr>
              <a:endParaRPr lang="en-US"/>
            </a:p>
          </p:txBody>
        </p:sp>
        <p:sp>
          <p:nvSpPr>
            <p:cNvPr id="34855" name="Line 77">
              <a:extLst>
                <a:ext uri="{FF2B5EF4-FFF2-40B4-BE49-F238E27FC236}">
                  <a16:creationId xmlns:a16="http://schemas.microsoft.com/office/drawing/2014/main" id="{8711B277-E49F-47FB-959F-0B6B02B3EF61}"/>
                </a:ext>
              </a:extLst>
            </p:cNvPr>
            <p:cNvSpPr>
              <a:spLocks noChangeShapeType="1"/>
            </p:cNvSpPr>
            <p:nvPr/>
          </p:nvSpPr>
          <p:spPr bwMode="auto">
            <a:xfrm>
              <a:off x="2220913" y="2819399"/>
              <a:ext cx="0" cy="1828800"/>
            </a:xfrm>
            <a:prstGeom prst="line">
              <a:avLst/>
            </a:prstGeom>
            <a:grpFill/>
            <a:ln w="25400">
              <a:solidFill>
                <a:schemeClr val="tx1"/>
              </a:solidFill>
              <a:round/>
              <a:headEnd type="oval" w="med" len="med"/>
              <a:tailEnd/>
            </a:ln>
          </p:spPr>
          <p:txBody>
            <a:bodyPr/>
            <a:lstStyle/>
            <a:p>
              <a:pPr>
                <a:defRPr/>
              </a:pPr>
              <a:endParaRPr lang="en-US"/>
            </a:p>
          </p:txBody>
        </p:sp>
        <p:sp>
          <p:nvSpPr>
            <p:cNvPr id="34856" name="Line 78">
              <a:extLst>
                <a:ext uri="{FF2B5EF4-FFF2-40B4-BE49-F238E27FC236}">
                  <a16:creationId xmlns:a16="http://schemas.microsoft.com/office/drawing/2014/main" id="{A7C4D8CF-7D19-46D5-9FD7-9BB306038BE6}"/>
                </a:ext>
              </a:extLst>
            </p:cNvPr>
            <p:cNvSpPr>
              <a:spLocks noChangeShapeType="1"/>
            </p:cNvSpPr>
            <p:nvPr/>
          </p:nvSpPr>
          <p:spPr bwMode="auto">
            <a:xfrm>
              <a:off x="2220913" y="4630738"/>
              <a:ext cx="566737" cy="0"/>
            </a:xfrm>
            <a:prstGeom prst="line">
              <a:avLst/>
            </a:prstGeom>
            <a:grpFill/>
            <a:ln w="25400">
              <a:solidFill>
                <a:schemeClr val="tx1"/>
              </a:solidFill>
              <a:round/>
              <a:headEnd/>
              <a:tailEnd/>
            </a:ln>
          </p:spPr>
          <p:txBody>
            <a:bodyPr/>
            <a:lstStyle/>
            <a:p>
              <a:pPr>
                <a:defRPr/>
              </a:pPr>
              <a:endParaRPr lang="en-US"/>
            </a:p>
          </p:txBody>
        </p:sp>
        <p:sp>
          <p:nvSpPr>
            <p:cNvPr id="34857" name="Line 79">
              <a:extLst>
                <a:ext uri="{FF2B5EF4-FFF2-40B4-BE49-F238E27FC236}">
                  <a16:creationId xmlns:a16="http://schemas.microsoft.com/office/drawing/2014/main" id="{2F70DC2F-5513-4A11-81C8-410E9FC5C820}"/>
                </a:ext>
              </a:extLst>
            </p:cNvPr>
            <p:cNvSpPr>
              <a:spLocks noChangeShapeType="1"/>
            </p:cNvSpPr>
            <p:nvPr/>
          </p:nvSpPr>
          <p:spPr bwMode="auto">
            <a:xfrm flipH="1" flipV="1">
              <a:off x="1300163" y="3959225"/>
              <a:ext cx="0" cy="1527048"/>
            </a:xfrm>
            <a:prstGeom prst="line">
              <a:avLst/>
            </a:prstGeom>
            <a:grpFill/>
            <a:ln w="25400">
              <a:solidFill>
                <a:schemeClr val="tx1"/>
              </a:solidFill>
              <a:round/>
              <a:headEnd type="oval" w="med" len="med"/>
              <a:tailEnd/>
            </a:ln>
          </p:spPr>
          <p:txBody>
            <a:bodyPr/>
            <a:lstStyle/>
            <a:p>
              <a:pPr>
                <a:defRPr/>
              </a:pPr>
              <a:endParaRPr lang="en-US"/>
            </a:p>
          </p:txBody>
        </p:sp>
        <p:sp>
          <p:nvSpPr>
            <p:cNvPr id="34858" name="Line 80">
              <a:extLst>
                <a:ext uri="{FF2B5EF4-FFF2-40B4-BE49-F238E27FC236}">
                  <a16:creationId xmlns:a16="http://schemas.microsoft.com/office/drawing/2014/main" id="{FD2FDD68-D0E3-46BC-B589-908CFEDDED23}"/>
                </a:ext>
              </a:extLst>
            </p:cNvPr>
            <p:cNvSpPr>
              <a:spLocks noChangeShapeType="1"/>
            </p:cNvSpPr>
            <p:nvPr/>
          </p:nvSpPr>
          <p:spPr bwMode="auto">
            <a:xfrm>
              <a:off x="1285875" y="3959225"/>
              <a:ext cx="1493838" cy="0"/>
            </a:xfrm>
            <a:prstGeom prst="line">
              <a:avLst/>
            </a:prstGeom>
            <a:grpFill/>
            <a:ln w="25400">
              <a:solidFill>
                <a:schemeClr val="tx1"/>
              </a:solidFill>
              <a:round/>
              <a:headEnd/>
              <a:tailEnd/>
            </a:ln>
          </p:spPr>
          <p:txBody>
            <a:bodyPr/>
            <a:lstStyle/>
            <a:p>
              <a:pPr>
                <a:defRPr/>
              </a:pPr>
              <a:endParaRPr lang="en-US"/>
            </a:p>
          </p:txBody>
        </p:sp>
        <p:sp>
          <p:nvSpPr>
            <p:cNvPr id="34859" name="Freeform 81">
              <a:extLst>
                <a:ext uri="{FF2B5EF4-FFF2-40B4-BE49-F238E27FC236}">
                  <a16:creationId xmlns:a16="http://schemas.microsoft.com/office/drawing/2014/main" id="{55D95879-F9AA-45E6-9BD7-DB14D0C96A10}"/>
                </a:ext>
              </a:extLst>
            </p:cNvPr>
            <p:cNvSpPr>
              <a:spLocks/>
            </p:cNvSpPr>
            <p:nvPr/>
          </p:nvSpPr>
          <p:spPr bwMode="auto">
            <a:xfrm>
              <a:off x="4106863" y="3494088"/>
              <a:ext cx="534987" cy="739775"/>
            </a:xfrm>
            <a:custGeom>
              <a:avLst/>
              <a:gdLst>
                <a:gd name="T0" fmla="*/ 2147483646 w 108"/>
                <a:gd name="T1" fmla="*/ 2147483646 h 107"/>
                <a:gd name="T2" fmla="*/ 0 w 108"/>
                <a:gd name="T3" fmla="*/ 2147483646 h 107"/>
                <a:gd name="T4" fmla="*/ 2147483646 w 108"/>
                <a:gd name="T5" fmla="*/ 2147483646 h 107"/>
                <a:gd name="T6" fmla="*/ 2147483646 w 108"/>
                <a:gd name="T7" fmla="*/ 2147483646 h 107"/>
                <a:gd name="T8" fmla="*/ 0 w 108"/>
                <a:gd name="T9" fmla="*/ 0 h 107"/>
                <a:gd name="T10" fmla="*/ 2147483646 w 108"/>
                <a:gd name="T11" fmla="*/ 2147483646 h 107"/>
                <a:gd name="T12" fmla="*/ 0 60000 65536"/>
                <a:gd name="T13" fmla="*/ 0 60000 65536"/>
                <a:gd name="T14" fmla="*/ 0 60000 65536"/>
                <a:gd name="T15" fmla="*/ 0 60000 65536"/>
                <a:gd name="T16" fmla="*/ 0 60000 65536"/>
                <a:gd name="T17" fmla="*/ 0 60000 65536"/>
                <a:gd name="T18" fmla="*/ 0 w 108"/>
                <a:gd name="T19" fmla="*/ 0 h 107"/>
                <a:gd name="T20" fmla="*/ 108 w 108"/>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8" h="107">
                  <a:moveTo>
                    <a:pt x="108" y="53"/>
                  </a:moveTo>
                  <a:cubicBezTo>
                    <a:pt x="108" y="53"/>
                    <a:pt x="83" y="107"/>
                    <a:pt x="0" y="107"/>
                  </a:cubicBezTo>
                  <a:cubicBezTo>
                    <a:pt x="0" y="107"/>
                    <a:pt x="17" y="101"/>
                    <a:pt x="17" y="54"/>
                  </a:cubicBezTo>
                  <a:cubicBezTo>
                    <a:pt x="17" y="53"/>
                    <a:pt x="17" y="53"/>
                    <a:pt x="17" y="53"/>
                  </a:cubicBezTo>
                  <a:cubicBezTo>
                    <a:pt x="17" y="6"/>
                    <a:pt x="0" y="0"/>
                    <a:pt x="0" y="0"/>
                  </a:cubicBezTo>
                  <a:cubicBezTo>
                    <a:pt x="83" y="0"/>
                    <a:pt x="108" y="53"/>
                    <a:pt x="108" y="53"/>
                  </a:cubicBezTo>
                  <a:close/>
                </a:path>
              </a:pathLst>
            </a:custGeom>
            <a:grpFill/>
            <a:ln w="25400">
              <a:solidFill>
                <a:srgbClr val="000000"/>
              </a:solidFill>
              <a:miter lim="800000"/>
              <a:headEnd/>
              <a:tailEnd/>
            </a:ln>
          </p:spPr>
          <p:txBody>
            <a:bodyPr/>
            <a:lstStyle/>
            <a:p>
              <a:pPr>
                <a:defRPr/>
              </a:pPr>
              <a:endParaRPr lang="en-US"/>
            </a:p>
          </p:txBody>
        </p:sp>
        <p:sp>
          <p:nvSpPr>
            <p:cNvPr id="34860" name="Freeform 82">
              <a:extLst>
                <a:ext uri="{FF2B5EF4-FFF2-40B4-BE49-F238E27FC236}">
                  <a16:creationId xmlns:a16="http://schemas.microsoft.com/office/drawing/2014/main" id="{F8DDE937-D5C8-4D9A-80D0-D173F355C9B8}"/>
                </a:ext>
              </a:extLst>
            </p:cNvPr>
            <p:cNvSpPr>
              <a:spLocks/>
            </p:cNvSpPr>
            <p:nvPr/>
          </p:nvSpPr>
          <p:spPr bwMode="auto">
            <a:xfrm>
              <a:off x="1689100" y="4568825"/>
              <a:ext cx="534988" cy="531813"/>
            </a:xfrm>
            <a:custGeom>
              <a:avLst/>
              <a:gdLst>
                <a:gd name="T0" fmla="*/ 2147483646 w 108"/>
                <a:gd name="T1" fmla="*/ 2147483646 h 107"/>
                <a:gd name="T2" fmla="*/ 0 w 108"/>
                <a:gd name="T3" fmla="*/ 2147483646 h 107"/>
                <a:gd name="T4" fmla="*/ 2147483646 w 108"/>
                <a:gd name="T5" fmla="*/ 2147483646 h 107"/>
                <a:gd name="T6" fmla="*/ 2147483646 w 108"/>
                <a:gd name="T7" fmla="*/ 2147483646 h 107"/>
                <a:gd name="T8" fmla="*/ 0 w 108"/>
                <a:gd name="T9" fmla="*/ 0 h 107"/>
                <a:gd name="T10" fmla="*/ 2147483646 w 108"/>
                <a:gd name="T11" fmla="*/ 2147483646 h 107"/>
                <a:gd name="T12" fmla="*/ 0 60000 65536"/>
                <a:gd name="T13" fmla="*/ 0 60000 65536"/>
                <a:gd name="T14" fmla="*/ 0 60000 65536"/>
                <a:gd name="T15" fmla="*/ 0 60000 65536"/>
                <a:gd name="T16" fmla="*/ 0 60000 65536"/>
                <a:gd name="T17" fmla="*/ 0 60000 65536"/>
                <a:gd name="T18" fmla="*/ 0 w 108"/>
                <a:gd name="T19" fmla="*/ 0 h 107"/>
                <a:gd name="T20" fmla="*/ 108 w 108"/>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8" h="107">
                  <a:moveTo>
                    <a:pt x="108" y="53"/>
                  </a:moveTo>
                  <a:cubicBezTo>
                    <a:pt x="108" y="53"/>
                    <a:pt x="83" y="107"/>
                    <a:pt x="0" y="107"/>
                  </a:cubicBezTo>
                  <a:cubicBezTo>
                    <a:pt x="0" y="107"/>
                    <a:pt x="17" y="101"/>
                    <a:pt x="17" y="54"/>
                  </a:cubicBezTo>
                  <a:cubicBezTo>
                    <a:pt x="17" y="53"/>
                    <a:pt x="17" y="53"/>
                    <a:pt x="17" y="53"/>
                  </a:cubicBezTo>
                  <a:cubicBezTo>
                    <a:pt x="17" y="6"/>
                    <a:pt x="0" y="0"/>
                    <a:pt x="0" y="0"/>
                  </a:cubicBezTo>
                  <a:cubicBezTo>
                    <a:pt x="83" y="0"/>
                    <a:pt x="108" y="53"/>
                    <a:pt x="108" y="53"/>
                  </a:cubicBezTo>
                  <a:close/>
                </a:path>
              </a:pathLst>
            </a:custGeom>
            <a:grpFill/>
            <a:ln w="25400">
              <a:solidFill>
                <a:schemeClr val="tx1"/>
              </a:solidFill>
              <a:miter lim="800000"/>
              <a:headEnd/>
              <a:tailEnd/>
            </a:ln>
          </p:spPr>
          <p:txBody>
            <a:bodyPr/>
            <a:lstStyle/>
            <a:p>
              <a:pPr>
                <a:defRPr/>
              </a:pPr>
              <a:endParaRPr lang="en-US"/>
            </a:p>
          </p:txBody>
        </p:sp>
        <p:sp>
          <p:nvSpPr>
            <p:cNvPr id="34861" name="Line 83">
              <a:extLst>
                <a:ext uri="{FF2B5EF4-FFF2-40B4-BE49-F238E27FC236}">
                  <a16:creationId xmlns:a16="http://schemas.microsoft.com/office/drawing/2014/main" id="{94060564-DBE5-40C0-8ECA-A0317FE764E2}"/>
                </a:ext>
              </a:extLst>
            </p:cNvPr>
            <p:cNvSpPr>
              <a:spLocks noChangeShapeType="1"/>
            </p:cNvSpPr>
            <p:nvPr/>
          </p:nvSpPr>
          <p:spPr bwMode="auto">
            <a:xfrm>
              <a:off x="1517650" y="4949825"/>
              <a:ext cx="252413" cy="0"/>
            </a:xfrm>
            <a:prstGeom prst="line">
              <a:avLst/>
            </a:prstGeom>
            <a:grpFill/>
            <a:ln w="25400">
              <a:solidFill>
                <a:schemeClr val="tx1"/>
              </a:solidFill>
              <a:round/>
              <a:headEnd/>
              <a:tailEnd/>
            </a:ln>
          </p:spPr>
          <p:txBody>
            <a:bodyPr/>
            <a:lstStyle/>
            <a:p>
              <a:pPr>
                <a:defRPr/>
              </a:pPr>
              <a:endParaRPr lang="en-US"/>
            </a:p>
          </p:txBody>
        </p:sp>
        <p:sp>
          <p:nvSpPr>
            <p:cNvPr id="34862" name="Freeform 84">
              <a:extLst>
                <a:ext uri="{FF2B5EF4-FFF2-40B4-BE49-F238E27FC236}">
                  <a16:creationId xmlns:a16="http://schemas.microsoft.com/office/drawing/2014/main" id="{AF620ADB-4B46-4CA3-A6F2-FB14453E1A76}"/>
                </a:ext>
              </a:extLst>
            </p:cNvPr>
            <p:cNvSpPr>
              <a:spLocks/>
            </p:cNvSpPr>
            <p:nvPr/>
          </p:nvSpPr>
          <p:spPr bwMode="auto">
            <a:xfrm>
              <a:off x="1587500" y="5341938"/>
              <a:ext cx="534988" cy="531812"/>
            </a:xfrm>
            <a:custGeom>
              <a:avLst/>
              <a:gdLst>
                <a:gd name="T0" fmla="*/ 2147483646 w 108"/>
                <a:gd name="T1" fmla="*/ 2147483646 h 107"/>
                <a:gd name="T2" fmla="*/ 0 w 108"/>
                <a:gd name="T3" fmla="*/ 2147483646 h 107"/>
                <a:gd name="T4" fmla="*/ 2147483646 w 108"/>
                <a:gd name="T5" fmla="*/ 2147483646 h 107"/>
                <a:gd name="T6" fmla="*/ 2147483646 w 108"/>
                <a:gd name="T7" fmla="*/ 2147483646 h 107"/>
                <a:gd name="T8" fmla="*/ 0 w 108"/>
                <a:gd name="T9" fmla="*/ 0 h 107"/>
                <a:gd name="T10" fmla="*/ 2147483646 w 108"/>
                <a:gd name="T11" fmla="*/ 2147483646 h 107"/>
                <a:gd name="T12" fmla="*/ 0 60000 65536"/>
                <a:gd name="T13" fmla="*/ 0 60000 65536"/>
                <a:gd name="T14" fmla="*/ 0 60000 65536"/>
                <a:gd name="T15" fmla="*/ 0 60000 65536"/>
                <a:gd name="T16" fmla="*/ 0 60000 65536"/>
                <a:gd name="T17" fmla="*/ 0 60000 65536"/>
                <a:gd name="T18" fmla="*/ 0 w 108"/>
                <a:gd name="T19" fmla="*/ 0 h 107"/>
                <a:gd name="T20" fmla="*/ 108 w 108"/>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8" h="107">
                  <a:moveTo>
                    <a:pt x="108" y="53"/>
                  </a:moveTo>
                  <a:cubicBezTo>
                    <a:pt x="108" y="53"/>
                    <a:pt x="83" y="107"/>
                    <a:pt x="0" y="107"/>
                  </a:cubicBezTo>
                  <a:cubicBezTo>
                    <a:pt x="0" y="107"/>
                    <a:pt x="17" y="101"/>
                    <a:pt x="17" y="54"/>
                  </a:cubicBezTo>
                  <a:cubicBezTo>
                    <a:pt x="17" y="53"/>
                    <a:pt x="17" y="53"/>
                    <a:pt x="17" y="53"/>
                  </a:cubicBezTo>
                  <a:cubicBezTo>
                    <a:pt x="17" y="6"/>
                    <a:pt x="0" y="0"/>
                    <a:pt x="0" y="0"/>
                  </a:cubicBezTo>
                  <a:cubicBezTo>
                    <a:pt x="83" y="0"/>
                    <a:pt x="108" y="53"/>
                    <a:pt x="108" y="53"/>
                  </a:cubicBezTo>
                  <a:close/>
                </a:path>
              </a:pathLst>
            </a:custGeom>
            <a:grpFill/>
            <a:ln w="25400">
              <a:solidFill>
                <a:schemeClr val="tx1"/>
              </a:solidFill>
              <a:miter lim="800000"/>
              <a:headEnd/>
              <a:tailEnd/>
            </a:ln>
          </p:spPr>
          <p:txBody>
            <a:bodyPr/>
            <a:lstStyle/>
            <a:p>
              <a:pPr>
                <a:defRPr/>
              </a:pPr>
              <a:endParaRPr lang="en-US"/>
            </a:p>
          </p:txBody>
        </p:sp>
        <p:sp>
          <p:nvSpPr>
            <p:cNvPr id="34863" name="Oval 85">
              <a:extLst>
                <a:ext uri="{FF2B5EF4-FFF2-40B4-BE49-F238E27FC236}">
                  <a16:creationId xmlns:a16="http://schemas.microsoft.com/office/drawing/2014/main" id="{EFF9C390-67B4-402E-BB6F-94271CC03101}"/>
                </a:ext>
              </a:extLst>
            </p:cNvPr>
            <p:cNvSpPr>
              <a:spLocks noChangeArrowheads="1"/>
            </p:cNvSpPr>
            <p:nvPr/>
          </p:nvSpPr>
          <p:spPr bwMode="auto">
            <a:xfrm>
              <a:off x="3151188" y="2871788"/>
              <a:ext cx="136525" cy="136525"/>
            </a:xfrm>
            <a:prstGeom prst="ellipse">
              <a:avLst/>
            </a:prstGeom>
            <a:grpFill/>
            <a:ln w="2857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defRPr/>
              </a:pPr>
              <a:endParaRPr lang="ru-RU" altLang="en-US" b="0"/>
            </a:p>
          </p:txBody>
        </p:sp>
        <p:sp>
          <p:nvSpPr>
            <p:cNvPr id="34864" name="Oval 86">
              <a:extLst>
                <a:ext uri="{FF2B5EF4-FFF2-40B4-BE49-F238E27FC236}">
                  <a16:creationId xmlns:a16="http://schemas.microsoft.com/office/drawing/2014/main" id="{EBEFDEF4-2494-4F20-AD07-515A65F6DBC3}"/>
                </a:ext>
              </a:extLst>
            </p:cNvPr>
            <p:cNvSpPr>
              <a:spLocks noChangeArrowheads="1"/>
            </p:cNvSpPr>
            <p:nvPr/>
          </p:nvSpPr>
          <p:spPr bwMode="auto">
            <a:xfrm>
              <a:off x="3224213" y="3759200"/>
              <a:ext cx="136525" cy="136525"/>
            </a:xfrm>
            <a:prstGeom prst="ellipse">
              <a:avLst/>
            </a:prstGeom>
            <a:grpFill/>
            <a:ln w="2857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defRPr/>
              </a:pPr>
              <a:endParaRPr lang="ru-RU" altLang="en-US" b="0"/>
            </a:p>
          </p:txBody>
        </p:sp>
        <p:sp>
          <p:nvSpPr>
            <p:cNvPr id="34865" name="Oval 87">
              <a:extLst>
                <a:ext uri="{FF2B5EF4-FFF2-40B4-BE49-F238E27FC236}">
                  <a16:creationId xmlns:a16="http://schemas.microsoft.com/office/drawing/2014/main" id="{65E19C8C-1D78-4916-BA8C-78CDBB374431}"/>
                </a:ext>
              </a:extLst>
            </p:cNvPr>
            <p:cNvSpPr>
              <a:spLocks noChangeArrowheads="1"/>
            </p:cNvSpPr>
            <p:nvPr/>
          </p:nvSpPr>
          <p:spPr bwMode="auto">
            <a:xfrm>
              <a:off x="3252788" y="4800600"/>
              <a:ext cx="136525" cy="136525"/>
            </a:xfrm>
            <a:prstGeom prst="ellipse">
              <a:avLst/>
            </a:prstGeom>
            <a:grpFill/>
            <a:ln w="2857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defRPr/>
              </a:pPr>
              <a:endParaRPr lang="ru-RU" altLang="en-US" b="0"/>
            </a:p>
          </p:txBody>
        </p:sp>
        <p:sp>
          <p:nvSpPr>
            <p:cNvPr id="34866" name="Oval 88">
              <a:extLst>
                <a:ext uri="{FF2B5EF4-FFF2-40B4-BE49-F238E27FC236}">
                  <a16:creationId xmlns:a16="http://schemas.microsoft.com/office/drawing/2014/main" id="{B3B4EC9D-B895-4D2E-A201-C08EB7F21C29}"/>
                </a:ext>
              </a:extLst>
            </p:cNvPr>
            <p:cNvSpPr>
              <a:spLocks noChangeArrowheads="1"/>
            </p:cNvSpPr>
            <p:nvPr/>
          </p:nvSpPr>
          <p:spPr bwMode="auto">
            <a:xfrm>
              <a:off x="4641850" y="3795713"/>
              <a:ext cx="136525" cy="136525"/>
            </a:xfrm>
            <a:prstGeom prst="ellipse">
              <a:avLst/>
            </a:prstGeom>
            <a:grpFill/>
            <a:ln w="2857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defRPr/>
              </a:pPr>
              <a:endParaRPr lang="ru-RU" altLang="en-US" sz="1800" b="0"/>
            </a:p>
          </p:txBody>
        </p:sp>
        <p:sp>
          <p:nvSpPr>
            <p:cNvPr id="34867" name="Line 89">
              <a:extLst>
                <a:ext uri="{FF2B5EF4-FFF2-40B4-BE49-F238E27FC236}">
                  <a16:creationId xmlns:a16="http://schemas.microsoft.com/office/drawing/2014/main" id="{0D43FC36-4741-46BE-A0AE-545CC46DC94F}"/>
                </a:ext>
              </a:extLst>
            </p:cNvPr>
            <p:cNvSpPr>
              <a:spLocks noChangeShapeType="1"/>
            </p:cNvSpPr>
            <p:nvPr/>
          </p:nvSpPr>
          <p:spPr bwMode="auto">
            <a:xfrm>
              <a:off x="1298575" y="5478463"/>
              <a:ext cx="0" cy="265112"/>
            </a:xfrm>
            <a:prstGeom prst="line">
              <a:avLst/>
            </a:prstGeom>
            <a:grpFill/>
            <a:ln w="25400">
              <a:solidFill>
                <a:schemeClr val="tx1"/>
              </a:solidFill>
              <a:round/>
              <a:headEnd/>
              <a:tailEnd/>
            </a:ln>
          </p:spPr>
          <p:txBody>
            <a:bodyPr/>
            <a:lstStyle/>
            <a:p>
              <a:pPr>
                <a:defRPr/>
              </a:pPr>
              <a:endParaRPr lang="en-US"/>
            </a:p>
          </p:txBody>
        </p:sp>
        <p:sp>
          <p:nvSpPr>
            <p:cNvPr id="34868" name="Line 90">
              <a:extLst>
                <a:ext uri="{FF2B5EF4-FFF2-40B4-BE49-F238E27FC236}">
                  <a16:creationId xmlns:a16="http://schemas.microsoft.com/office/drawing/2014/main" id="{11D28E98-D3C0-466C-BF69-5EDEECBEC7FF}"/>
                </a:ext>
              </a:extLst>
            </p:cNvPr>
            <p:cNvSpPr>
              <a:spLocks noChangeShapeType="1"/>
            </p:cNvSpPr>
            <p:nvPr/>
          </p:nvSpPr>
          <p:spPr bwMode="auto">
            <a:xfrm>
              <a:off x="1285875" y="5721350"/>
              <a:ext cx="360363" cy="0"/>
            </a:xfrm>
            <a:prstGeom prst="line">
              <a:avLst/>
            </a:prstGeom>
            <a:grpFill/>
            <a:ln w="25400">
              <a:solidFill>
                <a:schemeClr val="tx1"/>
              </a:solidFill>
              <a:round/>
              <a:headEnd/>
              <a:tailEnd/>
            </a:ln>
          </p:spPr>
          <p:txBody>
            <a:bodyPr/>
            <a:lstStyle/>
            <a:p>
              <a:pPr>
                <a:defRPr/>
              </a:pPr>
              <a:endParaRPr lang="en-US"/>
            </a:p>
          </p:txBody>
        </p:sp>
      </p:grpSp>
      <p:cxnSp>
        <p:nvCxnSpPr>
          <p:cNvPr id="49" name="Straight Connector 48">
            <a:extLst>
              <a:ext uri="{FF2B5EF4-FFF2-40B4-BE49-F238E27FC236}">
                <a16:creationId xmlns:a16="http://schemas.microsoft.com/office/drawing/2014/main" id="{224EF2B1-40AB-400E-9797-546F033138B8}"/>
              </a:ext>
            </a:extLst>
          </p:cNvPr>
          <p:cNvCxnSpPr/>
          <p:nvPr/>
        </p:nvCxnSpPr>
        <p:spPr>
          <a:xfrm flipV="1">
            <a:off x="5803900" y="1117600"/>
            <a:ext cx="2832100" cy="0"/>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626F2EDB-7AEB-46AF-A358-A08A6D319B1B}"/>
              </a:ext>
            </a:extLst>
          </p:cNvPr>
          <p:cNvCxnSpPr/>
          <p:nvPr/>
        </p:nvCxnSpPr>
        <p:spPr>
          <a:xfrm flipV="1">
            <a:off x="5791200" y="1028700"/>
            <a:ext cx="2832100" cy="0"/>
          </a:xfrm>
          <a:prstGeom prst="line">
            <a:avLst/>
          </a:prstGeom>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05E32A1A-6B4B-4F4A-88FF-1C5268D2EE9E}"/>
              </a:ext>
            </a:extLst>
          </p:cNvPr>
          <p:cNvCxnSpPr/>
          <p:nvPr/>
        </p:nvCxnSpPr>
        <p:spPr>
          <a:xfrm>
            <a:off x="2679700" y="2070100"/>
            <a:ext cx="5715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6B45EBF0-C9F2-41DF-966B-07F9A78DB61A}"/>
              </a:ext>
            </a:extLst>
          </p:cNvPr>
          <p:cNvCxnSpPr/>
          <p:nvPr/>
        </p:nvCxnSpPr>
        <p:spPr>
          <a:xfrm>
            <a:off x="3606800" y="2082800"/>
            <a:ext cx="5715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3603609-CBBC-45F7-96D8-11467C22FC4B}"/>
              </a:ext>
            </a:extLst>
          </p:cNvPr>
          <p:cNvCxnSpPr/>
          <p:nvPr/>
        </p:nvCxnSpPr>
        <p:spPr>
          <a:xfrm>
            <a:off x="4483101" y="2019300"/>
            <a:ext cx="1279525"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B65264E-2BBC-402E-B648-3CA71EF8EBAB}"/>
              </a:ext>
            </a:extLst>
          </p:cNvPr>
          <p:cNvCxnSpPr/>
          <p:nvPr/>
        </p:nvCxnSpPr>
        <p:spPr>
          <a:xfrm>
            <a:off x="2654300" y="1943100"/>
            <a:ext cx="32004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917F4F6-F3AB-9CD8-6DEF-DD26E1755105}"/>
              </a:ext>
            </a:extLst>
          </p:cNvPr>
          <p:cNvSpPr>
            <a:spLocks noGrp="1"/>
          </p:cNvSpPr>
          <p:nvPr>
            <p:ph type="title"/>
          </p:nvPr>
        </p:nvSpPr>
        <p:spPr/>
        <p:txBody>
          <a:bodyPr>
            <a:normAutofit/>
          </a:bodyPr>
          <a:lstStyle/>
          <a:p>
            <a:r>
              <a:rPr lang="en-US" dirty="0"/>
              <a:t>Implementation in NOR basis</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4">
            <a:extLst>
              <a:ext uri="{FF2B5EF4-FFF2-40B4-BE49-F238E27FC236}">
                <a16:creationId xmlns:a16="http://schemas.microsoft.com/office/drawing/2014/main" id="{14A8AFDD-4F94-2575-4FEF-01FC1C058E15}"/>
              </a:ext>
            </a:extLst>
          </p:cNvPr>
          <p:cNvSpPr>
            <a:spLocks noGrp="1" noChangeArrowheads="1"/>
          </p:cNvSpPr>
          <p:nvPr>
            <p:ph type="title"/>
          </p:nvPr>
        </p:nvSpPr>
        <p:spPr>
          <a:xfrm>
            <a:off x="-1" y="183402"/>
            <a:ext cx="11612880" cy="704088"/>
          </a:xfrm>
        </p:spPr>
        <p:txBody>
          <a:bodyPr>
            <a:normAutofit/>
          </a:bodyPr>
          <a:lstStyle/>
          <a:p>
            <a:r>
              <a:rPr lang="en-US" altLang="en-US" dirty="0"/>
              <a:t>Two-Level Logic Minimization Programmed Methods</a:t>
            </a:r>
            <a:endParaRPr lang="ru-RU" altLang="en-US" dirty="0"/>
          </a:p>
        </p:txBody>
      </p:sp>
      <p:sp>
        <p:nvSpPr>
          <p:cNvPr id="36867" name="Content Placeholder 5">
            <a:extLst>
              <a:ext uri="{FF2B5EF4-FFF2-40B4-BE49-F238E27FC236}">
                <a16:creationId xmlns:a16="http://schemas.microsoft.com/office/drawing/2014/main" id="{0FBC18F6-3A82-F1D1-18E8-AD64297EE935}"/>
              </a:ext>
            </a:extLst>
          </p:cNvPr>
          <p:cNvSpPr>
            <a:spLocks noGrp="1" noChangeArrowheads="1"/>
          </p:cNvSpPr>
          <p:nvPr>
            <p:ph type="body" sz="quarter" idx="10"/>
          </p:nvPr>
        </p:nvSpPr>
        <p:spPr>
          <a:xfrm>
            <a:off x="457200" y="1188720"/>
            <a:ext cx="11277922" cy="5185186"/>
          </a:xfrm>
        </p:spPr>
        <p:txBody>
          <a:bodyPr/>
          <a:lstStyle/>
          <a:p>
            <a:r>
              <a:rPr lang="en-US" altLang="en-US"/>
              <a:t>Exact methods</a:t>
            </a:r>
          </a:p>
          <a:p>
            <a:pPr lvl="1"/>
            <a:r>
              <a:rPr lang="en-US" altLang="en-US"/>
              <a:t>Compute minimum cover</a:t>
            </a:r>
          </a:p>
          <a:p>
            <a:pPr lvl="1"/>
            <a:r>
              <a:rPr lang="en-US" altLang="en-US"/>
              <a:t>Often difficult/impossible for large functions</a:t>
            </a:r>
          </a:p>
          <a:p>
            <a:pPr lvl="1"/>
            <a:r>
              <a:rPr lang="en-US" altLang="en-US"/>
              <a:t>Based on Quine-McCluskey method</a:t>
            </a:r>
          </a:p>
          <a:p>
            <a:r>
              <a:rPr lang="en-US" altLang="en-US"/>
              <a:t>Heuristic methods</a:t>
            </a:r>
          </a:p>
          <a:p>
            <a:pPr lvl="1"/>
            <a:r>
              <a:rPr lang="en-US" altLang="en-US"/>
              <a:t>Compute minimal covers (possibly minimum)</a:t>
            </a:r>
          </a:p>
          <a:p>
            <a:pPr lvl="1"/>
            <a:r>
              <a:rPr lang="en-US" altLang="en-US"/>
              <a:t>Large variety of methods and programs</a:t>
            </a:r>
          </a:p>
          <a:p>
            <a:pPr lvl="1"/>
            <a:r>
              <a:rPr lang="en-US" altLang="en-US"/>
              <a:t>MINI, PRESTO, ESPRESSO</a:t>
            </a:r>
          </a:p>
          <a:p>
            <a:endParaRPr lang="ru-RU" alt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4">
            <a:extLst>
              <a:ext uri="{FF2B5EF4-FFF2-40B4-BE49-F238E27FC236}">
                <a16:creationId xmlns:a16="http://schemas.microsoft.com/office/drawing/2014/main" id="{BEA5153B-83A2-793B-45CA-FFE2EB5B7FAD}"/>
              </a:ext>
            </a:extLst>
          </p:cNvPr>
          <p:cNvSpPr>
            <a:spLocks noGrp="1" noChangeArrowheads="1"/>
          </p:cNvSpPr>
          <p:nvPr>
            <p:ph type="title"/>
          </p:nvPr>
        </p:nvSpPr>
        <p:spPr>
          <a:xfrm>
            <a:off x="-1" y="183402"/>
            <a:ext cx="11612880" cy="704088"/>
          </a:xfrm>
        </p:spPr>
        <p:txBody>
          <a:bodyPr>
            <a:normAutofit/>
          </a:bodyPr>
          <a:lstStyle/>
          <a:p>
            <a:r>
              <a:rPr lang="en-US" altLang="en-US" dirty="0"/>
              <a:t>Exact Logic Minimization</a:t>
            </a:r>
            <a:endParaRPr lang="ru-RU" altLang="en-US" dirty="0"/>
          </a:p>
        </p:txBody>
      </p:sp>
      <p:sp>
        <p:nvSpPr>
          <p:cNvPr id="38915" name="Content Placeholder 5">
            <a:extLst>
              <a:ext uri="{FF2B5EF4-FFF2-40B4-BE49-F238E27FC236}">
                <a16:creationId xmlns:a16="http://schemas.microsoft.com/office/drawing/2014/main" id="{9A71AFC5-5B9F-96C2-5C69-9C5CA8556E03}"/>
              </a:ext>
            </a:extLst>
          </p:cNvPr>
          <p:cNvSpPr>
            <a:spLocks noGrp="1" noChangeArrowheads="1"/>
          </p:cNvSpPr>
          <p:nvPr>
            <p:ph type="body" sz="quarter" idx="10"/>
          </p:nvPr>
        </p:nvSpPr>
        <p:spPr>
          <a:xfrm>
            <a:off x="457200" y="1188720"/>
            <a:ext cx="11277922" cy="5185186"/>
          </a:xfrm>
        </p:spPr>
        <p:txBody>
          <a:bodyPr/>
          <a:lstStyle/>
          <a:p>
            <a:r>
              <a:rPr lang="en-US" altLang="en-US"/>
              <a:t>Quine’s theorem:</a:t>
            </a:r>
          </a:p>
          <a:p>
            <a:r>
              <a:rPr lang="en-US" altLang="en-US"/>
              <a:t>There is a minimum cover that is a cover of prime implicants (</a:t>
            </a:r>
            <a:r>
              <a:rPr lang="ru-RU" altLang="en-US"/>
              <a:t>the rule of</a:t>
            </a:r>
            <a:r>
              <a:rPr lang="en-US" altLang="en-US"/>
              <a:t> </a:t>
            </a:r>
            <a:r>
              <a:rPr lang="ru-RU" altLang="en-US"/>
              <a:t>contraries</a:t>
            </a:r>
            <a:r>
              <a:rPr lang="en-US" altLang="en-US"/>
              <a:t>).</a:t>
            </a:r>
          </a:p>
          <a:p>
            <a:r>
              <a:rPr lang="en-US" altLang="en-US"/>
              <a:t>Consequence:</a:t>
            </a:r>
          </a:p>
          <a:p>
            <a:pPr lvl="1"/>
            <a:r>
              <a:rPr lang="en-US" altLang="en-US"/>
              <a:t>Search for minimum cover can be restricted to prime implicants.</a:t>
            </a:r>
          </a:p>
          <a:p>
            <a:pPr lvl="1"/>
            <a:r>
              <a:rPr lang="en-US" altLang="en-US"/>
              <a:t>Quine-McCluskey method:</a:t>
            </a:r>
          </a:p>
          <a:p>
            <a:pPr lvl="1"/>
            <a:r>
              <a:rPr lang="en-US" altLang="en-US"/>
              <a:t>Compute prime implicants</a:t>
            </a:r>
          </a:p>
          <a:p>
            <a:pPr lvl="1"/>
            <a:r>
              <a:rPr lang="en-US" altLang="en-US"/>
              <a:t>Determine minimum cover</a:t>
            </a:r>
          </a:p>
          <a:p>
            <a:pPr lvl="1"/>
            <a:r>
              <a:rPr lang="en-US" altLang="en-US"/>
              <a:t>Find such cover which contains the minimal number of implicants with   minimal number of literals.</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FF8BADE7-0F43-CDF4-2578-86ABCCDF11FC}"/>
              </a:ext>
            </a:extLst>
          </p:cNvPr>
          <p:cNvSpPr>
            <a:spLocks noGrp="1" noChangeArrowheads="1"/>
          </p:cNvSpPr>
          <p:nvPr>
            <p:ph type="title"/>
          </p:nvPr>
        </p:nvSpPr>
        <p:spPr>
          <a:xfrm>
            <a:off x="-1" y="183402"/>
            <a:ext cx="11612880" cy="704088"/>
          </a:xfrm>
        </p:spPr>
        <p:txBody>
          <a:bodyPr/>
          <a:lstStyle/>
          <a:p>
            <a:r>
              <a:rPr lang="en-US" altLang="en-US"/>
              <a:t>Example</a:t>
            </a:r>
            <a:endParaRPr lang="en-GB" altLang="en-US"/>
          </a:p>
        </p:txBody>
      </p:sp>
      <p:sp>
        <p:nvSpPr>
          <p:cNvPr id="12" name="Text Placeholder 11">
            <a:extLst>
              <a:ext uri="{FF2B5EF4-FFF2-40B4-BE49-F238E27FC236}">
                <a16:creationId xmlns:a16="http://schemas.microsoft.com/office/drawing/2014/main" id="{735BC36E-AB79-6782-E97A-56A0ADB01725}"/>
              </a:ext>
            </a:extLst>
          </p:cNvPr>
          <p:cNvSpPr>
            <a:spLocks noGrp="1"/>
          </p:cNvSpPr>
          <p:nvPr>
            <p:ph type="body" sz="quarter" idx="10"/>
          </p:nvPr>
        </p:nvSpPr>
        <p:spPr/>
        <p:txBody>
          <a:bodyPr/>
          <a:lstStyle/>
          <a:p>
            <a:pPr eaLnBrk="1" hangingPunct="1">
              <a:defRPr/>
            </a:pPr>
            <a:r>
              <a:rPr lang="en-US" dirty="0">
                <a:solidFill>
                  <a:srgbClr val="0033CC"/>
                </a:solidFill>
                <a:latin typeface="Arial" charset="0"/>
                <a:cs typeface="Arial" charset="0"/>
              </a:rPr>
              <a:t>Given a function: </a:t>
            </a:r>
            <a:r>
              <a:rPr lang="en-US" dirty="0">
                <a:latin typeface="Arial" charset="0"/>
                <a:cs typeface="Arial" charset="0"/>
              </a:rPr>
              <a:t>F</a:t>
            </a:r>
            <a:r>
              <a:rPr lang="ru-RU" dirty="0">
                <a:latin typeface="Arial" charset="0"/>
                <a:cs typeface="Arial" charset="0"/>
              </a:rPr>
              <a:t>(</a:t>
            </a:r>
            <a:r>
              <a:rPr lang="en-US" dirty="0">
                <a:latin typeface="Arial" charset="0"/>
                <a:cs typeface="Arial" charset="0"/>
              </a:rPr>
              <a:t>x</a:t>
            </a:r>
            <a:r>
              <a:rPr lang="ru-RU" baseline="-25000" dirty="0">
                <a:latin typeface="Arial" charset="0"/>
                <a:cs typeface="Arial" charset="0"/>
              </a:rPr>
              <a:t>1</a:t>
            </a:r>
            <a:r>
              <a:rPr lang="en-US" dirty="0">
                <a:latin typeface="Arial" charset="0"/>
                <a:cs typeface="Arial" charset="0"/>
              </a:rPr>
              <a:t>x</a:t>
            </a:r>
            <a:r>
              <a:rPr lang="ru-RU" baseline="-25000" dirty="0">
                <a:latin typeface="Arial" charset="0"/>
                <a:cs typeface="Arial" charset="0"/>
              </a:rPr>
              <a:t>2</a:t>
            </a:r>
            <a:r>
              <a:rPr lang="en-US" dirty="0">
                <a:latin typeface="Arial" charset="0"/>
                <a:cs typeface="Arial" charset="0"/>
              </a:rPr>
              <a:t>x</a:t>
            </a:r>
            <a:r>
              <a:rPr lang="ru-RU" baseline="-25000" dirty="0">
                <a:latin typeface="Arial" charset="0"/>
                <a:cs typeface="Arial" charset="0"/>
              </a:rPr>
              <a:t>3</a:t>
            </a:r>
            <a:r>
              <a:rPr lang="ru-RU" dirty="0">
                <a:latin typeface="Arial" charset="0"/>
                <a:cs typeface="Arial" charset="0"/>
              </a:rPr>
              <a:t>) = </a:t>
            </a:r>
            <a:r>
              <a:rPr lang="ru-RU" dirty="0">
                <a:latin typeface="Arial" charset="0"/>
                <a:cs typeface="Arial" charset="0"/>
                <a:sym typeface="Symbol" pitchFamily="18" charset="2"/>
              </a:rPr>
              <a:t></a:t>
            </a:r>
            <a:r>
              <a:rPr lang="ru-RU" dirty="0">
                <a:latin typeface="Arial" charset="0"/>
                <a:cs typeface="Arial" charset="0"/>
              </a:rPr>
              <a:t>(1,2,4,6), </a:t>
            </a:r>
            <a:r>
              <a:rPr lang="en-US" dirty="0">
                <a:latin typeface="Arial" charset="0"/>
                <a:cs typeface="Arial" charset="0"/>
              </a:rPr>
              <a:t> d</a:t>
            </a:r>
            <a:r>
              <a:rPr lang="ru-RU" dirty="0">
                <a:latin typeface="Arial" charset="0"/>
                <a:cs typeface="Arial" charset="0"/>
              </a:rPr>
              <a:t>(</a:t>
            </a:r>
            <a:r>
              <a:rPr lang="en-US" dirty="0">
                <a:latin typeface="Arial" charset="0"/>
                <a:cs typeface="Arial" charset="0"/>
              </a:rPr>
              <a:t>x</a:t>
            </a:r>
            <a:r>
              <a:rPr lang="ru-RU" baseline="-25000" dirty="0">
                <a:latin typeface="Arial" charset="0"/>
                <a:cs typeface="Arial" charset="0"/>
              </a:rPr>
              <a:t>1</a:t>
            </a:r>
            <a:r>
              <a:rPr lang="en-US" dirty="0">
                <a:latin typeface="Arial" charset="0"/>
                <a:cs typeface="Arial" charset="0"/>
              </a:rPr>
              <a:t>x</a:t>
            </a:r>
            <a:r>
              <a:rPr lang="ru-RU" baseline="-25000" dirty="0">
                <a:latin typeface="Arial" charset="0"/>
                <a:cs typeface="Arial" charset="0"/>
              </a:rPr>
              <a:t>2</a:t>
            </a:r>
            <a:r>
              <a:rPr lang="en-US" dirty="0">
                <a:latin typeface="Arial" charset="0"/>
                <a:cs typeface="Arial" charset="0"/>
              </a:rPr>
              <a:t>x</a:t>
            </a:r>
            <a:r>
              <a:rPr lang="ru-RU" baseline="-25000" dirty="0">
                <a:latin typeface="Arial" charset="0"/>
                <a:cs typeface="Arial" charset="0"/>
              </a:rPr>
              <a:t>3</a:t>
            </a:r>
            <a:r>
              <a:rPr lang="ru-RU" dirty="0">
                <a:latin typeface="Arial" charset="0"/>
                <a:cs typeface="Arial" charset="0"/>
              </a:rPr>
              <a:t>) =</a:t>
            </a:r>
            <a:r>
              <a:rPr lang="ru-RU" dirty="0">
                <a:latin typeface="Arial" charset="0"/>
                <a:cs typeface="Arial" charset="0"/>
                <a:sym typeface="Symbol" pitchFamily="18" charset="2"/>
              </a:rPr>
              <a:t></a:t>
            </a:r>
            <a:r>
              <a:rPr lang="ru-RU" dirty="0">
                <a:latin typeface="Arial" charset="0"/>
                <a:cs typeface="Arial" charset="0"/>
              </a:rPr>
              <a:t> (7).</a:t>
            </a:r>
            <a:endParaRPr lang="en-US" dirty="0">
              <a:latin typeface="Arial" charset="0"/>
              <a:cs typeface="Arial" charset="0"/>
            </a:endParaRPr>
          </a:p>
          <a:p>
            <a:pPr marL="615633" lvl="1" indent="-341313">
              <a:buClr>
                <a:srgbClr val="0033CC"/>
              </a:buClr>
              <a:buFont typeface="+mj-lt"/>
              <a:buAutoNum type="arabicPeriod"/>
              <a:defRPr/>
            </a:pPr>
            <a:r>
              <a:rPr lang="en-US" dirty="0">
                <a:latin typeface="Arial" charset="0"/>
                <a:cs typeface="Arial" charset="0"/>
              </a:rPr>
              <a:t>Finding all prime implicants</a:t>
            </a:r>
          </a:p>
          <a:p>
            <a:pPr marL="615633" lvl="1" indent="-341313">
              <a:buClr>
                <a:srgbClr val="0033CC"/>
              </a:buClr>
              <a:buFont typeface="Arial" pitchFamily="34" charset="0"/>
              <a:buChar char="•"/>
              <a:defRPr/>
            </a:pPr>
            <a:r>
              <a:rPr lang="en-US" dirty="0">
                <a:latin typeface="Arial" charset="0"/>
                <a:cs typeface="Arial" charset="0"/>
              </a:rPr>
              <a:t>Arrange the binary representations in a table with different </a:t>
            </a:r>
            <a:r>
              <a:rPr lang="hy-AM" dirty="0">
                <a:latin typeface="Arial" charset="0"/>
                <a:cs typeface="Arial" charset="0"/>
              </a:rPr>
              <a:t> </a:t>
            </a:r>
            <a:r>
              <a:rPr lang="en-US" dirty="0">
                <a:latin typeface="Arial" charset="0"/>
                <a:cs typeface="Arial" charset="0"/>
              </a:rPr>
              <a:t>number of 1s in each section </a:t>
            </a:r>
            <a:r>
              <a:rPr lang="hy-AM" dirty="0">
                <a:latin typeface="Arial" charset="0"/>
                <a:cs typeface="Arial" charset="0"/>
              </a:rPr>
              <a:t> </a:t>
            </a:r>
            <a:r>
              <a:rPr lang="en-US" dirty="0">
                <a:latin typeface="Arial" charset="0"/>
                <a:cs typeface="Arial" charset="0"/>
              </a:rPr>
              <a:t>(only for 1s and don’t cares).</a:t>
            </a:r>
            <a:endParaRPr lang="en-GB" dirty="0">
              <a:latin typeface="Arial" charset="0"/>
              <a:cs typeface="Arial" charset="0"/>
            </a:endParaRPr>
          </a:p>
          <a:p>
            <a:endParaRPr lang="en-US" dirty="0"/>
          </a:p>
        </p:txBody>
      </p:sp>
      <p:graphicFrame>
        <p:nvGraphicFramePr>
          <p:cNvPr id="4" name="Group 73">
            <a:extLst>
              <a:ext uri="{FF2B5EF4-FFF2-40B4-BE49-F238E27FC236}">
                <a16:creationId xmlns:a16="http://schemas.microsoft.com/office/drawing/2014/main" id="{FDACF750-09E3-4ED1-9999-8BAFF43D71F6}"/>
              </a:ext>
            </a:extLst>
          </p:cNvPr>
          <p:cNvGraphicFramePr>
            <a:graphicFrameLocks noGrp="1"/>
          </p:cNvGraphicFramePr>
          <p:nvPr>
            <p:extLst>
              <p:ext uri="{D42A27DB-BD31-4B8C-83A1-F6EECF244321}">
                <p14:modId xmlns:p14="http://schemas.microsoft.com/office/powerpoint/2010/main" val="1490166411"/>
              </p:ext>
            </p:extLst>
          </p:nvPr>
        </p:nvGraphicFramePr>
        <p:xfrm>
          <a:off x="1438275" y="2933535"/>
          <a:ext cx="3657600" cy="3291840"/>
        </p:xfrm>
        <a:graphic>
          <a:graphicData uri="http://schemas.openxmlformats.org/drawingml/2006/table">
            <a:tbl>
              <a:tblPr>
                <a:tableStyleId>{3C2FFA5D-87B4-456A-9821-1D502468CF0F}</a:tableStyleId>
              </a:tblPr>
              <a:tblGrid>
                <a:gridCol w="779893">
                  <a:extLst>
                    <a:ext uri="{9D8B030D-6E8A-4147-A177-3AD203B41FA5}">
                      <a16:colId xmlns:a16="http://schemas.microsoft.com/office/drawing/2014/main" val="20000"/>
                    </a:ext>
                  </a:extLst>
                </a:gridCol>
                <a:gridCol w="631636">
                  <a:extLst>
                    <a:ext uri="{9D8B030D-6E8A-4147-A177-3AD203B41FA5}">
                      <a16:colId xmlns:a16="http://schemas.microsoft.com/office/drawing/2014/main" val="20001"/>
                    </a:ext>
                  </a:extLst>
                </a:gridCol>
                <a:gridCol w="630092">
                  <a:extLst>
                    <a:ext uri="{9D8B030D-6E8A-4147-A177-3AD203B41FA5}">
                      <a16:colId xmlns:a16="http://schemas.microsoft.com/office/drawing/2014/main" val="20002"/>
                    </a:ext>
                  </a:extLst>
                </a:gridCol>
                <a:gridCol w="580673">
                  <a:extLst>
                    <a:ext uri="{9D8B030D-6E8A-4147-A177-3AD203B41FA5}">
                      <a16:colId xmlns:a16="http://schemas.microsoft.com/office/drawing/2014/main" val="20003"/>
                    </a:ext>
                  </a:extLst>
                </a:gridCol>
                <a:gridCol w="654801">
                  <a:extLst>
                    <a:ext uri="{9D8B030D-6E8A-4147-A177-3AD203B41FA5}">
                      <a16:colId xmlns:a16="http://schemas.microsoft.com/office/drawing/2014/main" val="20004"/>
                    </a:ext>
                  </a:extLst>
                </a:gridCol>
                <a:gridCol w="380505">
                  <a:extLst>
                    <a:ext uri="{9D8B030D-6E8A-4147-A177-3AD203B41FA5}">
                      <a16:colId xmlns:a16="http://schemas.microsoft.com/office/drawing/2014/main" val="20005"/>
                    </a:ext>
                  </a:extLst>
                </a:gridCol>
              </a:tblGrid>
              <a:tr h="321757">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Class</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x</a:t>
                      </a:r>
                      <a:r>
                        <a:rPr kumimoji="0" lang="en-US" sz="1800" u="none" strike="noStrike" cap="none" normalizeH="0" baseline="-25000" dirty="0">
                          <a:ln>
                            <a:noFill/>
                          </a:ln>
                          <a:effectLst/>
                        </a:rPr>
                        <a:t>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x</a:t>
                      </a:r>
                      <a:r>
                        <a:rPr kumimoji="0" lang="en-US" sz="1800" u="none" strike="noStrike" cap="none" normalizeH="0" baseline="-25000" dirty="0">
                          <a:ln>
                            <a:noFill/>
                          </a:ln>
                          <a:effectLst/>
                        </a:rPr>
                        <a:t>2</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x</a:t>
                      </a:r>
                      <a:r>
                        <a:rPr kumimoji="0" lang="en-US" sz="1800" u="none" strike="noStrike" cap="none" normalizeH="0" baseline="-25000" dirty="0">
                          <a:ln>
                            <a:noFill/>
                          </a:ln>
                          <a:effectLst/>
                        </a:rPr>
                        <a:t>3</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F</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0"/>
                  </a:ext>
                </a:extLst>
              </a:tr>
              <a:tr h="321757">
                <a:tc>
                  <a:txBody>
                    <a:bodyPr/>
                    <a:lstStyle/>
                    <a:p>
                      <a:pPr marL="0" marR="0" lvl="0" indent="0" algn="ctr" defTabSz="914400" rtl="0" eaLnBrk="1" fontAlgn="base" latinLnBrk="0" hangingPunct="1">
                        <a:lnSpc>
                          <a:spcPct val="100000"/>
                        </a:lnSpc>
                        <a:spcBef>
                          <a:spcPts val="0"/>
                        </a:spcBef>
                        <a:spcAft>
                          <a:spcPct val="0"/>
                        </a:spcAft>
                        <a:buClrTx/>
                        <a:buSzTx/>
                        <a:buFont typeface="+mj-lt"/>
                        <a:buNone/>
                        <a:tabLst/>
                        <a:defRPr/>
                      </a:pPr>
                      <a:endParaRPr kumimoji="0" lang="ru-RU" sz="1800" b="0" i="0" u="none" strike="noStrike" cap="none" normalizeH="0" baseline="0" dirty="0">
                        <a:ln>
                          <a:noFill/>
                        </a:ln>
                        <a:solidFill>
                          <a:schemeClr val="tx1"/>
                        </a:solidFill>
                        <a:effectLst/>
                        <a:latin typeface="Arial" charset="0"/>
                        <a:cs typeface="Arial" charset="0"/>
                      </a:endParaRPr>
                    </a:p>
                  </a:txBody>
                  <a:tcPr horzOverflow="overflow">
                    <a:lnB w="12700" cap="flat" cmpd="sng" algn="ctr">
                      <a:no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0</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0</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endParaRPr kumimoji="0" lang="ru-RU" sz="1800" b="0" i="0" u="none" strike="noStrike" cap="none" normalizeH="0" baseline="0" dirty="0">
                        <a:ln>
                          <a:noFill/>
                        </a:ln>
                        <a:solidFill>
                          <a:schemeClr val="tx1"/>
                        </a:solidFill>
                        <a:effectLst/>
                        <a:latin typeface="Arial" charset="0"/>
                        <a:cs typeface="Arial" charset="0"/>
                        <a:sym typeface="Symbol" pitchFamily="18" charset="2"/>
                      </a:endParaRPr>
                    </a:p>
                  </a:txBody>
                  <a:tcPr horzOverflow="overflow"/>
                </a:tc>
                <a:extLst>
                  <a:ext uri="{0D108BD9-81ED-4DB2-BD59-A6C34878D82A}">
                    <a16:rowId xmlns:a16="http://schemas.microsoft.com/office/drawing/2014/main" val="10001"/>
                  </a:ext>
                </a:extLst>
              </a:tr>
              <a:tr h="321757">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S</a:t>
                      </a:r>
                      <a:r>
                        <a:rPr kumimoji="0" lang="en-US" sz="1800" u="none" strike="noStrike" cap="none" normalizeH="0" baseline="-25000" dirty="0">
                          <a:ln>
                            <a:noFill/>
                          </a:ln>
                          <a:effectLst/>
                        </a:rPr>
                        <a:t>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0</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0</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ru-RU" sz="1800" u="none" strike="noStrike" cap="none" normalizeH="0" baseline="0" dirty="0">
                          <a:ln>
                            <a:noFill/>
                          </a:ln>
                          <a:effectLst/>
                          <a:sym typeface="Symbol" pitchFamily="18" charset="2"/>
                        </a:rPr>
                        <a:t></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2"/>
                  </a:ext>
                </a:extLst>
              </a:tr>
              <a:tr h="321757">
                <a:tc>
                  <a:txBody>
                    <a:bodyPr/>
                    <a:lstStyle/>
                    <a:p>
                      <a:pPr marL="0" marR="0" lvl="0" indent="0" algn="ctr" defTabSz="914400" rtl="0" eaLnBrk="1" fontAlgn="base" latinLnBrk="0" hangingPunct="1">
                        <a:lnSpc>
                          <a:spcPct val="100000"/>
                        </a:lnSpc>
                        <a:spcBef>
                          <a:spcPts val="0"/>
                        </a:spcBef>
                        <a:spcAft>
                          <a:spcPct val="0"/>
                        </a:spcAft>
                        <a:buClrTx/>
                        <a:buSzTx/>
                        <a:buFontTx/>
                        <a:buNone/>
                        <a:tabLst/>
                      </a:pPr>
                      <a:endParaRPr kumimoji="0" lang="ru-RU" sz="1800" b="0" i="0" u="none" strike="noStrike" cap="none" normalizeH="0" baseline="0" dirty="0">
                        <a:ln>
                          <a:noFill/>
                        </a:ln>
                        <a:solidFill>
                          <a:schemeClr val="tx1"/>
                        </a:solidFill>
                        <a:effectLst/>
                        <a:latin typeface="Arial" charset="0"/>
                        <a:cs typeface="Arial" charset="0"/>
                      </a:endParaRPr>
                    </a:p>
                  </a:txBody>
                  <a:tcPr horzOverflow="overflow">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0</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0</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ru-RU" sz="1800" u="none" strike="noStrike" cap="none" normalizeH="0" baseline="0" dirty="0">
                          <a:ln>
                            <a:noFill/>
                          </a:ln>
                          <a:effectLst/>
                          <a:sym typeface="Symbol" pitchFamily="18" charset="2"/>
                        </a:rPr>
                        <a:t></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3"/>
                  </a:ext>
                </a:extLst>
              </a:tr>
              <a:tr h="321757">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S</a:t>
                      </a:r>
                      <a:r>
                        <a:rPr kumimoji="0" lang="en-US" sz="1800" u="none" strike="noStrike" cap="none" normalizeH="0" baseline="-25000" dirty="0">
                          <a:ln>
                            <a:noFill/>
                          </a:ln>
                          <a:effectLst/>
                        </a:rPr>
                        <a:t>2</a:t>
                      </a:r>
                      <a:endParaRPr kumimoji="0" lang="ru-RU" sz="1800" b="0" i="0" u="none" strike="noStrike" cap="none" normalizeH="0" baseline="0">
                        <a:ln>
                          <a:noFill/>
                        </a:ln>
                        <a:solidFill>
                          <a:schemeClr val="tx1"/>
                        </a:solidFill>
                        <a:effectLst/>
                        <a:latin typeface="Arial" charset="0"/>
                        <a:cs typeface="Arial" charset="0"/>
                      </a:endParaRPr>
                    </a:p>
                  </a:txBody>
                  <a:tcPr horzOverflow="overflow">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0</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ru-RU" sz="1800" u="none" strike="noStrike" cap="none" normalizeH="0" baseline="0" dirty="0">
                          <a:ln>
                            <a:noFill/>
                          </a:ln>
                          <a:effectLst/>
                          <a:sym typeface="Symbol" pitchFamily="18" charset="2"/>
                        </a:rPr>
                        <a:t></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4"/>
                  </a:ext>
                </a:extLst>
              </a:tr>
              <a:tr h="321757">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S</a:t>
                      </a:r>
                      <a:r>
                        <a:rPr kumimoji="0" lang="en-US" sz="1800" u="none" strike="noStrike" cap="none" normalizeH="0" baseline="-25000" dirty="0">
                          <a:ln>
                            <a:noFill/>
                          </a:ln>
                          <a:effectLst/>
                        </a:rPr>
                        <a:t>3</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ru-RU" sz="1800" u="none" strike="noStrike" cap="none" normalizeH="0" baseline="0" dirty="0">
                          <a:ln>
                            <a:noFill/>
                          </a:ln>
                          <a:effectLst/>
                          <a:sym typeface="Symbol" pitchFamily="18" charset="2"/>
                        </a:rPr>
                        <a:t></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5"/>
                  </a:ext>
                </a:extLst>
              </a:tr>
              <a:tr h="321757">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S</a:t>
                      </a:r>
                      <a:r>
                        <a:rPr kumimoji="0" lang="en-US" sz="1800" u="none" strike="noStrike" cap="none" normalizeH="0" baseline="-25000" dirty="0">
                          <a:ln>
                            <a:noFill/>
                          </a:ln>
                          <a:effectLst/>
                        </a:rPr>
                        <a:t>1</a:t>
                      </a:r>
                      <a:r>
                        <a:rPr kumimoji="0" lang="en-US" sz="1800" u="none" strike="noStrike" cap="none" normalizeH="0" baseline="0" dirty="0">
                          <a:ln>
                            <a:noFill/>
                          </a:ln>
                          <a:effectLst/>
                        </a:rPr>
                        <a:t>’</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x</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0</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6"/>
                  </a:ext>
                </a:extLst>
              </a:tr>
              <a:tr h="363373">
                <a:tc>
                  <a:txBody>
                    <a:bodyPr/>
                    <a:lstStyle/>
                    <a:p>
                      <a:pPr marL="0" marR="0" lvl="0" indent="0" algn="ctr" defTabSz="914400" rtl="0" eaLnBrk="1" fontAlgn="base" latinLnBrk="0" hangingPunct="1">
                        <a:lnSpc>
                          <a:spcPct val="100000"/>
                        </a:lnSpc>
                        <a:spcBef>
                          <a:spcPts val="0"/>
                        </a:spcBef>
                        <a:spcAft>
                          <a:spcPct val="0"/>
                        </a:spcAft>
                        <a:buClrTx/>
                        <a:buSzTx/>
                        <a:buFontTx/>
                        <a:buNone/>
                        <a:tabLst/>
                      </a:pP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sz="1800" u="none" strike="noStrike" cap="none" normalizeH="0" baseline="0" dirty="0">
                          <a:ln>
                            <a:noFill/>
                          </a:ln>
                          <a:effectLst/>
                        </a:rPr>
                        <a:t>x</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0</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7"/>
                  </a:ext>
                </a:extLst>
              </a:tr>
              <a:tr h="0">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S</a:t>
                      </a:r>
                      <a:r>
                        <a:rPr kumimoji="0" lang="en-US" sz="1800" u="none" strike="noStrike" cap="none" normalizeH="0" baseline="-25000" dirty="0">
                          <a:ln>
                            <a:noFill/>
                          </a:ln>
                          <a:effectLst/>
                        </a:rPr>
                        <a:t>2</a:t>
                      </a:r>
                      <a:r>
                        <a:rPr kumimoji="0" lang="en-US" sz="1800" u="none" strike="noStrike" cap="none" normalizeH="0" baseline="0" dirty="0">
                          <a:ln>
                            <a:noFill/>
                          </a:ln>
                          <a:effectLst/>
                        </a:rPr>
                        <a:t>’</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a:ln>
                          <a:noFill/>
                        </a:ln>
                        <a:solidFill>
                          <a:schemeClr val="tx1"/>
                        </a:solidFill>
                        <a:effectLst/>
                        <a:latin typeface="Arial" charset="0"/>
                        <a:cs typeface="Arial" charset="0"/>
                      </a:endParaRPr>
                    </a:p>
                  </a:txBody>
                  <a:tcPr horzOverflow="overflow">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sz="1800" u="none" strike="noStrike" cap="none" normalizeH="0" baseline="0" dirty="0">
                          <a:ln>
                            <a:noFill/>
                          </a:ln>
                          <a:effectLst/>
                        </a:rPr>
                        <a:t>x</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endParaRPr kumimoji="0" lang="ru-RU" sz="1800" b="0" i="0" u="none" strike="noStrike" cap="none" normalizeH="0" baseline="0" dirty="0">
                        <a:ln>
                          <a:noFill/>
                        </a:ln>
                        <a:solidFill>
                          <a:schemeClr val="tx1"/>
                        </a:solidFill>
                        <a:effectLst/>
                        <a:latin typeface="Arial" charset="0"/>
                        <a:cs typeface="Arial" charset="0"/>
                      </a:endParaRPr>
                    </a:p>
                  </a:txBody>
                  <a:tcPr horzOverflow="overflow">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endParaRPr kumimoji="0" lang="ru-RU" sz="1800" b="0" i="0" u="none" strike="noStrike" cap="none" normalizeH="0" baseline="0" dirty="0">
                        <a:ln>
                          <a:noFill/>
                        </a:ln>
                        <a:solidFill>
                          <a:schemeClr val="tx1"/>
                        </a:solidFill>
                        <a:effectLst/>
                        <a:latin typeface="Arial" charset="0"/>
                        <a:cs typeface="Arial" charset="0"/>
                      </a:endParaRPr>
                    </a:p>
                  </a:txBody>
                  <a:tcPr horzOverflow="overflow">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Box 71">
            <a:extLst>
              <a:ext uri="{FF2B5EF4-FFF2-40B4-BE49-F238E27FC236}">
                <a16:creationId xmlns:a16="http://schemas.microsoft.com/office/drawing/2014/main" id="{DAAD6816-BF29-42D2-829E-40B3FFA85003}"/>
              </a:ext>
            </a:extLst>
          </p:cNvPr>
          <p:cNvSpPr txBox="1">
            <a:spLocks noChangeArrowheads="1"/>
          </p:cNvSpPr>
          <p:nvPr/>
        </p:nvSpPr>
        <p:spPr bwMode="auto">
          <a:xfrm>
            <a:off x="5456464" y="2933535"/>
            <a:ext cx="4376738" cy="2800350"/>
          </a:xfrm>
          <a:prstGeom prst="rect">
            <a:avLst/>
          </a:prstGeom>
          <a:noFill/>
          <a:ln w="9525">
            <a:noFill/>
            <a:miter lim="800000"/>
            <a:headEnd/>
            <a:tailEnd/>
          </a:ln>
        </p:spPr>
        <p:txBody>
          <a:bodyPr>
            <a:spAutoFit/>
          </a:bodyPr>
          <a:lstStyle/>
          <a:p>
            <a:pPr marL="341313" indent="-341313">
              <a:buClr>
                <a:srgbClr val="0033CC"/>
              </a:buClr>
              <a:buFont typeface="Arial" pitchFamily="34" charset="0"/>
              <a:buChar char="•"/>
              <a:defRPr/>
            </a:pPr>
            <a:r>
              <a:rPr lang="en-US" sz="1600" dirty="0">
                <a:latin typeface="Arial" charset="0"/>
                <a:cs typeface="Arial" charset="0"/>
              </a:rPr>
              <a:t>S</a:t>
            </a:r>
            <a:r>
              <a:rPr lang="en-US" sz="1600" baseline="-25000" dirty="0">
                <a:latin typeface="Arial" charset="0"/>
                <a:cs typeface="Arial" charset="0"/>
              </a:rPr>
              <a:t>0</a:t>
            </a:r>
            <a:r>
              <a:rPr lang="en-US" sz="1600" dirty="0">
                <a:latin typeface="Arial" charset="0"/>
                <a:cs typeface="Arial" charset="0"/>
              </a:rPr>
              <a:t> –zero “1”, S</a:t>
            </a:r>
            <a:r>
              <a:rPr lang="en-US" sz="1600" baseline="-25000" dirty="0">
                <a:latin typeface="Arial" charset="0"/>
                <a:cs typeface="Arial" charset="0"/>
              </a:rPr>
              <a:t>1</a:t>
            </a:r>
            <a:r>
              <a:rPr lang="en-US" sz="1600" dirty="0">
                <a:latin typeface="Arial" charset="0"/>
                <a:cs typeface="Arial" charset="0"/>
              </a:rPr>
              <a:t> – one “1”, S</a:t>
            </a:r>
            <a:r>
              <a:rPr lang="en-US" sz="1600" baseline="-25000" dirty="0">
                <a:latin typeface="Arial" charset="0"/>
                <a:cs typeface="Arial" charset="0"/>
              </a:rPr>
              <a:t>2</a:t>
            </a:r>
            <a:r>
              <a:rPr lang="en-US" sz="1600" dirty="0">
                <a:latin typeface="Arial" charset="0"/>
                <a:cs typeface="Arial" charset="0"/>
              </a:rPr>
              <a:t> – two “1”s, S</a:t>
            </a:r>
            <a:r>
              <a:rPr lang="en-US" sz="1600" baseline="-25000" dirty="0">
                <a:latin typeface="Arial" charset="0"/>
                <a:cs typeface="Arial" charset="0"/>
              </a:rPr>
              <a:t>3</a:t>
            </a:r>
            <a:r>
              <a:rPr lang="en-US" sz="1600" dirty="0">
                <a:latin typeface="Arial" charset="0"/>
                <a:cs typeface="Arial" charset="0"/>
              </a:rPr>
              <a:t> – three “1s”.</a:t>
            </a:r>
          </a:p>
          <a:p>
            <a:pPr marL="341313" indent="-341313">
              <a:buClr>
                <a:srgbClr val="0033CC"/>
              </a:buClr>
              <a:buFont typeface="Arial" pitchFamily="34" charset="0"/>
              <a:buChar char="•"/>
              <a:defRPr/>
            </a:pPr>
            <a:r>
              <a:rPr lang="en-US" sz="1600" dirty="0">
                <a:latin typeface="Arial" charset="0"/>
                <a:cs typeface="Arial" charset="0"/>
              </a:rPr>
              <a:t> Perform matches between entries of nearby sections (S</a:t>
            </a:r>
            <a:r>
              <a:rPr lang="en-US" sz="1600" baseline="-25000" dirty="0">
                <a:latin typeface="Arial" charset="0"/>
                <a:cs typeface="Arial" charset="0"/>
              </a:rPr>
              <a:t>1</a:t>
            </a:r>
            <a:r>
              <a:rPr lang="en-US" sz="1600" dirty="0">
                <a:latin typeface="Arial" charset="0"/>
                <a:cs typeface="Arial" charset="0"/>
              </a:rPr>
              <a:t> with S</a:t>
            </a:r>
            <a:r>
              <a:rPr lang="en-US" sz="1600" baseline="-25000" dirty="0">
                <a:latin typeface="Arial" charset="0"/>
                <a:cs typeface="Arial" charset="0"/>
              </a:rPr>
              <a:t>2</a:t>
            </a:r>
            <a:r>
              <a:rPr lang="en-US" sz="1600" dirty="0">
                <a:latin typeface="Arial" charset="0"/>
                <a:cs typeface="Arial" charset="0"/>
              </a:rPr>
              <a:t>, S</a:t>
            </a:r>
            <a:r>
              <a:rPr lang="en-US" sz="1600" baseline="-25000" dirty="0">
                <a:latin typeface="Arial" charset="0"/>
                <a:cs typeface="Arial" charset="0"/>
              </a:rPr>
              <a:t>2</a:t>
            </a:r>
            <a:r>
              <a:rPr lang="en-US" sz="1600" dirty="0">
                <a:latin typeface="Arial" charset="0"/>
                <a:cs typeface="Arial" charset="0"/>
              </a:rPr>
              <a:t> with S</a:t>
            </a:r>
            <a:r>
              <a:rPr lang="en-US" sz="1600" baseline="-25000" dirty="0">
                <a:latin typeface="Arial" charset="0"/>
                <a:cs typeface="Arial" charset="0"/>
              </a:rPr>
              <a:t>3</a:t>
            </a:r>
            <a:r>
              <a:rPr lang="en-US" sz="1600" dirty="0">
                <a:latin typeface="Arial" charset="0"/>
                <a:cs typeface="Arial" charset="0"/>
              </a:rPr>
              <a:t> …)</a:t>
            </a:r>
          </a:p>
          <a:p>
            <a:pPr eaLnBrk="1" hangingPunct="1">
              <a:defRPr/>
            </a:pPr>
            <a:r>
              <a:rPr lang="en-US" sz="1600" dirty="0">
                <a:latin typeface="Arial" charset="0"/>
                <a:cs typeface="Arial" charset="0"/>
              </a:rPr>
              <a:t>Two term match if they differ in exactly one position. </a:t>
            </a:r>
          </a:p>
          <a:p>
            <a:pPr eaLnBrk="1" hangingPunct="1">
              <a:defRPr/>
            </a:pPr>
            <a:r>
              <a:rPr lang="en-US" sz="1600" dirty="0">
                <a:latin typeface="Arial" charset="0"/>
                <a:cs typeface="Arial" charset="0"/>
              </a:rPr>
              <a:t>New term is formed with a (x) substituted in the position where the two binary values differ. New sections is formed (S1`). And then S1`, is compared with S2`. New implicants do not occur.</a:t>
            </a:r>
            <a:endParaRPr lang="ru-RU" sz="1600" dirty="0">
              <a:latin typeface="Arial" charset="0"/>
              <a:cs typeface="Arial"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31" name="Title 18">
            <a:extLst>
              <a:ext uri="{FF2B5EF4-FFF2-40B4-BE49-F238E27FC236}">
                <a16:creationId xmlns:a16="http://schemas.microsoft.com/office/drawing/2014/main" id="{EF085D9A-F254-71B6-7329-99B47D5CC9E6}"/>
              </a:ext>
            </a:extLst>
          </p:cNvPr>
          <p:cNvSpPr>
            <a:spLocks noGrp="1" noChangeArrowheads="1"/>
          </p:cNvSpPr>
          <p:nvPr>
            <p:ph type="title"/>
          </p:nvPr>
        </p:nvSpPr>
        <p:spPr>
          <a:xfrm>
            <a:off x="-1" y="183402"/>
            <a:ext cx="11612880" cy="704088"/>
          </a:xfrm>
        </p:spPr>
        <p:txBody>
          <a:bodyPr>
            <a:normAutofit/>
          </a:bodyPr>
          <a:lstStyle/>
          <a:p>
            <a:r>
              <a:rPr lang="en-US" altLang="en-US" dirty="0"/>
              <a:t>Example (Covering Table)</a:t>
            </a:r>
            <a:endParaRPr lang="ru-RU" altLang="en-US" dirty="0"/>
          </a:p>
        </p:txBody>
      </p:sp>
      <p:sp>
        <p:nvSpPr>
          <p:cNvPr id="20" name="Content Placeholder 19">
            <a:extLst>
              <a:ext uri="{FF2B5EF4-FFF2-40B4-BE49-F238E27FC236}">
                <a16:creationId xmlns:a16="http://schemas.microsoft.com/office/drawing/2014/main" id="{277E41EB-EADF-4292-8881-8609F1643AE7}"/>
              </a:ext>
            </a:extLst>
          </p:cNvPr>
          <p:cNvSpPr>
            <a:spLocks noGrp="1"/>
          </p:cNvSpPr>
          <p:nvPr>
            <p:ph type="body" sz="quarter" idx="10"/>
          </p:nvPr>
        </p:nvSpPr>
        <p:spPr>
          <a:xfrm>
            <a:off x="457200" y="1188720"/>
            <a:ext cx="11277922" cy="5185186"/>
          </a:xfrm>
        </p:spPr>
        <p:txBody>
          <a:bodyPr/>
          <a:lstStyle/>
          <a:p>
            <a:r>
              <a:rPr lang="en-US" dirty="0"/>
              <a:t>Selecting minimal set of prime </a:t>
            </a:r>
            <a:r>
              <a:rPr lang="en-US" dirty="0" err="1"/>
              <a:t>implicants</a:t>
            </a:r>
            <a:r>
              <a:rPr lang="en-US" dirty="0"/>
              <a:t> that covers the function. </a:t>
            </a:r>
          </a:p>
          <a:p>
            <a:r>
              <a:rPr lang="en-US" dirty="0"/>
              <a:t>Covering Table: columns – </a:t>
            </a:r>
            <a:r>
              <a:rPr lang="en-US" dirty="0" err="1"/>
              <a:t>minterms</a:t>
            </a:r>
            <a:r>
              <a:rPr lang="en-US" dirty="0"/>
              <a:t> of F, rows – all prime implicants. Exponential size - up 3n/n </a:t>
            </a:r>
            <a:r>
              <a:rPr lang="en-US" dirty="0" err="1"/>
              <a:t>implicants</a:t>
            </a:r>
            <a:r>
              <a:rPr lang="en-US" dirty="0"/>
              <a:t> </a:t>
            </a:r>
            <a:endParaRPr lang="ru-RU" dirty="0"/>
          </a:p>
          <a:p>
            <a:endParaRPr lang="en-US" dirty="0"/>
          </a:p>
          <a:p>
            <a:endParaRPr lang="en-US" dirty="0"/>
          </a:p>
          <a:p>
            <a:endParaRPr lang="en-US" dirty="0"/>
          </a:p>
          <a:p>
            <a:pPr marL="0" indent="0">
              <a:buNone/>
            </a:pPr>
            <a:endParaRPr lang="en-US" dirty="0"/>
          </a:p>
          <a:p>
            <a:pPr marL="0" indent="0">
              <a:buNone/>
            </a:pPr>
            <a:endParaRPr lang="en-US" dirty="0"/>
          </a:p>
          <a:p>
            <a:r>
              <a:rPr lang="en-US" dirty="0">
                <a:sym typeface="Symbol" pitchFamily="18" charset="2"/>
              </a:rPr>
              <a:t>Definition: An essential prime is any prime that uniquely covers a </a:t>
            </a:r>
            <a:r>
              <a:rPr lang="en-US" dirty="0" err="1">
                <a:sym typeface="Symbol" pitchFamily="18" charset="2"/>
              </a:rPr>
              <a:t>minterm</a:t>
            </a:r>
            <a:r>
              <a:rPr lang="en-US" dirty="0">
                <a:sym typeface="Symbol" pitchFamily="18" charset="2"/>
              </a:rPr>
              <a:t> of F.</a:t>
            </a:r>
          </a:p>
          <a:p>
            <a:pPr lvl="1"/>
            <a:r>
              <a:rPr lang="en-US" dirty="0"/>
              <a:t>Row incident to one (or more) columns  with single 1. </a:t>
            </a:r>
          </a:p>
        </p:txBody>
      </p:sp>
      <p:graphicFrame>
        <p:nvGraphicFramePr>
          <p:cNvPr id="18" name="Table 17">
            <a:extLst>
              <a:ext uri="{FF2B5EF4-FFF2-40B4-BE49-F238E27FC236}">
                <a16:creationId xmlns:a16="http://schemas.microsoft.com/office/drawing/2014/main" id="{A38102C9-F3DC-4A03-B4F8-744C0CF6EC1F}"/>
              </a:ext>
            </a:extLst>
          </p:cNvPr>
          <p:cNvGraphicFramePr>
            <a:graphicFrameLocks noGrp="1"/>
          </p:cNvGraphicFramePr>
          <p:nvPr>
            <p:extLst>
              <p:ext uri="{D42A27DB-BD31-4B8C-83A1-F6EECF244321}">
                <p14:modId xmlns:p14="http://schemas.microsoft.com/office/powerpoint/2010/main" val="1012217801"/>
              </p:ext>
            </p:extLst>
          </p:nvPr>
        </p:nvGraphicFramePr>
        <p:xfrm>
          <a:off x="2528435" y="2954565"/>
          <a:ext cx="6096000" cy="1854200"/>
        </p:xfrm>
        <a:graphic>
          <a:graphicData uri="http://schemas.openxmlformats.org/drawingml/2006/table">
            <a:tbl>
              <a:tblPr firstRow="1" bandRow="1">
                <a:tableStyleId>{5C22544A-7EE6-4342-B048-85BDC9FD1C3A}</a:tableStyleId>
              </a:tblPr>
              <a:tblGrid>
                <a:gridCol w="798286">
                  <a:extLst>
                    <a:ext uri="{9D8B030D-6E8A-4147-A177-3AD203B41FA5}">
                      <a16:colId xmlns:a16="http://schemas.microsoft.com/office/drawing/2014/main" val="20000"/>
                    </a:ext>
                  </a:extLst>
                </a:gridCol>
                <a:gridCol w="1233714">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endParaRPr lang="ru-RU" dirty="0">
                        <a:solidFill>
                          <a:schemeClr val="tx1"/>
                        </a:solidFill>
                      </a:endParaRPr>
                    </a:p>
                  </a:txBody>
                  <a:tcPr/>
                </a:tc>
                <a:tc>
                  <a:txBody>
                    <a:bodyPr/>
                    <a:lstStyle/>
                    <a:p>
                      <a:endParaRPr lang="ru-RU">
                        <a:solidFill>
                          <a:schemeClr val="tx1"/>
                        </a:solidFill>
                      </a:endParaRPr>
                    </a:p>
                  </a:txBody>
                  <a:tcPr/>
                </a:tc>
                <a:tc>
                  <a:txBody>
                    <a:bodyPr/>
                    <a:lstStyle/>
                    <a:p>
                      <a:pPr algn="ctr"/>
                      <a:r>
                        <a:rPr lang="en-US" dirty="0"/>
                        <a:t>C1 </a:t>
                      </a:r>
                      <a:endParaRPr lang="ru-RU" b="0" dirty="0">
                        <a:solidFill>
                          <a:schemeClr val="tx1"/>
                        </a:solidFill>
                      </a:endParaRPr>
                    </a:p>
                  </a:txBody>
                  <a:tcPr/>
                </a:tc>
                <a:tc>
                  <a:txBody>
                    <a:bodyPr/>
                    <a:lstStyle/>
                    <a:p>
                      <a:pPr algn="ctr"/>
                      <a:r>
                        <a:rPr lang="en-US" dirty="0"/>
                        <a:t>C2</a:t>
                      </a:r>
                      <a:endParaRPr lang="ru-RU" b="0" dirty="0">
                        <a:solidFill>
                          <a:schemeClr val="tx1"/>
                        </a:solidFill>
                      </a:endParaRPr>
                    </a:p>
                  </a:txBody>
                  <a:tcPr/>
                </a:tc>
                <a:tc>
                  <a:txBody>
                    <a:bodyPr/>
                    <a:lstStyle/>
                    <a:p>
                      <a:pPr algn="ctr"/>
                      <a:r>
                        <a:rPr lang="en-US" dirty="0"/>
                        <a:t>C4</a:t>
                      </a:r>
                      <a:endParaRPr lang="ru-RU" b="0" dirty="0">
                        <a:solidFill>
                          <a:schemeClr val="tx1"/>
                        </a:solidFill>
                      </a:endParaRPr>
                    </a:p>
                  </a:txBody>
                  <a:tcPr/>
                </a:tc>
                <a:tc>
                  <a:txBody>
                    <a:bodyPr/>
                    <a:lstStyle/>
                    <a:p>
                      <a:pPr algn="ctr"/>
                      <a:r>
                        <a:rPr lang="en-US" dirty="0"/>
                        <a:t>C6</a:t>
                      </a:r>
                      <a:endParaRPr lang="ru-RU" b="0" dirty="0">
                        <a:solidFill>
                          <a:schemeClr val="tx1"/>
                        </a:solidFill>
                      </a:endParaRPr>
                    </a:p>
                  </a:txBody>
                  <a:tcPr/>
                </a:tc>
                <a:extLst>
                  <a:ext uri="{0D108BD9-81ED-4DB2-BD59-A6C34878D82A}">
                    <a16:rowId xmlns:a16="http://schemas.microsoft.com/office/drawing/2014/main" val="10000"/>
                  </a:ext>
                </a:extLst>
              </a:tr>
              <a:tr h="370840">
                <a:tc>
                  <a:txBody>
                    <a:bodyPr/>
                    <a:lstStyle/>
                    <a:p>
                      <a:r>
                        <a:rPr lang="en-US" dirty="0"/>
                        <a:t>P1 </a:t>
                      </a:r>
                      <a:endParaRPr lang="ru-RU" dirty="0">
                        <a:solidFill>
                          <a:schemeClr val="tx1"/>
                        </a:solidFill>
                      </a:endParaRPr>
                    </a:p>
                  </a:txBody>
                  <a:tcPr/>
                </a:tc>
                <a:tc>
                  <a:txBody>
                    <a:bodyPr/>
                    <a:lstStyle/>
                    <a:p>
                      <a:pPr algn="ctr"/>
                      <a:r>
                        <a:rPr lang="en-US" dirty="0"/>
                        <a:t>~x</a:t>
                      </a:r>
                      <a:r>
                        <a:rPr lang="en-US" baseline="-25000" dirty="0"/>
                        <a:t>1</a:t>
                      </a:r>
                      <a:r>
                        <a:rPr lang="en-US" dirty="0"/>
                        <a:t>~x</a:t>
                      </a:r>
                      <a:r>
                        <a:rPr lang="en-US" baseline="-25000" dirty="0"/>
                        <a:t>2</a:t>
                      </a:r>
                      <a:r>
                        <a:rPr lang="en-US" dirty="0"/>
                        <a:t>x</a:t>
                      </a:r>
                      <a:r>
                        <a:rPr lang="en-US" baseline="-25000" dirty="0"/>
                        <a:t>3 </a:t>
                      </a:r>
                      <a:endParaRPr lang="ru-RU" dirty="0">
                        <a:solidFill>
                          <a:schemeClr val="tx1"/>
                        </a:solidFill>
                      </a:endParaRPr>
                    </a:p>
                  </a:txBody>
                  <a:tcPr/>
                </a:tc>
                <a:tc>
                  <a:txBody>
                    <a:bodyPr/>
                    <a:lstStyle/>
                    <a:p>
                      <a:pPr algn="ctr"/>
                      <a:r>
                        <a:rPr lang="en-US" dirty="0"/>
                        <a:t>1</a:t>
                      </a:r>
                      <a:endParaRPr lang="ru-RU" dirty="0">
                        <a:solidFill>
                          <a:schemeClr val="tx1"/>
                        </a:solidFill>
                      </a:endParaRPr>
                    </a:p>
                  </a:txBody>
                  <a:tcPr/>
                </a:tc>
                <a:tc>
                  <a:txBody>
                    <a:bodyPr/>
                    <a:lstStyle/>
                    <a:p>
                      <a:pPr algn="ctr"/>
                      <a:endParaRPr lang="ru-RU" dirty="0">
                        <a:solidFill>
                          <a:schemeClr val="tx1"/>
                        </a:solidFill>
                      </a:endParaRPr>
                    </a:p>
                  </a:txBody>
                  <a:tcPr/>
                </a:tc>
                <a:tc>
                  <a:txBody>
                    <a:bodyPr/>
                    <a:lstStyle/>
                    <a:p>
                      <a:pPr algn="ctr"/>
                      <a:endParaRPr lang="ru-RU" dirty="0">
                        <a:solidFill>
                          <a:schemeClr val="tx1"/>
                        </a:solidFill>
                      </a:endParaRPr>
                    </a:p>
                  </a:txBody>
                  <a:tcPr/>
                </a:tc>
                <a:tc>
                  <a:txBody>
                    <a:bodyPr/>
                    <a:lstStyle/>
                    <a:p>
                      <a:pPr algn="ctr"/>
                      <a:endParaRPr lang="ru-RU">
                        <a:solidFill>
                          <a:schemeClr val="tx1"/>
                        </a:solidFill>
                      </a:endParaRPr>
                    </a:p>
                  </a:txBody>
                  <a:tcPr/>
                </a:tc>
                <a:extLst>
                  <a:ext uri="{0D108BD9-81ED-4DB2-BD59-A6C34878D82A}">
                    <a16:rowId xmlns:a16="http://schemas.microsoft.com/office/drawing/2014/main" val="10001"/>
                  </a:ext>
                </a:extLst>
              </a:tr>
              <a:tr h="370840">
                <a:tc>
                  <a:txBody>
                    <a:bodyPr/>
                    <a:lstStyle/>
                    <a:p>
                      <a:r>
                        <a:rPr lang="en-US" dirty="0"/>
                        <a:t>P2</a:t>
                      </a:r>
                      <a:endParaRPr lang="ru-RU" dirty="0">
                        <a:solidFill>
                          <a:schemeClr val="tx1"/>
                        </a:solidFill>
                      </a:endParaRPr>
                    </a:p>
                  </a:txBody>
                  <a:tcPr/>
                </a:tc>
                <a:tc>
                  <a:txBody>
                    <a:bodyPr/>
                    <a:lstStyle/>
                    <a:p>
                      <a:pPr algn="ctr"/>
                      <a:r>
                        <a:rPr lang="en-US" dirty="0"/>
                        <a:t>x</a:t>
                      </a:r>
                      <a:r>
                        <a:rPr lang="en-US" baseline="-25000" dirty="0"/>
                        <a:t>2</a:t>
                      </a:r>
                      <a:r>
                        <a:rPr lang="en-US" dirty="0"/>
                        <a:t>~x</a:t>
                      </a:r>
                      <a:r>
                        <a:rPr lang="en-US" baseline="-25000" dirty="0"/>
                        <a:t>3 </a:t>
                      </a:r>
                      <a:endParaRPr lang="ru-RU" dirty="0">
                        <a:solidFill>
                          <a:schemeClr val="tx1"/>
                        </a:solidFill>
                      </a:endParaRPr>
                    </a:p>
                  </a:txBody>
                  <a:tcPr/>
                </a:tc>
                <a:tc>
                  <a:txBody>
                    <a:bodyPr/>
                    <a:lstStyle/>
                    <a:p>
                      <a:pPr algn="ctr"/>
                      <a:endParaRPr lang="ru-RU" dirty="0">
                        <a:solidFill>
                          <a:schemeClr val="tx1"/>
                        </a:solidFill>
                      </a:endParaRPr>
                    </a:p>
                  </a:txBody>
                  <a:tcPr/>
                </a:tc>
                <a:tc>
                  <a:txBody>
                    <a:bodyPr/>
                    <a:lstStyle/>
                    <a:p>
                      <a:pPr algn="ctr"/>
                      <a:r>
                        <a:rPr lang="en-US" dirty="0"/>
                        <a:t>1</a:t>
                      </a:r>
                      <a:endParaRPr lang="ru-RU" dirty="0">
                        <a:solidFill>
                          <a:schemeClr val="tx1"/>
                        </a:solidFill>
                      </a:endParaRPr>
                    </a:p>
                  </a:txBody>
                  <a:tcPr/>
                </a:tc>
                <a:tc>
                  <a:txBody>
                    <a:bodyPr/>
                    <a:lstStyle/>
                    <a:p>
                      <a:pPr algn="ctr"/>
                      <a:endParaRPr lang="ru-RU">
                        <a:solidFill>
                          <a:schemeClr val="tx1"/>
                        </a:solidFill>
                      </a:endParaRPr>
                    </a:p>
                  </a:txBody>
                  <a:tcPr/>
                </a:tc>
                <a:tc>
                  <a:txBody>
                    <a:bodyPr/>
                    <a:lstStyle/>
                    <a:p>
                      <a:pPr algn="ctr"/>
                      <a:r>
                        <a:rPr lang="en-US" dirty="0"/>
                        <a:t>1</a:t>
                      </a:r>
                      <a:endParaRPr lang="ru-RU" dirty="0">
                        <a:solidFill>
                          <a:schemeClr val="tx1"/>
                        </a:solidFill>
                      </a:endParaRPr>
                    </a:p>
                  </a:txBody>
                  <a:tcPr/>
                </a:tc>
                <a:extLst>
                  <a:ext uri="{0D108BD9-81ED-4DB2-BD59-A6C34878D82A}">
                    <a16:rowId xmlns:a16="http://schemas.microsoft.com/office/drawing/2014/main" val="10002"/>
                  </a:ext>
                </a:extLst>
              </a:tr>
              <a:tr h="370840">
                <a:tc>
                  <a:txBody>
                    <a:bodyPr/>
                    <a:lstStyle/>
                    <a:p>
                      <a:r>
                        <a:rPr lang="en-US" dirty="0"/>
                        <a:t>P3</a:t>
                      </a:r>
                      <a:endParaRPr lang="ru-RU" dirty="0">
                        <a:solidFill>
                          <a:schemeClr val="tx1"/>
                        </a:solidFill>
                      </a:endParaRPr>
                    </a:p>
                  </a:txBody>
                  <a:tcPr/>
                </a:tc>
                <a:tc>
                  <a:txBody>
                    <a:bodyPr/>
                    <a:lstStyle/>
                    <a:p>
                      <a:pPr algn="ctr"/>
                      <a:r>
                        <a:rPr lang="en-US" dirty="0"/>
                        <a:t>x</a:t>
                      </a:r>
                      <a:r>
                        <a:rPr lang="en-US" baseline="-25000" dirty="0"/>
                        <a:t>1</a:t>
                      </a:r>
                      <a:r>
                        <a:rPr lang="en-US" dirty="0"/>
                        <a:t>~x</a:t>
                      </a:r>
                      <a:r>
                        <a:rPr lang="en-US" baseline="-25000" dirty="0"/>
                        <a:t>3 </a:t>
                      </a:r>
                      <a:endParaRPr lang="ru-RU" dirty="0">
                        <a:solidFill>
                          <a:schemeClr val="tx1"/>
                        </a:solidFill>
                      </a:endParaRPr>
                    </a:p>
                  </a:txBody>
                  <a:tcPr/>
                </a:tc>
                <a:tc>
                  <a:txBody>
                    <a:bodyPr/>
                    <a:lstStyle/>
                    <a:p>
                      <a:pPr algn="ctr"/>
                      <a:endParaRPr lang="ru-RU">
                        <a:solidFill>
                          <a:schemeClr val="tx1"/>
                        </a:solidFill>
                      </a:endParaRPr>
                    </a:p>
                  </a:txBody>
                  <a:tcPr/>
                </a:tc>
                <a:tc>
                  <a:txBody>
                    <a:bodyPr/>
                    <a:lstStyle/>
                    <a:p>
                      <a:pPr algn="ctr"/>
                      <a:endParaRPr lang="ru-RU" dirty="0">
                        <a:solidFill>
                          <a:schemeClr val="tx1"/>
                        </a:solidFill>
                      </a:endParaRPr>
                    </a:p>
                  </a:txBody>
                  <a:tcPr/>
                </a:tc>
                <a:tc>
                  <a:txBody>
                    <a:bodyPr/>
                    <a:lstStyle/>
                    <a:p>
                      <a:pPr algn="ctr"/>
                      <a:r>
                        <a:rPr lang="en-US" dirty="0"/>
                        <a:t>1</a:t>
                      </a:r>
                      <a:endParaRPr lang="ru-RU" dirty="0">
                        <a:solidFill>
                          <a:schemeClr val="tx1"/>
                        </a:solidFill>
                      </a:endParaRPr>
                    </a:p>
                  </a:txBody>
                  <a:tcPr/>
                </a:tc>
                <a:tc>
                  <a:txBody>
                    <a:bodyPr/>
                    <a:lstStyle/>
                    <a:p>
                      <a:pPr algn="ctr"/>
                      <a:r>
                        <a:rPr lang="en-US" dirty="0"/>
                        <a:t>1</a:t>
                      </a:r>
                      <a:endParaRPr lang="ru-RU" dirty="0">
                        <a:solidFill>
                          <a:schemeClr val="tx1"/>
                        </a:solidFill>
                      </a:endParaRPr>
                    </a:p>
                  </a:txBody>
                  <a:tcPr/>
                </a:tc>
                <a:extLst>
                  <a:ext uri="{0D108BD9-81ED-4DB2-BD59-A6C34878D82A}">
                    <a16:rowId xmlns:a16="http://schemas.microsoft.com/office/drawing/2014/main" val="10003"/>
                  </a:ext>
                </a:extLst>
              </a:tr>
              <a:tr h="370840">
                <a:tc>
                  <a:txBody>
                    <a:bodyPr/>
                    <a:lstStyle/>
                    <a:p>
                      <a:r>
                        <a:rPr lang="en-US" dirty="0"/>
                        <a:t>P4 </a:t>
                      </a:r>
                      <a:endParaRPr lang="ru-RU" dirty="0">
                        <a:solidFill>
                          <a:schemeClr val="tx1"/>
                        </a:solidFill>
                      </a:endParaRPr>
                    </a:p>
                  </a:txBody>
                  <a:tcPr/>
                </a:tc>
                <a:tc>
                  <a:txBody>
                    <a:bodyPr/>
                    <a:lstStyle/>
                    <a:p>
                      <a:pPr algn="ctr"/>
                      <a:r>
                        <a:rPr lang="en-US" dirty="0"/>
                        <a:t> x</a:t>
                      </a:r>
                      <a:r>
                        <a:rPr lang="en-US" baseline="-25000" dirty="0"/>
                        <a:t>1</a:t>
                      </a:r>
                      <a:r>
                        <a:rPr lang="en-US" dirty="0"/>
                        <a:t>x</a:t>
                      </a:r>
                      <a:r>
                        <a:rPr lang="en-US" baseline="-25000" dirty="0"/>
                        <a:t>2 </a:t>
                      </a:r>
                      <a:endParaRPr lang="ru-RU" dirty="0">
                        <a:solidFill>
                          <a:schemeClr val="tx1"/>
                        </a:solidFill>
                      </a:endParaRPr>
                    </a:p>
                  </a:txBody>
                  <a:tcPr/>
                </a:tc>
                <a:tc>
                  <a:txBody>
                    <a:bodyPr/>
                    <a:lstStyle/>
                    <a:p>
                      <a:pPr algn="ctr"/>
                      <a:endParaRPr lang="ru-RU">
                        <a:solidFill>
                          <a:schemeClr val="tx1"/>
                        </a:solidFill>
                      </a:endParaRPr>
                    </a:p>
                  </a:txBody>
                  <a:tcPr/>
                </a:tc>
                <a:tc>
                  <a:txBody>
                    <a:bodyPr/>
                    <a:lstStyle/>
                    <a:p>
                      <a:pPr algn="ctr"/>
                      <a:endParaRPr lang="ru-RU">
                        <a:solidFill>
                          <a:schemeClr val="tx1"/>
                        </a:solidFill>
                      </a:endParaRPr>
                    </a:p>
                  </a:txBody>
                  <a:tcPr/>
                </a:tc>
                <a:tc>
                  <a:txBody>
                    <a:bodyPr/>
                    <a:lstStyle/>
                    <a:p>
                      <a:pPr algn="ctr"/>
                      <a:endParaRPr lang="ru-RU" dirty="0">
                        <a:solidFill>
                          <a:schemeClr val="tx1"/>
                        </a:solidFill>
                      </a:endParaRPr>
                    </a:p>
                  </a:txBody>
                  <a:tcPr/>
                </a:tc>
                <a:tc>
                  <a:txBody>
                    <a:bodyPr/>
                    <a:lstStyle/>
                    <a:p>
                      <a:pPr algn="ctr"/>
                      <a:r>
                        <a:rPr lang="en-US" dirty="0"/>
                        <a:t>1</a:t>
                      </a:r>
                      <a:endParaRPr lang="ru-RU" dirty="0">
                        <a:solidFill>
                          <a:schemeClr val="tx1"/>
                        </a:solidFill>
                      </a:endParaRPr>
                    </a:p>
                  </a:txBody>
                  <a:tcPr/>
                </a:tc>
                <a:extLst>
                  <a:ext uri="{0D108BD9-81ED-4DB2-BD59-A6C34878D82A}">
                    <a16:rowId xmlns:a16="http://schemas.microsoft.com/office/drawing/2014/main" val="10004"/>
                  </a:ext>
                </a:extLst>
              </a:tr>
            </a:tbl>
          </a:graphicData>
        </a:graphic>
      </p:graphicFrame>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C01DE-6ABA-B28B-B7CE-94F37B9C890E}"/>
              </a:ext>
            </a:extLst>
          </p:cNvPr>
          <p:cNvSpPr>
            <a:spLocks noGrp="1"/>
          </p:cNvSpPr>
          <p:nvPr>
            <p:ph type="title"/>
          </p:nvPr>
        </p:nvSpPr>
        <p:spPr/>
        <p:txBody>
          <a:bodyPr/>
          <a:lstStyle/>
          <a:p>
            <a:r>
              <a:rPr lang="en-US" dirty="0"/>
              <a:t>Covering Table </a:t>
            </a:r>
          </a:p>
        </p:txBody>
      </p:sp>
      <p:sp>
        <p:nvSpPr>
          <p:cNvPr id="3" name="Text Placeholder 2">
            <a:extLst>
              <a:ext uri="{FF2B5EF4-FFF2-40B4-BE49-F238E27FC236}">
                <a16:creationId xmlns:a16="http://schemas.microsoft.com/office/drawing/2014/main" id="{B638FFD5-2867-157E-6993-5EA67F5CBA66}"/>
              </a:ext>
            </a:extLst>
          </p:cNvPr>
          <p:cNvSpPr>
            <a:spLocks noGrp="1"/>
          </p:cNvSpPr>
          <p:nvPr>
            <p:ph type="body" sz="quarter" idx="10"/>
          </p:nvPr>
        </p:nvSpPr>
        <p:spPr/>
        <p:txBody>
          <a:bodyPr/>
          <a:lstStyle/>
          <a:p>
            <a:r>
              <a:rPr lang="en-US" sz="2000" dirty="0"/>
              <a:t>Iteratively identify essential implicants, save them in the cover.</a:t>
            </a:r>
            <a:br>
              <a:rPr lang="en-US" sz="2000" dirty="0"/>
            </a:br>
            <a:r>
              <a:rPr lang="en-US" sz="2000" dirty="0"/>
              <a:t>Remove covered </a:t>
            </a:r>
            <a:r>
              <a:rPr lang="en-US" sz="2000" dirty="0" err="1"/>
              <a:t>minterms</a:t>
            </a:r>
            <a:r>
              <a:rPr lang="en-US" sz="2000" dirty="0"/>
              <a:t> and remove essential implicants.</a:t>
            </a:r>
          </a:p>
          <a:p>
            <a:r>
              <a:rPr lang="en-US" sz="2000" dirty="0"/>
              <a:t>Column Equality: In practice, many columns are identical, i.e. there exist </a:t>
            </a:r>
            <a:r>
              <a:rPr lang="en-US" sz="2000" dirty="0" err="1"/>
              <a:t>minterms</a:t>
            </a:r>
            <a:r>
              <a:rPr lang="en-US" sz="2000" dirty="0"/>
              <a:t> that are contained in the same set of primes.</a:t>
            </a:r>
          </a:p>
          <a:p>
            <a:r>
              <a:rPr kumimoji="0" lang="ru-RU" altLang="en-US" sz="2000" b="0" i="0" u="none" strike="noStrike" kern="1200" cap="none" spc="0" normalizeH="0" baseline="0" noProof="0" dirty="0">
                <a:ln>
                  <a:noFill/>
                </a:ln>
                <a:solidFill>
                  <a:srgbClr val="0033CC"/>
                </a:solidFill>
                <a:effectLst/>
                <a:uLnTx/>
                <a:uFillTx/>
                <a:latin typeface="Arial" panose="020B0604020202020204" pitchFamily="34" charset="0"/>
                <a:ea typeface="+mn-ea"/>
                <a:cs typeface="Arial" panose="020B0604020202020204" pitchFamily="34" charset="0"/>
                <a:sym typeface="Symbol" panose="05050102010706020507" pitchFamily="18" charset="2"/>
              </a:rPr>
              <a:t> </a:t>
            </a:r>
            <a:r>
              <a:rPr kumimoji="0" lang="en-US" altLang="en-US" sz="2000" b="0" i="0" u="none" strike="noStrike" kern="1200" cap="none" spc="0" normalizeH="0" baseline="0" noProof="0" dirty="0">
                <a:ln>
                  <a:noFill/>
                </a:ln>
                <a:solidFill>
                  <a:srgbClr val="0033CC"/>
                </a:solidFill>
                <a:effectLst/>
                <a:uLnTx/>
                <a:uFillTx/>
                <a:latin typeface="Arial" panose="020B0604020202020204" pitchFamily="34" charset="0"/>
                <a:ea typeface="+mn-ea"/>
                <a:cs typeface="Arial" panose="020B0604020202020204" pitchFamily="34" charset="0"/>
                <a:sym typeface="Symbol" panose="05050102010706020507" pitchFamily="18" charset="2"/>
              </a:rPr>
              <a:t>Definition: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Symbol" panose="05050102010706020507" pitchFamily="18" charset="2"/>
              </a:rPr>
              <a:t>A column j1 whose set of primes is contained in the set of primes of column j2 is said to </a:t>
            </a:r>
            <a:r>
              <a:rPr kumimoji="0" lang="en-US" altLang="en-US" sz="2000" b="0" i="0" u="none" strike="noStrike" kern="1200" cap="none" spc="0" normalizeH="0" baseline="0" noProof="0" dirty="0">
                <a:ln>
                  <a:noFill/>
                </a:ln>
                <a:solidFill>
                  <a:srgbClr val="FF3300"/>
                </a:solidFill>
                <a:effectLst/>
                <a:uLnTx/>
                <a:uFillTx/>
                <a:latin typeface="Arial" panose="020B0604020202020204" pitchFamily="34" charset="0"/>
                <a:ea typeface="+mn-ea"/>
                <a:cs typeface="Arial" panose="020B0604020202020204" pitchFamily="34" charset="0"/>
                <a:sym typeface="Symbol" panose="05050102010706020507" pitchFamily="18" charset="2"/>
              </a:rPr>
              <a:t>dominate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Symbol" panose="05050102010706020507" pitchFamily="18" charset="2"/>
              </a:rPr>
              <a:t>j2.</a:t>
            </a:r>
          </a:p>
          <a:p>
            <a:pPr marL="0" marR="0" lvl="0" indent="0" algn="l" defTabSz="914400" rtl="0" eaLnBrk="1" fontAlgn="base" latinLnBrk="0" hangingPunct="1">
              <a:lnSpc>
                <a:spcPct val="90000"/>
              </a:lnSpc>
              <a:spcBef>
                <a:spcPct val="0"/>
              </a:spcBef>
              <a:spcAft>
                <a:spcPct val="0"/>
              </a:spcAft>
              <a:buClrTx/>
              <a:buSzTx/>
              <a:buFontTx/>
              <a:buNone/>
              <a:tabLst/>
              <a:defRPr/>
            </a:pPr>
            <a:endParaRPr kumimoji="0" lang="en-US" altLang="en-US" sz="800" b="0" i="0" u="none" strike="noStrike" kern="1200" cap="none" spc="0" normalizeH="0" baseline="0" noProof="0" dirty="0">
              <a:ln>
                <a:noFill/>
              </a:ln>
              <a:solidFill>
                <a:srgbClr val="006633"/>
              </a:solidFill>
              <a:effectLst/>
              <a:uLnTx/>
              <a:uFillTx/>
              <a:latin typeface="Arial" panose="020B0604020202020204" pitchFamily="34" charset="0"/>
              <a:ea typeface="+mn-ea"/>
              <a:cs typeface="Arial" panose="020B0604020202020204" pitchFamily="34" charset="0"/>
              <a:sym typeface="Symbol" panose="05050102010706020507" pitchFamily="18" charset="2"/>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ru-RU" altLang="en-US" sz="1800" b="0" i="0" u="none" strike="noStrike" kern="1200" cap="none" spc="0" normalizeH="0" baseline="0" noProof="0" dirty="0">
                <a:ln>
                  <a:noFill/>
                </a:ln>
                <a:solidFill>
                  <a:srgbClr val="0033CC"/>
                </a:solidFill>
                <a:effectLst/>
                <a:uLnTx/>
                <a:uFillTx/>
                <a:latin typeface="Arial" panose="020B0604020202020204" pitchFamily="34" charset="0"/>
                <a:ea typeface="+mn-ea"/>
                <a:cs typeface="Arial" panose="020B0604020202020204" pitchFamily="34" charset="0"/>
                <a:sym typeface="Symbol" panose="05050102010706020507" pitchFamily="18" charset="2"/>
              </a:rPr>
              <a:t>  </a:t>
            </a:r>
            <a:r>
              <a:rPr kumimoji="0" lang="en-US" altLang="en-US" sz="1800" b="0" i="0" u="none" strike="noStrike" kern="1200" cap="none" spc="0" normalizeH="0" baseline="0" noProof="0" dirty="0">
                <a:ln>
                  <a:noFill/>
                </a:ln>
                <a:solidFill>
                  <a:srgbClr val="0033CC"/>
                </a:solidFill>
                <a:effectLst/>
                <a:uLnTx/>
                <a:uFillTx/>
                <a:latin typeface="Arial" panose="020B0604020202020204" pitchFamily="34" charset="0"/>
                <a:ea typeface="+mn-ea"/>
                <a:cs typeface="Arial" panose="020B0604020202020204" pitchFamily="34" charset="0"/>
                <a:sym typeface="Symbol" panose="05050102010706020507" pitchFamily="18" charset="2"/>
              </a:rPr>
              <a:t>Example:</a:t>
            </a:r>
            <a:r>
              <a:rPr kumimoji="0" lang="en-US" altLang="en-US" sz="1800" b="0" i="0" u="none" strike="noStrike" kern="1200" cap="none" spc="0" normalizeH="0" baseline="0" noProof="0" dirty="0">
                <a:ln>
                  <a:noFill/>
                </a:ln>
                <a:solidFill>
                  <a:srgbClr val="6666FF"/>
                </a:solidFill>
                <a:effectLst/>
                <a:uLnTx/>
                <a:uFillTx/>
                <a:latin typeface="Arial" panose="020B0604020202020204" pitchFamily="34" charset="0"/>
                <a:ea typeface="+mn-ea"/>
                <a:cs typeface="Arial" panose="020B0604020202020204" pitchFamily="34" charset="0"/>
                <a:sym typeface="Symbol" panose="05050102010706020507" pitchFamily="18" charset="2"/>
              </a:rPr>
              <a:t>		</a:t>
            </a:r>
            <a:r>
              <a:rPr kumimoji="0" lang="en-US" altLang="en-US" sz="1800" b="0" i="0" u="none" strike="noStrike" kern="1200" cap="none" spc="0" normalizeH="0" baseline="0" noProof="0" dirty="0">
                <a:ln>
                  <a:noFill/>
                </a:ln>
                <a:solidFill>
                  <a:srgbClr val="0033CC"/>
                </a:solidFill>
                <a:effectLst/>
                <a:uLnTx/>
                <a:uFillTx/>
                <a:latin typeface="Arial" panose="020B0604020202020204" pitchFamily="34" charset="0"/>
                <a:ea typeface="+mn-ea"/>
                <a:cs typeface="Arial" panose="020B0604020202020204" pitchFamily="34" charset="0"/>
                <a:sym typeface="Symbol" panose="05050102010706020507" pitchFamily="18" charset="2"/>
              </a:rPr>
              <a:t>j1</a:t>
            </a:r>
            <a:r>
              <a:rPr kumimoji="0" lang="en-US" altLang="en-US" sz="1800" b="0" i="0" u="none" strike="noStrike" kern="1200" cap="none" spc="0" normalizeH="0" baseline="0" noProof="0" dirty="0">
                <a:ln>
                  <a:noFill/>
                </a:ln>
                <a:solidFill>
                  <a:srgbClr val="6666FF"/>
                </a:solidFill>
                <a:effectLst/>
                <a:uLnTx/>
                <a:uFillTx/>
                <a:latin typeface="Arial" panose="020B0604020202020204" pitchFamily="34" charset="0"/>
                <a:ea typeface="+mn-ea"/>
                <a:cs typeface="Arial" panose="020B0604020202020204" pitchFamily="34" charset="0"/>
                <a:sym typeface="Symbol" panose="05050102010706020507" pitchFamily="18" charset="2"/>
              </a:rPr>
              <a:t>	</a:t>
            </a:r>
            <a:r>
              <a:rPr kumimoji="0" lang="en-US" altLang="en-US" sz="1800" b="0" i="0" u="none" strike="noStrike" kern="1200" cap="none" spc="0" normalizeH="0" baseline="0" noProof="0" dirty="0">
                <a:ln>
                  <a:noFill/>
                </a:ln>
                <a:solidFill>
                  <a:srgbClr val="0033CC"/>
                </a:solidFill>
                <a:effectLst/>
                <a:uLnTx/>
                <a:uFillTx/>
                <a:latin typeface="Arial" panose="020B0604020202020204" pitchFamily="34" charset="0"/>
                <a:ea typeface="+mn-ea"/>
                <a:cs typeface="Arial" panose="020B0604020202020204" pitchFamily="34" charset="0"/>
                <a:sym typeface="Symbol" panose="05050102010706020507" pitchFamily="18" charset="2"/>
              </a:rPr>
              <a:t>j2</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FF9900"/>
                </a:solidFill>
                <a:effectLst/>
                <a:uLnTx/>
                <a:uFillTx/>
                <a:latin typeface="Arial" panose="020B0604020202020204" pitchFamily="34" charset="0"/>
                <a:ea typeface="+mn-ea"/>
                <a:cs typeface="Arial" panose="020B0604020202020204" pitchFamily="34" charset="0"/>
                <a:sym typeface="Symbol" panose="05050102010706020507" pitchFamily="18" charset="2"/>
              </a:rPr>
              <a:t>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Symbol" panose="05050102010706020507" pitchFamily="18" charset="2"/>
              </a:rPr>
              <a:t>0	0</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Symbol" panose="05050102010706020507" pitchFamily="18" charset="2"/>
              </a:rPr>
              <a:t>			1	1</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Symbol" panose="05050102010706020507" pitchFamily="18" charset="2"/>
              </a:rPr>
              <a:t>			1	1</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Symbol" panose="05050102010706020507" pitchFamily="18" charset="2"/>
              </a:rPr>
              <a:t>			0	1</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Symbol" panose="05050102010706020507" pitchFamily="18" charset="2"/>
              </a:rPr>
              <a:t>			1	1</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Symbol" panose="05050102010706020507" pitchFamily="18" charset="2"/>
              </a:rPr>
              <a:t>			0	0 	</a:t>
            </a:r>
            <a:r>
              <a:rPr kumimoji="0" lang="en-US" altLang="en-US" sz="20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j1 </a:t>
            </a:r>
            <a:r>
              <a:rPr kumimoji="0" lang="ru-RU" altLang="en-US" sz="20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 </a:t>
            </a:r>
            <a:r>
              <a:rPr kumimoji="0" lang="en-US" altLang="en-US" sz="20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dominates </a:t>
            </a:r>
            <a:r>
              <a:rPr kumimoji="0" lang="ru-RU" altLang="en-US" sz="20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 </a:t>
            </a:r>
            <a:r>
              <a:rPr kumimoji="0" lang="en-US" altLang="en-US" sz="20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j2</a:t>
            </a:r>
          </a:p>
          <a:p>
            <a:pPr marL="0" marR="0" lvl="0" indent="0" algn="l" defTabSz="914400" rtl="0" eaLnBrk="1" fontAlgn="base" latinLnBrk="0" hangingPunct="1">
              <a:lnSpc>
                <a:spcPct val="90000"/>
              </a:lnSpc>
              <a:spcBef>
                <a:spcPct val="0"/>
              </a:spcBef>
              <a:spcAft>
                <a:spcPct val="0"/>
              </a:spcAft>
              <a:buClrTx/>
              <a:buSzTx/>
              <a:buFontTx/>
              <a:buNone/>
              <a:tabLst/>
              <a:defRPr/>
            </a:pPr>
            <a:endParaRPr lang="en-US" dirty="0"/>
          </a:p>
          <a:p>
            <a:r>
              <a:rPr lang="en-US" sz="2000" dirty="0"/>
              <a:t>Column j2 can be removed, because a prime to cover j1 must be selected, and any such prime also covers j2.  So  j2  is  automatically covered.</a:t>
            </a:r>
          </a:p>
          <a:p>
            <a:endParaRPr lang="en-US" dirty="0"/>
          </a:p>
        </p:txBody>
      </p:sp>
    </p:spTree>
    <p:extLst>
      <p:ext uri="{BB962C8B-B14F-4D97-AF65-F5344CB8AC3E}">
        <p14:creationId xmlns:p14="http://schemas.microsoft.com/office/powerpoint/2010/main" val="2421411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1702915-D52E-270A-AB83-1FC58F5DC198}"/>
              </a:ext>
            </a:extLst>
          </p:cNvPr>
          <p:cNvSpPr>
            <a:spLocks noGrp="1"/>
          </p:cNvSpPr>
          <p:nvPr>
            <p:ph type="title"/>
          </p:nvPr>
        </p:nvSpPr>
        <p:spPr>
          <a:xfrm>
            <a:off x="-1" y="183402"/>
            <a:ext cx="11612880" cy="704088"/>
          </a:xfrm>
        </p:spPr>
        <p:txBody>
          <a:bodyPr>
            <a:normAutofit/>
          </a:bodyPr>
          <a:lstStyle/>
          <a:p>
            <a:r>
              <a:rPr lang="en-US" dirty="0"/>
              <a:t>Covering Table (2)</a:t>
            </a:r>
          </a:p>
        </p:txBody>
      </p:sp>
      <p:sp>
        <p:nvSpPr>
          <p:cNvPr id="13" name="Text Placeholder 12">
            <a:extLst>
              <a:ext uri="{FF2B5EF4-FFF2-40B4-BE49-F238E27FC236}">
                <a16:creationId xmlns:a16="http://schemas.microsoft.com/office/drawing/2014/main" id="{CCAD3E7D-2395-9363-49ED-416F1BA73BC7}"/>
              </a:ext>
            </a:extLst>
          </p:cNvPr>
          <p:cNvSpPr>
            <a:spLocks noGrp="1"/>
          </p:cNvSpPr>
          <p:nvPr>
            <p:ph type="body" sz="quarter" idx="10"/>
          </p:nvPr>
        </p:nvSpPr>
        <p:spPr/>
        <p:txBody>
          <a:bodyPr/>
          <a:lstStyle/>
          <a:p>
            <a:r>
              <a:rPr lang="en-US" dirty="0"/>
              <a:t>Definition: A row i1 whose columns is a superset of another row i2 is said to dominate i2.</a:t>
            </a:r>
          </a:p>
          <a:p>
            <a:r>
              <a:rPr lang="en-US" dirty="0"/>
              <a:t>Example:</a:t>
            </a:r>
          </a:p>
          <a:p>
            <a:pPr marL="0" indent="0">
              <a:buNone/>
            </a:pPr>
            <a:r>
              <a:rPr lang="en-US" dirty="0"/>
              <a:t>		i1	101001</a:t>
            </a:r>
          </a:p>
          <a:p>
            <a:pPr marL="0" indent="0">
              <a:buNone/>
            </a:pPr>
            <a:r>
              <a:rPr lang="en-US" dirty="0"/>
              <a:t>		i2	001001</a:t>
            </a:r>
          </a:p>
          <a:p>
            <a:pPr marL="0" indent="0">
              <a:buNone/>
            </a:pPr>
            <a:r>
              <a:rPr lang="en-US" dirty="0"/>
              <a:t>		i1 dominates i2</a:t>
            </a:r>
          </a:p>
          <a:p>
            <a:r>
              <a:rPr lang="en-US" dirty="0"/>
              <a:t>Row i2 can be removed since i1 covers all those columns and more. i2 in a minimum cover will never be selected since it can always be replaced by i1. </a:t>
            </a:r>
          </a:p>
          <a:p>
            <a:endParaRPr lang="en-US" dirty="0"/>
          </a:p>
        </p:txBody>
      </p:sp>
      <p:sp>
        <p:nvSpPr>
          <p:cNvPr id="14" name="Text Box 7">
            <a:extLst>
              <a:ext uri="{FF2B5EF4-FFF2-40B4-BE49-F238E27FC236}">
                <a16:creationId xmlns:a16="http://schemas.microsoft.com/office/drawing/2014/main" id="{64365D05-7935-986C-6F35-5172C6F0A996}"/>
              </a:ext>
            </a:extLst>
          </p:cNvPr>
          <p:cNvSpPr txBox="1">
            <a:spLocks noChangeArrowheads="1"/>
          </p:cNvSpPr>
          <p:nvPr/>
        </p:nvSpPr>
        <p:spPr bwMode="auto">
          <a:xfrm>
            <a:off x="2541587" y="5469255"/>
            <a:ext cx="7108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dirty="0"/>
              <a:t>F = P1 + P2 +P3 = ~x1·~x2·x3 + x2·~x3 + x1·~x3 </a:t>
            </a:r>
            <a:endParaRPr lang="ru-RU" altLang="en-US" sz="2000" b="0"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975B22D-FABB-3483-0239-26E8A3F93372}"/>
              </a:ext>
            </a:extLst>
          </p:cNvPr>
          <p:cNvSpPr>
            <a:spLocks noGrp="1"/>
          </p:cNvSpPr>
          <p:nvPr>
            <p:ph type="title"/>
          </p:nvPr>
        </p:nvSpPr>
        <p:spPr>
          <a:xfrm>
            <a:off x="-1" y="183402"/>
            <a:ext cx="11612880" cy="704088"/>
          </a:xfrm>
        </p:spPr>
        <p:txBody>
          <a:bodyPr/>
          <a:lstStyle/>
          <a:p>
            <a:r>
              <a:rPr lang="en-US" dirty="0"/>
              <a:t>Covering Problem</a:t>
            </a:r>
          </a:p>
        </p:txBody>
      </p:sp>
      <p:sp>
        <p:nvSpPr>
          <p:cNvPr id="13" name="Text Placeholder 12">
            <a:extLst>
              <a:ext uri="{FF2B5EF4-FFF2-40B4-BE49-F238E27FC236}">
                <a16:creationId xmlns:a16="http://schemas.microsoft.com/office/drawing/2014/main" id="{024C86EE-5818-531C-25FD-637A1A3830B5}"/>
              </a:ext>
            </a:extLst>
          </p:cNvPr>
          <p:cNvSpPr>
            <a:spLocks noGrp="1"/>
          </p:cNvSpPr>
          <p:nvPr>
            <p:ph type="body" sz="quarter" idx="10"/>
          </p:nvPr>
        </p:nvSpPr>
        <p:spPr/>
        <p:txBody>
          <a:bodyPr/>
          <a:lstStyle/>
          <a:p>
            <a:r>
              <a:rPr lang="en-US" dirty="0"/>
              <a:t>Steps:</a:t>
            </a:r>
          </a:p>
          <a:p>
            <a:pPr lvl="1"/>
            <a:r>
              <a:rPr lang="en-US" dirty="0"/>
              <a:t>Define all essential primes. </a:t>
            </a:r>
          </a:p>
          <a:p>
            <a:pPr lvl="1"/>
            <a:r>
              <a:rPr lang="en-US" dirty="0"/>
              <a:t>Remove covered </a:t>
            </a:r>
            <a:r>
              <a:rPr lang="en-US" dirty="0" err="1"/>
              <a:t>minterms</a:t>
            </a:r>
            <a:r>
              <a:rPr lang="en-US" dirty="0"/>
              <a:t> (columns) and essential primes (strings).</a:t>
            </a:r>
          </a:p>
          <a:p>
            <a:pPr lvl="1"/>
            <a:r>
              <a:rPr lang="en-US" dirty="0"/>
              <a:t>Remove all strings and columns whose have dominating strings and columns.</a:t>
            </a:r>
          </a:p>
          <a:p>
            <a:pPr lvl="1"/>
            <a:r>
              <a:rPr lang="en-US" dirty="0"/>
              <a:t>It result in a covering table of smaller size</a:t>
            </a:r>
          </a:p>
          <a:p>
            <a:pPr lvl="1"/>
            <a:r>
              <a:rPr lang="en-US" dirty="0"/>
              <a:t>Then define all secondary essential primes.</a:t>
            </a:r>
          </a:p>
          <a:p>
            <a:pPr lvl="1"/>
            <a:r>
              <a:rPr lang="en-US" dirty="0"/>
              <a:t>If all remaining </a:t>
            </a:r>
            <a:r>
              <a:rPr lang="en-US" dirty="0" err="1"/>
              <a:t>minterms</a:t>
            </a:r>
            <a:r>
              <a:rPr lang="en-US" dirty="0"/>
              <a:t> are covered with essential prime then problem is solved else we have cyclic table.</a:t>
            </a:r>
          </a:p>
          <a:p>
            <a:r>
              <a:rPr lang="en-US" dirty="0"/>
              <a:t>Computationally intractable problem:</a:t>
            </a:r>
          </a:p>
          <a:p>
            <a:pPr lvl="1"/>
            <a:r>
              <a:rPr lang="en-US" dirty="0"/>
              <a:t>Exact solution method: branch and bound algorithm</a:t>
            </a:r>
          </a:p>
          <a:p>
            <a:pPr lvl="1"/>
            <a:r>
              <a:rPr lang="en-US" dirty="0"/>
              <a:t>Several heuristic approximation methods</a:t>
            </a:r>
          </a:p>
          <a:p>
            <a:endParaRPr lang="en-US"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A870D17B-7E92-49CF-99D1-AD4AB3EFAFFB}"/>
              </a:ext>
            </a:extLst>
          </p:cNvPr>
          <p:cNvGraphicFramePr>
            <a:graphicFrameLocks noGrp="1"/>
          </p:cNvGraphicFramePr>
          <p:nvPr/>
        </p:nvGraphicFramePr>
        <p:xfrm>
          <a:off x="2884488" y="2017713"/>
          <a:ext cx="6096000" cy="210820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tblGrid>
              <a:tr h="3708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C1</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C2</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C3</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C4</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C5</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C6</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C7</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0"/>
                  </a:ext>
                </a:extLst>
              </a:tr>
              <a:tr h="370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P1</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P2</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P3</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P4</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P5</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P6</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1</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u="none" strike="noStrike" cap="none" normalizeH="0" baseline="0" dirty="0">
                        <a:ln>
                          <a:noFill/>
                        </a:ln>
                        <a:effectLst/>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1</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u="none" strike="noStrike" cap="none" normalizeH="0" baseline="0" dirty="0">
                        <a:ln>
                          <a:noFill/>
                        </a:ln>
                        <a:effectLst/>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1</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1</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u="none" strike="noStrike" cap="none" normalizeH="0" baseline="0" dirty="0">
                        <a:ln>
                          <a:noFill/>
                        </a:ln>
                        <a:effectLst/>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u="none" strike="noStrike" cap="none" normalizeH="0" baseline="0" dirty="0">
                        <a:ln>
                          <a:noFill/>
                        </a:ln>
                        <a:effectLst/>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u="none" strike="noStrike" cap="none" normalizeH="0" baseline="0" dirty="0">
                        <a:ln>
                          <a:noFill/>
                        </a:ln>
                        <a:effectLst/>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1</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u="none" strike="noStrike" cap="none" normalizeH="0" baseline="0" dirty="0">
                        <a:ln>
                          <a:noFill/>
                        </a:ln>
                        <a:effectLst/>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1</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u="none" strike="noStrike" cap="none" normalizeH="0" baseline="0" dirty="0">
                        <a:ln>
                          <a:noFill/>
                        </a:ln>
                        <a:effectLst/>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1</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1</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u="none" strike="noStrike" cap="none" normalizeH="0" baseline="0" dirty="0">
                        <a:ln>
                          <a:noFill/>
                        </a:ln>
                        <a:effectLst/>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u="none" strike="noStrike" cap="none" normalizeH="0" baseline="0" dirty="0">
                        <a:ln>
                          <a:noFill/>
                        </a:ln>
                        <a:effectLst/>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u="none" strike="noStrike" cap="none" normalizeH="0" baseline="0" dirty="0">
                        <a:ln>
                          <a:noFill/>
                        </a:ln>
                        <a:effectLst/>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u="none" strike="noStrike" cap="none" normalizeH="0" baseline="0" dirty="0">
                        <a:ln>
                          <a:noFill/>
                        </a:ln>
                        <a:effectLst/>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1</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1</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1</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u="none" strike="noStrike" cap="none" normalizeH="0" baseline="0" dirty="0">
                        <a:ln>
                          <a:noFill/>
                        </a:ln>
                        <a:effectLst/>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u="none" strike="noStrike" cap="none" normalizeH="0" baseline="0" dirty="0">
                        <a:ln>
                          <a:noFill/>
                        </a:ln>
                        <a:effectLst/>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1</a:t>
                      </a:r>
                      <a:endParaRPr kumimoji="0" lang="en-US"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u="none" strike="noStrike" cap="none" normalizeH="0" baseline="0" dirty="0">
                        <a:ln>
                          <a:noFill/>
                        </a:ln>
                        <a:effectLst/>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u="none" strike="noStrike" cap="none" normalizeH="0" baseline="0" dirty="0">
                        <a:ln>
                          <a:noFill/>
                        </a:ln>
                        <a:effectLst/>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u="none" strike="noStrike" cap="none" normalizeH="0" baseline="0" dirty="0">
                        <a:ln>
                          <a:noFill/>
                        </a:ln>
                        <a:effectLst/>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1</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1</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1"/>
                  </a:ext>
                </a:extLst>
              </a:tr>
            </a:tbl>
          </a:graphicData>
        </a:graphic>
      </p:graphicFrame>
      <p:sp>
        <p:nvSpPr>
          <p:cNvPr id="50207" name="Title 8">
            <a:extLst>
              <a:ext uri="{FF2B5EF4-FFF2-40B4-BE49-F238E27FC236}">
                <a16:creationId xmlns:a16="http://schemas.microsoft.com/office/drawing/2014/main" id="{C632E0EC-B289-B872-F67E-B6C2AB014893}"/>
              </a:ext>
            </a:extLst>
          </p:cNvPr>
          <p:cNvSpPr>
            <a:spLocks noGrp="1" noChangeArrowheads="1"/>
          </p:cNvSpPr>
          <p:nvPr>
            <p:ph type="title"/>
          </p:nvPr>
        </p:nvSpPr>
        <p:spPr>
          <a:xfrm>
            <a:off x="-1" y="183402"/>
            <a:ext cx="11612880" cy="704088"/>
          </a:xfrm>
        </p:spPr>
        <p:txBody>
          <a:bodyPr>
            <a:normAutofit/>
          </a:bodyPr>
          <a:lstStyle/>
          <a:p>
            <a:r>
              <a:rPr lang="en-US" altLang="en-US" dirty="0"/>
              <a:t>Cyclic Core: </a:t>
            </a:r>
            <a:r>
              <a:rPr lang="en-US" altLang="en-US" dirty="0" err="1"/>
              <a:t>Petrick’s</a:t>
            </a:r>
            <a:r>
              <a:rPr lang="en-US" altLang="en-US" dirty="0"/>
              <a:t> Method</a:t>
            </a:r>
            <a:endParaRPr lang="ru-RU" altLang="en-US" dirty="0"/>
          </a:p>
        </p:txBody>
      </p:sp>
      <p:sp>
        <p:nvSpPr>
          <p:cNvPr id="50208" name="Content Placeholder 9">
            <a:extLst>
              <a:ext uri="{FF2B5EF4-FFF2-40B4-BE49-F238E27FC236}">
                <a16:creationId xmlns:a16="http://schemas.microsoft.com/office/drawing/2014/main" id="{9424F634-EA00-C9D3-4120-F300AF5714B2}"/>
              </a:ext>
            </a:extLst>
          </p:cNvPr>
          <p:cNvSpPr>
            <a:spLocks noGrp="1" noChangeArrowheads="1"/>
          </p:cNvSpPr>
          <p:nvPr>
            <p:ph type="body" sz="quarter" idx="10"/>
          </p:nvPr>
        </p:nvSpPr>
        <p:spPr>
          <a:xfrm>
            <a:off x="457200" y="1188720"/>
            <a:ext cx="11277922" cy="5185186"/>
          </a:xfrm>
        </p:spPr>
        <p:txBody>
          <a:bodyPr/>
          <a:lstStyle/>
          <a:p>
            <a:r>
              <a:rPr lang="en-US" altLang="en-US" dirty="0"/>
              <a:t>Any column </a:t>
            </a:r>
            <a:r>
              <a:rPr lang="en-US" altLang="en-US" dirty="0" err="1"/>
              <a:t>Cj</a:t>
            </a:r>
            <a:r>
              <a:rPr lang="en-US" altLang="en-US" dirty="0"/>
              <a:t> can be covered with any prime that  has “1” in this column.</a:t>
            </a:r>
            <a:endParaRPr lang="ru-RU" altLang="en-US" dirty="0"/>
          </a:p>
          <a:p>
            <a:endParaRPr lang="en-US" altLang="en-US" dirty="0"/>
          </a:p>
          <a:p>
            <a:endParaRPr lang="en-US" altLang="en-US" dirty="0"/>
          </a:p>
          <a:p>
            <a:endParaRPr lang="en-US" altLang="en-US" dirty="0"/>
          </a:p>
          <a:p>
            <a:endParaRPr lang="en-US" altLang="en-US" dirty="0"/>
          </a:p>
          <a:p>
            <a:pPr marL="0" indent="0">
              <a:buNone/>
            </a:pPr>
            <a:endParaRPr lang="en-US" altLang="en-US" dirty="0"/>
          </a:p>
          <a:p>
            <a:r>
              <a:rPr lang="en-US" altLang="en-US" dirty="0"/>
              <a:t>C1…C7 – </a:t>
            </a:r>
            <a:r>
              <a:rPr lang="en-US" altLang="en-US" dirty="0" err="1"/>
              <a:t>minterms</a:t>
            </a:r>
            <a:r>
              <a:rPr lang="en-US" altLang="en-US" dirty="0"/>
              <a:t> of function . </a:t>
            </a:r>
            <a:r>
              <a:rPr lang="en-US" altLang="en-US" sz="2000" dirty="0"/>
              <a:t>(P1+P3)(P1+P2+P6)(P1+P3)(P2+P3+P5)(P4+P5+P6)(P1+P4)(P4+P5+P6) = P1P5 + P1P2P4 + P1P2P6 + P2P3P4 + P3P4P6 + P1P3P4 + P1P3P6</a:t>
            </a:r>
          </a:p>
          <a:p>
            <a:r>
              <a:rPr lang="en-US" altLang="en-US" dirty="0"/>
              <a:t>Minimal cover – {P1,P5}</a:t>
            </a:r>
            <a:endParaRPr lang="ru-RU" altLang="en-US" dirty="0"/>
          </a:p>
          <a:p>
            <a:endParaRPr lang="ru-RU" altLang="en-US" dirty="0"/>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6">
            <a:extLst>
              <a:ext uri="{FF2B5EF4-FFF2-40B4-BE49-F238E27FC236}">
                <a16:creationId xmlns:a16="http://schemas.microsoft.com/office/drawing/2014/main" id="{A7EBECC4-1FE1-4369-8745-6A39AD0FC421}"/>
              </a:ext>
            </a:extLst>
          </p:cNvPr>
          <p:cNvSpPr>
            <a:spLocks noChangeArrowheads="1"/>
          </p:cNvSpPr>
          <p:nvPr/>
        </p:nvSpPr>
        <p:spPr bwMode="auto">
          <a:xfrm>
            <a:off x="2908301" y="4278314"/>
            <a:ext cx="1965325" cy="776287"/>
          </a:xfrm>
          <a:prstGeom prst="rect">
            <a:avLst/>
          </a:prstGeom>
          <a:solidFill>
            <a:schemeClr val="accent1">
              <a:lumMod val="60000"/>
              <a:lumOff val="40000"/>
            </a:schemeClr>
          </a:solidFill>
          <a:ln w="9525">
            <a:solidFill>
              <a:schemeClr val="tx1"/>
            </a:solidFill>
            <a:miter lim="800000"/>
            <a:headEnd/>
            <a:tailEnd/>
          </a:ln>
        </p:spPr>
        <p:txBody>
          <a:bodyPr wrap="none"/>
          <a:lstStyle/>
          <a:p>
            <a:pPr eaLnBrk="1" hangingPunct="1">
              <a:defRPr/>
            </a:pPr>
            <a:r>
              <a:rPr lang="en-US" sz="2000">
                <a:latin typeface="Arial" charset="0"/>
                <a:cs typeface="Arial" charset="0"/>
              </a:rPr>
              <a:t>                 1</a:t>
            </a:r>
          </a:p>
          <a:p>
            <a:pPr eaLnBrk="1" hangingPunct="1">
              <a:defRPr/>
            </a:pPr>
            <a:r>
              <a:rPr lang="en-US" sz="2000">
                <a:latin typeface="Arial" charset="0"/>
                <a:cs typeface="Arial" charset="0"/>
              </a:rPr>
              <a:t>               </a:t>
            </a:r>
            <a:endParaRPr lang="ru-RU" sz="2000">
              <a:latin typeface="Arial" charset="0"/>
              <a:cs typeface="Arial" charset="0"/>
            </a:endParaRPr>
          </a:p>
        </p:txBody>
      </p:sp>
      <p:sp>
        <p:nvSpPr>
          <p:cNvPr id="52227" name="Line 8">
            <a:extLst>
              <a:ext uri="{FF2B5EF4-FFF2-40B4-BE49-F238E27FC236}">
                <a16:creationId xmlns:a16="http://schemas.microsoft.com/office/drawing/2014/main" id="{B88BEB90-2D8D-8590-26CD-29C27FE003F9}"/>
              </a:ext>
            </a:extLst>
          </p:cNvPr>
          <p:cNvSpPr>
            <a:spLocks noChangeShapeType="1"/>
          </p:cNvSpPr>
          <p:nvPr/>
        </p:nvSpPr>
        <p:spPr bwMode="auto">
          <a:xfrm>
            <a:off x="3902075" y="4278313"/>
            <a:ext cx="0" cy="755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28" name="Line 9">
            <a:extLst>
              <a:ext uri="{FF2B5EF4-FFF2-40B4-BE49-F238E27FC236}">
                <a16:creationId xmlns:a16="http://schemas.microsoft.com/office/drawing/2014/main" id="{BF543947-6B84-DA6E-8BED-524FE3B93846}"/>
              </a:ext>
            </a:extLst>
          </p:cNvPr>
          <p:cNvSpPr>
            <a:spLocks noChangeShapeType="1"/>
          </p:cNvSpPr>
          <p:nvPr/>
        </p:nvSpPr>
        <p:spPr bwMode="auto">
          <a:xfrm>
            <a:off x="3394075" y="4278313"/>
            <a:ext cx="0" cy="755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29" name="Line 10">
            <a:extLst>
              <a:ext uri="{FF2B5EF4-FFF2-40B4-BE49-F238E27FC236}">
                <a16:creationId xmlns:a16="http://schemas.microsoft.com/office/drawing/2014/main" id="{3409F86C-04C3-314A-E883-553C003E6BDA}"/>
              </a:ext>
            </a:extLst>
          </p:cNvPr>
          <p:cNvSpPr>
            <a:spLocks noChangeShapeType="1"/>
          </p:cNvSpPr>
          <p:nvPr/>
        </p:nvSpPr>
        <p:spPr bwMode="auto">
          <a:xfrm>
            <a:off x="4379913" y="4292600"/>
            <a:ext cx="0" cy="755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0" name="Line 14">
            <a:extLst>
              <a:ext uri="{FF2B5EF4-FFF2-40B4-BE49-F238E27FC236}">
                <a16:creationId xmlns:a16="http://schemas.microsoft.com/office/drawing/2014/main" id="{9894AE9E-6A31-FE9E-921F-B8BF520B1908}"/>
              </a:ext>
            </a:extLst>
          </p:cNvPr>
          <p:cNvSpPr>
            <a:spLocks noChangeShapeType="1"/>
          </p:cNvSpPr>
          <p:nvPr/>
        </p:nvSpPr>
        <p:spPr bwMode="auto">
          <a:xfrm>
            <a:off x="2908300" y="4651375"/>
            <a:ext cx="19446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1" name="Line 16">
            <a:extLst>
              <a:ext uri="{FF2B5EF4-FFF2-40B4-BE49-F238E27FC236}">
                <a16:creationId xmlns:a16="http://schemas.microsoft.com/office/drawing/2014/main" id="{C13D7968-8268-58B0-2C4D-960B8F40226F}"/>
              </a:ext>
            </a:extLst>
          </p:cNvPr>
          <p:cNvSpPr>
            <a:spLocks noChangeShapeType="1"/>
          </p:cNvSpPr>
          <p:nvPr/>
        </p:nvSpPr>
        <p:spPr bwMode="auto">
          <a:xfrm flipH="1" flipV="1">
            <a:off x="2620964" y="3989389"/>
            <a:ext cx="287337" cy="288925"/>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2" name="Text Box 18">
            <a:extLst>
              <a:ext uri="{FF2B5EF4-FFF2-40B4-BE49-F238E27FC236}">
                <a16:creationId xmlns:a16="http://schemas.microsoft.com/office/drawing/2014/main" id="{955C8E16-7173-1EB7-B552-23CAA84AB25D}"/>
              </a:ext>
            </a:extLst>
          </p:cNvPr>
          <p:cNvSpPr txBox="1">
            <a:spLocks noChangeArrowheads="1"/>
          </p:cNvSpPr>
          <p:nvPr/>
        </p:nvSpPr>
        <p:spPr bwMode="auto">
          <a:xfrm>
            <a:off x="2476500" y="4060825"/>
            <a:ext cx="431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x</a:t>
            </a:r>
            <a:endParaRPr lang="ru-RU" altLang="en-US" sz="2000" b="0"/>
          </a:p>
        </p:txBody>
      </p:sp>
      <p:sp>
        <p:nvSpPr>
          <p:cNvPr id="52233" name="Text Box 19">
            <a:extLst>
              <a:ext uri="{FF2B5EF4-FFF2-40B4-BE49-F238E27FC236}">
                <a16:creationId xmlns:a16="http://schemas.microsoft.com/office/drawing/2014/main" id="{4FC398CD-008B-DF9D-F904-CA02114F125B}"/>
              </a:ext>
            </a:extLst>
          </p:cNvPr>
          <p:cNvSpPr txBox="1">
            <a:spLocks noChangeArrowheads="1"/>
          </p:cNvSpPr>
          <p:nvPr/>
        </p:nvSpPr>
        <p:spPr bwMode="auto">
          <a:xfrm>
            <a:off x="2611438" y="3667125"/>
            <a:ext cx="576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y z</a:t>
            </a:r>
            <a:endParaRPr lang="ru-RU" altLang="en-US" sz="2000" b="0"/>
          </a:p>
        </p:txBody>
      </p:sp>
      <p:sp>
        <p:nvSpPr>
          <p:cNvPr id="52234" name="Text Box 22">
            <a:extLst>
              <a:ext uri="{FF2B5EF4-FFF2-40B4-BE49-F238E27FC236}">
                <a16:creationId xmlns:a16="http://schemas.microsoft.com/office/drawing/2014/main" id="{B9167F44-BC95-3ACE-0F20-322333E55D71}"/>
              </a:ext>
            </a:extLst>
          </p:cNvPr>
          <p:cNvSpPr txBox="1">
            <a:spLocks noChangeArrowheads="1"/>
          </p:cNvSpPr>
          <p:nvPr/>
        </p:nvSpPr>
        <p:spPr bwMode="auto">
          <a:xfrm>
            <a:off x="2955925" y="3929063"/>
            <a:ext cx="673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00</a:t>
            </a:r>
            <a:endParaRPr lang="ru-RU" altLang="en-US" sz="2000" b="0"/>
          </a:p>
        </p:txBody>
      </p:sp>
      <p:sp>
        <p:nvSpPr>
          <p:cNvPr id="52235" name="Text Box 23">
            <a:extLst>
              <a:ext uri="{FF2B5EF4-FFF2-40B4-BE49-F238E27FC236}">
                <a16:creationId xmlns:a16="http://schemas.microsoft.com/office/drawing/2014/main" id="{EF80A8E9-0EB1-0B48-8313-0A984ED7233C}"/>
              </a:ext>
            </a:extLst>
          </p:cNvPr>
          <p:cNvSpPr txBox="1">
            <a:spLocks noChangeArrowheads="1"/>
          </p:cNvSpPr>
          <p:nvPr/>
        </p:nvSpPr>
        <p:spPr bwMode="auto">
          <a:xfrm>
            <a:off x="3413126" y="3932238"/>
            <a:ext cx="6699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01</a:t>
            </a:r>
            <a:endParaRPr lang="ru-RU" altLang="en-US" sz="2000" b="0"/>
          </a:p>
        </p:txBody>
      </p:sp>
      <p:sp>
        <p:nvSpPr>
          <p:cNvPr id="52236" name="Text Box 24">
            <a:extLst>
              <a:ext uri="{FF2B5EF4-FFF2-40B4-BE49-F238E27FC236}">
                <a16:creationId xmlns:a16="http://schemas.microsoft.com/office/drawing/2014/main" id="{DEB88FD8-7821-EC58-E168-C396D2F7ADA3}"/>
              </a:ext>
            </a:extLst>
          </p:cNvPr>
          <p:cNvSpPr txBox="1">
            <a:spLocks noChangeArrowheads="1"/>
          </p:cNvSpPr>
          <p:nvPr/>
        </p:nvSpPr>
        <p:spPr bwMode="auto">
          <a:xfrm>
            <a:off x="3868739" y="3932238"/>
            <a:ext cx="6937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11</a:t>
            </a:r>
            <a:endParaRPr lang="ru-RU" altLang="en-US" sz="2000" b="0"/>
          </a:p>
        </p:txBody>
      </p:sp>
      <p:sp>
        <p:nvSpPr>
          <p:cNvPr id="52237" name="Text Box 25">
            <a:extLst>
              <a:ext uri="{FF2B5EF4-FFF2-40B4-BE49-F238E27FC236}">
                <a16:creationId xmlns:a16="http://schemas.microsoft.com/office/drawing/2014/main" id="{03B2C9BE-A289-5ED1-47A4-E7065CA60EB5}"/>
              </a:ext>
            </a:extLst>
          </p:cNvPr>
          <p:cNvSpPr txBox="1">
            <a:spLocks noChangeArrowheads="1"/>
          </p:cNvSpPr>
          <p:nvPr/>
        </p:nvSpPr>
        <p:spPr bwMode="auto">
          <a:xfrm>
            <a:off x="4378326" y="3932238"/>
            <a:ext cx="657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10</a:t>
            </a:r>
            <a:endParaRPr lang="ru-RU" altLang="en-US" sz="2000" b="0"/>
          </a:p>
        </p:txBody>
      </p:sp>
      <p:sp>
        <p:nvSpPr>
          <p:cNvPr id="52238" name="Text Box 30">
            <a:extLst>
              <a:ext uri="{FF2B5EF4-FFF2-40B4-BE49-F238E27FC236}">
                <a16:creationId xmlns:a16="http://schemas.microsoft.com/office/drawing/2014/main" id="{83C72F01-459E-A0E1-A3EF-C69EF7EB3A3F}"/>
              </a:ext>
            </a:extLst>
          </p:cNvPr>
          <p:cNvSpPr txBox="1">
            <a:spLocks noChangeArrowheads="1"/>
          </p:cNvSpPr>
          <p:nvPr/>
        </p:nvSpPr>
        <p:spPr bwMode="auto">
          <a:xfrm>
            <a:off x="2533650" y="4292600"/>
            <a:ext cx="431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a:t>
            </a:r>
            <a:endParaRPr lang="ru-RU" altLang="en-US" sz="2000" b="0"/>
          </a:p>
        </p:txBody>
      </p:sp>
      <p:sp>
        <p:nvSpPr>
          <p:cNvPr id="52239" name="Text Box 31">
            <a:extLst>
              <a:ext uri="{FF2B5EF4-FFF2-40B4-BE49-F238E27FC236}">
                <a16:creationId xmlns:a16="http://schemas.microsoft.com/office/drawing/2014/main" id="{E63C45F0-EF58-C4DB-B029-9247630F4172}"/>
              </a:ext>
            </a:extLst>
          </p:cNvPr>
          <p:cNvSpPr txBox="1">
            <a:spLocks noChangeArrowheads="1"/>
          </p:cNvSpPr>
          <p:nvPr/>
        </p:nvSpPr>
        <p:spPr bwMode="auto">
          <a:xfrm>
            <a:off x="2547938" y="4637088"/>
            <a:ext cx="431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52240" name="Text Box 34">
            <a:extLst>
              <a:ext uri="{FF2B5EF4-FFF2-40B4-BE49-F238E27FC236}">
                <a16:creationId xmlns:a16="http://schemas.microsoft.com/office/drawing/2014/main" id="{BE3ABA9D-3298-5F34-F69D-C28E8F48FF09}"/>
              </a:ext>
            </a:extLst>
          </p:cNvPr>
          <p:cNvSpPr txBox="1">
            <a:spLocks noChangeArrowheads="1"/>
          </p:cNvSpPr>
          <p:nvPr/>
        </p:nvSpPr>
        <p:spPr bwMode="auto">
          <a:xfrm>
            <a:off x="3970338" y="4651375"/>
            <a:ext cx="431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52241" name="Text Box 35">
            <a:extLst>
              <a:ext uri="{FF2B5EF4-FFF2-40B4-BE49-F238E27FC236}">
                <a16:creationId xmlns:a16="http://schemas.microsoft.com/office/drawing/2014/main" id="{6EAC0462-9778-40AA-762A-65980D0DD474}"/>
              </a:ext>
            </a:extLst>
          </p:cNvPr>
          <p:cNvSpPr txBox="1">
            <a:spLocks noChangeArrowheads="1"/>
          </p:cNvSpPr>
          <p:nvPr/>
        </p:nvSpPr>
        <p:spPr bwMode="auto">
          <a:xfrm>
            <a:off x="4433888" y="4651375"/>
            <a:ext cx="431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52242" name="AutoShape 39">
            <a:extLst>
              <a:ext uri="{FF2B5EF4-FFF2-40B4-BE49-F238E27FC236}">
                <a16:creationId xmlns:a16="http://schemas.microsoft.com/office/drawing/2014/main" id="{0B978B6F-3710-2209-9993-7779C5034191}"/>
              </a:ext>
            </a:extLst>
          </p:cNvPr>
          <p:cNvSpPr>
            <a:spLocks noChangeArrowheads="1"/>
          </p:cNvSpPr>
          <p:nvPr/>
        </p:nvSpPr>
        <p:spPr bwMode="auto">
          <a:xfrm>
            <a:off x="3960813" y="4710114"/>
            <a:ext cx="792162" cy="306387"/>
          </a:xfrm>
          <a:prstGeom prst="roundRect">
            <a:avLst>
              <a:gd name="adj" fmla="val 16667"/>
            </a:avLst>
          </a:prstGeom>
          <a:noFill/>
          <a:ln w="25400">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solidFill>
                <a:srgbClr val="FF0000"/>
              </a:solidFill>
            </a:endParaRPr>
          </a:p>
        </p:txBody>
      </p:sp>
      <p:sp>
        <p:nvSpPr>
          <p:cNvPr id="2" name="AutoShape 40">
            <a:extLst>
              <a:ext uri="{FF2B5EF4-FFF2-40B4-BE49-F238E27FC236}">
                <a16:creationId xmlns:a16="http://schemas.microsoft.com/office/drawing/2014/main" id="{2B6C785D-50A9-436B-9309-C9B74BDC1612}"/>
              </a:ext>
            </a:extLst>
          </p:cNvPr>
          <p:cNvSpPr>
            <a:spLocks noChangeArrowheads="1"/>
          </p:cNvSpPr>
          <p:nvPr/>
        </p:nvSpPr>
        <p:spPr bwMode="auto">
          <a:xfrm rot="5400000">
            <a:off x="3848101" y="4497389"/>
            <a:ext cx="639763" cy="300037"/>
          </a:xfrm>
          <a:prstGeom prst="roundRect">
            <a:avLst>
              <a:gd name="adj" fmla="val 16667"/>
            </a:avLst>
          </a:prstGeom>
          <a:noFill/>
          <a:ln w="25400">
            <a:solidFill>
              <a:schemeClr val="accent1">
                <a:lumMod val="40000"/>
                <a:lumOff val="60000"/>
              </a:schemeClr>
            </a:solidFill>
            <a:round/>
            <a:headEnd/>
            <a:tailEnd/>
          </a:ln>
        </p:spPr>
        <p:txBody>
          <a:bodyPr rot="10800000" vert="eaVert" wrap="none" anchor="ctr"/>
          <a:lstStyle/>
          <a:p>
            <a:pPr eaLnBrk="1" hangingPunct="1">
              <a:defRPr/>
            </a:pPr>
            <a:endParaRPr lang="ru-RU" sz="2000">
              <a:solidFill>
                <a:srgbClr val="00CC99"/>
              </a:solidFill>
              <a:latin typeface="Arial" charset="0"/>
              <a:cs typeface="Arial" charset="0"/>
            </a:endParaRPr>
          </a:p>
        </p:txBody>
      </p:sp>
      <p:sp>
        <p:nvSpPr>
          <p:cNvPr id="52244" name="Text Box 20">
            <a:extLst>
              <a:ext uri="{FF2B5EF4-FFF2-40B4-BE49-F238E27FC236}">
                <a16:creationId xmlns:a16="http://schemas.microsoft.com/office/drawing/2014/main" id="{DEA7F13E-CA64-91E8-6772-1C49295A516A}"/>
              </a:ext>
            </a:extLst>
          </p:cNvPr>
          <p:cNvSpPr txBox="1">
            <a:spLocks noChangeArrowheads="1"/>
          </p:cNvSpPr>
          <p:nvPr/>
        </p:nvSpPr>
        <p:spPr bwMode="auto">
          <a:xfrm>
            <a:off x="7316788" y="3633788"/>
            <a:ext cx="576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y z</a:t>
            </a:r>
            <a:endParaRPr lang="ru-RU" altLang="en-US" sz="2000" b="0"/>
          </a:p>
        </p:txBody>
      </p:sp>
      <p:sp>
        <p:nvSpPr>
          <p:cNvPr id="27672" name="Rectangle 7">
            <a:extLst>
              <a:ext uri="{FF2B5EF4-FFF2-40B4-BE49-F238E27FC236}">
                <a16:creationId xmlns:a16="http://schemas.microsoft.com/office/drawing/2014/main" id="{A61E39A6-3987-4233-95FD-E156C1B3B576}"/>
              </a:ext>
            </a:extLst>
          </p:cNvPr>
          <p:cNvSpPr>
            <a:spLocks noChangeArrowheads="1"/>
          </p:cNvSpPr>
          <p:nvPr/>
        </p:nvSpPr>
        <p:spPr bwMode="auto">
          <a:xfrm>
            <a:off x="7612064" y="4267200"/>
            <a:ext cx="1944687" cy="776288"/>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eaLnBrk="1" hangingPunct="1">
              <a:defRPr/>
            </a:pPr>
            <a:endParaRPr lang="ru-RU" sz="2000">
              <a:latin typeface="Arial" charset="0"/>
              <a:cs typeface="Arial" charset="0"/>
            </a:endParaRPr>
          </a:p>
        </p:txBody>
      </p:sp>
      <p:sp>
        <p:nvSpPr>
          <p:cNvPr id="52246" name="Line 11">
            <a:extLst>
              <a:ext uri="{FF2B5EF4-FFF2-40B4-BE49-F238E27FC236}">
                <a16:creationId xmlns:a16="http://schemas.microsoft.com/office/drawing/2014/main" id="{2CB8B3FB-7090-11A0-D686-BB57594F3115}"/>
              </a:ext>
            </a:extLst>
          </p:cNvPr>
          <p:cNvSpPr>
            <a:spLocks noChangeShapeType="1"/>
          </p:cNvSpPr>
          <p:nvPr/>
        </p:nvSpPr>
        <p:spPr bwMode="auto">
          <a:xfrm>
            <a:off x="8567738" y="4281488"/>
            <a:ext cx="0" cy="755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7" name="Line 12">
            <a:extLst>
              <a:ext uri="{FF2B5EF4-FFF2-40B4-BE49-F238E27FC236}">
                <a16:creationId xmlns:a16="http://schemas.microsoft.com/office/drawing/2014/main" id="{A7367EDA-4A0C-4D42-C505-07B710B412B1}"/>
              </a:ext>
            </a:extLst>
          </p:cNvPr>
          <p:cNvSpPr>
            <a:spLocks noChangeShapeType="1"/>
          </p:cNvSpPr>
          <p:nvPr/>
        </p:nvSpPr>
        <p:spPr bwMode="auto">
          <a:xfrm>
            <a:off x="8088313" y="4267200"/>
            <a:ext cx="0" cy="755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8" name="Line 13">
            <a:extLst>
              <a:ext uri="{FF2B5EF4-FFF2-40B4-BE49-F238E27FC236}">
                <a16:creationId xmlns:a16="http://schemas.microsoft.com/office/drawing/2014/main" id="{34EC2E92-FEC4-7772-1F07-7F4118D36000}"/>
              </a:ext>
            </a:extLst>
          </p:cNvPr>
          <p:cNvSpPr>
            <a:spLocks noChangeShapeType="1"/>
          </p:cNvSpPr>
          <p:nvPr/>
        </p:nvSpPr>
        <p:spPr bwMode="auto">
          <a:xfrm>
            <a:off x="9045575" y="4267200"/>
            <a:ext cx="0" cy="755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9" name="Line 15">
            <a:extLst>
              <a:ext uri="{FF2B5EF4-FFF2-40B4-BE49-F238E27FC236}">
                <a16:creationId xmlns:a16="http://schemas.microsoft.com/office/drawing/2014/main" id="{F9615B31-339C-F88E-73AD-EC1144F37D9D}"/>
              </a:ext>
            </a:extLst>
          </p:cNvPr>
          <p:cNvSpPr>
            <a:spLocks noChangeShapeType="1"/>
          </p:cNvSpPr>
          <p:nvPr/>
        </p:nvSpPr>
        <p:spPr bwMode="auto">
          <a:xfrm>
            <a:off x="7604125" y="4656138"/>
            <a:ext cx="19446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0" name="Line 17">
            <a:extLst>
              <a:ext uri="{FF2B5EF4-FFF2-40B4-BE49-F238E27FC236}">
                <a16:creationId xmlns:a16="http://schemas.microsoft.com/office/drawing/2014/main" id="{0DF65AFE-1336-A85B-2848-9D18D62FEA18}"/>
              </a:ext>
            </a:extLst>
          </p:cNvPr>
          <p:cNvSpPr>
            <a:spLocks noChangeShapeType="1"/>
          </p:cNvSpPr>
          <p:nvPr/>
        </p:nvSpPr>
        <p:spPr bwMode="auto">
          <a:xfrm flipH="1" flipV="1">
            <a:off x="7300914" y="3962401"/>
            <a:ext cx="287337" cy="288925"/>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1" name="Text Box 21">
            <a:extLst>
              <a:ext uri="{FF2B5EF4-FFF2-40B4-BE49-F238E27FC236}">
                <a16:creationId xmlns:a16="http://schemas.microsoft.com/office/drawing/2014/main" id="{41BB5575-ADD0-448F-516A-EE3ED3394DF4}"/>
              </a:ext>
            </a:extLst>
          </p:cNvPr>
          <p:cNvSpPr txBox="1">
            <a:spLocks noChangeArrowheads="1"/>
          </p:cNvSpPr>
          <p:nvPr/>
        </p:nvSpPr>
        <p:spPr bwMode="auto">
          <a:xfrm>
            <a:off x="7199313" y="4033838"/>
            <a:ext cx="431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x</a:t>
            </a:r>
            <a:endParaRPr lang="ru-RU" altLang="en-US" sz="2000" b="0"/>
          </a:p>
        </p:txBody>
      </p:sp>
      <p:sp>
        <p:nvSpPr>
          <p:cNvPr id="52252" name="Text Box 26">
            <a:extLst>
              <a:ext uri="{FF2B5EF4-FFF2-40B4-BE49-F238E27FC236}">
                <a16:creationId xmlns:a16="http://schemas.microsoft.com/office/drawing/2014/main" id="{095F4976-8833-F828-ED09-05F044FB7F8B}"/>
              </a:ext>
            </a:extLst>
          </p:cNvPr>
          <p:cNvSpPr txBox="1">
            <a:spLocks noChangeArrowheads="1"/>
          </p:cNvSpPr>
          <p:nvPr/>
        </p:nvSpPr>
        <p:spPr bwMode="auto">
          <a:xfrm>
            <a:off x="9058276" y="3906838"/>
            <a:ext cx="5635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10</a:t>
            </a:r>
            <a:endParaRPr lang="ru-RU" altLang="en-US" sz="2000" b="0"/>
          </a:p>
        </p:txBody>
      </p:sp>
      <p:sp>
        <p:nvSpPr>
          <p:cNvPr id="52253" name="Text Box 27">
            <a:extLst>
              <a:ext uri="{FF2B5EF4-FFF2-40B4-BE49-F238E27FC236}">
                <a16:creationId xmlns:a16="http://schemas.microsoft.com/office/drawing/2014/main" id="{E60A0A6D-23C5-6CA9-451A-CBCAD4DA78EC}"/>
              </a:ext>
            </a:extLst>
          </p:cNvPr>
          <p:cNvSpPr txBox="1">
            <a:spLocks noChangeArrowheads="1"/>
          </p:cNvSpPr>
          <p:nvPr/>
        </p:nvSpPr>
        <p:spPr bwMode="auto">
          <a:xfrm>
            <a:off x="8582025" y="3906838"/>
            <a:ext cx="5857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11</a:t>
            </a:r>
            <a:endParaRPr lang="ru-RU" altLang="en-US" sz="2000" b="0"/>
          </a:p>
        </p:txBody>
      </p:sp>
      <p:sp>
        <p:nvSpPr>
          <p:cNvPr id="52254" name="Text Box 28">
            <a:extLst>
              <a:ext uri="{FF2B5EF4-FFF2-40B4-BE49-F238E27FC236}">
                <a16:creationId xmlns:a16="http://schemas.microsoft.com/office/drawing/2014/main" id="{F97EE31A-265D-B1FC-8FB1-11862EBACC0A}"/>
              </a:ext>
            </a:extLst>
          </p:cNvPr>
          <p:cNvSpPr txBox="1">
            <a:spLocks noChangeArrowheads="1"/>
          </p:cNvSpPr>
          <p:nvPr/>
        </p:nvSpPr>
        <p:spPr bwMode="auto">
          <a:xfrm>
            <a:off x="8107363" y="3906838"/>
            <a:ext cx="622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01</a:t>
            </a:r>
            <a:endParaRPr lang="ru-RU" altLang="en-US" sz="2000" b="0"/>
          </a:p>
        </p:txBody>
      </p:sp>
      <p:sp>
        <p:nvSpPr>
          <p:cNvPr id="52255" name="Text Box 29">
            <a:extLst>
              <a:ext uri="{FF2B5EF4-FFF2-40B4-BE49-F238E27FC236}">
                <a16:creationId xmlns:a16="http://schemas.microsoft.com/office/drawing/2014/main" id="{BF18A96F-A389-8A51-8DE7-BB0498BB90D2}"/>
              </a:ext>
            </a:extLst>
          </p:cNvPr>
          <p:cNvSpPr txBox="1">
            <a:spLocks noChangeArrowheads="1"/>
          </p:cNvSpPr>
          <p:nvPr/>
        </p:nvSpPr>
        <p:spPr bwMode="auto">
          <a:xfrm>
            <a:off x="7662863" y="3903663"/>
            <a:ext cx="673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00</a:t>
            </a:r>
            <a:endParaRPr lang="ru-RU" altLang="en-US" sz="2000" b="0"/>
          </a:p>
        </p:txBody>
      </p:sp>
      <p:sp>
        <p:nvSpPr>
          <p:cNvPr id="52256" name="Text Box 32">
            <a:extLst>
              <a:ext uri="{FF2B5EF4-FFF2-40B4-BE49-F238E27FC236}">
                <a16:creationId xmlns:a16="http://schemas.microsoft.com/office/drawing/2014/main" id="{E090ADFA-B5EE-4406-D596-2447BB8CAB7C}"/>
              </a:ext>
            </a:extLst>
          </p:cNvPr>
          <p:cNvSpPr txBox="1">
            <a:spLocks noChangeArrowheads="1"/>
          </p:cNvSpPr>
          <p:nvPr/>
        </p:nvSpPr>
        <p:spPr bwMode="auto">
          <a:xfrm>
            <a:off x="7185025" y="4643438"/>
            <a:ext cx="431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52257" name="Text Box 33">
            <a:extLst>
              <a:ext uri="{FF2B5EF4-FFF2-40B4-BE49-F238E27FC236}">
                <a16:creationId xmlns:a16="http://schemas.microsoft.com/office/drawing/2014/main" id="{648EA9F1-6D5E-6F68-FE60-928A62E14BA4}"/>
              </a:ext>
            </a:extLst>
          </p:cNvPr>
          <p:cNvSpPr txBox="1">
            <a:spLocks noChangeArrowheads="1"/>
          </p:cNvSpPr>
          <p:nvPr/>
        </p:nvSpPr>
        <p:spPr bwMode="auto">
          <a:xfrm>
            <a:off x="7185025" y="4265613"/>
            <a:ext cx="431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a:t>
            </a:r>
            <a:endParaRPr lang="ru-RU" altLang="en-US" sz="2000" b="0"/>
          </a:p>
        </p:txBody>
      </p:sp>
      <p:sp>
        <p:nvSpPr>
          <p:cNvPr id="52258" name="Text Box 36">
            <a:extLst>
              <a:ext uri="{FF2B5EF4-FFF2-40B4-BE49-F238E27FC236}">
                <a16:creationId xmlns:a16="http://schemas.microsoft.com/office/drawing/2014/main" id="{1910B9B6-F498-B8E9-AA35-C2A35D1D4C09}"/>
              </a:ext>
            </a:extLst>
          </p:cNvPr>
          <p:cNvSpPr txBox="1">
            <a:spLocks noChangeArrowheads="1"/>
          </p:cNvSpPr>
          <p:nvPr/>
        </p:nvSpPr>
        <p:spPr bwMode="auto">
          <a:xfrm>
            <a:off x="7632700" y="4249738"/>
            <a:ext cx="431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3" name="AutoShape 41">
            <a:extLst>
              <a:ext uri="{FF2B5EF4-FFF2-40B4-BE49-F238E27FC236}">
                <a16:creationId xmlns:a16="http://schemas.microsoft.com/office/drawing/2014/main" id="{4372A4FF-4BD8-473C-8481-B3276EBC5AB5}"/>
              </a:ext>
            </a:extLst>
          </p:cNvPr>
          <p:cNvSpPr>
            <a:spLocks noChangeArrowheads="1"/>
          </p:cNvSpPr>
          <p:nvPr/>
        </p:nvSpPr>
        <p:spPr bwMode="auto">
          <a:xfrm>
            <a:off x="7667626" y="4306889"/>
            <a:ext cx="792163" cy="306387"/>
          </a:xfrm>
          <a:prstGeom prst="roundRect">
            <a:avLst>
              <a:gd name="adj" fmla="val 16667"/>
            </a:avLst>
          </a:prstGeom>
          <a:noFill/>
          <a:ln w="25400">
            <a:solidFill>
              <a:schemeClr val="accent1">
                <a:lumMod val="40000"/>
                <a:lumOff val="60000"/>
              </a:schemeClr>
            </a:solidFill>
            <a:round/>
            <a:headEnd/>
            <a:tailEnd/>
          </a:ln>
        </p:spPr>
        <p:txBody>
          <a:bodyPr wrap="none" anchor="ctr"/>
          <a:lstStyle/>
          <a:p>
            <a:pPr eaLnBrk="1" hangingPunct="1">
              <a:defRPr/>
            </a:pPr>
            <a:endParaRPr lang="ru-RU" sz="2000">
              <a:solidFill>
                <a:srgbClr val="0099FF"/>
              </a:solidFill>
              <a:latin typeface="Arial" charset="0"/>
              <a:cs typeface="Arial" charset="0"/>
            </a:endParaRPr>
          </a:p>
        </p:txBody>
      </p:sp>
      <p:sp>
        <p:nvSpPr>
          <p:cNvPr id="52260" name="AutoShape 42">
            <a:extLst>
              <a:ext uri="{FF2B5EF4-FFF2-40B4-BE49-F238E27FC236}">
                <a16:creationId xmlns:a16="http://schemas.microsoft.com/office/drawing/2014/main" id="{DD1C31AB-138D-A7D3-93BF-E1EE0A59A19A}"/>
              </a:ext>
            </a:extLst>
          </p:cNvPr>
          <p:cNvSpPr>
            <a:spLocks noChangeArrowheads="1"/>
          </p:cNvSpPr>
          <p:nvPr/>
        </p:nvSpPr>
        <p:spPr bwMode="auto">
          <a:xfrm>
            <a:off x="8116888" y="4310064"/>
            <a:ext cx="792162" cy="320675"/>
          </a:xfrm>
          <a:prstGeom prst="roundRect">
            <a:avLst>
              <a:gd name="adj" fmla="val 16667"/>
            </a:avLst>
          </a:prstGeom>
          <a:noFill/>
          <a:ln w="25400">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1   1</a:t>
            </a:r>
            <a:endParaRPr lang="ru-RU" altLang="en-US" sz="2000" b="0"/>
          </a:p>
        </p:txBody>
      </p:sp>
      <p:sp>
        <p:nvSpPr>
          <p:cNvPr id="52261" name="Title 40">
            <a:extLst>
              <a:ext uri="{FF2B5EF4-FFF2-40B4-BE49-F238E27FC236}">
                <a16:creationId xmlns:a16="http://schemas.microsoft.com/office/drawing/2014/main" id="{2F97EBC7-54C4-A32F-7FEE-C7AA1C54B6A6}"/>
              </a:ext>
            </a:extLst>
          </p:cNvPr>
          <p:cNvSpPr>
            <a:spLocks noGrp="1" noChangeArrowheads="1"/>
          </p:cNvSpPr>
          <p:nvPr>
            <p:ph type="title"/>
          </p:nvPr>
        </p:nvSpPr>
        <p:spPr>
          <a:xfrm>
            <a:off x="-1" y="183402"/>
            <a:ext cx="11612880" cy="704088"/>
          </a:xfrm>
        </p:spPr>
        <p:txBody>
          <a:bodyPr>
            <a:normAutofit/>
          </a:bodyPr>
          <a:lstStyle/>
          <a:p>
            <a:r>
              <a:rPr lang="en-US" altLang="en-US" dirty="0"/>
              <a:t>Multiple Outputs  Functions  </a:t>
            </a:r>
            <a:endParaRPr lang="ru-RU" altLang="en-US" dirty="0"/>
          </a:p>
        </p:txBody>
      </p:sp>
      <p:sp>
        <p:nvSpPr>
          <p:cNvPr id="52262" name="Content Placeholder 42">
            <a:extLst>
              <a:ext uri="{FF2B5EF4-FFF2-40B4-BE49-F238E27FC236}">
                <a16:creationId xmlns:a16="http://schemas.microsoft.com/office/drawing/2014/main" id="{2B5E7D8B-775E-F7C0-48F8-A1198AAB633A}"/>
              </a:ext>
            </a:extLst>
          </p:cNvPr>
          <p:cNvSpPr>
            <a:spLocks noGrp="1" noChangeArrowheads="1"/>
          </p:cNvSpPr>
          <p:nvPr>
            <p:ph type="body" sz="quarter" idx="10"/>
          </p:nvPr>
        </p:nvSpPr>
        <p:spPr>
          <a:xfrm>
            <a:off x="457200" y="1188720"/>
            <a:ext cx="11277922" cy="5185186"/>
          </a:xfrm>
        </p:spPr>
        <p:txBody>
          <a:bodyPr/>
          <a:lstStyle/>
          <a:p>
            <a:r>
              <a:rPr lang="en-US" altLang="en-US" dirty="0"/>
              <a:t>f : Bn  → Bm</a:t>
            </a:r>
            <a:br>
              <a:rPr lang="en-US" altLang="en-US" dirty="0"/>
            </a:br>
            <a:r>
              <a:rPr lang="en-US" altLang="en-US" dirty="0"/>
              <a:t>In practice most of combinational circuits have multiple outputs.</a:t>
            </a:r>
          </a:p>
          <a:p>
            <a:r>
              <a:rPr lang="en-US" altLang="en-US" dirty="0"/>
              <a:t>Example 1:</a:t>
            </a:r>
          </a:p>
          <a:p>
            <a:pPr marL="0" indent="0">
              <a:buNone/>
            </a:pPr>
            <a:r>
              <a:rPr lang="en-US" altLang="en-US" sz="2000" dirty="0"/>
              <a:t>Consider the following functions:</a:t>
            </a:r>
          </a:p>
          <a:p>
            <a:pPr marL="0" indent="0">
              <a:buNone/>
            </a:pPr>
            <a:r>
              <a:rPr lang="en-US" altLang="en-US" sz="2000" dirty="0"/>
              <a:t>F = </a:t>
            </a:r>
            <a:r>
              <a:rPr lang="en-US" altLang="en-US" sz="2000" dirty="0">
                <a:sym typeface="Symbol" panose="05050102010706020507" pitchFamily="18" charset="2"/>
              </a:rPr>
              <a:t></a:t>
            </a:r>
            <a:r>
              <a:rPr lang="en-US" altLang="en-US" sz="2000" dirty="0" err="1">
                <a:sym typeface="Symbol" panose="05050102010706020507" pitchFamily="18" charset="2"/>
              </a:rPr>
              <a:t>x,y,z</a:t>
            </a:r>
            <a:r>
              <a:rPr lang="en-US" altLang="en-US" sz="2000" dirty="0">
                <a:sym typeface="Symbol" panose="05050102010706020507" pitchFamily="18" charset="2"/>
              </a:rPr>
              <a:t> (3,6,7)</a:t>
            </a:r>
          </a:p>
          <a:p>
            <a:pPr marL="0" indent="0">
              <a:buNone/>
            </a:pPr>
            <a:r>
              <a:rPr lang="en-US" altLang="en-US" sz="2000" dirty="0">
                <a:sym typeface="Symbol" panose="05050102010706020507" pitchFamily="18" charset="2"/>
              </a:rPr>
              <a:t>G = </a:t>
            </a:r>
            <a:r>
              <a:rPr lang="en-US" altLang="en-US" sz="2000" dirty="0" err="1">
                <a:sym typeface="Symbol" panose="05050102010706020507" pitchFamily="18" charset="2"/>
              </a:rPr>
              <a:t>x,y,z</a:t>
            </a:r>
            <a:r>
              <a:rPr lang="en-US" altLang="en-US" sz="2000" dirty="0">
                <a:sym typeface="Symbol" panose="05050102010706020507" pitchFamily="18" charset="2"/>
              </a:rPr>
              <a:t> (0,1,3)</a:t>
            </a:r>
            <a:endParaRPr lang="ru-RU" altLang="en-US" sz="2000" dirty="0"/>
          </a:p>
          <a:p>
            <a:endParaRPr lang="en-US" altLang="en-US" dirty="0"/>
          </a:p>
          <a:p>
            <a:pPr marL="0" indent="0">
              <a:buNone/>
            </a:pPr>
            <a:endParaRPr lang="en-US" altLang="en-US" dirty="0"/>
          </a:p>
          <a:p>
            <a:pPr marL="0" indent="0">
              <a:buNone/>
            </a:pPr>
            <a:endParaRPr lang="en-US" altLang="en-US" dirty="0"/>
          </a:p>
          <a:p>
            <a:pPr marL="0" indent="0">
              <a:buNone/>
            </a:pPr>
            <a:r>
              <a:rPr lang="en-US" altLang="en-US" dirty="0"/>
              <a:t>                F = </a:t>
            </a:r>
            <a:r>
              <a:rPr lang="en-US" altLang="en-US" dirty="0" err="1"/>
              <a:t>x·y</a:t>
            </a:r>
            <a:r>
              <a:rPr lang="en-US" altLang="en-US" dirty="0"/>
              <a:t> + </a:t>
            </a:r>
            <a:r>
              <a:rPr lang="en-US" altLang="en-US" dirty="0" err="1"/>
              <a:t>y·z</a:t>
            </a:r>
            <a:r>
              <a:rPr lang="en-US" altLang="en-US" dirty="0"/>
              <a:t>;                                                   G = </a:t>
            </a:r>
            <a:r>
              <a:rPr lang="en-US" altLang="en-US" dirty="0" err="1"/>
              <a:t>x'·y</a:t>
            </a:r>
            <a:r>
              <a:rPr lang="en-US" altLang="en-US" dirty="0"/>
              <a:t>‘ + </a:t>
            </a:r>
            <a:r>
              <a:rPr lang="en-US" altLang="en-US" dirty="0" err="1"/>
              <a:t>x'·z</a:t>
            </a:r>
            <a:r>
              <a:rPr lang="en-US" altLang="en-US" dirty="0"/>
              <a:t>;</a:t>
            </a:r>
            <a:endParaRPr lang="ru-RU" altLang="en-US"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Text Box 47">
            <a:extLst>
              <a:ext uri="{FF2B5EF4-FFF2-40B4-BE49-F238E27FC236}">
                <a16:creationId xmlns:a16="http://schemas.microsoft.com/office/drawing/2014/main" id="{DFC95908-367B-F1E6-0D0D-532E88EA8795}"/>
              </a:ext>
            </a:extLst>
          </p:cNvPr>
          <p:cNvSpPr txBox="1">
            <a:spLocks noChangeArrowheads="1"/>
          </p:cNvSpPr>
          <p:nvPr/>
        </p:nvSpPr>
        <p:spPr bwMode="auto">
          <a:xfrm>
            <a:off x="7870826" y="2232025"/>
            <a:ext cx="2441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F = x·y +y·z</a:t>
            </a:r>
          </a:p>
        </p:txBody>
      </p:sp>
      <p:grpSp>
        <p:nvGrpSpPr>
          <p:cNvPr id="54276" name="Group 51">
            <a:extLst>
              <a:ext uri="{FF2B5EF4-FFF2-40B4-BE49-F238E27FC236}">
                <a16:creationId xmlns:a16="http://schemas.microsoft.com/office/drawing/2014/main" id="{A269A98A-0C9E-0CC1-BB65-218593737AF0}"/>
              </a:ext>
            </a:extLst>
          </p:cNvPr>
          <p:cNvGrpSpPr>
            <a:grpSpLocks/>
          </p:cNvGrpSpPr>
          <p:nvPr/>
        </p:nvGrpSpPr>
        <p:grpSpPr bwMode="auto">
          <a:xfrm>
            <a:off x="2922589" y="1864097"/>
            <a:ext cx="6554787" cy="3273054"/>
            <a:chOff x="1403350" y="1874669"/>
            <a:chExt cx="6707497" cy="3416469"/>
          </a:xfrm>
        </p:grpSpPr>
        <p:sp>
          <p:nvSpPr>
            <p:cNvPr id="54277" name="Line 62">
              <a:extLst>
                <a:ext uri="{FF2B5EF4-FFF2-40B4-BE49-F238E27FC236}">
                  <a16:creationId xmlns:a16="http://schemas.microsoft.com/office/drawing/2014/main" id="{7893AA36-F70C-FA33-BFE8-1C2E7CD588D1}"/>
                </a:ext>
              </a:extLst>
            </p:cNvPr>
            <p:cNvSpPr>
              <a:spLocks noChangeShapeType="1"/>
            </p:cNvSpPr>
            <p:nvPr/>
          </p:nvSpPr>
          <p:spPr bwMode="auto">
            <a:xfrm>
              <a:off x="4541838" y="2147888"/>
              <a:ext cx="5032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78" name="Line 63">
              <a:extLst>
                <a:ext uri="{FF2B5EF4-FFF2-40B4-BE49-F238E27FC236}">
                  <a16:creationId xmlns:a16="http://schemas.microsoft.com/office/drawing/2014/main" id="{60EC8C2F-80EE-51E4-F00B-CB037BF3314D}"/>
                </a:ext>
              </a:extLst>
            </p:cNvPr>
            <p:cNvSpPr>
              <a:spLocks noChangeShapeType="1"/>
            </p:cNvSpPr>
            <p:nvPr/>
          </p:nvSpPr>
          <p:spPr bwMode="auto">
            <a:xfrm>
              <a:off x="5953125" y="2636838"/>
              <a:ext cx="8270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79" name="Line 64">
              <a:extLst>
                <a:ext uri="{FF2B5EF4-FFF2-40B4-BE49-F238E27FC236}">
                  <a16:creationId xmlns:a16="http://schemas.microsoft.com/office/drawing/2014/main" id="{3A493F90-90B8-12AA-78B2-B1948D25EDF1}"/>
                </a:ext>
              </a:extLst>
            </p:cNvPr>
            <p:cNvSpPr>
              <a:spLocks noChangeShapeType="1"/>
            </p:cNvSpPr>
            <p:nvPr/>
          </p:nvSpPr>
          <p:spPr bwMode="auto">
            <a:xfrm>
              <a:off x="5953125" y="4538663"/>
              <a:ext cx="8270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0" name="Line 65">
              <a:extLst>
                <a:ext uri="{FF2B5EF4-FFF2-40B4-BE49-F238E27FC236}">
                  <a16:creationId xmlns:a16="http://schemas.microsoft.com/office/drawing/2014/main" id="{0B0676CE-1C66-C487-13AC-2F8DAFA5C1C8}"/>
                </a:ext>
              </a:extLst>
            </p:cNvPr>
            <p:cNvSpPr>
              <a:spLocks noChangeShapeType="1"/>
            </p:cNvSpPr>
            <p:nvPr/>
          </p:nvSpPr>
          <p:spPr bwMode="auto">
            <a:xfrm>
              <a:off x="2152650" y="1989138"/>
              <a:ext cx="1803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 name="Group 66">
              <a:extLst>
                <a:ext uri="{FF2B5EF4-FFF2-40B4-BE49-F238E27FC236}">
                  <a16:creationId xmlns:a16="http://schemas.microsoft.com/office/drawing/2014/main" id="{549AEF30-3FDB-4EEC-955E-1F0909048263}"/>
                </a:ext>
              </a:extLst>
            </p:cNvPr>
            <p:cNvGrpSpPr>
              <a:grpSpLocks/>
            </p:cNvGrpSpPr>
            <p:nvPr/>
          </p:nvGrpSpPr>
          <p:grpSpPr bwMode="auto">
            <a:xfrm>
              <a:off x="2789238" y="3644900"/>
              <a:ext cx="534987" cy="517525"/>
              <a:chOff x="894" y="2432"/>
              <a:chExt cx="337" cy="326"/>
            </a:xfrm>
            <a:solidFill>
              <a:schemeClr val="accent1"/>
            </a:solidFill>
          </p:grpSpPr>
          <p:sp>
            <p:nvSpPr>
              <p:cNvPr id="31792" name="AutoShape 67">
                <a:extLst>
                  <a:ext uri="{FF2B5EF4-FFF2-40B4-BE49-F238E27FC236}">
                    <a16:creationId xmlns:a16="http://schemas.microsoft.com/office/drawing/2014/main" id="{81A9B232-C02C-406E-9E02-31CA06F9E4A1}"/>
                  </a:ext>
                </a:extLst>
              </p:cNvPr>
              <p:cNvSpPr>
                <a:spLocks noChangeArrowheads="1"/>
              </p:cNvSpPr>
              <p:nvPr/>
            </p:nvSpPr>
            <p:spPr bwMode="auto">
              <a:xfrm rot="5400000">
                <a:off x="860" y="2466"/>
                <a:ext cx="326" cy="258"/>
              </a:xfrm>
              <a:prstGeom prst="triangle">
                <a:avLst>
                  <a:gd name="adj" fmla="val 50000"/>
                </a:avLst>
              </a:prstGeom>
              <a:grpFill/>
              <a:ln w="2857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31793" name="Oval 68">
                <a:extLst>
                  <a:ext uri="{FF2B5EF4-FFF2-40B4-BE49-F238E27FC236}">
                    <a16:creationId xmlns:a16="http://schemas.microsoft.com/office/drawing/2014/main" id="{F7759BB8-7C5B-4F61-87AF-6A19FF95B8E7}"/>
                  </a:ext>
                </a:extLst>
              </p:cNvPr>
              <p:cNvSpPr>
                <a:spLocks noChangeArrowheads="1"/>
              </p:cNvSpPr>
              <p:nvPr/>
            </p:nvSpPr>
            <p:spPr bwMode="auto">
              <a:xfrm>
                <a:off x="1154" y="2558"/>
                <a:ext cx="77" cy="77"/>
              </a:xfrm>
              <a:prstGeom prst="ellipse">
                <a:avLst/>
              </a:prstGeom>
              <a:grpFill/>
              <a:ln w="28575">
                <a:solidFill>
                  <a:schemeClr val="tx1"/>
                </a:solidFill>
                <a:round/>
                <a:headEnd/>
                <a:tailEnd/>
              </a:ln>
            </p:spPr>
            <p:txBody>
              <a:bodyPr wrap="none" anchor="ctr"/>
              <a:lstStyle/>
              <a:p>
                <a:pPr eaLnBrk="1" hangingPunct="1">
                  <a:defRPr/>
                </a:pPr>
                <a:endParaRPr lang="ru-RU">
                  <a:latin typeface="Arial" charset="0"/>
                  <a:cs typeface="Arial" charset="0"/>
                </a:endParaRPr>
              </a:p>
            </p:txBody>
          </p:sp>
        </p:grpSp>
        <p:sp>
          <p:nvSpPr>
            <p:cNvPr id="54282" name="Line 69">
              <a:extLst>
                <a:ext uri="{FF2B5EF4-FFF2-40B4-BE49-F238E27FC236}">
                  <a16:creationId xmlns:a16="http://schemas.microsoft.com/office/drawing/2014/main" id="{E6F2A63A-9D6B-D848-EAD6-4D3FF490306E}"/>
                </a:ext>
              </a:extLst>
            </p:cNvPr>
            <p:cNvSpPr>
              <a:spLocks noChangeShapeType="1"/>
            </p:cNvSpPr>
            <p:nvPr/>
          </p:nvSpPr>
          <p:spPr bwMode="auto">
            <a:xfrm>
              <a:off x="3319463" y="3905250"/>
              <a:ext cx="6492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3" name="Line 70">
              <a:extLst>
                <a:ext uri="{FF2B5EF4-FFF2-40B4-BE49-F238E27FC236}">
                  <a16:creationId xmlns:a16="http://schemas.microsoft.com/office/drawing/2014/main" id="{F745807C-0610-2A6B-7353-F5EC5A60324D}"/>
                </a:ext>
              </a:extLst>
            </p:cNvPr>
            <p:cNvSpPr>
              <a:spLocks noChangeShapeType="1"/>
            </p:cNvSpPr>
            <p:nvPr/>
          </p:nvSpPr>
          <p:spPr bwMode="auto">
            <a:xfrm>
              <a:off x="2468014" y="3903663"/>
              <a:ext cx="3063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4" name="Line 71">
              <a:extLst>
                <a:ext uri="{FF2B5EF4-FFF2-40B4-BE49-F238E27FC236}">
                  <a16:creationId xmlns:a16="http://schemas.microsoft.com/office/drawing/2014/main" id="{57B97D2F-CF01-6E41-6E70-419E5CEA7058}"/>
                </a:ext>
              </a:extLst>
            </p:cNvPr>
            <p:cNvSpPr>
              <a:spLocks noChangeShapeType="1"/>
            </p:cNvSpPr>
            <p:nvPr/>
          </p:nvSpPr>
          <p:spPr bwMode="auto">
            <a:xfrm>
              <a:off x="1736725" y="3286125"/>
              <a:ext cx="22320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5" name="Line 72">
              <a:extLst>
                <a:ext uri="{FF2B5EF4-FFF2-40B4-BE49-F238E27FC236}">
                  <a16:creationId xmlns:a16="http://schemas.microsoft.com/office/drawing/2014/main" id="{AC00463E-FF93-8C3D-4BF9-83D15A8E875D}"/>
                </a:ext>
              </a:extLst>
            </p:cNvPr>
            <p:cNvSpPr>
              <a:spLocks noChangeShapeType="1"/>
            </p:cNvSpPr>
            <p:nvPr/>
          </p:nvSpPr>
          <p:spPr bwMode="auto">
            <a:xfrm>
              <a:off x="4556125" y="3121025"/>
              <a:ext cx="5032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6" name="Line 73">
              <a:extLst>
                <a:ext uri="{FF2B5EF4-FFF2-40B4-BE49-F238E27FC236}">
                  <a16:creationId xmlns:a16="http://schemas.microsoft.com/office/drawing/2014/main" id="{0EDB39F4-AC7E-F4D6-71ED-A791143E3B00}"/>
                </a:ext>
              </a:extLst>
            </p:cNvPr>
            <p:cNvSpPr>
              <a:spLocks noChangeShapeType="1"/>
            </p:cNvSpPr>
            <p:nvPr/>
          </p:nvSpPr>
          <p:spPr bwMode="auto">
            <a:xfrm>
              <a:off x="5059363" y="2798763"/>
              <a:ext cx="0" cy="3317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7" name="Line 74">
              <a:extLst>
                <a:ext uri="{FF2B5EF4-FFF2-40B4-BE49-F238E27FC236}">
                  <a16:creationId xmlns:a16="http://schemas.microsoft.com/office/drawing/2014/main" id="{FC62096A-8616-312B-F7BE-FF690061970D}"/>
                </a:ext>
              </a:extLst>
            </p:cNvPr>
            <p:cNvSpPr>
              <a:spLocks noChangeShapeType="1"/>
            </p:cNvSpPr>
            <p:nvPr/>
          </p:nvSpPr>
          <p:spPr bwMode="auto">
            <a:xfrm>
              <a:off x="5045075" y="2478088"/>
              <a:ext cx="4540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8" name="Line 75">
              <a:extLst>
                <a:ext uri="{FF2B5EF4-FFF2-40B4-BE49-F238E27FC236}">
                  <a16:creationId xmlns:a16="http://schemas.microsoft.com/office/drawing/2014/main" id="{A7CD7270-3D9D-31ED-4D61-6AC79C256C24}"/>
                </a:ext>
              </a:extLst>
            </p:cNvPr>
            <p:cNvSpPr>
              <a:spLocks noChangeShapeType="1"/>
            </p:cNvSpPr>
            <p:nvPr/>
          </p:nvSpPr>
          <p:spPr bwMode="auto">
            <a:xfrm>
              <a:off x="5060950" y="2797175"/>
              <a:ext cx="4540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9" name="Line 76">
              <a:extLst>
                <a:ext uri="{FF2B5EF4-FFF2-40B4-BE49-F238E27FC236}">
                  <a16:creationId xmlns:a16="http://schemas.microsoft.com/office/drawing/2014/main" id="{E376853A-201B-9283-3285-EB7DD1CD2ADF}"/>
                </a:ext>
              </a:extLst>
            </p:cNvPr>
            <p:cNvSpPr>
              <a:spLocks noChangeShapeType="1"/>
            </p:cNvSpPr>
            <p:nvPr/>
          </p:nvSpPr>
          <p:spPr bwMode="auto">
            <a:xfrm>
              <a:off x="2455863" y="2335213"/>
              <a:ext cx="15049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0" name="Line 77">
              <a:extLst>
                <a:ext uri="{FF2B5EF4-FFF2-40B4-BE49-F238E27FC236}">
                  <a16:creationId xmlns:a16="http://schemas.microsoft.com/office/drawing/2014/main" id="{37F57DB3-C48D-5A49-FCC1-37CB99507022}"/>
                </a:ext>
              </a:extLst>
            </p:cNvPr>
            <p:cNvSpPr>
              <a:spLocks noChangeShapeType="1"/>
            </p:cNvSpPr>
            <p:nvPr/>
          </p:nvSpPr>
          <p:spPr bwMode="auto">
            <a:xfrm>
              <a:off x="2470150" y="2982913"/>
              <a:ext cx="1493838"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4291" name="Line 78">
              <a:extLst>
                <a:ext uri="{FF2B5EF4-FFF2-40B4-BE49-F238E27FC236}">
                  <a16:creationId xmlns:a16="http://schemas.microsoft.com/office/drawing/2014/main" id="{231026B3-2673-6583-4717-DC9FB0B8A6B6}"/>
                </a:ext>
              </a:extLst>
            </p:cNvPr>
            <p:cNvSpPr>
              <a:spLocks noChangeShapeType="1"/>
            </p:cNvSpPr>
            <p:nvPr/>
          </p:nvSpPr>
          <p:spPr bwMode="auto">
            <a:xfrm flipH="1">
              <a:off x="1763713" y="2982913"/>
              <a:ext cx="68421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2" name="Line 79">
              <a:extLst>
                <a:ext uri="{FF2B5EF4-FFF2-40B4-BE49-F238E27FC236}">
                  <a16:creationId xmlns:a16="http://schemas.microsoft.com/office/drawing/2014/main" id="{0F45BE21-58D1-2811-73FC-092F69A509AE}"/>
                </a:ext>
              </a:extLst>
            </p:cNvPr>
            <p:cNvSpPr>
              <a:spLocks noChangeShapeType="1"/>
            </p:cNvSpPr>
            <p:nvPr/>
          </p:nvSpPr>
          <p:spPr bwMode="auto">
            <a:xfrm>
              <a:off x="1765300" y="2665413"/>
              <a:ext cx="395288"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4293" name="Text Box 80">
              <a:extLst>
                <a:ext uri="{FF2B5EF4-FFF2-40B4-BE49-F238E27FC236}">
                  <a16:creationId xmlns:a16="http://schemas.microsoft.com/office/drawing/2014/main" id="{389B80A9-2CD5-91D8-F6A0-F7C54E928FA8}"/>
                </a:ext>
              </a:extLst>
            </p:cNvPr>
            <p:cNvSpPr txBox="1">
              <a:spLocks noChangeArrowheads="1"/>
            </p:cNvSpPr>
            <p:nvPr/>
          </p:nvSpPr>
          <p:spPr bwMode="auto">
            <a:xfrm>
              <a:off x="1404938" y="3118550"/>
              <a:ext cx="576262" cy="417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z</a:t>
              </a:r>
              <a:endParaRPr lang="ru-RU" altLang="en-US" sz="2000" b="0"/>
            </a:p>
          </p:txBody>
        </p:sp>
        <p:sp>
          <p:nvSpPr>
            <p:cNvPr id="54294" name="Text Box 81">
              <a:extLst>
                <a:ext uri="{FF2B5EF4-FFF2-40B4-BE49-F238E27FC236}">
                  <a16:creationId xmlns:a16="http://schemas.microsoft.com/office/drawing/2014/main" id="{C76A8228-E497-D1E7-6E90-7EFFADBD75B5}"/>
                </a:ext>
              </a:extLst>
            </p:cNvPr>
            <p:cNvSpPr txBox="1">
              <a:spLocks noChangeArrowheads="1"/>
            </p:cNvSpPr>
            <p:nvPr/>
          </p:nvSpPr>
          <p:spPr bwMode="auto">
            <a:xfrm>
              <a:off x="1433513" y="2413700"/>
              <a:ext cx="576262" cy="417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x</a:t>
              </a:r>
              <a:endParaRPr lang="ru-RU" altLang="en-US" sz="2000" b="0"/>
            </a:p>
          </p:txBody>
        </p:sp>
        <p:sp>
          <p:nvSpPr>
            <p:cNvPr id="54295" name="Text Box 82">
              <a:extLst>
                <a:ext uri="{FF2B5EF4-FFF2-40B4-BE49-F238E27FC236}">
                  <a16:creationId xmlns:a16="http://schemas.microsoft.com/office/drawing/2014/main" id="{A0438E33-F439-B33A-BD16-430DA67500F4}"/>
                </a:ext>
              </a:extLst>
            </p:cNvPr>
            <p:cNvSpPr txBox="1">
              <a:spLocks noChangeArrowheads="1"/>
            </p:cNvSpPr>
            <p:nvPr/>
          </p:nvSpPr>
          <p:spPr bwMode="auto">
            <a:xfrm>
              <a:off x="1403350" y="2775650"/>
              <a:ext cx="576263" cy="417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y</a:t>
              </a:r>
              <a:endParaRPr lang="ru-RU" altLang="en-US" sz="2000" b="0"/>
            </a:p>
          </p:txBody>
        </p:sp>
        <p:sp>
          <p:nvSpPr>
            <p:cNvPr id="54296" name="Line 83">
              <a:extLst>
                <a:ext uri="{FF2B5EF4-FFF2-40B4-BE49-F238E27FC236}">
                  <a16:creationId xmlns:a16="http://schemas.microsoft.com/office/drawing/2014/main" id="{9920887A-0959-A720-6F0F-287ACB6D5E45}"/>
                </a:ext>
              </a:extLst>
            </p:cNvPr>
            <p:cNvSpPr>
              <a:spLocks noChangeShapeType="1"/>
            </p:cNvSpPr>
            <p:nvPr/>
          </p:nvSpPr>
          <p:spPr bwMode="auto">
            <a:xfrm flipV="1">
              <a:off x="2470150" y="2343150"/>
              <a:ext cx="0" cy="15478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7" name="Line 84">
              <a:extLst>
                <a:ext uri="{FF2B5EF4-FFF2-40B4-BE49-F238E27FC236}">
                  <a16:creationId xmlns:a16="http://schemas.microsoft.com/office/drawing/2014/main" id="{1F4171AF-5B7C-E106-D294-199379A4546D}"/>
                </a:ext>
              </a:extLst>
            </p:cNvPr>
            <p:cNvSpPr>
              <a:spLocks noChangeShapeType="1"/>
            </p:cNvSpPr>
            <p:nvPr/>
          </p:nvSpPr>
          <p:spPr bwMode="auto">
            <a:xfrm>
              <a:off x="5045075" y="2147888"/>
              <a:ext cx="0" cy="323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8" name="Line 85">
              <a:extLst>
                <a:ext uri="{FF2B5EF4-FFF2-40B4-BE49-F238E27FC236}">
                  <a16:creationId xmlns:a16="http://schemas.microsoft.com/office/drawing/2014/main" id="{EDF9D4E7-DA31-293E-6D49-13586FF0640F}"/>
                </a:ext>
              </a:extLst>
            </p:cNvPr>
            <p:cNvSpPr>
              <a:spLocks noChangeShapeType="1"/>
            </p:cNvSpPr>
            <p:nvPr/>
          </p:nvSpPr>
          <p:spPr bwMode="auto">
            <a:xfrm>
              <a:off x="4540250" y="4049713"/>
              <a:ext cx="5032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9" name="Line 86">
              <a:extLst>
                <a:ext uri="{FF2B5EF4-FFF2-40B4-BE49-F238E27FC236}">
                  <a16:creationId xmlns:a16="http://schemas.microsoft.com/office/drawing/2014/main" id="{A6D32F0F-F674-DEFF-7603-6C29DCAE1340}"/>
                </a:ext>
              </a:extLst>
            </p:cNvPr>
            <p:cNvSpPr>
              <a:spLocks noChangeShapeType="1"/>
            </p:cNvSpPr>
            <p:nvPr/>
          </p:nvSpPr>
          <p:spPr bwMode="auto">
            <a:xfrm>
              <a:off x="4554538" y="5033659"/>
              <a:ext cx="49586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0" name="Line 87">
              <a:extLst>
                <a:ext uri="{FF2B5EF4-FFF2-40B4-BE49-F238E27FC236}">
                  <a16:creationId xmlns:a16="http://schemas.microsoft.com/office/drawing/2014/main" id="{8C566B78-D6F5-BE0F-C114-483EDF8E0629}"/>
                </a:ext>
              </a:extLst>
            </p:cNvPr>
            <p:cNvSpPr>
              <a:spLocks noChangeShapeType="1"/>
            </p:cNvSpPr>
            <p:nvPr/>
          </p:nvSpPr>
          <p:spPr bwMode="auto">
            <a:xfrm>
              <a:off x="5045075" y="4046538"/>
              <a:ext cx="0" cy="323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1" name="Line 88">
              <a:extLst>
                <a:ext uri="{FF2B5EF4-FFF2-40B4-BE49-F238E27FC236}">
                  <a16:creationId xmlns:a16="http://schemas.microsoft.com/office/drawing/2014/main" id="{B1C736AF-D2F7-B837-EC8E-7F127C895AB6}"/>
                </a:ext>
              </a:extLst>
            </p:cNvPr>
            <p:cNvSpPr>
              <a:spLocks noChangeShapeType="1"/>
            </p:cNvSpPr>
            <p:nvPr/>
          </p:nvSpPr>
          <p:spPr bwMode="auto">
            <a:xfrm>
              <a:off x="5045075" y="4675492"/>
              <a:ext cx="0" cy="3531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2" name="Line 89">
              <a:extLst>
                <a:ext uri="{FF2B5EF4-FFF2-40B4-BE49-F238E27FC236}">
                  <a16:creationId xmlns:a16="http://schemas.microsoft.com/office/drawing/2014/main" id="{1B1E65C1-FC6B-8AC7-6E71-AEED2D679BE4}"/>
                </a:ext>
              </a:extLst>
            </p:cNvPr>
            <p:cNvSpPr>
              <a:spLocks noChangeShapeType="1"/>
            </p:cNvSpPr>
            <p:nvPr/>
          </p:nvSpPr>
          <p:spPr bwMode="auto">
            <a:xfrm>
              <a:off x="5045075" y="4365625"/>
              <a:ext cx="4540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3" name="Line 90">
              <a:extLst>
                <a:ext uri="{FF2B5EF4-FFF2-40B4-BE49-F238E27FC236}">
                  <a16:creationId xmlns:a16="http://schemas.microsoft.com/office/drawing/2014/main" id="{88025A9A-412D-E1E0-E0F0-2532183F9FD0}"/>
                </a:ext>
              </a:extLst>
            </p:cNvPr>
            <p:cNvSpPr>
              <a:spLocks noChangeShapeType="1"/>
            </p:cNvSpPr>
            <p:nvPr/>
          </p:nvSpPr>
          <p:spPr bwMode="auto">
            <a:xfrm>
              <a:off x="5045075" y="4684713"/>
              <a:ext cx="4540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 name="Group 91">
              <a:extLst>
                <a:ext uri="{FF2B5EF4-FFF2-40B4-BE49-F238E27FC236}">
                  <a16:creationId xmlns:a16="http://schemas.microsoft.com/office/drawing/2014/main" id="{4913818E-3CC5-4C09-A641-7E59AEB4BBA6}"/>
                </a:ext>
              </a:extLst>
            </p:cNvPr>
            <p:cNvGrpSpPr>
              <a:grpSpLocks/>
            </p:cNvGrpSpPr>
            <p:nvPr/>
          </p:nvGrpSpPr>
          <p:grpSpPr bwMode="auto">
            <a:xfrm>
              <a:off x="2774950" y="4327525"/>
              <a:ext cx="534988" cy="517525"/>
              <a:chOff x="894" y="2432"/>
              <a:chExt cx="337" cy="326"/>
            </a:xfrm>
            <a:solidFill>
              <a:schemeClr val="accent1"/>
            </a:solidFill>
          </p:grpSpPr>
          <p:sp>
            <p:nvSpPr>
              <p:cNvPr id="31790" name="AutoShape 92">
                <a:extLst>
                  <a:ext uri="{FF2B5EF4-FFF2-40B4-BE49-F238E27FC236}">
                    <a16:creationId xmlns:a16="http://schemas.microsoft.com/office/drawing/2014/main" id="{69EFFC3F-20B9-47B4-976A-1733BEC866DA}"/>
                  </a:ext>
                </a:extLst>
              </p:cNvPr>
              <p:cNvSpPr>
                <a:spLocks noChangeArrowheads="1"/>
              </p:cNvSpPr>
              <p:nvPr/>
            </p:nvSpPr>
            <p:spPr bwMode="auto">
              <a:xfrm rot="5400000">
                <a:off x="860" y="2466"/>
                <a:ext cx="326" cy="258"/>
              </a:xfrm>
              <a:prstGeom prst="triangle">
                <a:avLst>
                  <a:gd name="adj" fmla="val 50000"/>
                </a:avLst>
              </a:prstGeom>
              <a:grpFill/>
              <a:ln w="2857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31791" name="Oval 93">
                <a:extLst>
                  <a:ext uri="{FF2B5EF4-FFF2-40B4-BE49-F238E27FC236}">
                    <a16:creationId xmlns:a16="http://schemas.microsoft.com/office/drawing/2014/main" id="{1D2B98FB-EC9B-4F7D-A3AB-240E5812EA68}"/>
                  </a:ext>
                </a:extLst>
              </p:cNvPr>
              <p:cNvSpPr>
                <a:spLocks noChangeArrowheads="1"/>
              </p:cNvSpPr>
              <p:nvPr/>
            </p:nvSpPr>
            <p:spPr bwMode="auto">
              <a:xfrm>
                <a:off x="1154" y="2558"/>
                <a:ext cx="77" cy="77"/>
              </a:xfrm>
              <a:prstGeom prst="ellipse">
                <a:avLst/>
              </a:prstGeom>
              <a:grpFill/>
              <a:ln w="28575">
                <a:solidFill>
                  <a:schemeClr val="tx1"/>
                </a:solidFill>
                <a:round/>
                <a:headEnd/>
                <a:tailEnd/>
              </a:ln>
            </p:spPr>
            <p:txBody>
              <a:bodyPr wrap="none" anchor="ctr"/>
              <a:lstStyle/>
              <a:p>
                <a:pPr eaLnBrk="1" hangingPunct="1">
                  <a:defRPr/>
                </a:pPr>
                <a:endParaRPr lang="ru-RU">
                  <a:latin typeface="Arial" charset="0"/>
                  <a:cs typeface="Arial" charset="0"/>
                </a:endParaRPr>
              </a:p>
            </p:txBody>
          </p:sp>
        </p:grpSp>
        <p:sp>
          <p:nvSpPr>
            <p:cNvPr id="54305" name="Line 94">
              <a:extLst>
                <a:ext uri="{FF2B5EF4-FFF2-40B4-BE49-F238E27FC236}">
                  <a16:creationId xmlns:a16="http://schemas.microsoft.com/office/drawing/2014/main" id="{82A2E35D-D785-5169-FDCE-40713446EE07}"/>
                </a:ext>
              </a:extLst>
            </p:cNvPr>
            <p:cNvSpPr>
              <a:spLocks noChangeShapeType="1"/>
            </p:cNvSpPr>
            <p:nvPr/>
          </p:nvSpPr>
          <p:spPr bwMode="auto">
            <a:xfrm flipV="1">
              <a:off x="3319463" y="4581525"/>
              <a:ext cx="323850"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4306" name="Line 95">
              <a:extLst>
                <a:ext uri="{FF2B5EF4-FFF2-40B4-BE49-F238E27FC236}">
                  <a16:creationId xmlns:a16="http://schemas.microsoft.com/office/drawing/2014/main" id="{0B53F7CA-6369-F263-96A2-73D5948492E6}"/>
                </a:ext>
              </a:extLst>
            </p:cNvPr>
            <p:cNvSpPr>
              <a:spLocks noChangeShapeType="1"/>
            </p:cNvSpPr>
            <p:nvPr/>
          </p:nvSpPr>
          <p:spPr bwMode="auto">
            <a:xfrm>
              <a:off x="3636963" y="4221163"/>
              <a:ext cx="0" cy="6477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7" name="Line 96">
              <a:extLst>
                <a:ext uri="{FF2B5EF4-FFF2-40B4-BE49-F238E27FC236}">
                  <a16:creationId xmlns:a16="http://schemas.microsoft.com/office/drawing/2014/main" id="{6931EF79-2C37-9C29-EDBF-63C766116D9F}"/>
                </a:ext>
              </a:extLst>
            </p:cNvPr>
            <p:cNvSpPr>
              <a:spLocks noChangeShapeType="1"/>
            </p:cNvSpPr>
            <p:nvPr/>
          </p:nvSpPr>
          <p:spPr bwMode="auto">
            <a:xfrm>
              <a:off x="3636963" y="4221163"/>
              <a:ext cx="3238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8" name="Line 97">
              <a:extLst>
                <a:ext uri="{FF2B5EF4-FFF2-40B4-BE49-F238E27FC236}">
                  <a16:creationId xmlns:a16="http://schemas.microsoft.com/office/drawing/2014/main" id="{0FB59013-DF86-879D-F6A2-91DDE68267BF}"/>
                </a:ext>
              </a:extLst>
            </p:cNvPr>
            <p:cNvSpPr>
              <a:spLocks noChangeShapeType="1"/>
            </p:cNvSpPr>
            <p:nvPr/>
          </p:nvSpPr>
          <p:spPr bwMode="auto">
            <a:xfrm>
              <a:off x="3636963" y="4873625"/>
              <a:ext cx="3238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9" name="Line 98">
              <a:extLst>
                <a:ext uri="{FF2B5EF4-FFF2-40B4-BE49-F238E27FC236}">
                  <a16:creationId xmlns:a16="http://schemas.microsoft.com/office/drawing/2014/main" id="{1AC9DF77-A40E-46A7-89FA-F2D09C39098C}"/>
                </a:ext>
              </a:extLst>
            </p:cNvPr>
            <p:cNvSpPr>
              <a:spLocks noChangeShapeType="1"/>
            </p:cNvSpPr>
            <p:nvPr/>
          </p:nvSpPr>
          <p:spPr bwMode="auto">
            <a:xfrm flipH="1">
              <a:off x="2168525" y="4581525"/>
              <a:ext cx="6111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10" name="Line 99">
              <a:extLst>
                <a:ext uri="{FF2B5EF4-FFF2-40B4-BE49-F238E27FC236}">
                  <a16:creationId xmlns:a16="http://schemas.microsoft.com/office/drawing/2014/main" id="{722CD10F-78B2-3CF3-783A-730AA0EE5967}"/>
                </a:ext>
              </a:extLst>
            </p:cNvPr>
            <p:cNvSpPr>
              <a:spLocks noChangeShapeType="1"/>
            </p:cNvSpPr>
            <p:nvPr/>
          </p:nvSpPr>
          <p:spPr bwMode="auto">
            <a:xfrm>
              <a:off x="1952625" y="5157788"/>
              <a:ext cx="20161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11" name="Line 100">
              <a:extLst>
                <a:ext uri="{FF2B5EF4-FFF2-40B4-BE49-F238E27FC236}">
                  <a16:creationId xmlns:a16="http://schemas.microsoft.com/office/drawing/2014/main" id="{2DAA269C-937C-FBDF-C73E-1C8280823BC3}"/>
                </a:ext>
              </a:extLst>
            </p:cNvPr>
            <p:cNvSpPr>
              <a:spLocks noChangeShapeType="1"/>
            </p:cNvSpPr>
            <p:nvPr/>
          </p:nvSpPr>
          <p:spPr bwMode="auto">
            <a:xfrm>
              <a:off x="2154238" y="1989138"/>
              <a:ext cx="0" cy="2590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12" name="Line 101">
              <a:extLst>
                <a:ext uri="{FF2B5EF4-FFF2-40B4-BE49-F238E27FC236}">
                  <a16:creationId xmlns:a16="http://schemas.microsoft.com/office/drawing/2014/main" id="{71D6EBCA-646B-F196-160D-75EBCAC73CEE}"/>
                </a:ext>
              </a:extLst>
            </p:cNvPr>
            <p:cNvSpPr>
              <a:spLocks noChangeShapeType="1"/>
            </p:cNvSpPr>
            <p:nvPr/>
          </p:nvSpPr>
          <p:spPr bwMode="auto">
            <a:xfrm>
              <a:off x="1952625" y="3284538"/>
              <a:ext cx="0" cy="187325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4313" name="AutoShape 102">
              <a:extLst>
                <a:ext uri="{FF2B5EF4-FFF2-40B4-BE49-F238E27FC236}">
                  <a16:creationId xmlns:a16="http://schemas.microsoft.com/office/drawing/2014/main" id="{6A557E87-7E7D-0D41-15BA-BB86D79AAC50}"/>
                </a:ext>
              </a:extLst>
            </p:cNvPr>
            <p:cNvSpPr>
              <a:spLocks noChangeArrowheads="1"/>
            </p:cNvSpPr>
            <p:nvPr/>
          </p:nvSpPr>
          <p:spPr bwMode="auto">
            <a:xfrm flipH="1">
              <a:off x="5378450" y="4246563"/>
              <a:ext cx="576263" cy="576262"/>
            </a:xfrm>
            <a:prstGeom prst="moon">
              <a:avLst>
                <a:gd name="adj" fmla="val 82370"/>
              </a:avLst>
            </a:prstGeom>
            <a:solidFill>
              <a:schemeClr val="accent1"/>
            </a:solidFill>
            <a:ln w="2857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54314" name="AutoShape 103">
              <a:extLst>
                <a:ext uri="{FF2B5EF4-FFF2-40B4-BE49-F238E27FC236}">
                  <a16:creationId xmlns:a16="http://schemas.microsoft.com/office/drawing/2014/main" id="{8E38762B-4179-4FEB-F221-8C92123F83AD}"/>
                </a:ext>
              </a:extLst>
            </p:cNvPr>
            <p:cNvSpPr>
              <a:spLocks noChangeArrowheads="1"/>
            </p:cNvSpPr>
            <p:nvPr/>
          </p:nvSpPr>
          <p:spPr bwMode="auto">
            <a:xfrm flipH="1">
              <a:off x="5399088" y="2344738"/>
              <a:ext cx="576262" cy="576262"/>
            </a:xfrm>
            <a:prstGeom prst="moon">
              <a:avLst>
                <a:gd name="adj" fmla="val 82370"/>
              </a:avLst>
            </a:prstGeom>
            <a:solidFill>
              <a:schemeClr val="accent1"/>
            </a:solidFill>
            <a:ln w="2857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54315" name="Freeform 104">
              <a:extLst>
                <a:ext uri="{FF2B5EF4-FFF2-40B4-BE49-F238E27FC236}">
                  <a16:creationId xmlns:a16="http://schemas.microsoft.com/office/drawing/2014/main" id="{FC5B2196-5CA6-22F3-560E-3E1D36ECE3B2}"/>
                </a:ext>
              </a:extLst>
            </p:cNvPr>
            <p:cNvSpPr>
              <a:spLocks/>
            </p:cNvSpPr>
            <p:nvPr/>
          </p:nvSpPr>
          <p:spPr bwMode="auto">
            <a:xfrm>
              <a:off x="3938588" y="1887538"/>
              <a:ext cx="611187" cy="530225"/>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54316" name="Freeform 105">
              <a:extLst>
                <a:ext uri="{FF2B5EF4-FFF2-40B4-BE49-F238E27FC236}">
                  <a16:creationId xmlns:a16="http://schemas.microsoft.com/office/drawing/2014/main" id="{35365218-3D10-C459-FD4A-20C293592CDC}"/>
                </a:ext>
              </a:extLst>
            </p:cNvPr>
            <p:cNvSpPr>
              <a:spLocks/>
            </p:cNvSpPr>
            <p:nvPr/>
          </p:nvSpPr>
          <p:spPr bwMode="auto">
            <a:xfrm>
              <a:off x="3967163" y="2844800"/>
              <a:ext cx="611187" cy="530225"/>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54317" name="Freeform 106">
              <a:extLst>
                <a:ext uri="{FF2B5EF4-FFF2-40B4-BE49-F238E27FC236}">
                  <a16:creationId xmlns:a16="http://schemas.microsoft.com/office/drawing/2014/main" id="{8D1BDF3E-F038-3E31-5A96-9C701B9E7CA7}"/>
                </a:ext>
              </a:extLst>
            </p:cNvPr>
            <p:cNvSpPr>
              <a:spLocks/>
            </p:cNvSpPr>
            <p:nvPr/>
          </p:nvSpPr>
          <p:spPr bwMode="auto">
            <a:xfrm>
              <a:off x="3967163" y="3759200"/>
              <a:ext cx="611187" cy="530225"/>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54318" name="Freeform 107">
              <a:extLst>
                <a:ext uri="{FF2B5EF4-FFF2-40B4-BE49-F238E27FC236}">
                  <a16:creationId xmlns:a16="http://schemas.microsoft.com/office/drawing/2014/main" id="{326FD016-9ECA-C984-1330-143348990FB6}"/>
                </a:ext>
              </a:extLst>
            </p:cNvPr>
            <p:cNvSpPr>
              <a:spLocks/>
            </p:cNvSpPr>
            <p:nvPr/>
          </p:nvSpPr>
          <p:spPr bwMode="auto">
            <a:xfrm>
              <a:off x="3967163" y="4760913"/>
              <a:ext cx="611187" cy="530225"/>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54319" name="Text Box 48">
              <a:extLst>
                <a:ext uri="{FF2B5EF4-FFF2-40B4-BE49-F238E27FC236}">
                  <a16:creationId xmlns:a16="http://schemas.microsoft.com/office/drawing/2014/main" id="{B0850F79-A1D2-B0AF-77FC-58C82B562E55}"/>
                </a:ext>
              </a:extLst>
            </p:cNvPr>
            <p:cNvSpPr txBox="1">
              <a:spLocks noChangeArrowheads="1"/>
            </p:cNvSpPr>
            <p:nvPr/>
          </p:nvSpPr>
          <p:spPr bwMode="auto">
            <a:xfrm>
              <a:off x="6121400" y="4117975"/>
              <a:ext cx="1989447" cy="417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G =</a:t>
              </a:r>
              <a:r>
                <a:rPr lang="en-US" altLang="en-US" sz="2000" b="0">
                  <a:sym typeface="Symbol" panose="05050102010706020507" pitchFamily="18" charset="2"/>
                </a:rPr>
                <a:t></a:t>
              </a:r>
              <a:r>
                <a:rPr lang="en-US" altLang="en-US" sz="2000" b="0"/>
                <a:t>x·</a:t>
              </a:r>
              <a:r>
                <a:rPr lang="en-US" altLang="en-US" sz="2000" b="0">
                  <a:sym typeface="Symbol" panose="05050102010706020507" pitchFamily="18" charset="2"/>
                </a:rPr>
                <a:t></a:t>
              </a:r>
              <a:r>
                <a:rPr lang="en-US" altLang="en-US" sz="2000" b="0"/>
                <a:t>y +</a:t>
              </a:r>
              <a:r>
                <a:rPr lang="en-US" altLang="en-US" sz="2000" b="0">
                  <a:sym typeface="Symbol" panose="05050102010706020507" pitchFamily="18" charset="2"/>
                </a:rPr>
                <a:t></a:t>
              </a:r>
              <a:r>
                <a:rPr lang="en-US" altLang="en-US" sz="2000" b="0"/>
                <a:t>x·z</a:t>
              </a:r>
            </a:p>
          </p:txBody>
        </p:sp>
        <p:sp>
          <p:nvSpPr>
            <p:cNvPr id="54320" name="Text Box 48">
              <a:extLst>
                <a:ext uri="{FF2B5EF4-FFF2-40B4-BE49-F238E27FC236}">
                  <a16:creationId xmlns:a16="http://schemas.microsoft.com/office/drawing/2014/main" id="{B84CD733-2E82-9A72-592D-4C0C409CB94F}"/>
                </a:ext>
              </a:extLst>
            </p:cNvPr>
            <p:cNvSpPr txBox="1">
              <a:spLocks noChangeArrowheads="1"/>
            </p:cNvSpPr>
            <p:nvPr/>
          </p:nvSpPr>
          <p:spPr bwMode="auto">
            <a:xfrm>
              <a:off x="6121400" y="1874669"/>
              <a:ext cx="1989446" cy="417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dirty="0"/>
                <a:t>F = </a:t>
              </a:r>
              <a:r>
                <a:rPr lang="en-US" altLang="en-US" sz="2000" b="0" dirty="0" err="1"/>
                <a:t>x·y</a:t>
              </a:r>
              <a:r>
                <a:rPr lang="en-US" altLang="en-US" sz="2000" b="0" dirty="0"/>
                <a:t> + </a:t>
              </a:r>
              <a:r>
                <a:rPr lang="en-US" altLang="en-US" sz="2000" b="0" dirty="0" err="1"/>
                <a:t>y·z</a:t>
              </a:r>
              <a:endParaRPr lang="en-US" altLang="en-US" sz="2000" b="0" dirty="0"/>
            </a:p>
          </p:txBody>
        </p:sp>
      </p:grpSp>
      <p:sp>
        <p:nvSpPr>
          <p:cNvPr id="9" name="Title 8">
            <a:extLst>
              <a:ext uri="{FF2B5EF4-FFF2-40B4-BE49-F238E27FC236}">
                <a16:creationId xmlns:a16="http://schemas.microsoft.com/office/drawing/2014/main" id="{2DD80E59-84C5-0720-2D49-E5B77F642D19}"/>
              </a:ext>
            </a:extLst>
          </p:cNvPr>
          <p:cNvSpPr>
            <a:spLocks noGrp="1"/>
          </p:cNvSpPr>
          <p:nvPr>
            <p:ph type="title"/>
          </p:nvPr>
        </p:nvSpPr>
        <p:spPr/>
        <p:txBody>
          <a:bodyPr>
            <a:normAutofit/>
          </a:bodyPr>
          <a:lstStyle/>
          <a:p>
            <a:r>
              <a:rPr lang="en-US" dirty="0"/>
              <a:t>Multiple  Outputs  Functions (2) </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32">
            <a:extLst>
              <a:ext uri="{FF2B5EF4-FFF2-40B4-BE49-F238E27FC236}">
                <a16:creationId xmlns:a16="http://schemas.microsoft.com/office/drawing/2014/main" id="{4A7A74C3-CB10-DB01-1098-FA4EC31BEA98}"/>
              </a:ext>
            </a:extLst>
          </p:cNvPr>
          <p:cNvSpPr txBox="1">
            <a:spLocks noChangeArrowheads="1"/>
          </p:cNvSpPr>
          <p:nvPr/>
        </p:nvSpPr>
        <p:spPr bwMode="auto">
          <a:xfrm>
            <a:off x="6350000" y="2454275"/>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a:t>
            </a:r>
            <a:endParaRPr lang="ru-RU" altLang="en-US" sz="1800" b="0"/>
          </a:p>
        </p:txBody>
      </p:sp>
      <p:sp>
        <p:nvSpPr>
          <p:cNvPr id="29752" name="Rectangle 6">
            <a:extLst>
              <a:ext uri="{FF2B5EF4-FFF2-40B4-BE49-F238E27FC236}">
                <a16:creationId xmlns:a16="http://schemas.microsoft.com/office/drawing/2014/main" id="{807A398B-AD32-4D6C-B59B-190099DB4F5D}"/>
              </a:ext>
            </a:extLst>
          </p:cNvPr>
          <p:cNvSpPr>
            <a:spLocks noChangeArrowheads="1"/>
          </p:cNvSpPr>
          <p:nvPr/>
        </p:nvSpPr>
        <p:spPr bwMode="auto">
          <a:xfrm>
            <a:off x="3735389" y="2019300"/>
            <a:ext cx="1965325" cy="776288"/>
          </a:xfrm>
          <a:prstGeom prst="rect">
            <a:avLst/>
          </a:prstGeom>
          <a:solidFill>
            <a:schemeClr val="accent1">
              <a:lumMod val="60000"/>
              <a:lumOff val="40000"/>
            </a:schemeClr>
          </a:solidFill>
          <a:ln w="28575">
            <a:solidFill>
              <a:schemeClr val="tx1"/>
            </a:solidFill>
            <a:miter lim="800000"/>
            <a:headEnd/>
            <a:tailEnd/>
          </a:ln>
        </p:spPr>
        <p:txBody>
          <a:bodyPr wrap="none"/>
          <a:lstStyle/>
          <a:p>
            <a:pPr eaLnBrk="1" hangingPunct="1">
              <a:defRPr/>
            </a:pPr>
            <a:r>
              <a:rPr lang="en-US" dirty="0">
                <a:latin typeface="Arial" charset="0"/>
                <a:cs typeface="Arial" charset="0"/>
              </a:rPr>
              <a:t>                 1</a:t>
            </a:r>
          </a:p>
          <a:p>
            <a:pPr eaLnBrk="1" hangingPunct="1">
              <a:defRPr/>
            </a:pPr>
            <a:r>
              <a:rPr lang="en-US" dirty="0">
                <a:latin typeface="Arial" charset="0"/>
                <a:cs typeface="Arial" charset="0"/>
              </a:rPr>
              <a:t>               </a:t>
            </a:r>
            <a:endParaRPr lang="ru-RU" dirty="0">
              <a:latin typeface="Arial" charset="0"/>
              <a:cs typeface="Arial" charset="0"/>
            </a:endParaRPr>
          </a:p>
        </p:txBody>
      </p:sp>
      <p:sp>
        <p:nvSpPr>
          <p:cNvPr id="29753" name="Rectangle 7">
            <a:extLst>
              <a:ext uri="{FF2B5EF4-FFF2-40B4-BE49-F238E27FC236}">
                <a16:creationId xmlns:a16="http://schemas.microsoft.com/office/drawing/2014/main" id="{0A6A158A-C6C0-4C00-90D5-A62873BAB4C3}"/>
              </a:ext>
            </a:extLst>
          </p:cNvPr>
          <p:cNvSpPr>
            <a:spLocks noChangeArrowheads="1"/>
          </p:cNvSpPr>
          <p:nvPr/>
        </p:nvSpPr>
        <p:spPr bwMode="auto">
          <a:xfrm>
            <a:off x="6821489" y="2019300"/>
            <a:ext cx="1944687" cy="776288"/>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56325" name="Line 8">
            <a:extLst>
              <a:ext uri="{FF2B5EF4-FFF2-40B4-BE49-F238E27FC236}">
                <a16:creationId xmlns:a16="http://schemas.microsoft.com/office/drawing/2014/main" id="{557BC0C0-2000-9392-D662-FD5D7C59C0C7}"/>
              </a:ext>
            </a:extLst>
          </p:cNvPr>
          <p:cNvSpPr>
            <a:spLocks noChangeShapeType="1"/>
          </p:cNvSpPr>
          <p:nvPr/>
        </p:nvSpPr>
        <p:spPr bwMode="auto">
          <a:xfrm>
            <a:off x="4729163" y="2019300"/>
            <a:ext cx="0" cy="755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26" name="Line 9">
            <a:extLst>
              <a:ext uri="{FF2B5EF4-FFF2-40B4-BE49-F238E27FC236}">
                <a16:creationId xmlns:a16="http://schemas.microsoft.com/office/drawing/2014/main" id="{E30C7064-5CE2-E1AC-C949-A0253405C1A7}"/>
              </a:ext>
            </a:extLst>
          </p:cNvPr>
          <p:cNvSpPr>
            <a:spLocks noChangeShapeType="1"/>
          </p:cNvSpPr>
          <p:nvPr/>
        </p:nvSpPr>
        <p:spPr bwMode="auto">
          <a:xfrm>
            <a:off x="4221163" y="2019300"/>
            <a:ext cx="0" cy="755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27" name="Line 10">
            <a:extLst>
              <a:ext uri="{FF2B5EF4-FFF2-40B4-BE49-F238E27FC236}">
                <a16:creationId xmlns:a16="http://schemas.microsoft.com/office/drawing/2014/main" id="{8AB5E0B6-AF7F-DE70-FD37-88AA95CF6DA3}"/>
              </a:ext>
            </a:extLst>
          </p:cNvPr>
          <p:cNvSpPr>
            <a:spLocks noChangeShapeType="1"/>
          </p:cNvSpPr>
          <p:nvPr/>
        </p:nvSpPr>
        <p:spPr bwMode="auto">
          <a:xfrm>
            <a:off x="5230813" y="2033588"/>
            <a:ext cx="0" cy="755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28" name="Line 11">
            <a:extLst>
              <a:ext uri="{FF2B5EF4-FFF2-40B4-BE49-F238E27FC236}">
                <a16:creationId xmlns:a16="http://schemas.microsoft.com/office/drawing/2014/main" id="{A8284AA5-D33C-2124-BA9A-AE92CFB4E7F6}"/>
              </a:ext>
            </a:extLst>
          </p:cNvPr>
          <p:cNvSpPr>
            <a:spLocks noChangeShapeType="1"/>
          </p:cNvSpPr>
          <p:nvPr/>
        </p:nvSpPr>
        <p:spPr bwMode="auto">
          <a:xfrm>
            <a:off x="7777163" y="2033588"/>
            <a:ext cx="0" cy="755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29" name="Line 12">
            <a:extLst>
              <a:ext uri="{FF2B5EF4-FFF2-40B4-BE49-F238E27FC236}">
                <a16:creationId xmlns:a16="http://schemas.microsoft.com/office/drawing/2014/main" id="{ECA34B2D-7EA1-80E5-25A5-842E53C0CA46}"/>
              </a:ext>
            </a:extLst>
          </p:cNvPr>
          <p:cNvSpPr>
            <a:spLocks noChangeShapeType="1"/>
          </p:cNvSpPr>
          <p:nvPr/>
        </p:nvSpPr>
        <p:spPr bwMode="auto">
          <a:xfrm>
            <a:off x="7297738" y="2019300"/>
            <a:ext cx="0" cy="755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0" name="Line 13">
            <a:extLst>
              <a:ext uri="{FF2B5EF4-FFF2-40B4-BE49-F238E27FC236}">
                <a16:creationId xmlns:a16="http://schemas.microsoft.com/office/drawing/2014/main" id="{DDDD57D5-2E4F-3222-835A-B5000788B0C6}"/>
              </a:ext>
            </a:extLst>
          </p:cNvPr>
          <p:cNvSpPr>
            <a:spLocks noChangeShapeType="1"/>
          </p:cNvSpPr>
          <p:nvPr/>
        </p:nvSpPr>
        <p:spPr bwMode="auto">
          <a:xfrm>
            <a:off x="8289925" y="2019300"/>
            <a:ext cx="0" cy="755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1" name="Line 15">
            <a:extLst>
              <a:ext uri="{FF2B5EF4-FFF2-40B4-BE49-F238E27FC236}">
                <a16:creationId xmlns:a16="http://schemas.microsoft.com/office/drawing/2014/main" id="{77E7EF3C-9D25-B361-2DDC-74BE3E0B70B1}"/>
              </a:ext>
            </a:extLst>
          </p:cNvPr>
          <p:cNvSpPr>
            <a:spLocks noChangeShapeType="1"/>
          </p:cNvSpPr>
          <p:nvPr/>
        </p:nvSpPr>
        <p:spPr bwMode="auto">
          <a:xfrm>
            <a:off x="6813550" y="2408238"/>
            <a:ext cx="19446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2" name="Line 16">
            <a:extLst>
              <a:ext uri="{FF2B5EF4-FFF2-40B4-BE49-F238E27FC236}">
                <a16:creationId xmlns:a16="http://schemas.microsoft.com/office/drawing/2014/main" id="{0249DFDF-68E6-7D3F-DC41-E35D686BBB1A}"/>
              </a:ext>
            </a:extLst>
          </p:cNvPr>
          <p:cNvSpPr>
            <a:spLocks noChangeShapeType="1"/>
          </p:cNvSpPr>
          <p:nvPr/>
        </p:nvSpPr>
        <p:spPr bwMode="auto">
          <a:xfrm flipH="1" flipV="1">
            <a:off x="3448050" y="1730376"/>
            <a:ext cx="287338" cy="288925"/>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3" name="Line 17">
            <a:extLst>
              <a:ext uri="{FF2B5EF4-FFF2-40B4-BE49-F238E27FC236}">
                <a16:creationId xmlns:a16="http://schemas.microsoft.com/office/drawing/2014/main" id="{90551670-D5E0-3A01-A502-FB4C162C19EB}"/>
              </a:ext>
            </a:extLst>
          </p:cNvPr>
          <p:cNvSpPr>
            <a:spLocks noChangeShapeType="1"/>
          </p:cNvSpPr>
          <p:nvPr/>
        </p:nvSpPr>
        <p:spPr bwMode="auto">
          <a:xfrm flipH="1" flipV="1">
            <a:off x="6510339" y="1714501"/>
            <a:ext cx="287337" cy="288925"/>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4" name="Text Box 18">
            <a:extLst>
              <a:ext uri="{FF2B5EF4-FFF2-40B4-BE49-F238E27FC236}">
                <a16:creationId xmlns:a16="http://schemas.microsoft.com/office/drawing/2014/main" id="{199DE199-30D8-A539-F018-DC437F912C8A}"/>
              </a:ext>
            </a:extLst>
          </p:cNvPr>
          <p:cNvSpPr txBox="1">
            <a:spLocks noChangeArrowheads="1"/>
          </p:cNvSpPr>
          <p:nvPr/>
        </p:nvSpPr>
        <p:spPr bwMode="auto">
          <a:xfrm>
            <a:off x="3303588" y="1801814"/>
            <a:ext cx="431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x</a:t>
            </a:r>
            <a:endParaRPr lang="ru-RU" altLang="en-US" sz="1800" b="0"/>
          </a:p>
        </p:txBody>
      </p:sp>
      <p:sp>
        <p:nvSpPr>
          <p:cNvPr id="56335" name="Text Box 19">
            <a:extLst>
              <a:ext uri="{FF2B5EF4-FFF2-40B4-BE49-F238E27FC236}">
                <a16:creationId xmlns:a16="http://schemas.microsoft.com/office/drawing/2014/main" id="{DDDF72EB-65B1-23B0-CA14-3714296C4E03}"/>
              </a:ext>
            </a:extLst>
          </p:cNvPr>
          <p:cNvSpPr txBox="1">
            <a:spLocks noChangeArrowheads="1"/>
          </p:cNvSpPr>
          <p:nvPr/>
        </p:nvSpPr>
        <p:spPr bwMode="auto">
          <a:xfrm>
            <a:off x="3427413" y="1419225"/>
            <a:ext cx="5762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y z</a:t>
            </a:r>
            <a:endParaRPr lang="ru-RU" altLang="en-US" sz="1800" b="0"/>
          </a:p>
        </p:txBody>
      </p:sp>
      <p:sp>
        <p:nvSpPr>
          <p:cNvPr id="56336" name="Text Box 20">
            <a:extLst>
              <a:ext uri="{FF2B5EF4-FFF2-40B4-BE49-F238E27FC236}">
                <a16:creationId xmlns:a16="http://schemas.microsoft.com/office/drawing/2014/main" id="{58DE1793-006F-16E2-3ED7-3D1A10FE10C2}"/>
              </a:ext>
            </a:extLst>
          </p:cNvPr>
          <p:cNvSpPr txBox="1">
            <a:spLocks noChangeArrowheads="1"/>
          </p:cNvSpPr>
          <p:nvPr/>
        </p:nvSpPr>
        <p:spPr bwMode="auto">
          <a:xfrm>
            <a:off x="6526213" y="1397000"/>
            <a:ext cx="5762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y z</a:t>
            </a:r>
            <a:endParaRPr lang="ru-RU" altLang="en-US" sz="1800" b="0"/>
          </a:p>
        </p:txBody>
      </p:sp>
      <p:sp>
        <p:nvSpPr>
          <p:cNvPr id="56337" name="Text Box 21">
            <a:extLst>
              <a:ext uri="{FF2B5EF4-FFF2-40B4-BE49-F238E27FC236}">
                <a16:creationId xmlns:a16="http://schemas.microsoft.com/office/drawing/2014/main" id="{6552E7B9-DE47-5D64-BEDA-E7CDF8D80B8D}"/>
              </a:ext>
            </a:extLst>
          </p:cNvPr>
          <p:cNvSpPr txBox="1">
            <a:spLocks noChangeArrowheads="1"/>
          </p:cNvSpPr>
          <p:nvPr/>
        </p:nvSpPr>
        <p:spPr bwMode="auto">
          <a:xfrm>
            <a:off x="6408738" y="1785939"/>
            <a:ext cx="431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x</a:t>
            </a:r>
            <a:endParaRPr lang="ru-RU" altLang="en-US" sz="1800" b="0"/>
          </a:p>
        </p:txBody>
      </p:sp>
      <p:sp>
        <p:nvSpPr>
          <p:cNvPr id="56338" name="Text Box 22">
            <a:extLst>
              <a:ext uri="{FF2B5EF4-FFF2-40B4-BE49-F238E27FC236}">
                <a16:creationId xmlns:a16="http://schemas.microsoft.com/office/drawing/2014/main" id="{7251F656-6AAB-ACD1-AB97-D569562F9583}"/>
              </a:ext>
            </a:extLst>
          </p:cNvPr>
          <p:cNvSpPr txBox="1">
            <a:spLocks noChangeArrowheads="1"/>
          </p:cNvSpPr>
          <p:nvPr/>
        </p:nvSpPr>
        <p:spPr bwMode="auto">
          <a:xfrm>
            <a:off x="3783013" y="1670050"/>
            <a:ext cx="673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00</a:t>
            </a:r>
            <a:endParaRPr lang="ru-RU" altLang="en-US" sz="1800" b="0"/>
          </a:p>
        </p:txBody>
      </p:sp>
      <p:sp>
        <p:nvSpPr>
          <p:cNvPr id="56339" name="Text Box 23">
            <a:extLst>
              <a:ext uri="{FF2B5EF4-FFF2-40B4-BE49-F238E27FC236}">
                <a16:creationId xmlns:a16="http://schemas.microsoft.com/office/drawing/2014/main" id="{FAA44A4C-CB3E-574E-E419-67B711628440}"/>
              </a:ext>
            </a:extLst>
          </p:cNvPr>
          <p:cNvSpPr txBox="1">
            <a:spLocks noChangeArrowheads="1"/>
          </p:cNvSpPr>
          <p:nvPr/>
        </p:nvSpPr>
        <p:spPr bwMode="auto">
          <a:xfrm>
            <a:off x="4240214" y="1673225"/>
            <a:ext cx="5032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01</a:t>
            </a:r>
            <a:endParaRPr lang="ru-RU" altLang="en-US" sz="1800" b="0"/>
          </a:p>
        </p:txBody>
      </p:sp>
      <p:sp>
        <p:nvSpPr>
          <p:cNvPr id="56340" name="Text Box 24">
            <a:extLst>
              <a:ext uri="{FF2B5EF4-FFF2-40B4-BE49-F238E27FC236}">
                <a16:creationId xmlns:a16="http://schemas.microsoft.com/office/drawing/2014/main" id="{1404A9B7-6C65-5E55-343A-23461D665AEB}"/>
              </a:ext>
            </a:extLst>
          </p:cNvPr>
          <p:cNvSpPr txBox="1">
            <a:spLocks noChangeArrowheads="1"/>
          </p:cNvSpPr>
          <p:nvPr/>
        </p:nvSpPr>
        <p:spPr bwMode="auto">
          <a:xfrm>
            <a:off x="4743450" y="1673225"/>
            <a:ext cx="503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a:t>
            </a:r>
            <a:endParaRPr lang="ru-RU" altLang="en-US" sz="1800" b="0"/>
          </a:p>
        </p:txBody>
      </p:sp>
      <p:sp>
        <p:nvSpPr>
          <p:cNvPr id="56341" name="Text Box 25">
            <a:extLst>
              <a:ext uri="{FF2B5EF4-FFF2-40B4-BE49-F238E27FC236}">
                <a16:creationId xmlns:a16="http://schemas.microsoft.com/office/drawing/2014/main" id="{A8B34FD8-DB1D-8E53-4B3B-B77705775023}"/>
              </a:ext>
            </a:extLst>
          </p:cNvPr>
          <p:cNvSpPr txBox="1">
            <a:spLocks noChangeArrowheads="1"/>
          </p:cNvSpPr>
          <p:nvPr/>
        </p:nvSpPr>
        <p:spPr bwMode="auto">
          <a:xfrm>
            <a:off x="5205414" y="1673225"/>
            <a:ext cx="5032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10</a:t>
            </a:r>
            <a:endParaRPr lang="ru-RU" altLang="en-US" sz="1800" b="0"/>
          </a:p>
        </p:txBody>
      </p:sp>
      <p:sp>
        <p:nvSpPr>
          <p:cNvPr id="56342" name="Text Box 26">
            <a:extLst>
              <a:ext uri="{FF2B5EF4-FFF2-40B4-BE49-F238E27FC236}">
                <a16:creationId xmlns:a16="http://schemas.microsoft.com/office/drawing/2014/main" id="{CC56911A-FCBF-1FAF-1F5D-E0FCE8018796}"/>
              </a:ext>
            </a:extLst>
          </p:cNvPr>
          <p:cNvSpPr txBox="1">
            <a:spLocks noChangeArrowheads="1"/>
          </p:cNvSpPr>
          <p:nvPr/>
        </p:nvSpPr>
        <p:spPr bwMode="auto">
          <a:xfrm>
            <a:off x="8267700" y="1658939"/>
            <a:ext cx="5032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10</a:t>
            </a:r>
            <a:endParaRPr lang="ru-RU" altLang="en-US" sz="1800" b="0"/>
          </a:p>
        </p:txBody>
      </p:sp>
      <p:sp>
        <p:nvSpPr>
          <p:cNvPr id="56343" name="Text Box 27">
            <a:extLst>
              <a:ext uri="{FF2B5EF4-FFF2-40B4-BE49-F238E27FC236}">
                <a16:creationId xmlns:a16="http://schemas.microsoft.com/office/drawing/2014/main" id="{CB96F0BE-308E-A175-014D-14E2C030C3C5}"/>
              </a:ext>
            </a:extLst>
          </p:cNvPr>
          <p:cNvSpPr txBox="1">
            <a:spLocks noChangeArrowheads="1"/>
          </p:cNvSpPr>
          <p:nvPr/>
        </p:nvSpPr>
        <p:spPr bwMode="auto">
          <a:xfrm>
            <a:off x="7791450" y="1658939"/>
            <a:ext cx="5032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11</a:t>
            </a:r>
            <a:endParaRPr lang="ru-RU" altLang="en-US" sz="1800" b="0"/>
          </a:p>
        </p:txBody>
      </p:sp>
      <p:sp>
        <p:nvSpPr>
          <p:cNvPr id="56344" name="Text Box 28">
            <a:extLst>
              <a:ext uri="{FF2B5EF4-FFF2-40B4-BE49-F238E27FC236}">
                <a16:creationId xmlns:a16="http://schemas.microsoft.com/office/drawing/2014/main" id="{ADADF204-620B-1387-F98E-2E211BD0DEF1}"/>
              </a:ext>
            </a:extLst>
          </p:cNvPr>
          <p:cNvSpPr txBox="1">
            <a:spLocks noChangeArrowheads="1"/>
          </p:cNvSpPr>
          <p:nvPr/>
        </p:nvSpPr>
        <p:spPr bwMode="auto">
          <a:xfrm>
            <a:off x="7316789" y="1658939"/>
            <a:ext cx="5032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01</a:t>
            </a:r>
            <a:endParaRPr lang="ru-RU" altLang="en-US" sz="1800" b="0"/>
          </a:p>
        </p:txBody>
      </p:sp>
      <p:sp>
        <p:nvSpPr>
          <p:cNvPr id="56345" name="Text Box 29">
            <a:extLst>
              <a:ext uri="{FF2B5EF4-FFF2-40B4-BE49-F238E27FC236}">
                <a16:creationId xmlns:a16="http://schemas.microsoft.com/office/drawing/2014/main" id="{09DB1D48-339B-C567-E839-47E4E08FC5B7}"/>
              </a:ext>
            </a:extLst>
          </p:cNvPr>
          <p:cNvSpPr txBox="1">
            <a:spLocks noChangeArrowheads="1"/>
          </p:cNvSpPr>
          <p:nvPr/>
        </p:nvSpPr>
        <p:spPr bwMode="auto">
          <a:xfrm>
            <a:off x="6872288" y="1655764"/>
            <a:ext cx="673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00</a:t>
            </a:r>
            <a:endParaRPr lang="ru-RU" altLang="en-US" sz="1800" b="0"/>
          </a:p>
        </p:txBody>
      </p:sp>
      <p:sp>
        <p:nvSpPr>
          <p:cNvPr id="56346" name="Text Box 30">
            <a:extLst>
              <a:ext uri="{FF2B5EF4-FFF2-40B4-BE49-F238E27FC236}">
                <a16:creationId xmlns:a16="http://schemas.microsoft.com/office/drawing/2014/main" id="{7501E162-9629-0937-A637-5F10DA04296B}"/>
              </a:ext>
            </a:extLst>
          </p:cNvPr>
          <p:cNvSpPr txBox="1">
            <a:spLocks noChangeArrowheads="1"/>
          </p:cNvSpPr>
          <p:nvPr/>
        </p:nvSpPr>
        <p:spPr bwMode="auto">
          <a:xfrm>
            <a:off x="3360738" y="2033589"/>
            <a:ext cx="431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0</a:t>
            </a:r>
            <a:endParaRPr lang="ru-RU" altLang="en-US" sz="1800" b="0"/>
          </a:p>
        </p:txBody>
      </p:sp>
      <p:sp>
        <p:nvSpPr>
          <p:cNvPr id="56347" name="Text Box 31">
            <a:extLst>
              <a:ext uri="{FF2B5EF4-FFF2-40B4-BE49-F238E27FC236}">
                <a16:creationId xmlns:a16="http://schemas.microsoft.com/office/drawing/2014/main" id="{F19B27C8-D169-FADC-5020-C00F4CC13E15}"/>
              </a:ext>
            </a:extLst>
          </p:cNvPr>
          <p:cNvSpPr txBox="1">
            <a:spLocks noChangeArrowheads="1"/>
          </p:cNvSpPr>
          <p:nvPr/>
        </p:nvSpPr>
        <p:spPr bwMode="auto">
          <a:xfrm>
            <a:off x="3375025" y="2378075"/>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a:t>
            </a:r>
            <a:endParaRPr lang="ru-RU" altLang="en-US" sz="1800" b="0"/>
          </a:p>
        </p:txBody>
      </p:sp>
      <p:sp>
        <p:nvSpPr>
          <p:cNvPr id="56348" name="Text Box 33">
            <a:extLst>
              <a:ext uri="{FF2B5EF4-FFF2-40B4-BE49-F238E27FC236}">
                <a16:creationId xmlns:a16="http://schemas.microsoft.com/office/drawing/2014/main" id="{458DD653-2EA9-F74F-21E9-169B62A936F8}"/>
              </a:ext>
            </a:extLst>
          </p:cNvPr>
          <p:cNvSpPr txBox="1">
            <a:spLocks noChangeArrowheads="1"/>
          </p:cNvSpPr>
          <p:nvPr/>
        </p:nvSpPr>
        <p:spPr bwMode="auto">
          <a:xfrm>
            <a:off x="6394450" y="2017714"/>
            <a:ext cx="431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0</a:t>
            </a:r>
            <a:endParaRPr lang="ru-RU" altLang="en-US" sz="1800" b="0"/>
          </a:p>
        </p:txBody>
      </p:sp>
      <p:sp>
        <p:nvSpPr>
          <p:cNvPr id="56349" name="Text Box 34">
            <a:extLst>
              <a:ext uri="{FF2B5EF4-FFF2-40B4-BE49-F238E27FC236}">
                <a16:creationId xmlns:a16="http://schemas.microsoft.com/office/drawing/2014/main" id="{76174B02-D3A4-EAC8-C188-292FD06B0734}"/>
              </a:ext>
            </a:extLst>
          </p:cNvPr>
          <p:cNvSpPr txBox="1">
            <a:spLocks noChangeArrowheads="1"/>
          </p:cNvSpPr>
          <p:nvPr/>
        </p:nvSpPr>
        <p:spPr bwMode="auto">
          <a:xfrm>
            <a:off x="4797425" y="2392364"/>
            <a:ext cx="431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a:t>
            </a:r>
            <a:endParaRPr lang="ru-RU" altLang="en-US" sz="1800" b="0"/>
          </a:p>
        </p:txBody>
      </p:sp>
      <p:sp>
        <p:nvSpPr>
          <p:cNvPr id="56350" name="Text Box 35">
            <a:extLst>
              <a:ext uri="{FF2B5EF4-FFF2-40B4-BE49-F238E27FC236}">
                <a16:creationId xmlns:a16="http://schemas.microsoft.com/office/drawing/2014/main" id="{4C969CB6-702A-AB08-D91A-50A2FE98D37F}"/>
              </a:ext>
            </a:extLst>
          </p:cNvPr>
          <p:cNvSpPr txBox="1">
            <a:spLocks noChangeArrowheads="1"/>
          </p:cNvSpPr>
          <p:nvPr/>
        </p:nvSpPr>
        <p:spPr bwMode="auto">
          <a:xfrm>
            <a:off x="5260975" y="2392364"/>
            <a:ext cx="431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a:t>
            </a:r>
            <a:endParaRPr lang="ru-RU" altLang="en-US" sz="1800" b="0"/>
          </a:p>
        </p:txBody>
      </p:sp>
      <p:sp>
        <p:nvSpPr>
          <p:cNvPr id="56351" name="Text Box 36">
            <a:extLst>
              <a:ext uri="{FF2B5EF4-FFF2-40B4-BE49-F238E27FC236}">
                <a16:creationId xmlns:a16="http://schemas.microsoft.com/office/drawing/2014/main" id="{694E7878-59C4-E7E8-57AD-5A6DA9C8A3B1}"/>
              </a:ext>
            </a:extLst>
          </p:cNvPr>
          <p:cNvSpPr txBox="1">
            <a:spLocks noChangeArrowheads="1"/>
          </p:cNvSpPr>
          <p:nvPr/>
        </p:nvSpPr>
        <p:spPr bwMode="auto">
          <a:xfrm>
            <a:off x="6842125" y="2001839"/>
            <a:ext cx="431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a:t>
            </a:r>
            <a:endParaRPr lang="ru-RU" altLang="en-US" sz="1800" b="0"/>
          </a:p>
        </p:txBody>
      </p:sp>
      <p:sp>
        <p:nvSpPr>
          <p:cNvPr id="56352" name="AutoShape 39">
            <a:extLst>
              <a:ext uri="{FF2B5EF4-FFF2-40B4-BE49-F238E27FC236}">
                <a16:creationId xmlns:a16="http://schemas.microsoft.com/office/drawing/2014/main" id="{13F170AB-B354-D940-0AAE-C580CEAF2485}"/>
              </a:ext>
            </a:extLst>
          </p:cNvPr>
          <p:cNvSpPr>
            <a:spLocks noChangeArrowheads="1"/>
          </p:cNvSpPr>
          <p:nvPr/>
        </p:nvSpPr>
        <p:spPr bwMode="auto">
          <a:xfrm>
            <a:off x="4787901" y="2451100"/>
            <a:ext cx="792163" cy="306388"/>
          </a:xfrm>
          <a:prstGeom prst="roundRect">
            <a:avLst>
              <a:gd name="adj" fmla="val 16667"/>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b="0"/>
          </a:p>
        </p:txBody>
      </p:sp>
      <p:sp>
        <p:nvSpPr>
          <p:cNvPr id="30754" name="AutoShape 41">
            <a:extLst>
              <a:ext uri="{FF2B5EF4-FFF2-40B4-BE49-F238E27FC236}">
                <a16:creationId xmlns:a16="http://schemas.microsoft.com/office/drawing/2014/main" id="{11FA0A14-4B1D-4244-8327-B0ABE7EAABE1}"/>
              </a:ext>
            </a:extLst>
          </p:cNvPr>
          <p:cNvSpPr>
            <a:spLocks noChangeArrowheads="1"/>
          </p:cNvSpPr>
          <p:nvPr/>
        </p:nvSpPr>
        <p:spPr bwMode="auto">
          <a:xfrm>
            <a:off x="6877051" y="2058989"/>
            <a:ext cx="792163" cy="306387"/>
          </a:xfrm>
          <a:prstGeom prst="roundRect">
            <a:avLst>
              <a:gd name="adj" fmla="val 16667"/>
            </a:avLst>
          </a:prstGeom>
          <a:noFill/>
          <a:ln w="28575">
            <a:solidFill>
              <a:schemeClr val="accent6">
                <a:lumMod val="60000"/>
                <a:lumOff val="40000"/>
              </a:schemeClr>
            </a:solidFill>
            <a:round/>
            <a:headEnd/>
            <a:tailEnd/>
          </a:ln>
        </p:spPr>
        <p:txBody>
          <a:bodyPr wrap="none" anchor="ctr"/>
          <a:lstStyle/>
          <a:p>
            <a:pPr eaLnBrk="1" hangingPunct="1">
              <a:defRPr/>
            </a:pPr>
            <a:endParaRPr lang="ru-RU">
              <a:latin typeface="Arial" charset="0"/>
              <a:cs typeface="Arial" charset="0"/>
            </a:endParaRPr>
          </a:p>
        </p:txBody>
      </p:sp>
      <p:sp>
        <p:nvSpPr>
          <p:cNvPr id="56354" name="Text Box 36">
            <a:extLst>
              <a:ext uri="{FF2B5EF4-FFF2-40B4-BE49-F238E27FC236}">
                <a16:creationId xmlns:a16="http://schemas.microsoft.com/office/drawing/2014/main" id="{A265BAC3-BE87-0CC3-BB79-930C33A56FFB}"/>
              </a:ext>
            </a:extLst>
          </p:cNvPr>
          <p:cNvSpPr txBox="1">
            <a:spLocks noChangeArrowheads="1"/>
          </p:cNvSpPr>
          <p:nvPr/>
        </p:nvSpPr>
        <p:spPr bwMode="auto">
          <a:xfrm>
            <a:off x="7305675" y="2012950"/>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a:t>
            </a:r>
            <a:endParaRPr lang="ru-RU" altLang="en-US" sz="1800" b="0"/>
          </a:p>
        </p:txBody>
      </p:sp>
      <p:sp>
        <p:nvSpPr>
          <p:cNvPr id="56355" name="Text Box 36">
            <a:extLst>
              <a:ext uri="{FF2B5EF4-FFF2-40B4-BE49-F238E27FC236}">
                <a16:creationId xmlns:a16="http://schemas.microsoft.com/office/drawing/2014/main" id="{B4074B28-FFA1-36EF-7753-25ED0BE06DD5}"/>
              </a:ext>
            </a:extLst>
          </p:cNvPr>
          <p:cNvSpPr txBox="1">
            <a:spLocks noChangeArrowheads="1"/>
          </p:cNvSpPr>
          <p:nvPr/>
        </p:nvSpPr>
        <p:spPr bwMode="auto">
          <a:xfrm>
            <a:off x="7816850" y="2025650"/>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a:t>
            </a:r>
            <a:endParaRPr lang="ru-RU" altLang="en-US" sz="1800" b="0"/>
          </a:p>
        </p:txBody>
      </p:sp>
      <p:sp>
        <p:nvSpPr>
          <p:cNvPr id="56356" name="Text Box 44">
            <a:extLst>
              <a:ext uri="{FF2B5EF4-FFF2-40B4-BE49-F238E27FC236}">
                <a16:creationId xmlns:a16="http://schemas.microsoft.com/office/drawing/2014/main" id="{9C5A08B9-13EA-EA22-7D1A-9FFBCC92EBEF}"/>
              </a:ext>
            </a:extLst>
          </p:cNvPr>
          <p:cNvSpPr txBox="1">
            <a:spLocks noChangeArrowheads="1"/>
          </p:cNvSpPr>
          <p:nvPr/>
        </p:nvSpPr>
        <p:spPr bwMode="auto">
          <a:xfrm>
            <a:off x="2041525" y="2903538"/>
            <a:ext cx="7723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Common term is </a:t>
            </a:r>
            <a:r>
              <a:rPr lang="en-US" altLang="en-US" sz="2000" b="0">
                <a:sym typeface="Symbol" panose="05050102010706020507" pitchFamily="18" charset="2"/>
              </a:rPr>
              <a:t></a:t>
            </a:r>
            <a:r>
              <a:rPr lang="en-US" altLang="en-US" sz="2000" b="0"/>
              <a:t>x·y·z;  F = x·y + </a:t>
            </a:r>
            <a:r>
              <a:rPr lang="en-US" altLang="en-US" sz="2000" b="0">
                <a:sym typeface="Symbol" panose="05050102010706020507" pitchFamily="18" charset="2"/>
              </a:rPr>
              <a:t></a:t>
            </a:r>
            <a:r>
              <a:rPr lang="en-US" altLang="en-US" sz="2000" b="0"/>
              <a:t>x·y·z;  G = </a:t>
            </a:r>
            <a:r>
              <a:rPr lang="en-US" altLang="en-US" sz="2000" b="0">
                <a:sym typeface="Symbol" panose="05050102010706020507" pitchFamily="18" charset="2"/>
              </a:rPr>
              <a:t></a:t>
            </a:r>
            <a:r>
              <a:rPr lang="en-US" altLang="en-US" sz="2000" b="0"/>
              <a:t>x·</a:t>
            </a:r>
            <a:r>
              <a:rPr lang="en-US" altLang="en-US" sz="2000" b="0">
                <a:sym typeface="Symbol" panose="05050102010706020507" pitchFamily="18" charset="2"/>
              </a:rPr>
              <a:t></a:t>
            </a:r>
            <a:r>
              <a:rPr lang="en-US" altLang="en-US" sz="2000" b="0"/>
              <a:t>y + </a:t>
            </a:r>
            <a:r>
              <a:rPr lang="en-US" altLang="en-US" sz="2000" b="0">
                <a:sym typeface="Symbol" panose="05050102010706020507" pitchFamily="18" charset="2"/>
              </a:rPr>
              <a:t></a:t>
            </a:r>
            <a:r>
              <a:rPr lang="en-US" altLang="en-US" sz="2000" b="0"/>
              <a:t>x·y·z; </a:t>
            </a:r>
          </a:p>
        </p:txBody>
      </p:sp>
      <p:sp>
        <p:nvSpPr>
          <p:cNvPr id="56357" name="Text Box 125">
            <a:extLst>
              <a:ext uri="{FF2B5EF4-FFF2-40B4-BE49-F238E27FC236}">
                <a16:creationId xmlns:a16="http://schemas.microsoft.com/office/drawing/2014/main" id="{3D606315-46A5-DD5B-2764-A31F52D4600E}"/>
              </a:ext>
            </a:extLst>
          </p:cNvPr>
          <p:cNvSpPr txBox="1">
            <a:spLocks noChangeArrowheads="1"/>
          </p:cNvSpPr>
          <p:nvPr/>
        </p:nvSpPr>
        <p:spPr bwMode="auto">
          <a:xfrm>
            <a:off x="2035175" y="5418138"/>
            <a:ext cx="45354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This circuit is simpler than previous one.</a:t>
            </a:r>
            <a:endParaRPr lang="ru-RU" altLang="en-US" sz="1800" b="0"/>
          </a:p>
        </p:txBody>
      </p:sp>
      <p:grpSp>
        <p:nvGrpSpPr>
          <p:cNvPr id="56358" name="Group 89">
            <a:extLst>
              <a:ext uri="{FF2B5EF4-FFF2-40B4-BE49-F238E27FC236}">
                <a16:creationId xmlns:a16="http://schemas.microsoft.com/office/drawing/2014/main" id="{7A04BA22-9436-5FB7-9099-BAC19E136C06}"/>
              </a:ext>
            </a:extLst>
          </p:cNvPr>
          <p:cNvGrpSpPr>
            <a:grpSpLocks/>
          </p:cNvGrpSpPr>
          <p:nvPr/>
        </p:nvGrpSpPr>
        <p:grpSpPr bwMode="auto">
          <a:xfrm>
            <a:off x="3003550" y="3281364"/>
            <a:ext cx="6453188" cy="2046287"/>
            <a:chOff x="1412875" y="3340100"/>
            <a:chExt cx="6521747" cy="2046288"/>
          </a:xfrm>
        </p:grpSpPr>
        <p:sp>
          <p:nvSpPr>
            <p:cNvPr id="56363" name="Line 128">
              <a:extLst>
                <a:ext uri="{FF2B5EF4-FFF2-40B4-BE49-F238E27FC236}">
                  <a16:creationId xmlns:a16="http://schemas.microsoft.com/office/drawing/2014/main" id="{92D0867E-1D1D-4B15-FD27-CC3A58E6905A}"/>
                </a:ext>
              </a:extLst>
            </p:cNvPr>
            <p:cNvSpPr>
              <a:spLocks noChangeShapeType="1"/>
            </p:cNvSpPr>
            <p:nvPr/>
          </p:nvSpPr>
          <p:spPr bwMode="auto">
            <a:xfrm>
              <a:off x="4236956" y="4375301"/>
              <a:ext cx="489667"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6364" name="Line 129">
              <a:extLst>
                <a:ext uri="{FF2B5EF4-FFF2-40B4-BE49-F238E27FC236}">
                  <a16:creationId xmlns:a16="http://schemas.microsoft.com/office/drawing/2014/main" id="{B2E01246-3EF5-4BD5-460E-908C38F05AAD}"/>
                </a:ext>
              </a:extLst>
            </p:cNvPr>
            <p:cNvSpPr>
              <a:spLocks noChangeShapeType="1"/>
            </p:cNvSpPr>
            <p:nvPr/>
          </p:nvSpPr>
          <p:spPr bwMode="auto">
            <a:xfrm>
              <a:off x="4250858" y="5120257"/>
              <a:ext cx="48966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65" name="Line 130">
              <a:extLst>
                <a:ext uri="{FF2B5EF4-FFF2-40B4-BE49-F238E27FC236}">
                  <a16:creationId xmlns:a16="http://schemas.microsoft.com/office/drawing/2014/main" id="{735B184F-0000-DAFC-9EE4-DBC155544465}"/>
                </a:ext>
              </a:extLst>
            </p:cNvPr>
            <p:cNvSpPr>
              <a:spLocks noChangeShapeType="1"/>
            </p:cNvSpPr>
            <p:nvPr/>
          </p:nvSpPr>
          <p:spPr bwMode="auto">
            <a:xfrm>
              <a:off x="4728167" y="4900228"/>
              <a:ext cx="0" cy="20640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66" name="Line 131">
              <a:extLst>
                <a:ext uri="{FF2B5EF4-FFF2-40B4-BE49-F238E27FC236}">
                  <a16:creationId xmlns:a16="http://schemas.microsoft.com/office/drawing/2014/main" id="{E3D12F79-C8C5-C652-8715-325BCC1CA114}"/>
                </a:ext>
              </a:extLst>
            </p:cNvPr>
            <p:cNvSpPr>
              <a:spLocks noChangeShapeType="1"/>
            </p:cNvSpPr>
            <p:nvPr/>
          </p:nvSpPr>
          <p:spPr bwMode="auto">
            <a:xfrm>
              <a:off x="4728167" y="4687533"/>
              <a:ext cx="4417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67" name="Line 132">
              <a:extLst>
                <a:ext uri="{FF2B5EF4-FFF2-40B4-BE49-F238E27FC236}">
                  <a16:creationId xmlns:a16="http://schemas.microsoft.com/office/drawing/2014/main" id="{85DABC3D-63E9-35C2-511A-E75BB7295A46}"/>
                </a:ext>
              </a:extLst>
            </p:cNvPr>
            <p:cNvSpPr>
              <a:spLocks noChangeShapeType="1"/>
            </p:cNvSpPr>
            <p:nvPr/>
          </p:nvSpPr>
          <p:spPr bwMode="auto">
            <a:xfrm>
              <a:off x="4728167" y="4898132"/>
              <a:ext cx="4417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68" name="Line 133">
              <a:extLst>
                <a:ext uri="{FF2B5EF4-FFF2-40B4-BE49-F238E27FC236}">
                  <a16:creationId xmlns:a16="http://schemas.microsoft.com/office/drawing/2014/main" id="{4C0916C8-4660-8971-115E-F7331C0754A5}"/>
                </a:ext>
              </a:extLst>
            </p:cNvPr>
            <p:cNvSpPr>
              <a:spLocks noChangeShapeType="1"/>
            </p:cNvSpPr>
            <p:nvPr/>
          </p:nvSpPr>
          <p:spPr bwMode="auto">
            <a:xfrm>
              <a:off x="5504868" y="4789858"/>
              <a:ext cx="45714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 name="Group 134">
              <a:extLst>
                <a:ext uri="{FF2B5EF4-FFF2-40B4-BE49-F238E27FC236}">
                  <a16:creationId xmlns:a16="http://schemas.microsoft.com/office/drawing/2014/main" id="{311796D5-6B87-4254-8C89-117C26A49F2E}"/>
                </a:ext>
              </a:extLst>
            </p:cNvPr>
            <p:cNvGrpSpPr>
              <a:grpSpLocks/>
            </p:cNvGrpSpPr>
            <p:nvPr/>
          </p:nvGrpSpPr>
          <p:grpSpPr bwMode="auto">
            <a:xfrm>
              <a:off x="2774139" y="5044819"/>
              <a:ext cx="443326" cy="341569"/>
              <a:chOff x="944" y="2432"/>
              <a:chExt cx="287" cy="326"/>
            </a:xfrm>
            <a:solidFill>
              <a:schemeClr val="accent1"/>
            </a:solidFill>
          </p:grpSpPr>
          <p:sp>
            <p:nvSpPr>
              <p:cNvPr id="29750" name="AutoShape 135">
                <a:extLst>
                  <a:ext uri="{FF2B5EF4-FFF2-40B4-BE49-F238E27FC236}">
                    <a16:creationId xmlns:a16="http://schemas.microsoft.com/office/drawing/2014/main" id="{1CBF5016-2279-4004-A83A-ED6EE29C7EE0}"/>
                  </a:ext>
                </a:extLst>
              </p:cNvPr>
              <p:cNvSpPr>
                <a:spLocks noChangeArrowheads="1"/>
              </p:cNvSpPr>
              <p:nvPr/>
            </p:nvSpPr>
            <p:spPr bwMode="auto">
              <a:xfrm rot="5400000">
                <a:off x="883" y="2491"/>
                <a:ext cx="326" cy="211"/>
              </a:xfrm>
              <a:prstGeom prst="triangle">
                <a:avLst>
                  <a:gd name="adj" fmla="val 50000"/>
                </a:avLst>
              </a:prstGeom>
              <a:grpFill/>
              <a:ln w="2857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29751" name="Oval 136">
                <a:extLst>
                  <a:ext uri="{FF2B5EF4-FFF2-40B4-BE49-F238E27FC236}">
                    <a16:creationId xmlns:a16="http://schemas.microsoft.com/office/drawing/2014/main" id="{B2814D64-EB5D-42F0-BBBE-93E95C20E89C}"/>
                  </a:ext>
                </a:extLst>
              </p:cNvPr>
              <p:cNvSpPr>
                <a:spLocks noChangeArrowheads="1"/>
              </p:cNvSpPr>
              <p:nvPr/>
            </p:nvSpPr>
            <p:spPr bwMode="auto">
              <a:xfrm>
                <a:off x="1154" y="2558"/>
                <a:ext cx="77" cy="114"/>
              </a:xfrm>
              <a:prstGeom prst="ellipse">
                <a:avLst/>
              </a:prstGeom>
              <a:grpFill/>
              <a:ln w="28575">
                <a:solidFill>
                  <a:schemeClr val="tx1"/>
                </a:solidFill>
                <a:round/>
                <a:headEnd/>
                <a:tailEnd/>
              </a:ln>
            </p:spPr>
            <p:txBody>
              <a:bodyPr wrap="none" anchor="ctr"/>
              <a:lstStyle/>
              <a:p>
                <a:pPr eaLnBrk="1" hangingPunct="1">
                  <a:defRPr/>
                </a:pPr>
                <a:endParaRPr lang="ru-RU">
                  <a:latin typeface="Arial" charset="0"/>
                  <a:cs typeface="Arial" charset="0"/>
                </a:endParaRPr>
              </a:p>
            </p:txBody>
          </p:sp>
        </p:grpSp>
        <p:grpSp>
          <p:nvGrpSpPr>
            <p:cNvPr id="3" name="Group 137">
              <a:extLst>
                <a:ext uri="{FF2B5EF4-FFF2-40B4-BE49-F238E27FC236}">
                  <a16:creationId xmlns:a16="http://schemas.microsoft.com/office/drawing/2014/main" id="{495363AA-5ED5-4449-B7B4-6007CEB2C504}"/>
                </a:ext>
              </a:extLst>
            </p:cNvPr>
            <p:cNvGrpSpPr>
              <a:grpSpLocks/>
            </p:cNvGrpSpPr>
            <p:nvPr/>
          </p:nvGrpSpPr>
          <p:grpSpPr bwMode="auto">
            <a:xfrm>
              <a:off x="2778771" y="4596380"/>
              <a:ext cx="441781" cy="365668"/>
              <a:chOff x="945" y="2432"/>
              <a:chExt cx="286" cy="349"/>
            </a:xfrm>
            <a:solidFill>
              <a:schemeClr val="accent1"/>
            </a:solidFill>
          </p:grpSpPr>
          <p:sp>
            <p:nvSpPr>
              <p:cNvPr id="29748" name="AutoShape 138">
                <a:extLst>
                  <a:ext uri="{FF2B5EF4-FFF2-40B4-BE49-F238E27FC236}">
                    <a16:creationId xmlns:a16="http://schemas.microsoft.com/office/drawing/2014/main" id="{2FCDCD01-5951-43F5-95C1-AD28AE04E4B8}"/>
                  </a:ext>
                </a:extLst>
              </p:cNvPr>
              <p:cNvSpPr>
                <a:spLocks noChangeArrowheads="1"/>
              </p:cNvSpPr>
              <p:nvPr/>
            </p:nvSpPr>
            <p:spPr bwMode="auto">
              <a:xfrm rot="5400000">
                <a:off x="871" y="2502"/>
                <a:ext cx="355" cy="211"/>
              </a:xfrm>
              <a:prstGeom prst="triangle">
                <a:avLst>
                  <a:gd name="adj" fmla="val 50000"/>
                </a:avLst>
              </a:prstGeom>
              <a:grpFill/>
              <a:ln w="2857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29749" name="Oval 139">
                <a:extLst>
                  <a:ext uri="{FF2B5EF4-FFF2-40B4-BE49-F238E27FC236}">
                    <a16:creationId xmlns:a16="http://schemas.microsoft.com/office/drawing/2014/main" id="{08ADC53C-4EFC-4F2D-B5B5-1F899F3AA554}"/>
                  </a:ext>
                </a:extLst>
              </p:cNvPr>
              <p:cNvSpPr>
                <a:spLocks noChangeArrowheads="1"/>
              </p:cNvSpPr>
              <p:nvPr/>
            </p:nvSpPr>
            <p:spPr bwMode="auto">
              <a:xfrm>
                <a:off x="1154" y="2557"/>
                <a:ext cx="77" cy="115"/>
              </a:xfrm>
              <a:prstGeom prst="ellipse">
                <a:avLst/>
              </a:prstGeom>
              <a:grpFill/>
              <a:ln w="28575">
                <a:solidFill>
                  <a:schemeClr val="tx1"/>
                </a:solidFill>
                <a:round/>
                <a:headEnd/>
                <a:tailEnd/>
              </a:ln>
            </p:spPr>
            <p:txBody>
              <a:bodyPr wrap="none" anchor="ctr"/>
              <a:lstStyle/>
              <a:p>
                <a:pPr eaLnBrk="1" hangingPunct="1">
                  <a:defRPr/>
                </a:pPr>
                <a:endParaRPr lang="ru-RU">
                  <a:latin typeface="Arial" charset="0"/>
                  <a:cs typeface="Arial" charset="0"/>
                </a:endParaRPr>
              </a:p>
            </p:txBody>
          </p:sp>
        </p:grpSp>
        <p:sp>
          <p:nvSpPr>
            <p:cNvPr id="56371" name="Line 140">
              <a:extLst>
                <a:ext uri="{FF2B5EF4-FFF2-40B4-BE49-F238E27FC236}">
                  <a16:creationId xmlns:a16="http://schemas.microsoft.com/office/drawing/2014/main" id="{53C28B6C-6AC7-7CC1-9CC1-B4D75F97883B}"/>
                </a:ext>
              </a:extLst>
            </p:cNvPr>
            <p:cNvSpPr>
              <a:spLocks noChangeShapeType="1"/>
            </p:cNvSpPr>
            <p:nvPr/>
          </p:nvSpPr>
          <p:spPr bwMode="auto">
            <a:xfrm>
              <a:off x="2346256" y="4245379"/>
              <a:ext cx="1516885"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6372" name="Line 141">
              <a:extLst>
                <a:ext uri="{FF2B5EF4-FFF2-40B4-BE49-F238E27FC236}">
                  <a16:creationId xmlns:a16="http://schemas.microsoft.com/office/drawing/2014/main" id="{1F1CFDC9-9EDC-95EC-F764-981DA86837C8}"/>
                </a:ext>
              </a:extLst>
            </p:cNvPr>
            <p:cNvSpPr>
              <a:spLocks noChangeShapeType="1"/>
            </p:cNvSpPr>
            <p:nvPr/>
          </p:nvSpPr>
          <p:spPr bwMode="auto">
            <a:xfrm flipV="1">
              <a:off x="3229819" y="4768210"/>
              <a:ext cx="315117"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6373" name="Line 142">
              <a:extLst>
                <a:ext uri="{FF2B5EF4-FFF2-40B4-BE49-F238E27FC236}">
                  <a16:creationId xmlns:a16="http://schemas.microsoft.com/office/drawing/2014/main" id="{10F17501-6682-4FB8-5D0A-97F34C7A0EF8}"/>
                </a:ext>
              </a:extLst>
            </p:cNvPr>
            <p:cNvSpPr>
              <a:spLocks noChangeShapeType="1"/>
            </p:cNvSpPr>
            <p:nvPr/>
          </p:nvSpPr>
          <p:spPr bwMode="auto">
            <a:xfrm>
              <a:off x="3538756" y="4507319"/>
              <a:ext cx="0" cy="5228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4" name="Line 143">
              <a:extLst>
                <a:ext uri="{FF2B5EF4-FFF2-40B4-BE49-F238E27FC236}">
                  <a16:creationId xmlns:a16="http://schemas.microsoft.com/office/drawing/2014/main" id="{7FAF7287-7FCD-66A8-F0EA-9681C04D9709}"/>
                </a:ext>
              </a:extLst>
            </p:cNvPr>
            <p:cNvSpPr>
              <a:spLocks noChangeShapeType="1"/>
            </p:cNvSpPr>
            <p:nvPr/>
          </p:nvSpPr>
          <p:spPr bwMode="auto">
            <a:xfrm>
              <a:off x="3538756" y="4516748"/>
              <a:ext cx="3151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5" name="Line 144">
              <a:extLst>
                <a:ext uri="{FF2B5EF4-FFF2-40B4-BE49-F238E27FC236}">
                  <a16:creationId xmlns:a16="http://schemas.microsoft.com/office/drawing/2014/main" id="{608BC3F4-9697-89D6-7ADC-28264030DF4A}"/>
                </a:ext>
              </a:extLst>
            </p:cNvPr>
            <p:cNvSpPr>
              <a:spLocks noChangeShapeType="1"/>
            </p:cNvSpPr>
            <p:nvPr/>
          </p:nvSpPr>
          <p:spPr bwMode="auto">
            <a:xfrm>
              <a:off x="3538756" y="5022816"/>
              <a:ext cx="3151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6" name="Line 145">
              <a:extLst>
                <a:ext uri="{FF2B5EF4-FFF2-40B4-BE49-F238E27FC236}">
                  <a16:creationId xmlns:a16="http://schemas.microsoft.com/office/drawing/2014/main" id="{4B4778D6-C076-B32C-A027-4215B7EF364D}"/>
                </a:ext>
              </a:extLst>
            </p:cNvPr>
            <p:cNvSpPr>
              <a:spLocks noChangeShapeType="1"/>
            </p:cNvSpPr>
            <p:nvPr/>
          </p:nvSpPr>
          <p:spPr bwMode="auto">
            <a:xfrm flipH="1">
              <a:off x="2109918" y="4768210"/>
              <a:ext cx="65828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7" name="Line 146">
              <a:extLst>
                <a:ext uri="{FF2B5EF4-FFF2-40B4-BE49-F238E27FC236}">
                  <a16:creationId xmlns:a16="http://schemas.microsoft.com/office/drawing/2014/main" id="{6787C7DF-2A5E-E29A-705D-27BE8D02F5C0}"/>
                </a:ext>
              </a:extLst>
            </p:cNvPr>
            <p:cNvSpPr>
              <a:spLocks noChangeShapeType="1"/>
            </p:cNvSpPr>
            <p:nvPr/>
          </p:nvSpPr>
          <p:spPr bwMode="auto">
            <a:xfrm>
              <a:off x="4224598" y="3675399"/>
              <a:ext cx="5329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8" name="Line 147">
              <a:extLst>
                <a:ext uri="{FF2B5EF4-FFF2-40B4-BE49-F238E27FC236}">
                  <a16:creationId xmlns:a16="http://schemas.microsoft.com/office/drawing/2014/main" id="{D3A66DB8-D77B-3022-AF1D-88ADFC252ED1}"/>
                </a:ext>
              </a:extLst>
            </p:cNvPr>
            <p:cNvSpPr>
              <a:spLocks noChangeShapeType="1"/>
            </p:cNvSpPr>
            <p:nvPr/>
          </p:nvSpPr>
          <p:spPr bwMode="auto">
            <a:xfrm flipH="1">
              <a:off x="1727898" y="3770745"/>
              <a:ext cx="210232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9" name="Line 148">
              <a:extLst>
                <a:ext uri="{FF2B5EF4-FFF2-40B4-BE49-F238E27FC236}">
                  <a16:creationId xmlns:a16="http://schemas.microsoft.com/office/drawing/2014/main" id="{73C3695E-251F-AAA6-6FAB-B4E92444611E}"/>
                </a:ext>
              </a:extLst>
            </p:cNvPr>
            <p:cNvSpPr>
              <a:spLocks noChangeShapeType="1"/>
            </p:cNvSpPr>
            <p:nvPr/>
          </p:nvSpPr>
          <p:spPr bwMode="auto">
            <a:xfrm>
              <a:off x="1729443" y="3574815"/>
              <a:ext cx="210077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0" name="Text Box 149">
              <a:extLst>
                <a:ext uri="{FF2B5EF4-FFF2-40B4-BE49-F238E27FC236}">
                  <a16:creationId xmlns:a16="http://schemas.microsoft.com/office/drawing/2014/main" id="{DA9DFB32-6EB0-6A40-A9D0-7693939F8618}"/>
                </a:ext>
              </a:extLst>
            </p:cNvPr>
            <p:cNvSpPr txBox="1">
              <a:spLocks noChangeArrowheads="1"/>
            </p:cNvSpPr>
            <p:nvPr/>
          </p:nvSpPr>
          <p:spPr bwMode="auto">
            <a:xfrm>
              <a:off x="1470028" y="4150710"/>
              <a:ext cx="560723" cy="400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z</a:t>
              </a:r>
              <a:endParaRPr lang="ru-RU" altLang="en-US" sz="2000" b="0"/>
            </a:p>
          </p:txBody>
        </p:sp>
        <p:sp>
          <p:nvSpPr>
            <p:cNvPr id="56381" name="Text Box 150">
              <a:extLst>
                <a:ext uri="{FF2B5EF4-FFF2-40B4-BE49-F238E27FC236}">
                  <a16:creationId xmlns:a16="http://schemas.microsoft.com/office/drawing/2014/main" id="{6B8BEAC6-29EF-C374-7221-C556A561185B}"/>
                </a:ext>
              </a:extLst>
            </p:cNvPr>
            <p:cNvSpPr txBox="1">
              <a:spLocks noChangeArrowheads="1"/>
            </p:cNvSpPr>
            <p:nvPr/>
          </p:nvSpPr>
          <p:spPr bwMode="auto">
            <a:xfrm>
              <a:off x="1418475" y="3340100"/>
              <a:ext cx="531373" cy="400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x</a:t>
              </a:r>
              <a:endParaRPr lang="ru-RU" altLang="en-US" sz="2000" b="0"/>
            </a:p>
          </p:txBody>
        </p:sp>
        <p:sp>
          <p:nvSpPr>
            <p:cNvPr id="56382" name="Text Box 151">
              <a:extLst>
                <a:ext uri="{FF2B5EF4-FFF2-40B4-BE49-F238E27FC236}">
                  <a16:creationId xmlns:a16="http://schemas.microsoft.com/office/drawing/2014/main" id="{FBD53096-F443-161E-DBE9-E4FE134BE142}"/>
                </a:ext>
              </a:extLst>
            </p:cNvPr>
            <p:cNvSpPr txBox="1">
              <a:spLocks noChangeArrowheads="1"/>
            </p:cNvSpPr>
            <p:nvPr/>
          </p:nvSpPr>
          <p:spPr bwMode="auto">
            <a:xfrm>
              <a:off x="1412875" y="3567109"/>
              <a:ext cx="560722" cy="400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y</a:t>
              </a:r>
              <a:endParaRPr lang="ru-RU" altLang="en-US" sz="2000" b="0"/>
            </a:p>
          </p:txBody>
        </p:sp>
        <p:sp>
          <p:nvSpPr>
            <p:cNvPr id="56383" name="Text Box 152">
              <a:extLst>
                <a:ext uri="{FF2B5EF4-FFF2-40B4-BE49-F238E27FC236}">
                  <a16:creationId xmlns:a16="http://schemas.microsoft.com/office/drawing/2014/main" id="{73B46D8E-042D-EEB5-0B9E-BC66D4A2C8D1}"/>
                </a:ext>
              </a:extLst>
            </p:cNvPr>
            <p:cNvSpPr txBox="1">
              <a:spLocks noChangeArrowheads="1"/>
            </p:cNvSpPr>
            <p:nvPr/>
          </p:nvSpPr>
          <p:spPr bwMode="auto">
            <a:xfrm>
              <a:off x="5639533" y="3611164"/>
              <a:ext cx="20312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F = x·y +</a:t>
              </a:r>
              <a:r>
                <a:rPr lang="en-US" altLang="en-US" sz="2000" b="0">
                  <a:sym typeface="Symbol" panose="05050102010706020507" pitchFamily="18" charset="2"/>
                </a:rPr>
                <a:t></a:t>
              </a:r>
              <a:r>
                <a:rPr lang="en-US" altLang="en-US" sz="2000" b="0"/>
                <a:t>x·y·z</a:t>
              </a:r>
            </a:p>
          </p:txBody>
        </p:sp>
        <p:grpSp>
          <p:nvGrpSpPr>
            <p:cNvPr id="4" name="Group 153">
              <a:extLst>
                <a:ext uri="{FF2B5EF4-FFF2-40B4-BE49-F238E27FC236}">
                  <a16:creationId xmlns:a16="http://schemas.microsoft.com/office/drawing/2014/main" id="{343287AD-23EB-4553-8C5F-C925904C84EF}"/>
                </a:ext>
              </a:extLst>
            </p:cNvPr>
            <p:cNvGrpSpPr>
              <a:grpSpLocks/>
            </p:cNvGrpSpPr>
            <p:nvPr/>
          </p:nvGrpSpPr>
          <p:grpSpPr bwMode="auto">
            <a:xfrm>
              <a:off x="3875499" y="4910705"/>
              <a:ext cx="372271" cy="427485"/>
              <a:chOff x="984" y="1298"/>
              <a:chExt cx="726" cy="1634"/>
            </a:xfrm>
            <a:solidFill>
              <a:schemeClr val="accent1"/>
            </a:solidFill>
          </p:grpSpPr>
          <p:sp>
            <p:nvSpPr>
              <p:cNvPr id="30806" name="Line 154">
                <a:extLst>
                  <a:ext uri="{FF2B5EF4-FFF2-40B4-BE49-F238E27FC236}">
                    <a16:creationId xmlns:a16="http://schemas.microsoft.com/office/drawing/2014/main" id="{BF00BDE6-599B-4366-BF67-C5560DBF87DF}"/>
                  </a:ext>
                </a:extLst>
              </p:cNvPr>
              <p:cNvSpPr>
                <a:spLocks noChangeShapeType="1"/>
              </p:cNvSpPr>
              <p:nvPr/>
            </p:nvSpPr>
            <p:spPr bwMode="auto">
              <a:xfrm flipH="1">
                <a:off x="984" y="1298"/>
                <a:ext cx="0" cy="1633"/>
              </a:xfrm>
              <a:prstGeom prst="line">
                <a:avLst/>
              </a:prstGeom>
              <a:grpFill/>
              <a:ln w="28575">
                <a:solidFill>
                  <a:schemeClr val="tx1"/>
                </a:solidFill>
                <a:round/>
                <a:headEnd/>
                <a:tailEnd/>
              </a:ln>
            </p:spPr>
            <p:txBody>
              <a:bodyPr/>
              <a:lstStyle/>
              <a:p>
                <a:pPr eaLnBrk="1" hangingPunct="1">
                  <a:defRPr/>
                </a:pPr>
                <a:endParaRPr lang="en-GB">
                  <a:latin typeface="Arial" charset="0"/>
                  <a:cs typeface="Arial" charset="0"/>
                </a:endParaRPr>
              </a:p>
            </p:txBody>
          </p:sp>
          <p:sp>
            <p:nvSpPr>
              <p:cNvPr id="29747" name="Arc 155">
                <a:extLst>
                  <a:ext uri="{FF2B5EF4-FFF2-40B4-BE49-F238E27FC236}">
                    <a16:creationId xmlns:a16="http://schemas.microsoft.com/office/drawing/2014/main" id="{7D9F1A58-E69E-4E0C-8C89-074CD291CF05}"/>
                  </a:ext>
                </a:extLst>
              </p:cNvPr>
              <p:cNvSpPr>
                <a:spLocks/>
              </p:cNvSpPr>
              <p:nvPr/>
            </p:nvSpPr>
            <p:spPr bwMode="auto">
              <a:xfrm>
                <a:off x="989" y="1296"/>
                <a:ext cx="721" cy="1638"/>
              </a:xfrm>
              <a:custGeom>
                <a:avLst/>
                <a:gdLst>
                  <a:gd name="T0" fmla="*/ 0 w 21674"/>
                  <a:gd name="T1" fmla="*/ 0 h 43200"/>
                  <a:gd name="T2" fmla="*/ 0 w 21674"/>
                  <a:gd name="T3" fmla="*/ 0 h 43200"/>
                  <a:gd name="T4" fmla="*/ 0 w 21674"/>
                  <a:gd name="T5" fmla="*/ 0 h 43200"/>
                  <a:gd name="T6" fmla="*/ 0 60000 65536"/>
                  <a:gd name="T7" fmla="*/ 0 60000 65536"/>
                  <a:gd name="T8" fmla="*/ 0 60000 65536"/>
                  <a:gd name="T9" fmla="*/ 0 w 21674"/>
                  <a:gd name="T10" fmla="*/ 0 h 43200"/>
                  <a:gd name="T11" fmla="*/ 21674 w 21674"/>
                  <a:gd name="T12" fmla="*/ 43200 h 43200"/>
                </a:gdLst>
                <a:ahLst/>
                <a:cxnLst>
                  <a:cxn ang="T6">
                    <a:pos x="T0" y="T1"/>
                  </a:cxn>
                  <a:cxn ang="T7">
                    <a:pos x="T2" y="T3"/>
                  </a:cxn>
                  <a:cxn ang="T8">
                    <a:pos x="T4" y="T5"/>
                  </a:cxn>
                </a:cxnLst>
                <a:rect l="T9" t="T10" r="T11" b="T12"/>
                <a:pathLst>
                  <a:path w="21674" h="43200" fill="none" extrusionOk="0">
                    <a:moveTo>
                      <a:pt x="73" y="0"/>
                    </a:moveTo>
                    <a:cubicBezTo>
                      <a:pt x="12003" y="0"/>
                      <a:pt x="21674" y="9670"/>
                      <a:pt x="21674" y="21600"/>
                    </a:cubicBezTo>
                    <a:cubicBezTo>
                      <a:pt x="21674" y="33529"/>
                      <a:pt x="12003" y="43200"/>
                      <a:pt x="74" y="43200"/>
                    </a:cubicBezTo>
                    <a:cubicBezTo>
                      <a:pt x="49" y="43200"/>
                      <a:pt x="24" y="43199"/>
                      <a:pt x="0" y="43199"/>
                    </a:cubicBezTo>
                  </a:path>
                  <a:path w="21674" h="43200" stroke="0" extrusionOk="0">
                    <a:moveTo>
                      <a:pt x="73" y="0"/>
                    </a:moveTo>
                    <a:cubicBezTo>
                      <a:pt x="12003" y="0"/>
                      <a:pt x="21674" y="9670"/>
                      <a:pt x="21674" y="21600"/>
                    </a:cubicBezTo>
                    <a:cubicBezTo>
                      <a:pt x="21674" y="33529"/>
                      <a:pt x="12003" y="43200"/>
                      <a:pt x="74" y="43200"/>
                    </a:cubicBezTo>
                    <a:cubicBezTo>
                      <a:pt x="49" y="43200"/>
                      <a:pt x="24" y="43199"/>
                      <a:pt x="0" y="43199"/>
                    </a:cubicBezTo>
                    <a:lnTo>
                      <a:pt x="74" y="21600"/>
                    </a:lnTo>
                    <a:close/>
                  </a:path>
                </a:pathLst>
              </a:custGeom>
              <a:grpFill/>
              <a:ln w="28575">
                <a:solidFill>
                  <a:schemeClr val="tx1"/>
                </a:solidFill>
                <a:round/>
                <a:headEnd/>
                <a:tailEnd/>
              </a:ln>
            </p:spPr>
            <p:txBody>
              <a:bodyPr wrap="none" anchor="ctr"/>
              <a:lstStyle/>
              <a:p>
                <a:pPr eaLnBrk="1" hangingPunct="1">
                  <a:defRPr/>
                </a:pPr>
                <a:endParaRPr lang="ru-RU">
                  <a:latin typeface="Arial" charset="0"/>
                  <a:cs typeface="Arial" charset="0"/>
                </a:endParaRPr>
              </a:p>
            </p:txBody>
          </p:sp>
        </p:grpSp>
        <p:sp>
          <p:nvSpPr>
            <p:cNvPr id="56385" name="Line 156">
              <a:extLst>
                <a:ext uri="{FF2B5EF4-FFF2-40B4-BE49-F238E27FC236}">
                  <a16:creationId xmlns:a16="http://schemas.microsoft.com/office/drawing/2014/main" id="{017A311B-FD46-F0CD-C59A-8E69250952C4}"/>
                </a:ext>
              </a:extLst>
            </p:cNvPr>
            <p:cNvSpPr>
              <a:spLocks noChangeShapeType="1"/>
            </p:cNvSpPr>
            <p:nvPr/>
          </p:nvSpPr>
          <p:spPr bwMode="auto">
            <a:xfrm flipV="1">
              <a:off x="1757730" y="4378444"/>
              <a:ext cx="209459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6" name="Line 157">
              <a:extLst>
                <a:ext uri="{FF2B5EF4-FFF2-40B4-BE49-F238E27FC236}">
                  <a16:creationId xmlns:a16="http://schemas.microsoft.com/office/drawing/2014/main" id="{9EC95106-67EF-EF8E-E42D-E708E3858E3B}"/>
                </a:ext>
              </a:extLst>
            </p:cNvPr>
            <p:cNvSpPr>
              <a:spLocks noChangeShapeType="1"/>
            </p:cNvSpPr>
            <p:nvPr/>
          </p:nvSpPr>
          <p:spPr bwMode="auto">
            <a:xfrm>
              <a:off x="5504868" y="4034780"/>
              <a:ext cx="45714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7" name="Line 159">
              <a:extLst>
                <a:ext uri="{FF2B5EF4-FFF2-40B4-BE49-F238E27FC236}">
                  <a16:creationId xmlns:a16="http://schemas.microsoft.com/office/drawing/2014/main" id="{AE1E1300-01D9-0277-88A5-6DB77EC9EAE3}"/>
                </a:ext>
              </a:extLst>
            </p:cNvPr>
            <p:cNvSpPr>
              <a:spLocks noChangeShapeType="1"/>
            </p:cNvSpPr>
            <p:nvPr/>
          </p:nvSpPr>
          <p:spPr bwMode="auto">
            <a:xfrm flipH="1">
              <a:off x="3834273" y="3474230"/>
              <a:ext cx="0" cy="427223"/>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8" name="Arc 160">
              <a:extLst>
                <a:ext uri="{FF2B5EF4-FFF2-40B4-BE49-F238E27FC236}">
                  <a16:creationId xmlns:a16="http://schemas.microsoft.com/office/drawing/2014/main" id="{60850D7D-5E6E-EDF1-EC1D-79DB63D8F087}"/>
                </a:ext>
              </a:extLst>
            </p:cNvPr>
            <p:cNvSpPr>
              <a:spLocks/>
            </p:cNvSpPr>
            <p:nvPr/>
          </p:nvSpPr>
          <p:spPr bwMode="auto">
            <a:xfrm>
              <a:off x="3837862" y="3473445"/>
              <a:ext cx="368167" cy="428531"/>
            </a:xfrm>
            <a:custGeom>
              <a:avLst/>
              <a:gdLst>
                <a:gd name="T0" fmla="*/ 0 w 21674"/>
                <a:gd name="T1" fmla="*/ 0 h 43200"/>
                <a:gd name="T2" fmla="*/ 0 w 21674"/>
                <a:gd name="T3" fmla="*/ 0 h 43200"/>
                <a:gd name="T4" fmla="*/ 0 w 21674"/>
                <a:gd name="T5" fmla="*/ 0 h 43200"/>
                <a:gd name="T6" fmla="*/ 0 60000 65536"/>
                <a:gd name="T7" fmla="*/ 0 60000 65536"/>
                <a:gd name="T8" fmla="*/ 0 60000 65536"/>
                <a:gd name="T9" fmla="*/ 0 w 21674"/>
                <a:gd name="T10" fmla="*/ 0 h 43200"/>
                <a:gd name="T11" fmla="*/ 21674 w 21674"/>
                <a:gd name="T12" fmla="*/ 43200 h 43200"/>
              </a:gdLst>
              <a:ahLst/>
              <a:cxnLst>
                <a:cxn ang="T6">
                  <a:pos x="T0" y="T1"/>
                </a:cxn>
                <a:cxn ang="T7">
                  <a:pos x="T2" y="T3"/>
                </a:cxn>
                <a:cxn ang="T8">
                  <a:pos x="T4" y="T5"/>
                </a:cxn>
              </a:cxnLst>
              <a:rect l="T9" t="T10" r="T11" b="T12"/>
              <a:pathLst>
                <a:path w="21674" h="43200" fill="none" extrusionOk="0">
                  <a:moveTo>
                    <a:pt x="73" y="0"/>
                  </a:moveTo>
                  <a:cubicBezTo>
                    <a:pt x="12003" y="0"/>
                    <a:pt x="21674" y="9670"/>
                    <a:pt x="21674" y="21600"/>
                  </a:cubicBezTo>
                  <a:cubicBezTo>
                    <a:pt x="21674" y="33529"/>
                    <a:pt x="12003" y="43200"/>
                    <a:pt x="74" y="43200"/>
                  </a:cubicBezTo>
                  <a:cubicBezTo>
                    <a:pt x="49" y="43200"/>
                    <a:pt x="24" y="43199"/>
                    <a:pt x="0" y="43199"/>
                  </a:cubicBezTo>
                </a:path>
                <a:path w="21674" h="43200" stroke="0" extrusionOk="0">
                  <a:moveTo>
                    <a:pt x="73" y="0"/>
                  </a:moveTo>
                  <a:cubicBezTo>
                    <a:pt x="12003" y="0"/>
                    <a:pt x="21674" y="9670"/>
                    <a:pt x="21674" y="21600"/>
                  </a:cubicBezTo>
                  <a:cubicBezTo>
                    <a:pt x="21674" y="33529"/>
                    <a:pt x="12003" y="43200"/>
                    <a:pt x="74" y="43200"/>
                  </a:cubicBezTo>
                  <a:cubicBezTo>
                    <a:pt x="49" y="43200"/>
                    <a:pt x="24" y="43199"/>
                    <a:pt x="0" y="43199"/>
                  </a:cubicBezTo>
                  <a:lnTo>
                    <a:pt x="74" y="21600"/>
                  </a:lnTo>
                  <a:lnTo>
                    <a:pt x="73" y="0"/>
                  </a:lnTo>
                  <a:close/>
                </a:path>
              </a:pathLst>
            </a:custGeom>
            <a:solidFill>
              <a:schemeClr val="accent1"/>
            </a:solidFill>
            <a:ln w="28575">
              <a:solidFill>
                <a:schemeClr val="tx1"/>
              </a:solidFill>
              <a:round/>
              <a:headEnd/>
              <a:tailEnd/>
            </a:ln>
          </p:spPr>
          <p:txBody>
            <a:bodyPr wrap="none" anchor="ctr"/>
            <a:lstStyle/>
            <a:p>
              <a:endParaRPr lang="en-US"/>
            </a:p>
          </p:txBody>
        </p:sp>
        <p:sp>
          <p:nvSpPr>
            <p:cNvPr id="56389" name="Line 161">
              <a:extLst>
                <a:ext uri="{FF2B5EF4-FFF2-40B4-BE49-F238E27FC236}">
                  <a16:creationId xmlns:a16="http://schemas.microsoft.com/office/drawing/2014/main" id="{26ACFDC8-EEAA-19D9-12A7-21D1E4C26A36}"/>
                </a:ext>
              </a:extLst>
            </p:cNvPr>
            <p:cNvSpPr>
              <a:spLocks noChangeShapeType="1"/>
            </p:cNvSpPr>
            <p:nvPr/>
          </p:nvSpPr>
          <p:spPr bwMode="auto">
            <a:xfrm>
              <a:off x="2108374" y="3580053"/>
              <a:ext cx="0" cy="1188157"/>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6390" name="Line 162">
              <a:extLst>
                <a:ext uri="{FF2B5EF4-FFF2-40B4-BE49-F238E27FC236}">
                  <a16:creationId xmlns:a16="http://schemas.microsoft.com/office/drawing/2014/main" id="{606B6CC4-3FB1-BBAC-AE98-5B1887B912BA}"/>
                </a:ext>
              </a:extLst>
            </p:cNvPr>
            <p:cNvSpPr>
              <a:spLocks noChangeShapeType="1"/>
            </p:cNvSpPr>
            <p:nvPr/>
          </p:nvSpPr>
          <p:spPr bwMode="auto">
            <a:xfrm>
              <a:off x="4755971" y="3913240"/>
              <a:ext cx="45568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91" name="Line 163">
              <a:extLst>
                <a:ext uri="{FF2B5EF4-FFF2-40B4-BE49-F238E27FC236}">
                  <a16:creationId xmlns:a16="http://schemas.microsoft.com/office/drawing/2014/main" id="{7A004514-692F-03A0-0DB9-7C68C1441747}"/>
                </a:ext>
              </a:extLst>
            </p:cNvPr>
            <p:cNvSpPr>
              <a:spLocks noChangeShapeType="1"/>
            </p:cNvSpPr>
            <p:nvPr/>
          </p:nvSpPr>
          <p:spPr bwMode="auto">
            <a:xfrm>
              <a:off x="3202014" y="5214555"/>
              <a:ext cx="66576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92" name="Line 164">
              <a:extLst>
                <a:ext uri="{FF2B5EF4-FFF2-40B4-BE49-F238E27FC236}">
                  <a16:creationId xmlns:a16="http://schemas.microsoft.com/office/drawing/2014/main" id="{9788BC92-2C0A-4006-0CDF-AC0625EC53C6}"/>
                </a:ext>
              </a:extLst>
            </p:cNvPr>
            <p:cNvSpPr>
              <a:spLocks noChangeShapeType="1"/>
            </p:cNvSpPr>
            <p:nvPr/>
          </p:nvSpPr>
          <p:spPr bwMode="auto">
            <a:xfrm>
              <a:off x="2346256" y="3770745"/>
              <a:ext cx="0" cy="1446954"/>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6393" name="Line 165">
              <a:extLst>
                <a:ext uri="{FF2B5EF4-FFF2-40B4-BE49-F238E27FC236}">
                  <a16:creationId xmlns:a16="http://schemas.microsoft.com/office/drawing/2014/main" id="{0F7E2E0F-12DB-A945-819E-5B44C5471DEA}"/>
                </a:ext>
              </a:extLst>
            </p:cNvPr>
            <p:cNvSpPr>
              <a:spLocks noChangeShapeType="1"/>
            </p:cNvSpPr>
            <p:nvPr/>
          </p:nvSpPr>
          <p:spPr bwMode="auto">
            <a:xfrm>
              <a:off x="2334382" y="5214554"/>
              <a:ext cx="45714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94" name="Line 166">
              <a:extLst>
                <a:ext uri="{FF2B5EF4-FFF2-40B4-BE49-F238E27FC236}">
                  <a16:creationId xmlns:a16="http://schemas.microsoft.com/office/drawing/2014/main" id="{4B29B3BB-7916-D78D-05F4-A8AE4FF3FD8B}"/>
                </a:ext>
              </a:extLst>
            </p:cNvPr>
            <p:cNvSpPr>
              <a:spLocks noChangeShapeType="1"/>
            </p:cNvSpPr>
            <p:nvPr/>
          </p:nvSpPr>
          <p:spPr bwMode="auto">
            <a:xfrm>
              <a:off x="4755971" y="3675399"/>
              <a:ext cx="0" cy="2420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95" name="Text Box 167">
              <a:extLst>
                <a:ext uri="{FF2B5EF4-FFF2-40B4-BE49-F238E27FC236}">
                  <a16:creationId xmlns:a16="http://schemas.microsoft.com/office/drawing/2014/main" id="{9A5EF0BC-E31A-50BD-F878-2EAF155E7674}"/>
                </a:ext>
              </a:extLst>
            </p:cNvPr>
            <p:cNvSpPr txBox="1">
              <a:spLocks noChangeArrowheads="1"/>
            </p:cNvSpPr>
            <p:nvPr/>
          </p:nvSpPr>
          <p:spPr bwMode="auto">
            <a:xfrm>
              <a:off x="5570024" y="4358874"/>
              <a:ext cx="2364598" cy="400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G = </a:t>
              </a:r>
              <a:r>
                <a:rPr lang="en-US" altLang="en-US" sz="2000" b="0">
                  <a:sym typeface="Symbol" panose="05050102010706020507" pitchFamily="18" charset="2"/>
                </a:rPr>
                <a:t></a:t>
              </a:r>
              <a:r>
                <a:rPr lang="en-US" altLang="en-US" sz="2000" b="0"/>
                <a:t>x·</a:t>
              </a:r>
              <a:r>
                <a:rPr lang="en-US" altLang="en-US" sz="2000" b="0">
                  <a:sym typeface="Symbol" panose="05050102010706020507" pitchFamily="18" charset="2"/>
                </a:rPr>
                <a:t></a:t>
              </a:r>
              <a:r>
                <a:rPr lang="en-US" altLang="en-US" sz="2000" b="0"/>
                <a:t>y+</a:t>
              </a:r>
              <a:r>
                <a:rPr lang="en-US" altLang="en-US" sz="2000" b="0">
                  <a:sym typeface="Symbol" panose="05050102010706020507" pitchFamily="18" charset="2"/>
                </a:rPr>
                <a:t></a:t>
              </a:r>
              <a:r>
                <a:rPr lang="en-US" altLang="en-US" sz="2000" b="0"/>
                <a:t>x·y·z</a:t>
              </a:r>
            </a:p>
          </p:txBody>
        </p:sp>
        <p:grpSp>
          <p:nvGrpSpPr>
            <p:cNvPr id="5" name="Group 168">
              <a:extLst>
                <a:ext uri="{FF2B5EF4-FFF2-40B4-BE49-F238E27FC236}">
                  <a16:creationId xmlns:a16="http://schemas.microsoft.com/office/drawing/2014/main" id="{AC5D08AA-A835-4696-B511-B4ED98DD0427}"/>
                </a:ext>
              </a:extLst>
            </p:cNvPr>
            <p:cNvGrpSpPr>
              <a:grpSpLocks/>
            </p:cNvGrpSpPr>
            <p:nvPr/>
          </p:nvGrpSpPr>
          <p:grpSpPr bwMode="auto">
            <a:xfrm>
              <a:off x="3861597" y="4174132"/>
              <a:ext cx="372270" cy="427485"/>
              <a:chOff x="984" y="1298"/>
              <a:chExt cx="726" cy="1634"/>
            </a:xfrm>
            <a:solidFill>
              <a:schemeClr val="accent1"/>
            </a:solidFill>
          </p:grpSpPr>
          <p:sp>
            <p:nvSpPr>
              <p:cNvPr id="30802" name="Line 169">
                <a:extLst>
                  <a:ext uri="{FF2B5EF4-FFF2-40B4-BE49-F238E27FC236}">
                    <a16:creationId xmlns:a16="http://schemas.microsoft.com/office/drawing/2014/main" id="{56A3B665-3BE4-4437-B529-AC041CC0EBDB}"/>
                  </a:ext>
                </a:extLst>
              </p:cNvPr>
              <p:cNvSpPr>
                <a:spLocks noChangeShapeType="1"/>
              </p:cNvSpPr>
              <p:nvPr/>
            </p:nvSpPr>
            <p:spPr bwMode="auto">
              <a:xfrm flipH="1">
                <a:off x="984" y="1298"/>
                <a:ext cx="0" cy="1633"/>
              </a:xfrm>
              <a:prstGeom prst="line">
                <a:avLst/>
              </a:prstGeom>
              <a:grpFill/>
              <a:ln w="28575">
                <a:solidFill>
                  <a:schemeClr val="tx1"/>
                </a:solidFill>
                <a:round/>
                <a:headEnd/>
                <a:tailEnd/>
              </a:ln>
            </p:spPr>
            <p:txBody>
              <a:bodyPr/>
              <a:lstStyle/>
              <a:p>
                <a:pPr eaLnBrk="1" hangingPunct="1">
                  <a:defRPr/>
                </a:pPr>
                <a:endParaRPr lang="en-GB">
                  <a:latin typeface="Arial" charset="0"/>
                  <a:cs typeface="Arial" charset="0"/>
                </a:endParaRPr>
              </a:p>
            </p:txBody>
          </p:sp>
          <p:sp>
            <p:nvSpPr>
              <p:cNvPr id="29743" name="Arc 170">
                <a:extLst>
                  <a:ext uri="{FF2B5EF4-FFF2-40B4-BE49-F238E27FC236}">
                    <a16:creationId xmlns:a16="http://schemas.microsoft.com/office/drawing/2014/main" id="{B4836C56-6D27-48E6-8BEC-53EB272AB4B6}"/>
                  </a:ext>
                </a:extLst>
              </p:cNvPr>
              <p:cNvSpPr>
                <a:spLocks/>
              </p:cNvSpPr>
              <p:nvPr/>
            </p:nvSpPr>
            <p:spPr bwMode="auto">
              <a:xfrm>
                <a:off x="1001" y="1296"/>
                <a:ext cx="709" cy="1638"/>
              </a:xfrm>
              <a:custGeom>
                <a:avLst/>
                <a:gdLst>
                  <a:gd name="T0" fmla="*/ 0 w 21674"/>
                  <a:gd name="T1" fmla="*/ 0 h 43200"/>
                  <a:gd name="T2" fmla="*/ 0 w 21674"/>
                  <a:gd name="T3" fmla="*/ 0 h 43200"/>
                  <a:gd name="T4" fmla="*/ 0 w 21674"/>
                  <a:gd name="T5" fmla="*/ 0 h 43200"/>
                  <a:gd name="T6" fmla="*/ 0 60000 65536"/>
                  <a:gd name="T7" fmla="*/ 0 60000 65536"/>
                  <a:gd name="T8" fmla="*/ 0 60000 65536"/>
                  <a:gd name="T9" fmla="*/ 0 w 21674"/>
                  <a:gd name="T10" fmla="*/ 0 h 43200"/>
                  <a:gd name="T11" fmla="*/ 21674 w 21674"/>
                  <a:gd name="T12" fmla="*/ 43200 h 43200"/>
                </a:gdLst>
                <a:ahLst/>
                <a:cxnLst>
                  <a:cxn ang="T6">
                    <a:pos x="T0" y="T1"/>
                  </a:cxn>
                  <a:cxn ang="T7">
                    <a:pos x="T2" y="T3"/>
                  </a:cxn>
                  <a:cxn ang="T8">
                    <a:pos x="T4" y="T5"/>
                  </a:cxn>
                </a:cxnLst>
                <a:rect l="T9" t="T10" r="T11" b="T12"/>
                <a:pathLst>
                  <a:path w="21674" h="43200" fill="none" extrusionOk="0">
                    <a:moveTo>
                      <a:pt x="73" y="0"/>
                    </a:moveTo>
                    <a:cubicBezTo>
                      <a:pt x="12003" y="0"/>
                      <a:pt x="21674" y="9670"/>
                      <a:pt x="21674" y="21600"/>
                    </a:cubicBezTo>
                    <a:cubicBezTo>
                      <a:pt x="21674" y="33529"/>
                      <a:pt x="12003" y="43200"/>
                      <a:pt x="74" y="43200"/>
                    </a:cubicBezTo>
                    <a:cubicBezTo>
                      <a:pt x="49" y="43200"/>
                      <a:pt x="24" y="43199"/>
                      <a:pt x="0" y="43199"/>
                    </a:cubicBezTo>
                  </a:path>
                  <a:path w="21674" h="43200" stroke="0" extrusionOk="0">
                    <a:moveTo>
                      <a:pt x="73" y="0"/>
                    </a:moveTo>
                    <a:cubicBezTo>
                      <a:pt x="12003" y="0"/>
                      <a:pt x="21674" y="9670"/>
                      <a:pt x="21674" y="21600"/>
                    </a:cubicBezTo>
                    <a:cubicBezTo>
                      <a:pt x="21674" y="33529"/>
                      <a:pt x="12003" y="43200"/>
                      <a:pt x="74" y="43200"/>
                    </a:cubicBezTo>
                    <a:cubicBezTo>
                      <a:pt x="49" y="43200"/>
                      <a:pt x="24" y="43199"/>
                      <a:pt x="0" y="43199"/>
                    </a:cubicBezTo>
                    <a:lnTo>
                      <a:pt x="74" y="21600"/>
                    </a:lnTo>
                    <a:close/>
                  </a:path>
                </a:pathLst>
              </a:custGeom>
              <a:grpFill/>
              <a:ln w="28575">
                <a:solidFill>
                  <a:schemeClr val="tx1"/>
                </a:solidFill>
                <a:round/>
                <a:headEnd/>
                <a:tailEnd/>
              </a:ln>
            </p:spPr>
            <p:txBody>
              <a:bodyPr wrap="none" anchor="ctr"/>
              <a:lstStyle/>
              <a:p>
                <a:pPr eaLnBrk="1" hangingPunct="1">
                  <a:defRPr/>
                </a:pPr>
                <a:endParaRPr lang="ru-RU">
                  <a:latin typeface="Arial" charset="0"/>
                  <a:cs typeface="Arial" charset="0"/>
                </a:endParaRPr>
              </a:p>
            </p:txBody>
          </p:sp>
        </p:grpSp>
        <p:sp>
          <p:nvSpPr>
            <p:cNvPr id="56397" name="Line 171">
              <a:extLst>
                <a:ext uri="{FF2B5EF4-FFF2-40B4-BE49-F238E27FC236}">
                  <a16:creationId xmlns:a16="http://schemas.microsoft.com/office/drawing/2014/main" id="{497C4D54-7C28-2EC0-6D92-F9D9B34D4A8D}"/>
                </a:ext>
              </a:extLst>
            </p:cNvPr>
            <p:cNvSpPr>
              <a:spLocks noChangeShapeType="1"/>
            </p:cNvSpPr>
            <p:nvPr/>
          </p:nvSpPr>
          <p:spPr bwMode="auto">
            <a:xfrm>
              <a:off x="4726623" y="4152129"/>
              <a:ext cx="45568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98" name="Line 172">
              <a:extLst>
                <a:ext uri="{FF2B5EF4-FFF2-40B4-BE49-F238E27FC236}">
                  <a16:creationId xmlns:a16="http://schemas.microsoft.com/office/drawing/2014/main" id="{89A082F4-0D48-445E-2AC8-589268EEF13D}"/>
                </a:ext>
              </a:extLst>
            </p:cNvPr>
            <p:cNvSpPr>
              <a:spLocks noChangeShapeType="1"/>
            </p:cNvSpPr>
            <p:nvPr/>
          </p:nvSpPr>
          <p:spPr bwMode="auto">
            <a:xfrm flipH="1">
              <a:off x="4728167" y="4145842"/>
              <a:ext cx="1545" cy="5490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99" name="AutoShape 173">
              <a:extLst>
                <a:ext uri="{FF2B5EF4-FFF2-40B4-BE49-F238E27FC236}">
                  <a16:creationId xmlns:a16="http://schemas.microsoft.com/office/drawing/2014/main" id="{9C634F5D-A91E-C942-A7D3-21E7677E5782}"/>
                </a:ext>
              </a:extLst>
            </p:cNvPr>
            <p:cNvSpPr>
              <a:spLocks noChangeArrowheads="1"/>
            </p:cNvSpPr>
            <p:nvPr/>
          </p:nvSpPr>
          <p:spPr bwMode="auto">
            <a:xfrm flipH="1">
              <a:off x="5057775" y="3851275"/>
              <a:ext cx="457200" cy="381000"/>
            </a:xfrm>
            <a:prstGeom prst="moon">
              <a:avLst>
                <a:gd name="adj" fmla="val 82370"/>
              </a:avLst>
            </a:prstGeom>
            <a:solidFill>
              <a:schemeClr val="accent1"/>
            </a:solidFill>
            <a:ln w="2857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56400" name="AutoShape 174">
              <a:extLst>
                <a:ext uri="{FF2B5EF4-FFF2-40B4-BE49-F238E27FC236}">
                  <a16:creationId xmlns:a16="http://schemas.microsoft.com/office/drawing/2014/main" id="{223156A4-D9A5-B8AE-8E18-52647CEB660A}"/>
                </a:ext>
              </a:extLst>
            </p:cNvPr>
            <p:cNvSpPr>
              <a:spLocks noChangeArrowheads="1"/>
            </p:cNvSpPr>
            <p:nvPr/>
          </p:nvSpPr>
          <p:spPr bwMode="auto">
            <a:xfrm flipH="1">
              <a:off x="5045075" y="4608513"/>
              <a:ext cx="457200" cy="381000"/>
            </a:xfrm>
            <a:prstGeom prst="moon">
              <a:avLst>
                <a:gd name="adj" fmla="val 82370"/>
              </a:avLst>
            </a:prstGeom>
            <a:solidFill>
              <a:schemeClr val="accent1"/>
            </a:solidFill>
            <a:ln w="2857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grpSp>
      <p:sp>
        <p:nvSpPr>
          <p:cNvPr id="56360" name="Line 15">
            <a:extLst>
              <a:ext uri="{FF2B5EF4-FFF2-40B4-BE49-F238E27FC236}">
                <a16:creationId xmlns:a16="http://schemas.microsoft.com/office/drawing/2014/main" id="{F5A464B4-0F1A-C648-DE03-9D5FFA4BCD82}"/>
              </a:ext>
            </a:extLst>
          </p:cNvPr>
          <p:cNvSpPr>
            <a:spLocks noChangeShapeType="1"/>
          </p:cNvSpPr>
          <p:nvPr/>
        </p:nvSpPr>
        <p:spPr bwMode="auto">
          <a:xfrm>
            <a:off x="3746500" y="2409825"/>
            <a:ext cx="19446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61" name="Rounded Rectangle 90">
            <a:extLst>
              <a:ext uri="{FF2B5EF4-FFF2-40B4-BE49-F238E27FC236}">
                <a16:creationId xmlns:a16="http://schemas.microsoft.com/office/drawing/2014/main" id="{36EC06A0-0199-0A60-A94B-E0B6EC02F0D7}"/>
              </a:ext>
            </a:extLst>
          </p:cNvPr>
          <p:cNvSpPr>
            <a:spLocks noChangeArrowheads="1"/>
          </p:cNvSpPr>
          <p:nvPr/>
        </p:nvSpPr>
        <p:spPr bwMode="auto">
          <a:xfrm>
            <a:off x="4778376" y="2078038"/>
            <a:ext cx="392113" cy="309562"/>
          </a:xfrm>
          <a:prstGeom prst="roundRect">
            <a:avLst>
              <a:gd name="adj" fmla="val 16667"/>
            </a:avLst>
          </a:prstGeom>
          <a:noFill/>
          <a:ln w="28575" algn="ctr">
            <a:solidFill>
              <a:srgbClr val="0000CC"/>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GB" altLang="en-US" sz="1800" b="0"/>
          </a:p>
        </p:txBody>
      </p:sp>
      <p:sp>
        <p:nvSpPr>
          <p:cNvPr id="56362" name="Rounded Rectangle 91">
            <a:extLst>
              <a:ext uri="{FF2B5EF4-FFF2-40B4-BE49-F238E27FC236}">
                <a16:creationId xmlns:a16="http://schemas.microsoft.com/office/drawing/2014/main" id="{544D13EB-9818-9BBB-E8D2-40BEB0583046}"/>
              </a:ext>
            </a:extLst>
          </p:cNvPr>
          <p:cNvSpPr>
            <a:spLocks noChangeArrowheads="1"/>
          </p:cNvSpPr>
          <p:nvPr/>
        </p:nvSpPr>
        <p:spPr bwMode="auto">
          <a:xfrm>
            <a:off x="7805738" y="2066926"/>
            <a:ext cx="392112" cy="307975"/>
          </a:xfrm>
          <a:prstGeom prst="roundRect">
            <a:avLst>
              <a:gd name="adj" fmla="val 16667"/>
            </a:avLst>
          </a:prstGeom>
          <a:noFill/>
          <a:ln w="28575" algn="ctr">
            <a:solidFill>
              <a:srgbClr val="0000CC"/>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GB" altLang="en-US" sz="1800" b="0"/>
          </a:p>
        </p:txBody>
      </p:sp>
      <p:sp>
        <p:nvSpPr>
          <p:cNvPr id="11" name="Title 10">
            <a:extLst>
              <a:ext uri="{FF2B5EF4-FFF2-40B4-BE49-F238E27FC236}">
                <a16:creationId xmlns:a16="http://schemas.microsoft.com/office/drawing/2014/main" id="{0726821F-D217-6461-B254-0E1865FC2409}"/>
              </a:ext>
            </a:extLst>
          </p:cNvPr>
          <p:cNvSpPr>
            <a:spLocks noGrp="1"/>
          </p:cNvSpPr>
          <p:nvPr>
            <p:ph type="title"/>
          </p:nvPr>
        </p:nvSpPr>
        <p:spPr/>
        <p:txBody>
          <a:bodyPr>
            <a:normAutofit/>
          </a:bodyPr>
          <a:lstStyle/>
          <a:p>
            <a:r>
              <a:rPr lang="en-US" dirty="0"/>
              <a:t>Multiple Outputs  Functions (2) Contd. </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370" name="Group 64">
            <a:extLst>
              <a:ext uri="{FF2B5EF4-FFF2-40B4-BE49-F238E27FC236}">
                <a16:creationId xmlns:a16="http://schemas.microsoft.com/office/drawing/2014/main" id="{E1F552DA-6C74-91CB-39A3-68609F317015}"/>
              </a:ext>
            </a:extLst>
          </p:cNvPr>
          <p:cNvGrpSpPr>
            <a:grpSpLocks/>
          </p:cNvGrpSpPr>
          <p:nvPr/>
        </p:nvGrpSpPr>
        <p:grpSpPr bwMode="auto">
          <a:xfrm>
            <a:off x="2151064" y="2995614"/>
            <a:ext cx="7900987" cy="2428875"/>
            <a:chOff x="627695" y="2996042"/>
            <a:chExt cx="7899760" cy="2428697"/>
          </a:xfrm>
        </p:grpSpPr>
        <p:grpSp>
          <p:nvGrpSpPr>
            <p:cNvPr id="58373" name="Group 64">
              <a:extLst>
                <a:ext uri="{FF2B5EF4-FFF2-40B4-BE49-F238E27FC236}">
                  <a16:creationId xmlns:a16="http://schemas.microsoft.com/office/drawing/2014/main" id="{6F42DDD1-A21E-DAE2-DFE7-DBCB3DE36C34}"/>
                </a:ext>
              </a:extLst>
            </p:cNvPr>
            <p:cNvGrpSpPr>
              <a:grpSpLocks/>
            </p:cNvGrpSpPr>
            <p:nvPr/>
          </p:nvGrpSpPr>
          <p:grpSpPr bwMode="auto">
            <a:xfrm>
              <a:off x="627695" y="2996042"/>
              <a:ext cx="4607881" cy="2428697"/>
              <a:chOff x="630238" y="3003550"/>
              <a:chExt cx="4816447" cy="2874963"/>
            </a:xfrm>
          </p:grpSpPr>
          <p:sp>
            <p:nvSpPr>
              <p:cNvPr id="58395" name="Freeform 7">
                <a:extLst>
                  <a:ext uri="{FF2B5EF4-FFF2-40B4-BE49-F238E27FC236}">
                    <a16:creationId xmlns:a16="http://schemas.microsoft.com/office/drawing/2014/main" id="{7AB015D6-B282-3BB7-154F-BE574A1E87C2}"/>
                  </a:ext>
                </a:extLst>
              </p:cNvPr>
              <p:cNvSpPr>
                <a:spLocks/>
              </p:cNvSpPr>
              <p:nvPr/>
            </p:nvSpPr>
            <p:spPr bwMode="auto">
              <a:xfrm>
                <a:off x="2405621" y="5348288"/>
                <a:ext cx="600107" cy="530225"/>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58396" name="Freeform 8">
                <a:extLst>
                  <a:ext uri="{FF2B5EF4-FFF2-40B4-BE49-F238E27FC236}">
                    <a16:creationId xmlns:a16="http://schemas.microsoft.com/office/drawing/2014/main" id="{DCAE6D71-732E-2728-BC71-8A814A35940A}"/>
                  </a:ext>
                </a:extLst>
              </p:cNvPr>
              <p:cNvSpPr>
                <a:spLocks/>
              </p:cNvSpPr>
              <p:nvPr/>
            </p:nvSpPr>
            <p:spPr bwMode="auto">
              <a:xfrm>
                <a:off x="4018897" y="4022725"/>
                <a:ext cx="654663" cy="719138"/>
              </a:xfrm>
              <a:custGeom>
                <a:avLst/>
                <a:gdLst>
                  <a:gd name="T0" fmla="*/ 2147483646 w 108"/>
                  <a:gd name="T1" fmla="*/ 2147483646 h 107"/>
                  <a:gd name="T2" fmla="*/ 0 w 108"/>
                  <a:gd name="T3" fmla="*/ 2147483646 h 107"/>
                  <a:gd name="T4" fmla="*/ 2147483646 w 108"/>
                  <a:gd name="T5" fmla="*/ 2147483646 h 107"/>
                  <a:gd name="T6" fmla="*/ 2147483646 w 108"/>
                  <a:gd name="T7" fmla="*/ 2147483646 h 107"/>
                  <a:gd name="T8" fmla="*/ 0 w 108"/>
                  <a:gd name="T9" fmla="*/ 0 h 107"/>
                  <a:gd name="T10" fmla="*/ 2147483646 w 108"/>
                  <a:gd name="T11" fmla="*/ 2147483646 h 107"/>
                  <a:gd name="T12" fmla="*/ 0 60000 65536"/>
                  <a:gd name="T13" fmla="*/ 0 60000 65536"/>
                  <a:gd name="T14" fmla="*/ 0 60000 65536"/>
                  <a:gd name="T15" fmla="*/ 0 60000 65536"/>
                  <a:gd name="T16" fmla="*/ 0 60000 65536"/>
                  <a:gd name="T17" fmla="*/ 0 60000 65536"/>
                  <a:gd name="T18" fmla="*/ 0 w 108"/>
                  <a:gd name="T19" fmla="*/ 0 h 107"/>
                  <a:gd name="T20" fmla="*/ 108 w 108"/>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8" h="107">
                    <a:moveTo>
                      <a:pt x="108" y="53"/>
                    </a:moveTo>
                    <a:cubicBezTo>
                      <a:pt x="108" y="53"/>
                      <a:pt x="83" y="107"/>
                      <a:pt x="0" y="107"/>
                    </a:cubicBezTo>
                    <a:cubicBezTo>
                      <a:pt x="0" y="107"/>
                      <a:pt x="17" y="101"/>
                      <a:pt x="17" y="54"/>
                    </a:cubicBezTo>
                    <a:cubicBezTo>
                      <a:pt x="17" y="53"/>
                      <a:pt x="17" y="53"/>
                      <a:pt x="17" y="53"/>
                    </a:cubicBezTo>
                    <a:cubicBezTo>
                      <a:pt x="17" y="6"/>
                      <a:pt x="0" y="0"/>
                      <a:pt x="0" y="0"/>
                    </a:cubicBezTo>
                    <a:cubicBezTo>
                      <a:pt x="83" y="0"/>
                      <a:pt x="108" y="53"/>
                      <a:pt x="108" y="53"/>
                    </a:cubicBezTo>
                    <a:close/>
                  </a:path>
                </a:pathLst>
              </a:custGeom>
              <a:solidFill>
                <a:schemeClr val="accent1"/>
              </a:solidFill>
              <a:ln w="25400">
                <a:solidFill>
                  <a:schemeClr val="tx1"/>
                </a:solidFill>
                <a:miter lim="800000"/>
                <a:headEnd/>
                <a:tailEnd/>
              </a:ln>
            </p:spPr>
            <p:txBody>
              <a:bodyPr/>
              <a:lstStyle/>
              <a:p>
                <a:endParaRPr lang="en-US"/>
              </a:p>
            </p:txBody>
          </p:sp>
          <p:sp>
            <p:nvSpPr>
              <p:cNvPr id="58397" name="Freeform 9">
                <a:extLst>
                  <a:ext uri="{FF2B5EF4-FFF2-40B4-BE49-F238E27FC236}">
                    <a16:creationId xmlns:a16="http://schemas.microsoft.com/office/drawing/2014/main" id="{B8344625-F656-F805-7F68-56E2D161A422}"/>
                  </a:ext>
                </a:extLst>
              </p:cNvPr>
              <p:cNvSpPr>
                <a:spLocks/>
              </p:cNvSpPr>
              <p:nvPr/>
            </p:nvSpPr>
            <p:spPr bwMode="auto">
              <a:xfrm>
                <a:off x="2449265" y="3003550"/>
                <a:ext cx="600107" cy="530225"/>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58398" name="Freeform 10">
                <a:extLst>
                  <a:ext uri="{FF2B5EF4-FFF2-40B4-BE49-F238E27FC236}">
                    <a16:creationId xmlns:a16="http://schemas.microsoft.com/office/drawing/2014/main" id="{295442CD-BB43-5B14-02DE-77BA1978AAE2}"/>
                  </a:ext>
                </a:extLst>
              </p:cNvPr>
              <p:cNvSpPr>
                <a:spLocks/>
              </p:cNvSpPr>
              <p:nvPr/>
            </p:nvSpPr>
            <p:spPr bwMode="auto">
              <a:xfrm>
                <a:off x="2449265" y="3771900"/>
                <a:ext cx="600107" cy="530225"/>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58399" name="Freeform 11">
                <a:extLst>
                  <a:ext uri="{FF2B5EF4-FFF2-40B4-BE49-F238E27FC236}">
                    <a16:creationId xmlns:a16="http://schemas.microsoft.com/office/drawing/2014/main" id="{44740C2B-B44F-AEA4-DF33-7E08D1F2F8A9}"/>
                  </a:ext>
                </a:extLst>
              </p:cNvPr>
              <p:cNvSpPr>
                <a:spLocks/>
              </p:cNvSpPr>
              <p:nvPr/>
            </p:nvSpPr>
            <p:spPr bwMode="auto">
              <a:xfrm>
                <a:off x="2435237" y="4556125"/>
                <a:ext cx="600107" cy="530225"/>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58400" name="Line 14">
                <a:extLst>
                  <a:ext uri="{FF2B5EF4-FFF2-40B4-BE49-F238E27FC236}">
                    <a16:creationId xmlns:a16="http://schemas.microsoft.com/office/drawing/2014/main" id="{D5883A11-8C46-8A48-E74F-78A8FEA11E01}"/>
                  </a:ext>
                </a:extLst>
              </p:cNvPr>
              <p:cNvSpPr>
                <a:spLocks noChangeShapeType="1"/>
              </p:cNvSpPr>
              <p:nvPr/>
            </p:nvSpPr>
            <p:spPr bwMode="auto">
              <a:xfrm>
                <a:off x="1662111" y="3143250"/>
                <a:ext cx="7887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01" name="Line 15">
                <a:extLst>
                  <a:ext uri="{FF2B5EF4-FFF2-40B4-BE49-F238E27FC236}">
                    <a16:creationId xmlns:a16="http://schemas.microsoft.com/office/drawing/2014/main" id="{D1ED6468-8EEB-548B-3C78-AC52D910062D}"/>
                  </a:ext>
                </a:extLst>
              </p:cNvPr>
              <p:cNvSpPr>
                <a:spLocks noChangeShapeType="1"/>
              </p:cNvSpPr>
              <p:nvPr/>
            </p:nvSpPr>
            <p:spPr bwMode="auto">
              <a:xfrm>
                <a:off x="2072055" y="3360738"/>
                <a:ext cx="36318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02" name="Line 16">
                <a:extLst>
                  <a:ext uri="{FF2B5EF4-FFF2-40B4-BE49-F238E27FC236}">
                    <a16:creationId xmlns:a16="http://schemas.microsoft.com/office/drawing/2014/main" id="{14947B14-90CE-8525-6F8F-07BE4F0DBC41}"/>
                  </a:ext>
                </a:extLst>
              </p:cNvPr>
              <p:cNvSpPr>
                <a:spLocks noChangeShapeType="1"/>
              </p:cNvSpPr>
              <p:nvPr/>
            </p:nvSpPr>
            <p:spPr bwMode="auto">
              <a:xfrm>
                <a:off x="2072055" y="3360738"/>
                <a:ext cx="0" cy="790575"/>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8403" name="Line 17">
                <a:extLst>
                  <a:ext uri="{FF2B5EF4-FFF2-40B4-BE49-F238E27FC236}">
                    <a16:creationId xmlns:a16="http://schemas.microsoft.com/office/drawing/2014/main" id="{71EFB8EC-2105-9E1F-6609-357E9A4F080C}"/>
                  </a:ext>
                </a:extLst>
              </p:cNvPr>
              <p:cNvSpPr>
                <a:spLocks noChangeShapeType="1"/>
              </p:cNvSpPr>
              <p:nvPr/>
            </p:nvSpPr>
            <p:spPr bwMode="auto">
              <a:xfrm>
                <a:off x="940423" y="4151313"/>
                <a:ext cx="14839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04" name="Line 19">
                <a:extLst>
                  <a:ext uri="{FF2B5EF4-FFF2-40B4-BE49-F238E27FC236}">
                    <a16:creationId xmlns:a16="http://schemas.microsoft.com/office/drawing/2014/main" id="{F2D255B4-ADC2-BFFE-4A42-FA0DF766CE03}"/>
                  </a:ext>
                </a:extLst>
              </p:cNvPr>
              <p:cNvSpPr>
                <a:spLocks noChangeShapeType="1"/>
              </p:cNvSpPr>
              <p:nvPr/>
            </p:nvSpPr>
            <p:spPr bwMode="auto">
              <a:xfrm flipV="1">
                <a:off x="940423" y="3733800"/>
                <a:ext cx="706100"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8405" name="Line 20">
                <a:extLst>
                  <a:ext uri="{FF2B5EF4-FFF2-40B4-BE49-F238E27FC236}">
                    <a16:creationId xmlns:a16="http://schemas.microsoft.com/office/drawing/2014/main" id="{7A78413D-5A5F-C60E-7258-4A5A88DB6EE9}"/>
                  </a:ext>
                </a:extLst>
              </p:cNvPr>
              <p:cNvSpPr>
                <a:spLocks noChangeShapeType="1"/>
              </p:cNvSpPr>
              <p:nvPr/>
            </p:nvSpPr>
            <p:spPr bwMode="auto">
              <a:xfrm>
                <a:off x="1858510" y="3935413"/>
                <a:ext cx="0" cy="1570038"/>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8406" name="Line 21">
                <a:extLst>
                  <a:ext uri="{FF2B5EF4-FFF2-40B4-BE49-F238E27FC236}">
                    <a16:creationId xmlns:a16="http://schemas.microsoft.com/office/drawing/2014/main" id="{329CB0CA-E2A0-78A4-C873-106AE926E1A5}"/>
                  </a:ext>
                </a:extLst>
              </p:cNvPr>
              <p:cNvSpPr>
                <a:spLocks noChangeShapeType="1"/>
              </p:cNvSpPr>
              <p:nvPr/>
            </p:nvSpPr>
            <p:spPr bwMode="auto">
              <a:xfrm>
                <a:off x="1858510" y="5519738"/>
                <a:ext cx="52996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07" name="Line 22">
                <a:extLst>
                  <a:ext uri="{FF2B5EF4-FFF2-40B4-BE49-F238E27FC236}">
                    <a16:creationId xmlns:a16="http://schemas.microsoft.com/office/drawing/2014/main" id="{7F1C8110-ECF4-C885-466F-02EC14A2F80C}"/>
                  </a:ext>
                </a:extLst>
              </p:cNvPr>
              <p:cNvSpPr>
                <a:spLocks noChangeShapeType="1"/>
              </p:cNvSpPr>
              <p:nvPr/>
            </p:nvSpPr>
            <p:spPr bwMode="auto">
              <a:xfrm>
                <a:off x="940423" y="3935413"/>
                <a:ext cx="14979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08" name="Line 25">
                <a:extLst>
                  <a:ext uri="{FF2B5EF4-FFF2-40B4-BE49-F238E27FC236}">
                    <a16:creationId xmlns:a16="http://schemas.microsoft.com/office/drawing/2014/main" id="{F68985AE-0CCF-7800-441D-206B3B3979A1}"/>
                  </a:ext>
                </a:extLst>
              </p:cNvPr>
              <p:cNvSpPr>
                <a:spLocks noChangeShapeType="1"/>
              </p:cNvSpPr>
              <p:nvPr/>
            </p:nvSpPr>
            <p:spPr bwMode="auto">
              <a:xfrm>
                <a:off x="1646524" y="3143250"/>
                <a:ext cx="0" cy="15478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09" name="Line 28">
                <a:extLst>
                  <a:ext uri="{FF2B5EF4-FFF2-40B4-BE49-F238E27FC236}">
                    <a16:creationId xmlns:a16="http://schemas.microsoft.com/office/drawing/2014/main" id="{4A69B4F2-892D-D664-8BF6-F84AD8E886DB}"/>
                  </a:ext>
                </a:extLst>
              </p:cNvPr>
              <p:cNvSpPr>
                <a:spLocks noChangeShapeType="1"/>
              </p:cNvSpPr>
              <p:nvPr/>
            </p:nvSpPr>
            <p:spPr bwMode="auto">
              <a:xfrm>
                <a:off x="1648083" y="4697413"/>
                <a:ext cx="7887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10" name="Line 29">
                <a:extLst>
                  <a:ext uri="{FF2B5EF4-FFF2-40B4-BE49-F238E27FC236}">
                    <a16:creationId xmlns:a16="http://schemas.microsoft.com/office/drawing/2014/main" id="{BF79CFA1-966F-6F72-A3E3-6DA4A179492F}"/>
                  </a:ext>
                </a:extLst>
              </p:cNvPr>
              <p:cNvSpPr>
                <a:spLocks noChangeShapeType="1"/>
              </p:cNvSpPr>
              <p:nvPr/>
            </p:nvSpPr>
            <p:spPr bwMode="auto">
              <a:xfrm>
                <a:off x="926395" y="4368800"/>
                <a:ext cx="11129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11" name="Line 30">
                <a:extLst>
                  <a:ext uri="{FF2B5EF4-FFF2-40B4-BE49-F238E27FC236}">
                    <a16:creationId xmlns:a16="http://schemas.microsoft.com/office/drawing/2014/main" id="{5548FF14-61CB-3F19-90AB-0DD2CF8974EB}"/>
                  </a:ext>
                </a:extLst>
              </p:cNvPr>
              <p:cNvSpPr>
                <a:spLocks noChangeShapeType="1"/>
              </p:cNvSpPr>
              <p:nvPr/>
            </p:nvSpPr>
            <p:spPr bwMode="auto">
              <a:xfrm>
                <a:off x="2058026" y="4368800"/>
                <a:ext cx="0" cy="13668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12" name="Line 31">
                <a:extLst>
                  <a:ext uri="{FF2B5EF4-FFF2-40B4-BE49-F238E27FC236}">
                    <a16:creationId xmlns:a16="http://schemas.microsoft.com/office/drawing/2014/main" id="{32589742-2696-8DB6-4D94-31617C220A3C}"/>
                  </a:ext>
                </a:extLst>
              </p:cNvPr>
              <p:cNvSpPr>
                <a:spLocks noChangeShapeType="1"/>
              </p:cNvSpPr>
              <p:nvPr/>
            </p:nvSpPr>
            <p:spPr bwMode="auto">
              <a:xfrm>
                <a:off x="2056467" y="5735638"/>
                <a:ext cx="335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13" name="Line 32">
                <a:extLst>
                  <a:ext uri="{FF2B5EF4-FFF2-40B4-BE49-F238E27FC236}">
                    <a16:creationId xmlns:a16="http://schemas.microsoft.com/office/drawing/2014/main" id="{8596D2EC-111F-E6B1-3AF8-0F087E464C61}"/>
                  </a:ext>
                </a:extLst>
              </p:cNvPr>
              <p:cNvSpPr>
                <a:spLocks noChangeShapeType="1"/>
              </p:cNvSpPr>
              <p:nvPr/>
            </p:nvSpPr>
            <p:spPr bwMode="auto">
              <a:xfrm>
                <a:off x="2070496" y="4937125"/>
                <a:ext cx="370976"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8414" name="Line 37">
                <a:extLst>
                  <a:ext uri="{FF2B5EF4-FFF2-40B4-BE49-F238E27FC236}">
                    <a16:creationId xmlns:a16="http://schemas.microsoft.com/office/drawing/2014/main" id="{D98170F1-E0CD-4D59-B9D0-3B10C7E314F2}"/>
                  </a:ext>
                </a:extLst>
              </p:cNvPr>
              <p:cNvSpPr>
                <a:spLocks noChangeShapeType="1"/>
              </p:cNvSpPr>
              <p:nvPr/>
            </p:nvSpPr>
            <p:spPr bwMode="auto">
              <a:xfrm>
                <a:off x="3626099" y="4295775"/>
                <a:ext cx="4956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15" name="Line 38">
                <a:extLst>
                  <a:ext uri="{FF2B5EF4-FFF2-40B4-BE49-F238E27FC236}">
                    <a16:creationId xmlns:a16="http://schemas.microsoft.com/office/drawing/2014/main" id="{85B17DDD-3DFD-B95B-6F8B-ABF92153AF03}"/>
                  </a:ext>
                </a:extLst>
              </p:cNvPr>
              <p:cNvSpPr>
                <a:spLocks noChangeShapeType="1"/>
              </p:cNvSpPr>
              <p:nvPr/>
            </p:nvSpPr>
            <p:spPr bwMode="auto">
              <a:xfrm>
                <a:off x="3626099" y="4484688"/>
                <a:ext cx="4769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16" name="Line 39">
                <a:extLst>
                  <a:ext uri="{FF2B5EF4-FFF2-40B4-BE49-F238E27FC236}">
                    <a16:creationId xmlns:a16="http://schemas.microsoft.com/office/drawing/2014/main" id="{1BD1E575-8767-8317-96D3-3D658C38E578}"/>
                  </a:ext>
                </a:extLst>
              </p:cNvPr>
              <p:cNvSpPr>
                <a:spLocks noChangeShapeType="1"/>
              </p:cNvSpPr>
              <p:nvPr/>
            </p:nvSpPr>
            <p:spPr bwMode="auto">
              <a:xfrm>
                <a:off x="3825615" y="4108450"/>
                <a:ext cx="2478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17" name="Line 40">
                <a:extLst>
                  <a:ext uri="{FF2B5EF4-FFF2-40B4-BE49-F238E27FC236}">
                    <a16:creationId xmlns:a16="http://schemas.microsoft.com/office/drawing/2014/main" id="{E75DE478-16EB-B0E7-4442-0E6E8F921E9B}"/>
                  </a:ext>
                </a:extLst>
              </p:cNvPr>
              <p:cNvSpPr>
                <a:spLocks noChangeShapeType="1"/>
              </p:cNvSpPr>
              <p:nvPr/>
            </p:nvSpPr>
            <p:spPr bwMode="auto">
              <a:xfrm>
                <a:off x="3824057" y="4659313"/>
                <a:ext cx="2478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18" name="Line 41">
                <a:extLst>
                  <a:ext uri="{FF2B5EF4-FFF2-40B4-BE49-F238E27FC236}">
                    <a16:creationId xmlns:a16="http://schemas.microsoft.com/office/drawing/2014/main" id="{DB9A1052-369D-8BC7-7ADA-945BE36A4C59}"/>
                  </a:ext>
                </a:extLst>
              </p:cNvPr>
              <p:cNvSpPr>
                <a:spLocks noChangeShapeType="1"/>
              </p:cNvSpPr>
              <p:nvPr/>
            </p:nvSpPr>
            <p:spPr bwMode="auto">
              <a:xfrm>
                <a:off x="3825615" y="4656138"/>
                <a:ext cx="0" cy="9540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19" name="Line 42">
                <a:extLst>
                  <a:ext uri="{FF2B5EF4-FFF2-40B4-BE49-F238E27FC236}">
                    <a16:creationId xmlns:a16="http://schemas.microsoft.com/office/drawing/2014/main" id="{2BB233BB-E99C-E23E-19ED-F43E9719F0D3}"/>
                  </a:ext>
                </a:extLst>
              </p:cNvPr>
              <p:cNvSpPr>
                <a:spLocks noChangeShapeType="1"/>
              </p:cNvSpPr>
              <p:nvPr/>
            </p:nvSpPr>
            <p:spPr bwMode="auto">
              <a:xfrm>
                <a:off x="3018198" y="5607050"/>
                <a:ext cx="7949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20" name="Line 43">
                <a:extLst>
                  <a:ext uri="{FF2B5EF4-FFF2-40B4-BE49-F238E27FC236}">
                    <a16:creationId xmlns:a16="http://schemas.microsoft.com/office/drawing/2014/main" id="{F4EDE04C-7F09-1FF6-F85A-42418C88F249}"/>
                  </a:ext>
                </a:extLst>
              </p:cNvPr>
              <p:cNvSpPr>
                <a:spLocks noChangeShapeType="1"/>
              </p:cNvSpPr>
              <p:nvPr/>
            </p:nvSpPr>
            <p:spPr bwMode="auto">
              <a:xfrm>
                <a:off x="3061842" y="3287713"/>
                <a:ext cx="7778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21" name="Line 44">
                <a:extLst>
                  <a:ext uri="{FF2B5EF4-FFF2-40B4-BE49-F238E27FC236}">
                    <a16:creationId xmlns:a16="http://schemas.microsoft.com/office/drawing/2014/main" id="{E51E4B62-940F-1CD5-65DD-6BD0250CEF50}"/>
                  </a:ext>
                </a:extLst>
              </p:cNvPr>
              <p:cNvSpPr>
                <a:spLocks noChangeShapeType="1"/>
              </p:cNvSpPr>
              <p:nvPr/>
            </p:nvSpPr>
            <p:spPr bwMode="auto">
              <a:xfrm>
                <a:off x="3838085" y="3287713"/>
                <a:ext cx="0" cy="8270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22" name="Line 45">
                <a:extLst>
                  <a:ext uri="{FF2B5EF4-FFF2-40B4-BE49-F238E27FC236}">
                    <a16:creationId xmlns:a16="http://schemas.microsoft.com/office/drawing/2014/main" id="{6C925E4D-8BF3-C655-1A81-3E1255306FA5}"/>
                  </a:ext>
                </a:extLst>
              </p:cNvPr>
              <p:cNvSpPr>
                <a:spLocks noChangeShapeType="1"/>
              </p:cNvSpPr>
              <p:nvPr/>
            </p:nvSpPr>
            <p:spPr bwMode="auto">
              <a:xfrm flipV="1">
                <a:off x="3626099" y="4006850"/>
                <a:ext cx="0" cy="2873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23" name="Line 46">
                <a:extLst>
                  <a:ext uri="{FF2B5EF4-FFF2-40B4-BE49-F238E27FC236}">
                    <a16:creationId xmlns:a16="http://schemas.microsoft.com/office/drawing/2014/main" id="{53FFC0F7-1956-3A27-A2F8-896C8CCEFE68}"/>
                  </a:ext>
                </a:extLst>
              </p:cNvPr>
              <p:cNvSpPr>
                <a:spLocks noChangeShapeType="1"/>
              </p:cNvSpPr>
              <p:nvPr/>
            </p:nvSpPr>
            <p:spPr bwMode="auto">
              <a:xfrm flipV="1">
                <a:off x="3626099" y="4471988"/>
                <a:ext cx="0" cy="35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24" name="Line 47">
                <a:extLst>
                  <a:ext uri="{FF2B5EF4-FFF2-40B4-BE49-F238E27FC236}">
                    <a16:creationId xmlns:a16="http://schemas.microsoft.com/office/drawing/2014/main" id="{2D31DB75-B214-62BA-9FFA-ADC34BD727B8}"/>
                  </a:ext>
                </a:extLst>
              </p:cNvPr>
              <p:cNvSpPr>
                <a:spLocks noChangeShapeType="1"/>
              </p:cNvSpPr>
              <p:nvPr/>
            </p:nvSpPr>
            <p:spPr bwMode="auto">
              <a:xfrm>
                <a:off x="3061842" y="4008438"/>
                <a:ext cx="56425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25" name="Line 48">
                <a:extLst>
                  <a:ext uri="{FF2B5EF4-FFF2-40B4-BE49-F238E27FC236}">
                    <a16:creationId xmlns:a16="http://schemas.microsoft.com/office/drawing/2014/main" id="{481C5896-BF8A-6D35-8861-F1FE778956E8}"/>
                  </a:ext>
                </a:extLst>
              </p:cNvPr>
              <p:cNvSpPr>
                <a:spLocks noChangeShapeType="1"/>
              </p:cNvSpPr>
              <p:nvPr/>
            </p:nvSpPr>
            <p:spPr bwMode="auto">
              <a:xfrm>
                <a:off x="3047814" y="4814888"/>
                <a:ext cx="56425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26" name="Line 49">
                <a:extLst>
                  <a:ext uri="{FF2B5EF4-FFF2-40B4-BE49-F238E27FC236}">
                    <a16:creationId xmlns:a16="http://schemas.microsoft.com/office/drawing/2014/main" id="{8172486A-27E5-BCD9-ACCE-F23F975C78B0}"/>
                  </a:ext>
                </a:extLst>
              </p:cNvPr>
              <p:cNvSpPr>
                <a:spLocks noChangeShapeType="1"/>
              </p:cNvSpPr>
              <p:nvPr/>
            </p:nvSpPr>
            <p:spPr bwMode="auto">
              <a:xfrm>
                <a:off x="4687588" y="4368800"/>
                <a:ext cx="3538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427" name="Text Box 63">
                <a:extLst>
                  <a:ext uri="{FF2B5EF4-FFF2-40B4-BE49-F238E27FC236}">
                    <a16:creationId xmlns:a16="http://schemas.microsoft.com/office/drawing/2014/main" id="{E273D631-6A41-5059-0EF6-B828A37CE10E}"/>
                  </a:ext>
                </a:extLst>
              </p:cNvPr>
              <p:cNvSpPr txBox="1">
                <a:spLocks noChangeArrowheads="1"/>
              </p:cNvSpPr>
              <p:nvPr/>
            </p:nvSpPr>
            <p:spPr bwMode="auto">
              <a:xfrm>
                <a:off x="630238" y="3475037"/>
                <a:ext cx="425531" cy="473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a</a:t>
                </a:r>
                <a:endParaRPr lang="ru-RU" altLang="en-US" sz="2000" b="0"/>
              </a:p>
            </p:txBody>
          </p:sp>
          <p:sp>
            <p:nvSpPr>
              <p:cNvPr id="58428" name="Text Box 64">
                <a:extLst>
                  <a:ext uri="{FF2B5EF4-FFF2-40B4-BE49-F238E27FC236}">
                    <a16:creationId xmlns:a16="http://schemas.microsoft.com/office/drawing/2014/main" id="{70A1D023-DD4E-3504-850E-7AE43EA54A64}"/>
                  </a:ext>
                </a:extLst>
              </p:cNvPr>
              <p:cNvSpPr txBox="1">
                <a:spLocks noChangeArrowheads="1"/>
              </p:cNvSpPr>
              <p:nvPr/>
            </p:nvSpPr>
            <p:spPr bwMode="auto">
              <a:xfrm>
                <a:off x="630238" y="3721101"/>
                <a:ext cx="425531" cy="473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b</a:t>
                </a:r>
                <a:endParaRPr lang="ru-RU" altLang="en-US" sz="2000" b="0"/>
              </a:p>
            </p:txBody>
          </p:sp>
          <p:sp>
            <p:nvSpPr>
              <p:cNvPr id="58429" name="Text Box 65">
                <a:extLst>
                  <a:ext uri="{FF2B5EF4-FFF2-40B4-BE49-F238E27FC236}">
                    <a16:creationId xmlns:a16="http://schemas.microsoft.com/office/drawing/2014/main" id="{81263F18-60E7-F02F-C276-84036455AC75}"/>
                  </a:ext>
                </a:extLst>
              </p:cNvPr>
              <p:cNvSpPr txBox="1">
                <a:spLocks noChangeArrowheads="1"/>
              </p:cNvSpPr>
              <p:nvPr/>
            </p:nvSpPr>
            <p:spPr bwMode="auto">
              <a:xfrm>
                <a:off x="645825" y="3952875"/>
                <a:ext cx="425531" cy="473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c</a:t>
                </a:r>
                <a:endParaRPr lang="ru-RU" altLang="en-US" sz="2000" b="0"/>
              </a:p>
            </p:txBody>
          </p:sp>
          <p:sp>
            <p:nvSpPr>
              <p:cNvPr id="58430" name="Text Box 66">
                <a:extLst>
                  <a:ext uri="{FF2B5EF4-FFF2-40B4-BE49-F238E27FC236}">
                    <a16:creationId xmlns:a16="http://schemas.microsoft.com/office/drawing/2014/main" id="{AF41489D-9AD5-721D-5526-DE04FB9BCE53}"/>
                  </a:ext>
                </a:extLst>
              </p:cNvPr>
              <p:cNvSpPr txBox="1">
                <a:spLocks noChangeArrowheads="1"/>
              </p:cNvSpPr>
              <p:nvPr/>
            </p:nvSpPr>
            <p:spPr bwMode="auto">
              <a:xfrm>
                <a:off x="631797" y="4184649"/>
                <a:ext cx="425531" cy="473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d</a:t>
                </a:r>
                <a:endParaRPr lang="ru-RU" altLang="en-US" sz="2000" b="0"/>
              </a:p>
            </p:txBody>
          </p:sp>
          <p:sp>
            <p:nvSpPr>
              <p:cNvPr id="58431" name="Text Box 67">
                <a:extLst>
                  <a:ext uri="{FF2B5EF4-FFF2-40B4-BE49-F238E27FC236}">
                    <a16:creationId xmlns:a16="http://schemas.microsoft.com/office/drawing/2014/main" id="{8F4AF287-0E72-7E76-50F0-4FD01F7C523E}"/>
                  </a:ext>
                </a:extLst>
              </p:cNvPr>
              <p:cNvSpPr txBox="1">
                <a:spLocks noChangeArrowheads="1"/>
              </p:cNvSpPr>
              <p:nvPr/>
            </p:nvSpPr>
            <p:spPr bwMode="auto">
              <a:xfrm>
                <a:off x="5021154" y="4154488"/>
                <a:ext cx="425531" cy="473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y</a:t>
                </a:r>
                <a:endParaRPr lang="ru-RU" altLang="en-US" sz="2000" b="0"/>
              </a:p>
            </p:txBody>
          </p:sp>
        </p:grpSp>
        <p:grpSp>
          <p:nvGrpSpPr>
            <p:cNvPr id="58374" name="Group 63">
              <a:extLst>
                <a:ext uri="{FF2B5EF4-FFF2-40B4-BE49-F238E27FC236}">
                  <a16:creationId xmlns:a16="http://schemas.microsoft.com/office/drawing/2014/main" id="{CEBDF346-B652-BD77-B3A6-379F14C82DE7}"/>
                </a:ext>
              </a:extLst>
            </p:cNvPr>
            <p:cNvGrpSpPr>
              <a:grpSpLocks/>
            </p:cNvGrpSpPr>
            <p:nvPr/>
          </p:nvGrpSpPr>
          <p:grpSpPr bwMode="auto">
            <a:xfrm>
              <a:off x="5449889" y="3190609"/>
              <a:ext cx="3077566" cy="1542333"/>
              <a:chOff x="5449888" y="3200400"/>
              <a:chExt cx="3176587" cy="1603375"/>
            </a:xfrm>
          </p:grpSpPr>
          <p:sp>
            <p:nvSpPr>
              <p:cNvPr id="58375" name="Text Box 68">
                <a:extLst>
                  <a:ext uri="{FF2B5EF4-FFF2-40B4-BE49-F238E27FC236}">
                    <a16:creationId xmlns:a16="http://schemas.microsoft.com/office/drawing/2014/main" id="{2A53FFD3-0405-EBE0-A466-198C9DB360C2}"/>
                  </a:ext>
                </a:extLst>
              </p:cNvPr>
              <p:cNvSpPr txBox="1">
                <a:spLocks noChangeArrowheads="1"/>
              </p:cNvSpPr>
              <p:nvPr/>
            </p:nvSpPr>
            <p:spPr bwMode="auto">
              <a:xfrm>
                <a:off x="8201025" y="3748088"/>
                <a:ext cx="425450" cy="41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y</a:t>
                </a:r>
                <a:endParaRPr lang="ru-RU" altLang="en-US" sz="2000" b="0"/>
              </a:p>
            </p:txBody>
          </p:sp>
          <p:grpSp>
            <p:nvGrpSpPr>
              <p:cNvPr id="58376" name="Group 62">
                <a:extLst>
                  <a:ext uri="{FF2B5EF4-FFF2-40B4-BE49-F238E27FC236}">
                    <a16:creationId xmlns:a16="http://schemas.microsoft.com/office/drawing/2014/main" id="{2AF73B7F-3742-1707-9E60-EE2E00224090}"/>
                  </a:ext>
                </a:extLst>
              </p:cNvPr>
              <p:cNvGrpSpPr>
                <a:grpSpLocks/>
              </p:cNvGrpSpPr>
              <p:nvPr/>
            </p:nvGrpSpPr>
            <p:grpSpPr bwMode="auto">
              <a:xfrm>
                <a:off x="5449888" y="3200400"/>
                <a:ext cx="2801937" cy="1603375"/>
                <a:chOff x="3707" y="1856"/>
                <a:chExt cx="1798" cy="1010"/>
              </a:xfrm>
            </p:grpSpPr>
            <p:sp>
              <p:nvSpPr>
                <p:cNvPr id="58377" name="Freeform 6">
                  <a:extLst>
                    <a:ext uri="{FF2B5EF4-FFF2-40B4-BE49-F238E27FC236}">
                      <a16:creationId xmlns:a16="http://schemas.microsoft.com/office/drawing/2014/main" id="{CF808970-7D76-FDE2-A732-49048A8E6289}"/>
                    </a:ext>
                  </a:extLst>
                </p:cNvPr>
                <p:cNvSpPr>
                  <a:spLocks/>
                </p:cNvSpPr>
                <p:nvPr/>
              </p:nvSpPr>
              <p:spPr bwMode="auto">
                <a:xfrm>
                  <a:off x="4155" y="2492"/>
                  <a:ext cx="337" cy="335"/>
                </a:xfrm>
                <a:custGeom>
                  <a:avLst/>
                  <a:gdLst>
                    <a:gd name="T0" fmla="*/ 2147483646 w 108"/>
                    <a:gd name="T1" fmla="*/ 2147483646 h 107"/>
                    <a:gd name="T2" fmla="*/ 0 w 108"/>
                    <a:gd name="T3" fmla="*/ 2147483646 h 107"/>
                    <a:gd name="T4" fmla="*/ 2147483646 w 108"/>
                    <a:gd name="T5" fmla="*/ 2147483646 h 107"/>
                    <a:gd name="T6" fmla="*/ 2147483646 w 108"/>
                    <a:gd name="T7" fmla="*/ 2147483646 h 107"/>
                    <a:gd name="T8" fmla="*/ 0 w 108"/>
                    <a:gd name="T9" fmla="*/ 0 h 107"/>
                    <a:gd name="T10" fmla="*/ 2147483646 w 108"/>
                    <a:gd name="T11" fmla="*/ 2147483646 h 107"/>
                    <a:gd name="T12" fmla="*/ 0 60000 65536"/>
                    <a:gd name="T13" fmla="*/ 0 60000 65536"/>
                    <a:gd name="T14" fmla="*/ 0 60000 65536"/>
                    <a:gd name="T15" fmla="*/ 0 60000 65536"/>
                    <a:gd name="T16" fmla="*/ 0 60000 65536"/>
                    <a:gd name="T17" fmla="*/ 0 60000 65536"/>
                    <a:gd name="T18" fmla="*/ 0 w 108"/>
                    <a:gd name="T19" fmla="*/ 0 h 107"/>
                    <a:gd name="T20" fmla="*/ 108 w 108"/>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8" h="107">
                      <a:moveTo>
                        <a:pt x="108" y="53"/>
                      </a:moveTo>
                      <a:cubicBezTo>
                        <a:pt x="108" y="53"/>
                        <a:pt x="83" y="107"/>
                        <a:pt x="0" y="107"/>
                      </a:cubicBezTo>
                      <a:cubicBezTo>
                        <a:pt x="0" y="107"/>
                        <a:pt x="17" y="101"/>
                        <a:pt x="17" y="54"/>
                      </a:cubicBezTo>
                      <a:cubicBezTo>
                        <a:pt x="17" y="53"/>
                        <a:pt x="17" y="53"/>
                        <a:pt x="17" y="53"/>
                      </a:cubicBezTo>
                      <a:cubicBezTo>
                        <a:pt x="17" y="6"/>
                        <a:pt x="0" y="0"/>
                        <a:pt x="0" y="0"/>
                      </a:cubicBezTo>
                      <a:cubicBezTo>
                        <a:pt x="83" y="0"/>
                        <a:pt x="108" y="53"/>
                        <a:pt x="108" y="53"/>
                      </a:cubicBezTo>
                      <a:close/>
                    </a:path>
                  </a:pathLst>
                </a:custGeom>
                <a:solidFill>
                  <a:schemeClr val="accent1"/>
                </a:solidFill>
                <a:ln w="25400">
                  <a:solidFill>
                    <a:schemeClr val="tx1"/>
                  </a:solidFill>
                  <a:miter lim="800000"/>
                  <a:headEnd/>
                  <a:tailEnd/>
                </a:ln>
              </p:spPr>
              <p:txBody>
                <a:bodyPr/>
                <a:lstStyle/>
                <a:p>
                  <a:endParaRPr lang="en-US"/>
                </a:p>
              </p:txBody>
            </p:sp>
            <p:sp>
              <p:nvSpPr>
                <p:cNvPr id="58378" name="Freeform 12">
                  <a:extLst>
                    <a:ext uri="{FF2B5EF4-FFF2-40B4-BE49-F238E27FC236}">
                      <a16:creationId xmlns:a16="http://schemas.microsoft.com/office/drawing/2014/main" id="{63211DEA-8C64-E975-ECF4-7A366F40D982}"/>
                    </a:ext>
                  </a:extLst>
                </p:cNvPr>
                <p:cNvSpPr>
                  <a:spLocks/>
                </p:cNvSpPr>
                <p:nvPr/>
              </p:nvSpPr>
              <p:spPr bwMode="auto">
                <a:xfrm>
                  <a:off x="4889" y="2174"/>
                  <a:ext cx="385" cy="334"/>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58379" name="Freeform 13">
                  <a:extLst>
                    <a:ext uri="{FF2B5EF4-FFF2-40B4-BE49-F238E27FC236}">
                      <a16:creationId xmlns:a16="http://schemas.microsoft.com/office/drawing/2014/main" id="{3DD02FAF-796D-C360-575C-8ACEC3E0ABBB}"/>
                    </a:ext>
                  </a:extLst>
                </p:cNvPr>
                <p:cNvSpPr>
                  <a:spLocks/>
                </p:cNvSpPr>
                <p:nvPr/>
              </p:nvSpPr>
              <p:spPr bwMode="auto">
                <a:xfrm>
                  <a:off x="4155" y="1911"/>
                  <a:ext cx="337" cy="335"/>
                </a:xfrm>
                <a:custGeom>
                  <a:avLst/>
                  <a:gdLst>
                    <a:gd name="T0" fmla="*/ 2147483646 w 108"/>
                    <a:gd name="T1" fmla="*/ 2147483646 h 107"/>
                    <a:gd name="T2" fmla="*/ 0 w 108"/>
                    <a:gd name="T3" fmla="*/ 2147483646 h 107"/>
                    <a:gd name="T4" fmla="*/ 2147483646 w 108"/>
                    <a:gd name="T5" fmla="*/ 2147483646 h 107"/>
                    <a:gd name="T6" fmla="*/ 2147483646 w 108"/>
                    <a:gd name="T7" fmla="*/ 2147483646 h 107"/>
                    <a:gd name="T8" fmla="*/ 0 w 108"/>
                    <a:gd name="T9" fmla="*/ 0 h 107"/>
                    <a:gd name="T10" fmla="*/ 2147483646 w 108"/>
                    <a:gd name="T11" fmla="*/ 2147483646 h 107"/>
                    <a:gd name="T12" fmla="*/ 0 60000 65536"/>
                    <a:gd name="T13" fmla="*/ 0 60000 65536"/>
                    <a:gd name="T14" fmla="*/ 0 60000 65536"/>
                    <a:gd name="T15" fmla="*/ 0 60000 65536"/>
                    <a:gd name="T16" fmla="*/ 0 60000 65536"/>
                    <a:gd name="T17" fmla="*/ 0 60000 65536"/>
                    <a:gd name="T18" fmla="*/ 0 w 108"/>
                    <a:gd name="T19" fmla="*/ 0 h 107"/>
                    <a:gd name="T20" fmla="*/ 108 w 108"/>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8" h="107">
                      <a:moveTo>
                        <a:pt x="108" y="53"/>
                      </a:moveTo>
                      <a:cubicBezTo>
                        <a:pt x="108" y="53"/>
                        <a:pt x="83" y="107"/>
                        <a:pt x="0" y="107"/>
                      </a:cubicBezTo>
                      <a:cubicBezTo>
                        <a:pt x="0" y="107"/>
                        <a:pt x="17" y="101"/>
                        <a:pt x="17" y="54"/>
                      </a:cubicBezTo>
                      <a:cubicBezTo>
                        <a:pt x="17" y="53"/>
                        <a:pt x="17" y="53"/>
                        <a:pt x="17" y="53"/>
                      </a:cubicBezTo>
                      <a:cubicBezTo>
                        <a:pt x="17" y="6"/>
                        <a:pt x="0" y="0"/>
                        <a:pt x="0" y="0"/>
                      </a:cubicBezTo>
                      <a:cubicBezTo>
                        <a:pt x="83" y="0"/>
                        <a:pt x="108" y="53"/>
                        <a:pt x="108" y="53"/>
                      </a:cubicBezTo>
                      <a:close/>
                    </a:path>
                  </a:pathLst>
                </a:custGeom>
                <a:solidFill>
                  <a:schemeClr val="accent1"/>
                </a:solidFill>
                <a:ln w="25400">
                  <a:solidFill>
                    <a:schemeClr val="tx1"/>
                  </a:solidFill>
                  <a:miter lim="800000"/>
                  <a:headEnd/>
                  <a:tailEnd/>
                </a:ln>
              </p:spPr>
              <p:txBody>
                <a:bodyPr/>
                <a:lstStyle/>
                <a:p>
                  <a:endParaRPr lang="en-US"/>
                </a:p>
              </p:txBody>
            </p:sp>
            <p:sp>
              <p:nvSpPr>
                <p:cNvPr id="58380" name="Line 50">
                  <a:extLst>
                    <a:ext uri="{FF2B5EF4-FFF2-40B4-BE49-F238E27FC236}">
                      <a16:creationId xmlns:a16="http://schemas.microsoft.com/office/drawing/2014/main" id="{707BD333-9F23-6906-9CB9-CCBD47575C08}"/>
                    </a:ext>
                  </a:extLst>
                </p:cNvPr>
                <p:cNvSpPr>
                  <a:spLocks noChangeShapeType="1"/>
                </p:cNvSpPr>
                <p:nvPr/>
              </p:nvSpPr>
              <p:spPr bwMode="auto">
                <a:xfrm>
                  <a:off x="3925" y="1998"/>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1" name="Line 51">
                  <a:extLst>
                    <a:ext uri="{FF2B5EF4-FFF2-40B4-BE49-F238E27FC236}">
                      <a16:creationId xmlns:a16="http://schemas.microsoft.com/office/drawing/2014/main" id="{24FDF28C-0AAD-1456-2A58-BB0E9299CF29}"/>
                    </a:ext>
                  </a:extLst>
                </p:cNvPr>
                <p:cNvSpPr>
                  <a:spLocks noChangeShapeType="1"/>
                </p:cNvSpPr>
                <p:nvPr/>
              </p:nvSpPr>
              <p:spPr bwMode="auto">
                <a:xfrm>
                  <a:off x="3925" y="2135"/>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2" name="Line 52">
                  <a:extLst>
                    <a:ext uri="{FF2B5EF4-FFF2-40B4-BE49-F238E27FC236}">
                      <a16:creationId xmlns:a16="http://schemas.microsoft.com/office/drawing/2014/main" id="{2ABF1540-E27F-9100-63BD-F914A2680938}"/>
                    </a:ext>
                  </a:extLst>
                </p:cNvPr>
                <p:cNvSpPr>
                  <a:spLocks noChangeShapeType="1"/>
                </p:cNvSpPr>
                <p:nvPr/>
              </p:nvSpPr>
              <p:spPr bwMode="auto">
                <a:xfrm>
                  <a:off x="3934" y="257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3" name="Line 53">
                  <a:extLst>
                    <a:ext uri="{FF2B5EF4-FFF2-40B4-BE49-F238E27FC236}">
                      <a16:creationId xmlns:a16="http://schemas.microsoft.com/office/drawing/2014/main" id="{58FCB5AC-2426-E87F-D4D5-3C007895BF4F}"/>
                    </a:ext>
                  </a:extLst>
                </p:cNvPr>
                <p:cNvSpPr>
                  <a:spLocks noChangeShapeType="1"/>
                </p:cNvSpPr>
                <p:nvPr/>
              </p:nvSpPr>
              <p:spPr bwMode="auto">
                <a:xfrm>
                  <a:off x="3943" y="2729"/>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4" name="Line 54">
                  <a:extLst>
                    <a:ext uri="{FF2B5EF4-FFF2-40B4-BE49-F238E27FC236}">
                      <a16:creationId xmlns:a16="http://schemas.microsoft.com/office/drawing/2014/main" id="{E037403A-F139-637E-71BA-F858E3A6B605}"/>
                    </a:ext>
                  </a:extLst>
                </p:cNvPr>
                <p:cNvSpPr>
                  <a:spLocks noChangeShapeType="1"/>
                </p:cNvSpPr>
                <p:nvPr/>
              </p:nvSpPr>
              <p:spPr bwMode="auto">
                <a:xfrm>
                  <a:off x="4490" y="2084"/>
                  <a:ext cx="18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5" name="Line 55">
                  <a:extLst>
                    <a:ext uri="{FF2B5EF4-FFF2-40B4-BE49-F238E27FC236}">
                      <a16:creationId xmlns:a16="http://schemas.microsoft.com/office/drawing/2014/main" id="{EBC22EDB-725A-84E9-2A36-C298C3D0289A}"/>
                    </a:ext>
                  </a:extLst>
                </p:cNvPr>
                <p:cNvSpPr>
                  <a:spLocks noChangeShapeType="1"/>
                </p:cNvSpPr>
                <p:nvPr/>
              </p:nvSpPr>
              <p:spPr bwMode="auto">
                <a:xfrm>
                  <a:off x="4490" y="2660"/>
                  <a:ext cx="18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6" name="Line 58">
                  <a:extLst>
                    <a:ext uri="{FF2B5EF4-FFF2-40B4-BE49-F238E27FC236}">
                      <a16:creationId xmlns:a16="http://schemas.microsoft.com/office/drawing/2014/main" id="{BF766A44-A7D9-723F-2046-768B5C7F1C3C}"/>
                    </a:ext>
                  </a:extLst>
                </p:cNvPr>
                <p:cNvSpPr>
                  <a:spLocks noChangeShapeType="1"/>
                </p:cNvSpPr>
                <p:nvPr/>
              </p:nvSpPr>
              <p:spPr bwMode="auto">
                <a:xfrm>
                  <a:off x="4672" y="2083"/>
                  <a:ext cx="0" cy="19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7" name="Line 59">
                  <a:extLst>
                    <a:ext uri="{FF2B5EF4-FFF2-40B4-BE49-F238E27FC236}">
                      <a16:creationId xmlns:a16="http://schemas.microsoft.com/office/drawing/2014/main" id="{D7E257F3-84FB-D40F-BE86-C3F96DF0E394}"/>
                    </a:ext>
                  </a:extLst>
                </p:cNvPr>
                <p:cNvSpPr>
                  <a:spLocks noChangeShapeType="1"/>
                </p:cNvSpPr>
                <p:nvPr/>
              </p:nvSpPr>
              <p:spPr bwMode="auto">
                <a:xfrm>
                  <a:off x="4671" y="2439"/>
                  <a:ext cx="0"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8" name="Line 60">
                  <a:extLst>
                    <a:ext uri="{FF2B5EF4-FFF2-40B4-BE49-F238E27FC236}">
                      <a16:creationId xmlns:a16="http://schemas.microsoft.com/office/drawing/2014/main" id="{C6596A93-DC92-5953-B77B-C904B9976D47}"/>
                    </a:ext>
                  </a:extLst>
                </p:cNvPr>
                <p:cNvSpPr>
                  <a:spLocks noChangeShapeType="1"/>
                </p:cNvSpPr>
                <p:nvPr/>
              </p:nvSpPr>
              <p:spPr bwMode="auto">
                <a:xfrm>
                  <a:off x="4681" y="2265"/>
                  <a:ext cx="21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9" name="Line 61">
                  <a:extLst>
                    <a:ext uri="{FF2B5EF4-FFF2-40B4-BE49-F238E27FC236}">
                      <a16:creationId xmlns:a16="http://schemas.microsoft.com/office/drawing/2014/main" id="{F6BC1434-E91E-C828-EC57-82F171826EBE}"/>
                    </a:ext>
                  </a:extLst>
                </p:cNvPr>
                <p:cNvSpPr>
                  <a:spLocks noChangeShapeType="1"/>
                </p:cNvSpPr>
                <p:nvPr/>
              </p:nvSpPr>
              <p:spPr bwMode="auto">
                <a:xfrm>
                  <a:off x="4672" y="2439"/>
                  <a:ext cx="21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90" name="Line 62">
                  <a:extLst>
                    <a:ext uri="{FF2B5EF4-FFF2-40B4-BE49-F238E27FC236}">
                      <a16:creationId xmlns:a16="http://schemas.microsoft.com/office/drawing/2014/main" id="{A8E42086-8D41-7274-CCBE-A9DA1B486531}"/>
                    </a:ext>
                  </a:extLst>
                </p:cNvPr>
                <p:cNvSpPr>
                  <a:spLocks noChangeShapeType="1"/>
                </p:cNvSpPr>
                <p:nvPr/>
              </p:nvSpPr>
              <p:spPr bwMode="auto">
                <a:xfrm>
                  <a:off x="5278" y="2336"/>
                  <a:ext cx="2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91" name="Text Box 69">
                  <a:extLst>
                    <a:ext uri="{FF2B5EF4-FFF2-40B4-BE49-F238E27FC236}">
                      <a16:creationId xmlns:a16="http://schemas.microsoft.com/office/drawing/2014/main" id="{5CC52532-98CC-DDE9-ADE5-885B3EE88D66}"/>
                    </a:ext>
                  </a:extLst>
                </p:cNvPr>
                <p:cNvSpPr txBox="1">
                  <a:spLocks noChangeArrowheads="1"/>
                </p:cNvSpPr>
                <p:nvPr/>
              </p:nvSpPr>
              <p:spPr bwMode="auto">
                <a:xfrm>
                  <a:off x="3707" y="1856"/>
                  <a:ext cx="273"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a</a:t>
                  </a:r>
                  <a:endParaRPr lang="ru-RU" altLang="en-US" sz="2000" b="0"/>
                </a:p>
              </p:txBody>
            </p:sp>
            <p:sp>
              <p:nvSpPr>
                <p:cNvPr id="58392" name="Text Box 70">
                  <a:extLst>
                    <a:ext uri="{FF2B5EF4-FFF2-40B4-BE49-F238E27FC236}">
                      <a16:creationId xmlns:a16="http://schemas.microsoft.com/office/drawing/2014/main" id="{1C78AEA4-DACF-76F1-606D-8F1840807560}"/>
                    </a:ext>
                  </a:extLst>
                </p:cNvPr>
                <p:cNvSpPr txBox="1">
                  <a:spLocks noChangeArrowheads="1"/>
                </p:cNvSpPr>
                <p:nvPr/>
              </p:nvSpPr>
              <p:spPr bwMode="auto">
                <a:xfrm>
                  <a:off x="3716" y="2011"/>
                  <a:ext cx="273"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b</a:t>
                  </a:r>
                  <a:endParaRPr lang="ru-RU" altLang="en-US" sz="2000" b="0"/>
                </a:p>
              </p:txBody>
            </p:sp>
            <p:sp>
              <p:nvSpPr>
                <p:cNvPr id="58393" name="Text Box 71">
                  <a:extLst>
                    <a:ext uri="{FF2B5EF4-FFF2-40B4-BE49-F238E27FC236}">
                      <a16:creationId xmlns:a16="http://schemas.microsoft.com/office/drawing/2014/main" id="{E6E4EC20-DF5C-60B3-0842-1D1EA2B1471C}"/>
                    </a:ext>
                  </a:extLst>
                </p:cNvPr>
                <p:cNvSpPr txBox="1">
                  <a:spLocks noChangeArrowheads="1"/>
                </p:cNvSpPr>
                <p:nvPr/>
              </p:nvSpPr>
              <p:spPr bwMode="auto">
                <a:xfrm>
                  <a:off x="3754" y="2604"/>
                  <a:ext cx="273"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d</a:t>
                  </a:r>
                  <a:endParaRPr lang="ru-RU" altLang="en-US" sz="2000" b="0"/>
                </a:p>
              </p:txBody>
            </p:sp>
            <p:sp>
              <p:nvSpPr>
                <p:cNvPr id="58394" name="Text Box 72">
                  <a:extLst>
                    <a:ext uri="{FF2B5EF4-FFF2-40B4-BE49-F238E27FC236}">
                      <a16:creationId xmlns:a16="http://schemas.microsoft.com/office/drawing/2014/main" id="{38E6917F-7458-5A88-27BB-5C3E7FEE6763}"/>
                    </a:ext>
                  </a:extLst>
                </p:cNvPr>
                <p:cNvSpPr txBox="1">
                  <a:spLocks noChangeArrowheads="1"/>
                </p:cNvSpPr>
                <p:nvPr/>
              </p:nvSpPr>
              <p:spPr bwMode="auto">
                <a:xfrm>
                  <a:off x="3745" y="2440"/>
                  <a:ext cx="273"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c</a:t>
                  </a:r>
                  <a:endParaRPr lang="ru-RU" altLang="en-US" sz="2000" b="0"/>
                </a:p>
              </p:txBody>
            </p:sp>
          </p:grpSp>
        </p:grpSp>
      </p:grpSp>
      <p:sp>
        <p:nvSpPr>
          <p:cNvPr id="58371" name="Title 65">
            <a:extLst>
              <a:ext uri="{FF2B5EF4-FFF2-40B4-BE49-F238E27FC236}">
                <a16:creationId xmlns:a16="http://schemas.microsoft.com/office/drawing/2014/main" id="{F0636E54-543C-1008-17DA-077C18E67DC5}"/>
              </a:ext>
            </a:extLst>
          </p:cNvPr>
          <p:cNvSpPr>
            <a:spLocks noGrp="1" noChangeArrowheads="1"/>
          </p:cNvSpPr>
          <p:nvPr>
            <p:ph type="title"/>
          </p:nvPr>
        </p:nvSpPr>
        <p:spPr>
          <a:xfrm>
            <a:off x="-1" y="183402"/>
            <a:ext cx="11612880" cy="704088"/>
          </a:xfrm>
        </p:spPr>
        <p:txBody>
          <a:bodyPr>
            <a:normAutofit/>
          </a:bodyPr>
          <a:lstStyle/>
          <a:p>
            <a:r>
              <a:rPr lang="en-US" altLang="en-US" dirty="0"/>
              <a:t>Multi-Level Logic Optimization </a:t>
            </a:r>
            <a:endParaRPr lang="ru-RU" altLang="en-US" dirty="0"/>
          </a:p>
        </p:txBody>
      </p:sp>
      <p:sp>
        <p:nvSpPr>
          <p:cNvPr id="58372" name="Content Placeholder 66">
            <a:extLst>
              <a:ext uri="{FF2B5EF4-FFF2-40B4-BE49-F238E27FC236}">
                <a16:creationId xmlns:a16="http://schemas.microsoft.com/office/drawing/2014/main" id="{AC60113E-760A-BC4A-500A-A9D3324EC865}"/>
              </a:ext>
            </a:extLst>
          </p:cNvPr>
          <p:cNvSpPr>
            <a:spLocks noGrp="1" noChangeArrowheads="1"/>
          </p:cNvSpPr>
          <p:nvPr>
            <p:ph type="body" sz="quarter" idx="10"/>
          </p:nvPr>
        </p:nvSpPr>
        <p:spPr>
          <a:xfrm>
            <a:off x="457200" y="1188720"/>
            <a:ext cx="11277922" cy="5185186"/>
          </a:xfrm>
        </p:spPr>
        <p:txBody>
          <a:bodyPr/>
          <a:lstStyle/>
          <a:p>
            <a:r>
              <a:rPr lang="en-US" altLang="en-US" dirty="0"/>
              <a:t>Example: </a:t>
            </a:r>
          </a:p>
          <a:p>
            <a:pPr marL="0" indent="0">
              <a:buNone/>
            </a:pPr>
            <a:r>
              <a:rPr lang="en-US" altLang="en-US" dirty="0"/>
              <a:t>y = </a:t>
            </a:r>
            <a:r>
              <a:rPr lang="en-US" altLang="en-US" dirty="0" err="1"/>
              <a:t>а</a:t>
            </a:r>
            <a:r>
              <a:rPr lang="en-US" altLang="en-US" dirty="0" err="1">
                <a:sym typeface="Symbol" panose="05050102010706020507" pitchFamily="18" charset="2"/>
              </a:rPr>
              <a:t>c</a:t>
            </a:r>
            <a:r>
              <a:rPr lang="en-US" altLang="en-US" dirty="0">
                <a:sym typeface="Symbol" panose="05050102010706020507" pitchFamily="18" charset="2"/>
              </a:rPr>
              <a:t> + </a:t>
            </a:r>
            <a:r>
              <a:rPr lang="en-US" altLang="en-US" dirty="0" err="1"/>
              <a:t>b</a:t>
            </a:r>
            <a:r>
              <a:rPr lang="en-US" altLang="en-US" dirty="0" err="1">
                <a:sym typeface="Symbol" panose="05050102010706020507" pitchFamily="18" charset="2"/>
              </a:rPr>
              <a:t>c</a:t>
            </a:r>
            <a:r>
              <a:rPr lang="en-US" altLang="en-US" dirty="0">
                <a:sym typeface="Symbol" panose="05050102010706020507" pitchFamily="18" charset="2"/>
              </a:rPr>
              <a:t> + </a:t>
            </a:r>
            <a:r>
              <a:rPr lang="en-US" altLang="en-US" dirty="0" err="1">
                <a:sym typeface="Symbol" panose="05050102010706020507" pitchFamily="18" charset="2"/>
              </a:rPr>
              <a:t>ad</a:t>
            </a:r>
            <a:r>
              <a:rPr lang="en-US" altLang="en-US" dirty="0">
                <a:sym typeface="Symbol" panose="05050102010706020507" pitchFamily="18" charset="2"/>
              </a:rPr>
              <a:t> +</a:t>
            </a:r>
            <a:r>
              <a:rPr lang="en-US" altLang="en-US" dirty="0" err="1">
                <a:sym typeface="Symbol" panose="05050102010706020507" pitchFamily="18" charset="2"/>
              </a:rPr>
              <a:t>bd</a:t>
            </a:r>
            <a:r>
              <a:rPr lang="en-US" altLang="en-US" dirty="0">
                <a:sym typeface="Symbol" panose="05050102010706020507" pitchFamily="18" charset="2"/>
              </a:rPr>
              <a:t>       or      y = (</a:t>
            </a:r>
            <a:r>
              <a:rPr lang="en-US" altLang="en-US" dirty="0" err="1">
                <a:sym typeface="Symbol" panose="05050102010706020507" pitchFamily="18" charset="2"/>
              </a:rPr>
              <a:t>a+b</a:t>
            </a:r>
            <a:r>
              <a:rPr lang="en-US" altLang="en-US" dirty="0">
                <a:sym typeface="Symbol" panose="05050102010706020507" pitchFamily="18" charset="2"/>
              </a:rPr>
              <a:t>)(</a:t>
            </a:r>
            <a:r>
              <a:rPr lang="en-US" altLang="en-US" dirty="0" err="1">
                <a:sym typeface="Symbol" panose="05050102010706020507" pitchFamily="18" charset="2"/>
              </a:rPr>
              <a:t>c+d</a:t>
            </a:r>
            <a:r>
              <a:rPr lang="en-US" altLang="en-US" dirty="0">
                <a:sym typeface="Symbol" panose="05050102010706020507" pitchFamily="18" charset="2"/>
              </a:rPr>
              <a:t>)</a:t>
            </a:r>
            <a:endParaRPr lang="ru-RU" altLang="en-US" dirty="0">
              <a:sym typeface="Symbol" panose="05050102010706020507" pitchFamily="18" charset="2"/>
            </a:endParaRPr>
          </a:p>
          <a:p>
            <a:endParaRPr lang="ru-RU"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3">
            <a:extLst>
              <a:ext uri="{FF2B5EF4-FFF2-40B4-BE49-F238E27FC236}">
                <a16:creationId xmlns:a16="http://schemas.microsoft.com/office/drawing/2014/main" id="{A36B3625-34EC-A371-5385-0DD5BFF7A072}"/>
              </a:ext>
            </a:extLst>
          </p:cNvPr>
          <p:cNvSpPr>
            <a:spLocks noGrp="1" noChangeArrowheads="1"/>
          </p:cNvSpPr>
          <p:nvPr>
            <p:ph type="title"/>
          </p:nvPr>
        </p:nvSpPr>
        <p:spPr>
          <a:xfrm>
            <a:off x="-1" y="183402"/>
            <a:ext cx="11612880" cy="704088"/>
          </a:xfrm>
        </p:spPr>
        <p:txBody>
          <a:bodyPr>
            <a:normAutofit/>
          </a:bodyPr>
          <a:lstStyle/>
          <a:p>
            <a:r>
              <a:rPr lang="en-US" altLang="en-US" dirty="0"/>
              <a:t>Multi-Level Logic Optimization (2)</a:t>
            </a:r>
            <a:endParaRPr lang="ru-RU" altLang="en-US" dirty="0"/>
          </a:p>
        </p:txBody>
      </p:sp>
      <p:sp>
        <p:nvSpPr>
          <p:cNvPr id="6" name="Content Placeholder 5">
            <a:extLst>
              <a:ext uri="{FF2B5EF4-FFF2-40B4-BE49-F238E27FC236}">
                <a16:creationId xmlns:a16="http://schemas.microsoft.com/office/drawing/2014/main" id="{E70BEE5B-ED2C-45DD-9E57-E238A370DA2C}"/>
              </a:ext>
            </a:extLst>
          </p:cNvPr>
          <p:cNvSpPr>
            <a:spLocks noGrp="1"/>
          </p:cNvSpPr>
          <p:nvPr>
            <p:ph type="body" sz="quarter" idx="10"/>
          </p:nvPr>
        </p:nvSpPr>
        <p:spPr>
          <a:xfrm>
            <a:off x="457200" y="1188720"/>
            <a:ext cx="11277922" cy="5185186"/>
          </a:xfrm>
        </p:spPr>
        <p:txBody>
          <a:bodyPr/>
          <a:lstStyle/>
          <a:p>
            <a:r>
              <a:rPr lang="en-US" dirty="0"/>
              <a:t>Consider two important design criteria: delay and size. </a:t>
            </a:r>
          </a:p>
          <a:p>
            <a:r>
              <a:rPr lang="en-US" dirty="0"/>
              <a:t>Delay - the time from inputs changing to new correct stable output</a:t>
            </a:r>
          </a:p>
          <a:p>
            <a:r>
              <a:rPr lang="en-US" dirty="0"/>
              <a:t>Size - the number of transistors.</a:t>
            </a:r>
          </a:p>
          <a:p>
            <a:r>
              <a:rPr lang="en-US" dirty="0"/>
              <a:t>Assume: </a:t>
            </a:r>
          </a:p>
          <a:p>
            <a:pPr lvl="1"/>
            <a:r>
              <a:rPr lang="en-US" dirty="0"/>
              <a:t>Every gate has delay of “1 gate-delay”</a:t>
            </a:r>
          </a:p>
          <a:p>
            <a:pPr lvl="1"/>
            <a:r>
              <a:rPr lang="en-US" dirty="0"/>
              <a:t>Every gate input requires 2 transistors </a:t>
            </a:r>
          </a:p>
          <a:p>
            <a:pPr lvl="1"/>
            <a:r>
              <a:rPr lang="en-US" dirty="0"/>
              <a:t>Ignore inverters</a:t>
            </a:r>
          </a:p>
          <a:p>
            <a:r>
              <a:rPr lang="en-US" dirty="0"/>
              <a:t>Then  both circuits have equal delays – 2 gates.</a:t>
            </a:r>
          </a:p>
          <a:p>
            <a:r>
              <a:rPr lang="en-US" dirty="0"/>
              <a:t>The number of transistors: 24 (circuit 1) and 12 (circuit 2).</a:t>
            </a:r>
          </a:p>
          <a:p>
            <a:r>
              <a:rPr lang="en-US" dirty="0"/>
              <a:t>Multiple levels may yield fewer gates.</a:t>
            </a:r>
          </a:p>
          <a:p>
            <a:endParaRPr lang="ru-RU"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3">
            <a:extLst>
              <a:ext uri="{FF2B5EF4-FFF2-40B4-BE49-F238E27FC236}">
                <a16:creationId xmlns:a16="http://schemas.microsoft.com/office/drawing/2014/main" id="{FA7C5903-373E-5EF8-C7D2-A6B7B984CE28}"/>
              </a:ext>
            </a:extLst>
          </p:cNvPr>
          <p:cNvSpPr>
            <a:spLocks noGrp="1" noChangeArrowheads="1"/>
          </p:cNvSpPr>
          <p:nvPr>
            <p:ph type="title"/>
          </p:nvPr>
        </p:nvSpPr>
        <p:spPr>
          <a:xfrm>
            <a:off x="-1" y="183402"/>
            <a:ext cx="11612880" cy="704088"/>
          </a:xfrm>
        </p:spPr>
        <p:txBody>
          <a:bodyPr>
            <a:normAutofit/>
          </a:bodyPr>
          <a:lstStyle/>
          <a:p>
            <a:r>
              <a:rPr lang="en-US" altLang="en-US" dirty="0"/>
              <a:t>Multi-Level Logic Optimization (3)</a:t>
            </a:r>
            <a:endParaRPr lang="ru-RU" altLang="en-US" dirty="0"/>
          </a:p>
        </p:txBody>
      </p:sp>
      <p:sp>
        <p:nvSpPr>
          <p:cNvPr id="62467" name="Content Placeholder 5">
            <a:extLst>
              <a:ext uri="{FF2B5EF4-FFF2-40B4-BE49-F238E27FC236}">
                <a16:creationId xmlns:a16="http://schemas.microsoft.com/office/drawing/2014/main" id="{A7D11835-2755-A241-55C1-8CBEEDF4534E}"/>
              </a:ext>
            </a:extLst>
          </p:cNvPr>
          <p:cNvSpPr>
            <a:spLocks noGrp="1" noChangeArrowheads="1"/>
          </p:cNvSpPr>
          <p:nvPr>
            <p:ph type="body" sz="quarter" idx="10"/>
          </p:nvPr>
        </p:nvSpPr>
        <p:spPr>
          <a:xfrm>
            <a:off x="457200" y="1188720"/>
            <a:ext cx="11277922" cy="5185186"/>
          </a:xfrm>
        </p:spPr>
        <p:txBody>
          <a:bodyPr/>
          <a:lstStyle/>
          <a:p>
            <a:r>
              <a:rPr lang="en-US" altLang="en-US" dirty="0"/>
              <a:t>There are many functions which represent factored form simpler than two-level form.</a:t>
            </a:r>
          </a:p>
          <a:p>
            <a:r>
              <a:rPr lang="en-US" altLang="en-US" dirty="0"/>
              <a:t>The number of terms in SOP or POS can depend on n exponential, but in factored form - polynomial.</a:t>
            </a:r>
          </a:p>
          <a:p>
            <a:r>
              <a:rPr lang="en-US" altLang="en-US" dirty="0"/>
              <a:t>Example: Achilles’ heel function:</a:t>
            </a:r>
          </a:p>
          <a:p>
            <a:pPr lvl="1"/>
            <a:r>
              <a:rPr lang="en-US" altLang="en-US" sz="2000" dirty="0"/>
              <a:t>Y=(x</a:t>
            </a:r>
            <a:r>
              <a:rPr lang="en-US" altLang="en-US" sz="2000" baseline="-25000" dirty="0"/>
              <a:t>1</a:t>
            </a:r>
            <a:r>
              <a:rPr lang="en-US" altLang="en-US" sz="2000" dirty="0"/>
              <a:t>+x</a:t>
            </a:r>
            <a:r>
              <a:rPr lang="en-US" altLang="en-US" sz="2000" baseline="-25000" dirty="0"/>
              <a:t>2</a:t>
            </a:r>
            <a:r>
              <a:rPr lang="en-US" altLang="en-US" sz="2000" dirty="0"/>
              <a:t>)(x</a:t>
            </a:r>
            <a:r>
              <a:rPr lang="en-US" altLang="en-US" sz="2000" baseline="-25000" dirty="0"/>
              <a:t>3</a:t>
            </a:r>
            <a:r>
              <a:rPr lang="en-US" altLang="en-US" sz="2000" dirty="0"/>
              <a:t>+x</a:t>
            </a:r>
            <a:r>
              <a:rPr lang="en-US" altLang="en-US" sz="2000" baseline="-25000" dirty="0"/>
              <a:t>4</a:t>
            </a:r>
            <a:r>
              <a:rPr lang="en-US" altLang="en-US" sz="2000" dirty="0"/>
              <a:t>) . . . (x</a:t>
            </a:r>
            <a:r>
              <a:rPr lang="en-US" altLang="en-US" sz="2000" baseline="-25000" dirty="0"/>
              <a:t>n-1</a:t>
            </a:r>
            <a:r>
              <a:rPr lang="en-US" altLang="en-US" sz="2000" dirty="0"/>
              <a:t>+x</a:t>
            </a:r>
            <a:r>
              <a:rPr lang="en-US" altLang="en-US" sz="2000" baseline="-25000" dirty="0"/>
              <a:t>n</a:t>
            </a:r>
            <a:r>
              <a:rPr lang="en-US" altLang="en-US" sz="2000" dirty="0"/>
              <a:t>)</a:t>
            </a:r>
          </a:p>
          <a:p>
            <a:r>
              <a:rPr lang="en-US" altLang="en-US" dirty="0"/>
              <a:t>There are n literals in the factored form and (n/2)</a:t>
            </a:r>
            <a:r>
              <a:rPr lang="en-US" altLang="en-US" dirty="0">
                <a:sym typeface="Symbol" panose="05050102010706020507" pitchFamily="18" charset="2"/>
              </a:rPr>
              <a:t>2n/2</a:t>
            </a:r>
            <a:r>
              <a:rPr lang="en-US" altLang="en-US" dirty="0"/>
              <a:t>) literals in the SOP form.</a:t>
            </a:r>
          </a:p>
          <a:p>
            <a:r>
              <a:rPr lang="ru-RU" altLang="en-US" dirty="0"/>
              <a:t>2-level</a:t>
            </a:r>
            <a:r>
              <a:rPr lang="en-US" altLang="en-US" dirty="0"/>
              <a:t> optimization</a:t>
            </a:r>
            <a:r>
              <a:rPr lang="ru-RU" altLang="en-US" dirty="0"/>
              <a:t>:</a:t>
            </a:r>
            <a:r>
              <a:rPr lang="en-US" altLang="en-US" dirty="0"/>
              <a:t>  </a:t>
            </a:r>
            <a:r>
              <a:rPr lang="ru-RU" altLang="en-US" dirty="0"/>
              <a:t>control logic design;</a:t>
            </a:r>
          </a:p>
          <a:p>
            <a:r>
              <a:rPr lang="en-US" altLang="en-US" dirty="0"/>
              <a:t> </a:t>
            </a:r>
            <a:r>
              <a:rPr lang="ru-RU" altLang="en-US" dirty="0"/>
              <a:t>multi-level</a:t>
            </a:r>
            <a:r>
              <a:rPr lang="en-US" altLang="en-US" dirty="0"/>
              <a:t> optimization</a:t>
            </a:r>
            <a:r>
              <a:rPr lang="ru-RU" altLang="en-US" dirty="0"/>
              <a:t>: </a:t>
            </a:r>
            <a:r>
              <a:rPr lang="en-US" altLang="en-US" dirty="0"/>
              <a:t>all logic, </a:t>
            </a:r>
            <a:r>
              <a:rPr lang="ru-RU" altLang="en-US" dirty="0"/>
              <a:t>datapath logic or random logic</a:t>
            </a:r>
            <a:r>
              <a:rPr lang="en-US" altLang="en-US" dirty="0"/>
              <a:t>.</a:t>
            </a:r>
            <a:endParaRPr lang="ru-RU" altLang="en-US" dirty="0"/>
          </a:p>
          <a:p>
            <a:endParaRPr lang="ru-RU" altLang="en-US"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4">
            <a:extLst>
              <a:ext uri="{FF2B5EF4-FFF2-40B4-BE49-F238E27FC236}">
                <a16:creationId xmlns:a16="http://schemas.microsoft.com/office/drawing/2014/main" id="{36EE3161-5C51-E9F5-EC05-5014B84C4215}"/>
              </a:ext>
            </a:extLst>
          </p:cNvPr>
          <p:cNvSpPr>
            <a:spLocks noGrp="1" noChangeArrowheads="1"/>
          </p:cNvSpPr>
          <p:nvPr>
            <p:ph type="title"/>
          </p:nvPr>
        </p:nvSpPr>
        <p:spPr>
          <a:xfrm>
            <a:off x="-1" y="183402"/>
            <a:ext cx="11612880" cy="704088"/>
          </a:xfrm>
        </p:spPr>
        <p:txBody>
          <a:bodyPr>
            <a:normAutofit/>
          </a:bodyPr>
          <a:lstStyle/>
          <a:p>
            <a:r>
              <a:rPr lang="en-US" altLang="en-US" dirty="0"/>
              <a:t>Factored Forms</a:t>
            </a:r>
            <a:endParaRPr lang="ru-RU" altLang="en-US" dirty="0"/>
          </a:p>
        </p:txBody>
      </p:sp>
      <p:sp>
        <p:nvSpPr>
          <p:cNvPr id="64515" name="Content Placeholder 5">
            <a:extLst>
              <a:ext uri="{FF2B5EF4-FFF2-40B4-BE49-F238E27FC236}">
                <a16:creationId xmlns:a16="http://schemas.microsoft.com/office/drawing/2014/main" id="{145F3737-E9C3-0111-9623-CC19B0BE16A8}"/>
              </a:ext>
            </a:extLst>
          </p:cNvPr>
          <p:cNvSpPr>
            <a:spLocks noGrp="1" noChangeArrowheads="1"/>
          </p:cNvSpPr>
          <p:nvPr>
            <p:ph type="body" sz="quarter" idx="10"/>
          </p:nvPr>
        </p:nvSpPr>
        <p:spPr>
          <a:xfrm>
            <a:off x="457200" y="1188720"/>
            <a:ext cx="11277922" cy="5185186"/>
          </a:xfrm>
        </p:spPr>
        <p:txBody>
          <a:bodyPr/>
          <a:lstStyle/>
          <a:p>
            <a:r>
              <a:rPr lang="en-US" altLang="en-US" dirty="0"/>
              <a:t>A factored form can be defined recursively by the following rules. A factored form is either a product or sum where:</a:t>
            </a:r>
          </a:p>
          <a:p>
            <a:pPr lvl="1"/>
            <a:r>
              <a:rPr lang="en-US" altLang="en-US" dirty="0"/>
              <a:t>A product is either a single literal or product of factored forms</a:t>
            </a:r>
          </a:p>
          <a:p>
            <a:pPr lvl="1"/>
            <a:r>
              <a:rPr lang="en-US" altLang="en-US" dirty="0"/>
              <a:t>A sum is either a single literal or sum of factored forms.</a:t>
            </a:r>
          </a:p>
          <a:p>
            <a:r>
              <a:rPr lang="en-US" altLang="en-US" dirty="0"/>
              <a:t>Actually a factored form is a product of sums of products or a sum of products of sums.</a:t>
            </a:r>
          </a:p>
          <a:p>
            <a:r>
              <a:rPr lang="en-US" altLang="en-US" dirty="0"/>
              <a:t>Any logic function can be represented by a factored form, and any factored form is a representation of some logic function. The factored forms are not canonical:</a:t>
            </a:r>
          </a:p>
          <a:p>
            <a:r>
              <a:rPr lang="en-US" altLang="en-US" dirty="0"/>
              <a:t>Example:</a:t>
            </a:r>
          </a:p>
          <a:p>
            <a:pPr marL="274320" lvl="1" indent="0">
              <a:buNone/>
            </a:pPr>
            <a:r>
              <a:rPr lang="en-US" altLang="en-US" dirty="0"/>
              <a:t> Three equivalent factored forms:</a:t>
            </a:r>
            <a:endParaRPr lang="ru-RU" altLang="en-US" dirty="0"/>
          </a:p>
          <a:p>
            <a:pPr marL="274320" lvl="1" indent="0">
              <a:buNone/>
            </a:pPr>
            <a:r>
              <a:rPr lang="ru-RU" altLang="en-US" dirty="0"/>
              <a:t>	</a:t>
            </a:r>
            <a:r>
              <a:rPr lang="en-US" altLang="en-US" dirty="0"/>
              <a:t>ab</a:t>
            </a:r>
            <a:r>
              <a:rPr lang="ru-RU" altLang="en-US" dirty="0"/>
              <a:t>+</a:t>
            </a:r>
            <a:r>
              <a:rPr lang="en-US" altLang="en-US" dirty="0"/>
              <a:t>c</a:t>
            </a:r>
            <a:r>
              <a:rPr lang="ru-RU" altLang="en-US" dirty="0"/>
              <a:t>(</a:t>
            </a:r>
            <a:r>
              <a:rPr lang="en-US" altLang="en-US" dirty="0"/>
              <a:t>a</a:t>
            </a:r>
            <a:r>
              <a:rPr lang="ru-RU" altLang="en-US" dirty="0"/>
              <a:t>+</a:t>
            </a:r>
            <a:r>
              <a:rPr lang="en-US" altLang="en-US" dirty="0"/>
              <a:t>b</a:t>
            </a:r>
            <a:r>
              <a:rPr lang="ru-RU" altLang="en-US" dirty="0"/>
              <a:t>)	</a:t>
            </a:r>
            <a:r>
              <a:rPr lang="en-US" altLang="en-US" dirty="0" err="1"/>
              <a:t>bc</a:t>
            </a:r>
            <a:r>
              <a:rPr lang="ru-RU" altLang="en-US" dirty="0"/>
              <a:t>+</a:t>
            </a:r>
            <a:r>
              <a:rPr lang="en-US" altLang="en-US" dirty="0"/>
              <a:t>a</a:t>
            </a:r>
            <a:r>
              <a:rPr lang="ru-RU" altLang="en-US" dirty="0"/>
              <a:t>(</a:t>
            </a:r>
            <a:r>
              <a:rPr lang="en-US" altLang="en-US" dirty="0"/>
              <a:t>b</a:t>
            </a:r>
            <a:r>
              <a:rPr lang="ru-RU" altLang="en-US" dirty="0"/>
              <a:t>+</a:t>
            </a:r>
            <a:r>
              <a:rPr lang="en-US" altLang="en-US" dirty="0"/>
              <a:t>c</a:t>
            </a:r>
            <a:r>
              <a:rPr lang="ru-RU" altLang="en-US" dirty="0"/>
              <a:t>)	</a:t>
            </a:r>
            <a:r>
              <a:rPr lang="en-US" altLang="en-US" dirty="0"/>
              <a:t>ac</a:t>
            </a:r>
            <a:r>
              <a:rPr lang="ru-RU" altLang="en-US" dirty="0"/>
              <a:t>+</a:t>
            </a:r>
            <a:r>
              <a:rPr lang="en-US" altLang="en-US" dirty="0"/>
              <a:t>b</a:t>
            </a:r>
            <a:r>
              <a:rPr lang="ru-RU" altLang="en-US" dirty="0"/>
              <a:t>(</a:t>
            </a:r>
            <a:r>
              <a:rPr lang="en-US" altLang="en-US" dirty="0"/>
              <a:t>a</a:t>
            </a:r>
            <a:r>
              <a:rPr lang="ru-RU" altLang="en-US" dirty="0"/>
              <a:t>+</a:t>
            </a:r>
            <a:r>
              <a:rPr lang="en-US" altLang="en-US" dirty="0"/>
              <a:t>c</a:t>
            </a:r>
            <a:r>
              <a:rPr lang="ru-RU" altLang="en-US" dirty="0"/>
              <a:t>)</a:t>
            </a:r>
          </a:p>
          <a:p>
            <a:endParaRPr lang="ru-RU" altLang="en-US"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4">
            <a:extLst>
              <a:ext uri="{FF2B5EF4-FFF2-40B4-BE49-F238E27FC236}">
                <a16:creationId xmlns:a16="http://schemas.microsoft.com/office/drawing/2014/main" id="{B08CC92E-81F7-B9DA-3B27-CB4BD9967B78}"/>
              </a:ext>
            </a:extLst>
          </p:cNvPr>
          <p:cNvSpPr>
            <a:spLocks noGrp="1" noChangeArrowheads="1"/>
          </p:cNvSpPr>
          <p:nvPr>
            <p:ph type="title"/>
          </p:nvPr>
        </p:nvSpPr>
        <p:spPr>
          <a:xfrm>
            <a:off x="-1" y="183402"/>
            <a:ext cx="11612880" cy="704088"/>
          </a:xfrm>
        </p:spPr>
        <p:txBody>
          <a:bodyPr>
            <a:normAutofit/>
          </a:bodyPr>
          <a:lstStyle/>
          <a:p>
            <a:r>
              <a:rPr lang="en-US" altLang="en-US" dirty="0"/>
              <a:t>Multilevel Combinational Circuits</a:t>
            </a:r>
            <a:endParaRPr lang="ru-RU" altLang="en-US" dirty="0"/>
          </a:p>
        </p:txBody>
      </p:sp>
      <p:sp>
        <p:nvSpPr>
          <p:cNvPr id="66563" name="Content Placeholder 5">
            <a:extLst>
              <a:ext uri="{FF2B5EF4-FFF2-40B4-BE49-F238E27FC236}">
                <a16:creationId xmlns:a16="http://schemas.microsoft.com/office/drawing/2014/main" id="{D22ECD91-E5ED-3C4C-1D69-30F1EF783EFE}"/>
              </a:ext>
            </a:extLst>
          </p:cNvPr>
          <p:cNvSpPr>
            <a:spLocks noGrp="1" noChangeArrowheads="1"/>
          </p:cNvSpPr>
          <p:nvPr>
            <p:ph type="body" sz="quarter" idx="10"/>
          </p:nvPr>
        </p:nvSpPr>
        <p:spPr>
          <a:xfrm>
            <a:off x="457200" y="1156381"/>
            <a:ext cx="11277600" cy="5184775"/>
          </a:xfrm>
        </p:spPr>
        <p:txBody>
          <a:bodyPr/>
          <a:lstStyle/>
          <a:p>
            <a:r>
              <a:rPr lang="en-US" altLang="en-US" sz="2000" dirty="0"/>
              <a:t>Given two </a:t>
            </a:r>
            <a:r>
              <a:rPr lang="ru-RU" altLang="en-US" sz="2000" dirty="0"/>
              <a:t>simple functions expressed in 2-Level:</a:t>
            </a:r>
            <a:endParaRPr lang="en-US" altLang="en-US" sz="2000" dirty="0"/>
          </a:p>
          <a:p>
            <a:r>
              <a:rPr lang="en-US" altLang="en-US" sz="2000" dirty="0"/>
              <a:t>f1= </a:t>
            </a:r>
            <a:r>
              <a:rPr lang="en-US" altLang="en-US" sz="2000" dirty="0" err="1"/>
              <a:t>a</a:t>
            </a:r>
            <a:r>
              <a:rPr lang="en-US" altLang="en-US" sz="2000" dirty="0" err="1">
                <a:sym typeface="Symbol" panose="05050102010706020507" pitchFamily="18" charset="2"/>
              </a:rPr>
              <a:t>b</a:t>
            </a:r>
            <a:r>
              <a:rPr lang="en-US" altLang="en-US" sz="2000" dirty="0">
                <a:sym typeface="Symbol" panose="05050102010706020507" pitchFamily="18" charset="2"/>
              </a:rPr>
              <a:t> + </a:t>
            </a:r>
            <a:r>
              <a:rPr lang="en-US" altLang="en-US" sz="2000" dirty="0" err="1"/>
              <a:t>a</a:t>
            </a:r>
            <a:r>
              <a:rPr lang="en-US" altLang="en-US" sz="2000" dirty="0" err="1">
                <a:sym typeface="Symbol" panose="05050102010706020507" pitchFamily="18" charset="2"/>
              </a:rPr>
              <a:t>c</a:t>
            </a:r>
            <a:r>
              <a:rPr lang="en-US" altLang="en-US" sz="2000" dirty="0">
                <a:sym typeface="Symbol" panose="05050102010706020507" pitchFamily="18" charset="2"/>
              </a:rPr>
              <a:t> + </a:t>
            </a:r>
            <a:r>
              <a:rPr lang="en-US" altLang="en-US" sz="2000" dirty="0" err="1"/>
              <a:t>a</a:t>
            </a:r>
            <a:r>
              <a:rPr lang="en-US" altLang="en-US" sz="2000" dirty="0" err="1">
                <a:sym typeface="Symbol" panose="05050102010706020507" pitchFamily="18" charset="2"/>
              </a:rPr>
              <a:t>d</a:t>
            </a:r>
            <a:r>
              <a:rPr lang="en-US" altLang="en-US" sz="2000" dirty="0">
                <a:sym typeface="Symbol" panose="05050102010706020507" pitchFamily="18" charset="2"/>
              </a:rPr>
              <a:t> </a:t>
            </a:r>
          </a:p>
          <a:p>
            <a:r>
              <a:rPr lang="en-US" altLang="en-US" sz="2000" dirty="0"/>
              <a:t>f2= </a:t>
            </a:r>
            <a:r>
              <a:rPr lang="en-US" altLang="en-US" sz="2000" dirty="0" err="1"/>
              <a:t>a’</a:t>
            </a:r>
            <a:r>
              <a:rPr lang="en-US" altLang="en-US" sz="2000" dirty="0" err="1">
                <a:sym typeface="Symbol" panose="05050102010706020507" pitchFamily="18" charset="2"/>
              </a:rPr>
              <a:t>b</a:t>
            </a:r>
            <a:r>
              <a:rPr lang="en-US" altLang="en-US" sz="2000" dirty="0">
                <a:sym typeface="Symbol" panose="05050102010706020507" pitchFamily="18" charset="2"/>
              </a:rPr>
              <a:t> + </a:t>
            </a:r>
            <a:r>
              <a:rPr lang="en-US" altLang="en-US" sz="2000" dirty="0" err="1"/>
              <a:t>a’</a:t>
            </a:r>
            <a:r>
              <a:rPr lang="en-US" altLang="en-US" sz="2000" dirty="0" err="1">
                <a:sym typeface="Symbol" panose="05050102010706020507" pitchFamily="18" charset="2"/>
              </a:rPr>
              <a:t>c</a:t>
            </a:r>
            <a:r>
              <a:rPr lang="en-US" altLang="en-US" sz="2000" dirty="0">
                <a:sym typeface="Symbol" panose="05050102010706020507" pitchFamily="18" charset="2"/>
              </a:rPr>
              <a:t> + </a:t>
            </a:r>
            <a:r>
              <a:rPr lang="en-US" altLang="en-US" sz="2000" dirty="0" err="1"/>
              <a:t>a</a:t>
            </a:r>
            <a:r>
              <a:rPr lang="en-US" altLang="en-US" sz="2000" dirty="0" err="1">
                <a:sym typeface="Symbol" panose="05050102010706020507" pitchFamily="18" charset="2"/>
              </a:rPr>
              <a:t>e</a:t>
            </a:r>
            <a:r>
              <a:rPr lang="en-US" altLang="en-US" sz="2000" dirty="0">
                <a:sym typeface="Symbol" panose="05050102010706020507" pitchFamily="18" charset="2"/>
              </a:rPr>
              <a:t> </a:t>
            </a:r>
          </a:p>
          <a:p>
            <a:r>
              <a:rPr lang="ru-RU" altLang="en-US" sz="2000" dirty="0"/>
              <a:t>6 product terms which cannot be shared.</a:t>
            </a:r>
          </a:p>
          <a:p>
            <a:r>
              <a:rPr lang="en-US" altLang="en-US" sz="2000" dirty="0"/>
              <a:t>36</a:t>
            </a:r>
            <a:r>
              <a:rPr lang="ru-RU" altLang="en-US" sz="2000" dirty="0"/>
              <a:t> transistors in CMOS</a:t>
            </a:r>
            <a:r>
              <a:rPr lang="en-US" altLang="en-US" sz="2000" dirty="0"/>
              <a:t> m</a:t>
            </a:r>
            <a:r>
              <a:rPr lang="ru-RU" altLang="en-US" sz="2000" dirty="0"/>
              <a:t>ay be more efficient in multi-level:</a:t>
            </a:r>
            <a:endParaRPr lang="en-US" altLang="en-US" sz="2000" dirty="0"/>
          </a:p>
          <a:p>
            <a:r>
              <a:rPr lang="en-US" altLang="en-US" sz="2000" dirty="0"/>
              <a:t>f1= a</a:t>
            </a:r>
            <a:r>
              <a:rPr lang="en-US" altLang="en-US" sz="2000" dirty="0">
                <a:sym typeface="Symbol" panose="05050102010706020507" pitchFamily="18" charset="2"/>
              </a:rPr>
              <a:t></a:t>
            </a:r>
            <a:r>
              <a:rPr lang="en-US" altLang="en-US" sz="2000" dirty="0"/>
              <a:t>(</a:t>
            </a:r>
            <a:r>
              <a:rPr lang="en-US" altLang="en-US" sz="2000" dirty="0" err="1"/>
              <a:t>b+c</a:t>
            </a:r>
            <a:r>
              <a:rPr lang="en-US" altLang="en-US" sz="2000" dirty="0"/>
              <a:t>) +</a:t>
            </a:r>
            <a:r>
              <a:rPr lang="en-US" altLang="en-US" sz="2000" dirty="0" err="1"/>
              <a:t>a</a:t>
            </a:r>
            <a:r>
              <a:rPr lang="en-US" altLang="en-US" sz="2000" dirty="0" err="1">
                <a:sym typeface="Symbol" panose="05050102010706020507" pitchFamily="18" charset="2"/>
              </a:rPr>
              <a:t></a:t>
            </a:r>
            <a:r>
              <a:rPr lang="en-US" altLang="en-US" sz="2000" dirty="0" err="1"/>
              <a:t>d</a:t>
            </a:r>
            <a:r>
              <a:rPr lang="en-US" altLang="en-US" sz="2000" dirty="0"/>
              <a:t>;   f2=a’</a:t>
            </a:r>
            <a:r>
              <a:rPr lang="en-US" altLang="en-US" sz="2000" dirty="0">
                <a:sym typeface="Symbol" panose="05050102010706020507" pitchFamily="18" charset="2"/>
              </a:rPr>
              <a:t></a:t>
            </a:r>
            <a:r>
              <a:rPr lang="en-US" altLang="en-US" sz="2000" dirty="0"/>
              <a:t>(</a:t>
            </a:r>
            <a:r>
              <a:rPr lang="en-US" altLang="en-US" sz="2000" dirty="0" err="1"/>
              <a:t>b+c</a:t>
            </a:r>
            <a:r>
              <a:rPr lang="en-US" altLang="en-US" sz="2000" dirty="0"/>
              <a:t>) + </a:t>
            </a:r>
            <a:r>
              <a:rPr lang="en-US" altLang="en-US" sz="2000" dirty="0" err="1"/>
              <a:t>a</a:t>
            </a:r>
            <a:r>
              <a:rPr lang="en-US" altLang="en-US" sz="2000" dirty="0" err="1">
                <a:sym typeface="Symbol" panose="05050102010706020507" pitchFamily="18" charset="2"/>
              </a:rPr>
              <a:t>e</a:t>
            </a:r>
            <a:endParaRPr lang="en-US" altLang="en-US" sz="2000" dirty="0">
              <a:sym typeface="Symbol" panose="05050102010706020507" pitchFamily="18" charset="2"/>
            </a:endParaRPr>
          </a:p>
          <a:p>
            <a:r>
              <a:rPr lang="en-US" altLang="en-US" sz="2000" dirty="0"/>
              <a:t>b</a:t>
            </a:r>
            <a:r>
              <a:rPr lang="ru-RU" altLang="en-US" sz="2000" dirty="0"/>
              <a:t> + </a:t>
            </a:r>
            <a:r>
              <a:rPr lang="en-US" altLang="en-US" sz="2000" dirty="0"/>
              <a:t>c</a:t>
            </a:r>
            <a:r>
              <a:rPr lang="ru-RU" altLang="en-US" sz="2000" dirty="0"/>
              <a:t> is a common term in f1 and f2</a:t>
            </a:r>
          </a:p>
          <a:p>
            <a:r>
              <a:rPr lang="ru-RU" altLang="en-US" sz="2000" dirty="0"/>
              <a:t>K = </a:t>
            </a:r>
            <a:r>
              <a:rPr lang="en-US" altLang="en-US" sz="2000" dirty="0"/>
              <a:t>b</a:t>
            </a:r>
            <a:r>
              <a:rPr lang="ru-RU" altLang="en-US" sz="2000" dirty="0"/>
              <a:t> + </a:t>
            </a:r>
            <a:r>
              <a:rPr lang="en-US" altLang="en-US" sz="2000" dirty="0"/>
              <a:t>c</a:t>
            </a:r>
            <a:r>
              <a:rPr lang="ru-RU" altLang="en-US" sz="2000" dirty="0"/>
              <a:t> </a:t>
            </a:r>
            <a:endParaRPr lang="en-US" altLang="en-US" sz="2000" dirty="0"/>
          </a:p>
          <a:p>
            <a:r>
              <a:rPr lang="ru-RU" altLang="en-US" sz="2000" dirty="0"/>
              <a:t>2</a:t>
            </a:r>
            <a:r>
              <a:rPr lang="en-US" altLang="en-US" sz="2000" dirty="0"/>
              <a:t>4</a:t>
            </a:r>
            <a:r>
              <a:rPr lang="ru-RU" altLang="en-US" sz="2000" dirty="0"/>
              <a:t> transistors in CMOS</a:t>
            </a:r>
            <a:r>
              <a:rPr lang="en-US" altLang="en-US" sz="2000" dirty="0"/>
              <a:t> </a:t>
            </a:r>
            <a:r>
              <a:rPr lang="ru-RU" altLang="en-US" sz="2000" dirty="0"/>
              <a:t>not counting inverters</a:t>
            </a:r>
            <a:r>
              <a:rPr lang="en-US" altLang="en-US" sz="2000" dirty="0"/>
              <a:t>:</a:t>
            </a:r>
            <a:endParaRPr lang="ru-RU" altLang="en-US" sz="2000" dirty="0"/>
          </a:p>
          <a:p>
            <a:r>
              <a:rPr lang="ru-RU" altLang="en-US" sz="2000" dirty="0"/>
              <a:t>f</a:t>
            </a:r>
            <a:r>
              <a:rPr lang="en-US" altLang="en-US" sz="2000" dirty="0"/>
              <a:t>1</a:t>
            </a:r>
            <a:r>
              <a:rPr lang="ru-RU" altLang="en-US" sz="2000" dirty="0"/>
              <a:t> = </a:t>
            </a:r>
            <a:r>
              <a:rPr lang="en-US" altLang="en-US" sz="2000" dirty="0" err="1"/>
              <a:t>a</a:t>
            </a:r>
            <a:r>
              <a:rPr lang="en-US" altLang="en-US" sz="2000" dirty="0" err="1">
                <a:sym typeface="Symbol" panose="05050102010706020507" pitchFamily="18" charset="2"/>
              </a:rPr>
              <a:t>K</a:t>
            </a:r>
            <a:r>
              <a:rPr lang="en-US" altLang="en-US" sz="2000" dirty="0">
                <a:sym typeface="Symbol" panose="05050102010706020507" pitchFamily="18" charset="2"/>
              </a:rPr>
              <a:t> + </a:t>
            </a:r>
            <a:r>
              <a:rPr lang="en-US" altLang="en-US" sz="2000" dirty="0" err="1"/>
              <a:t>a</a:t>
            </a:r>
            <a:r>
              <a:rPr lang="en-US" altLang="en-US" sz="2000" dirty="0" err="1">
                <a:sym typeface="Symbol" panose="05050102010706020507" pitchFamily="18" charset="2"/>
              </a:rPr>
              <a:t>d</a:t>
            </a:r>
            <a:r>
              <a:rPr lang="en-US" altLang="en-US" sz="2000" dirty="0">
                <a:sym typeface="Symbol" panose="05050102010706020507" pitchFamily="18" charset="2"/>
              </a:rPr>
              <a:t> </a:t>
            </a:r>
            <a:endParaRPr lang="ru-RU" altLang="en-US" sz="2000" dirty="0"/>
          </a:p>
          <a:p>
            <a:r>
              <a:rPr lang="ru-RU" altLang="en-US" sz="2000" dirty="0"/>
              <a:t>f2 = </a:t>
            </a:r>
            <a:r>
              <a:rPr lang="en-US" altLang="en-US" sz="2000" dirty="0" err="1"/>
              <a:t>a’K</a:t>
            </a:r>
            <a:r>
              <a:rPr lang="ru-RU" altLang="en-US" sz="2000" dirty="0"/>
              <a:t>+ </a:t>
            </a:r>
            <a:r>
              <a:rPr lang="en-US" altLang="en-US" sz="2000" dirty="0"/>
              <a:t>a </a:t>
            </a:r>
            <a:r>
              <a:rPr lang="en-US" altLang="en-US" sz="2000" dirty="0">
                <a:sym typeface="Symbol" panose="05050102010706020507" pitchFamily="18" charset="2"/>
              </a:rPr>
              <a:t>e</a:t>
            </a:r>
          </a:p>
          <a:p>
            <a:r>
              <a:rPr lang="en-US" altLang="en-US" sz="2000" dirty="0">
                <a:sym typeface="Symbol" panose="05050102010706020507" pitchFamily="18" charset="2"/>
              </a:rPr>
              <a:t>3 levels.</a:t>
            </a:r>
            <a:endParaRPr lang="ru-RU" altLang="en-US" sz="2000" dirty="0">
              <a:sym typeface="Symbol" panose="05050102010706020507" pitchFamily="18" charset="2"/>
            </a:endParaRPr>
          </a:p>
          <a:p>
            <a:endParaRPr lang="ru-RU" altLang="en-US" sz="2000" dirty="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2">
            <a:extLst>
              <a:ext uri="{FF2B5EF4-FFF2-40B4-BE49-F238E27FC236}">
                <a16:creationId xmlns:a16="http://schemas.microsoft.com/office/drawing/2014/main" id="{8D5429CC-F21E-40CD-AF76-614A2C996A8B}"/>
              </a:ext>
            </a:extLst>
          </p:cNvPr>
          <p:cNvGrpSpPr>
            <a:grpSpLocks/>
          </p:cNvGrpSpPr>
          <p:nvPr/>
        </p:nvGrpSpPr>
        <p:grpSpPr bwMode="auto">
          <a:xfrm>
            <a:off x="2519364" y="2003425"/>
            <a:ext cx="3870325" cy="1995488"/>
            <a:chOff x="249" y="1062"/>
            <a:chExt cx="2631" cy="1416"/>
          </a:xfrm>
          <a:solidFill>
            <a:schemeClr val="accent1"/>
          </a:solidFill>
        </p:grpSpPr>
        <p:sp>
          <p:nvSpPr>
            <p:cNvPr id="45063" name="Rectangle 38">
              <a:extLst>
                <a:ext uri="{FF2B5EF4-FFF2-40B4-BE49-F238E27FC236}">
                  <a16:creationId xmlns:a16="http://schemas.microsoft.com/office/drawing/2014/main" id="{8AB8E455-8424-411E-BFF3-F9C808E8E210}"/>
                </a:ext>
              </a:extLst>
            </p:cNvPr>
            <p:cNvSpPr>
              <a:spLocks noChangeArrowheads="1"/>
            </p:cNvSpPr>
            <p:nvPr/>
          </p:nvSpPr>
          <p:spPr bwMode="auto">
            <a:xfrm>
              <a:off x="249" y="1117"/>
              <a:ext cx="2631" cy="1361"/>
            </a:xfrm>
            <a:prstGeom prst="rect">
              <a:avLst/>
            </a:prstGeom>
            <a:solidFill>
              <a:schemeClr val="accent1">
                <a:lumMod val="60000"/>
                <a:lumOff val="40000"/>
              </a:schemeClr>
            </a:solidFill>
            <a:ln w="9525">
              <a:noFill/>
              <a:miter lim="800000"/>
              <a:headEnd/>
              <a:tailEnd/>
            </a:ln>
          </p:spPr>
          <p:txBody>
            <a:bodyPr wrap="none" anchor="ctr"/>
            <a:lstStyle/>
            <a:p>
              <a:pPr eaLnBrk="1" hangingPunct="1">
                <a:defRPr/>
              </a:pPr>
              <a:endParaRPr lang="ru-RU">
                <a:latin typeface="Arial" charset="0"/>
                <a:cs typeface="Arial" charset="0"/>
              </a:endParaRPr>
            </a:p>
          </p:txBody>
        </p:sp>
        <p:grpSp>
          <p:nvGrpSpPr>
            <p:cNvPr id="3" name="Group 37">
              <a:extLst>
                <a:ext uri="{FF2B5EF4-FFF2-40B4-BE49-F238E27FC236}">
                  <a16:creationId xmlns:a16="http://schemas.microsoft.com/office/drawing/2014/main" id="{3B6C96CE-642F-4568-9AB0-DD6E3BF2DF18}"/>
                </a:ext>
              </a:extLst>
            </p:cNvPr>
            <p:cNvGrpSpPr>
              <a:grpSpLocks/>
            </p:cNvGrpSpPr>
            <p:nvPr/>
          </p:nvGrpSpPr>
          <p:grpSpPr bwMode="auto">
            <a:xfrm>
              <a:off x="340" y="1062"/>
              <a:ext cx="2540" cy="1342"/>
              <a:chOff x="340" y="1062"/>
              <a:chExt cx="2540" cy="1342"/>
            </a:xfrm>
            <a:grpFill/>
          </p:grpSpPr>
          <p:sp>
            <p:nvSpPr>
              <p:cNvPr id="45065" name="Oval 6">
                <a:extLst>
                  <a:ext uri="{FF2B5EF4-FFF2-40B4-BE49-F238E27FC236}">
                    <a16:creationId xmlns:a16="http://schemas.microsoft.com/office/drawing/2014/main" id="{9F476A4E-590C-40CC-8D63-536375343F6D}"/>
                  </a:ext>
                </a:extLst>
              </p:cNvPr>
              <p:cNvSpPr>
                <a:spLocks noChangeArrowheads="1"/>
              </p:cNvSpPr>
              <p:nvPr/>
            </p:nvSpPr>
            <p:spPr bwMode="auto">
              <a:xfrm>
                <a:off x="1528" y="1615"/>
                <a:ext cx="485" cy="499"/>
              </a:xfrm>
              <a:prstGeom prst="ellipse">
                <a:avLst/>
              </a:prstGeom>
              <a:noFill/>
              <a:ln w="25400">
                <a:solidFill>
                  <a:schemeClr val="tx1"/>
                </a:solidFill>
                <a:round/>
                <a:headEnd/>
                <a:tailEnd/>
              </a:ln>
            </p:spPr>
            <p:txBody>
              <a:bodyPr wrap="none" anchor="ctr"/>
              <a:lstStyle/>
              <a:p>
                <a:pPr algn="ctr" eaLnBrk="1" hangingPunct="1">
                  <a:defRPr/>
                </a:pPr>
                <a:r>
                  <a:rPr lang="en-US" sz="2800">
                    <a:latin typeface="Arial" charset="0"/>
                    <a:cs typeface="Arial" charset="0"/>
                    <a:sym typeface="Symbol" pitchFamily="18" charset="2"/>
                  </a:rPr>
                  <a:t></a:t>
                </a:r>
                <a:endParaRPr lang="ru-RU" sz="2800">
                  <a:latin typeface="Arial" charset="0"/>
                  <a:cs typeface="Arial" charset="0"/>
                  <a:sym typeface="Symbol" pitchFamily="18" charset="2"/>
                </a:endParaRPr>
              </a:p>
            </p:txBody>
          </p:sp>
          <p:sp>
            <p:nvSpPr>
              <p:cNvPr id="45066" name="Line 7">
                <a:extLst>
                  <a:ext uri="{FF2B5EF4-FFF2-40B4-BE49-F238E27FC236}">
                    <a16:creationId xmlns:a16="http://schemas.microsoft.com/office/drawing/2014/main" id="{D97B69A8-A777-4567-A29B-924B90A30E1F}"/>
                  </a:ext>
                </a:extLst>
              </p:cNvPr>
              <p:cNvSpPr>
                <a:spLocks noChangeShapeType="1"/>
              </p:cNvSpPr>
              <p:nvPr/>
            </p:nvSpPr>
            <p:spPr bwMode="auto">
              <a:xfrm>
                <a:off x="703" y="1389"/>
                <a:ext cx="635" cy="0"/>
              </a:xfrm>
              <a:prstGeom prst="line">
                <a:avLst/>
              </a:prstGeom>
              <a:grpFill/>
              <a:ln w="28575">
                <a:solidFill>
                  <a:schemeClr val="tx1"/>
                </a:solidFill>
                <a:round/>
                <a:headEnd/>
                <a:tailEnd/>
              </a:ln>
            </p:spPr>
            <p:txBody>
              <a:bodyPr/>
              <a:lstStyle/>
              <a:p>
                <a:pPr eaLnBrk="1" hangingPunct="1">
                  <a:defRPr/>
                </a:pPr>
                <a:endParaRPr lang="ru-RU">
                  <a:latin typeface="Arial" charset="0"/>
                  <a:cs typeface="Arial" charset="0"/>
                </a:endParaRPr>
              </a:p>
            </p:txBody>
          </p:sp>
          <p:sp>
            <p:nvSpPr>
              <p:cNvPr id="45067" name="Line 8">
                <a:extLst>
                  <a:ext uri="{FF2B5EF4-FFF2-40B4-BE49-F238E27FC236}">
                    <a16:creationId xmlns:a16="http://schemas.microsoft.com/office/drawing/2014/main" id="{94D48C44-69FE-4A64-AD5B-9D32CC152AF1}"/>
                  </a:ext>
                </a:extLst>
              </p:cNvPr>
              <p:cNvSpPr>
                <a:spLocks noChangeShapeType="1"/>
              </p:cNvSpPr>
              <p:nvPr/>
            </p:nvSpPr>
            <p:spPr bwMode="auto">
              <a:xfrm>
                <a:off x="1338" y="1389"/>
                <a:ext cx="272" cy="272"/>
              </a:xfrm>
              <a:prstGeom prst="line">
                <a:avLst/>
              </a:prstGeom>
              <a:grpFill/>
              <a:ln w="28575">
                <a:solidFill>
                  <a:schemeClr val="tx1"/>
                </a:solidFill>
                <a:round/>
                <a:headEnd/>
                <a:tailEnd type="triangle" w="lg" len="lg"/>
              </a:ln>
            </p:spPr>
            <p:txBody>
              <a:bodyPr/>
              <a:lstStyle/>
              <a:p>
                <a:pPr eaLnBrk="1" hangingPunct="1">
                  <a:defRPr/>
                </a:pPr>
                <a:endParaRPr lang="ru-RU">
                  <a:latin typeface="Arial" charset="0"/>
                  <a:cs typeface="Arial" charset="0"/>
                </a:endParaRPr>
              </a:p>
            </p:txBody>
          </p:sp>
          <p:sp>
            <p:nvSpPr>
              <p:cNvPr id="45068" name="Line 9">
                <a:extLst>
                  <a:ext uri="{FF2B5EF4-FFF2-40B4-BE49-F238E27FC236}">
                    <a16:creationId xmlns:a16="http://schemas.microsoft.com/office/drawing/2014/main" id="{4533F0D5-EA00-4D5A-9335-DD858AAC0331}"/>
                  </a:ext>
                </a:extLst>
              </p:cNvPr>
              <p:cNvSpPr>
                <a:spLocks noChangeShapeType="1"/>
              </p:cNvSpPr>
              <p:nvPr/>
            </p:nvSpPr>
            <p:spPr bwMode="auto">
              <a:xfrm>
                <a:off x="703" y="1615"/>
                <a:ext cx="589" cy="0"/>
              </a:xfrm>
              <a:prstGeom prst="line">
                <a:avLst/>
              </a:prstGeom>
              <a:grpFill/>
              <a:ln w="28575">
                <a:solidFill>
                  <a:schemeClr val="tx1"/>
                </a:solidFill>
                <a:round/>
                <a:headEnd/>
                <a:tailEnd/>
              </a:ln>
            </p:spPr>
            <p:txBody>
              <a:bodyPr/>
              <a:lstStyle/>
              <a:p>
                <a:pPr eaLnBrk="1" hangingPunct="1">
                  <a:defRPr/>
                </a:pPr>
                <a:endParaRPr lang="ru-RU">
                  <a:latin typeface="Arial" charset="0"/>
                  <a:cs typeface="Arial" charset="0"/>
                </a:endParaRPr>
              </a:p>
            </p:txBody>
          </p:sp>
          <p:sp>
            <p:nvSpPr>
              <p:cNvPr id="45069" name="Line 10">
                <a:extLst>
                  <a:ext uri="{FF2B5EF4-FFF2-40B4-BE49-F238E27FC236}">
                    <a16:creationId xmlns:a16="http://schemas.microsoft.com/office/drawing/2014/main" id="{324CAFA1-92FF-4C7A-8813-2CF7C65CA161}"/>
                  </a:ext>
                </a:extLst>
              </p:cNvPr>
              <p:cNvSpPr>
                <a:spLocks noChangeShapeType="1"/>
              </p:cNvSpPr>
              <p:nvPr/>
            </p:nvSpPr>
            <p:spPr bwMode="auto">
              <a:xfrm>
                <a:off x="1292" y="1615"/>
                <a:ext cx="264" cy="163"/>
              </a:xfrm>
              <a:prstGeom prst="line">
                <a:avLst/>
              </a:prstGeom>
              <a:grpFill/>
              <a:ln w="28575">
                <a:solidFill>
                  <a:schemeClr val="tx1"/>
                </a:solidFill>
                <a:round/>
                <a:headEnd/>
                <a:tailEnd type="triangle" w="lg" len="lg"/>
              </a:ln>
            </p:spPr>
            <p:txBody>
              <a:bodyPr/>
              <a:lstStyle/>
              <a:p>
                <a:pPr eaLnBrk="1" hangingPunct="1">
                  <a:defRPr/>
                </a:pPr>
                <a:endParaRPr lang="ru-RU">
                  <a:latin typeface="Arial" charset="0"/>
                  <a:cs typeface="Arial" charset="0"/>
                </a:endParaRPr>
              </a:p>
            </p:txBody>
          </p:sp>
          <p:sp>
            <p:nvSpPr>
              <p:cNvPr id="45071" name="Line 19">
                <a:extLst>
                  <a:ext uri="{FF2B5EF4-FFF2-40B4-BE49-F238E27FC236}">
                    <a16:creationId xmlns:a16="http://schemas.microsoft.com/office/drawing/2014/main" id="{103773D3-3389-48DF-AF45-ADFAE7BD60A6}"/>
                  </a:ext>
                </a:extLst>
              </p:cNvPr>
              <p:cNvSpPr>
                <a:spLocks noChangeShapeType="1"/>
              </p:cNvSpPr>
              <p:nvPr/>
            </p:nvSpPr>
            <p:spPr bwMode="auto">
              <a:xfrm>
                <a:off x="703" y="1978"/>
                <a:ext cx="544" cy="0"/>
              </a:xfrm>
              <a:prstGeom prst="line">
                <a:avLst/>
              </a:prstGeom>
              <a:grpFill/>
              <a:ln w="28575">
                <a:solidFill>
                  <a:schemeClr val="tx1"/>
                </a:solidFill>
                <a:round/>
                <a:headEnd/>
                <a:tailEnd/>
              </a:ln>
            </p:spPr>
            <p:txBody>
              <a:bodyPr/>
              <a:lstStyle/>
              <a:p>
                <a:pPr eaLnBrk="1" hangingPunct="1">
                  <a:defRPr/>
                </a:pPr>
                <a:endParaRPr lang="ru-RU">
                  <a:latin typeface="Arial" charset="0"/>
                  <a:cs typeface="Arial" charset="0"/>
                </a:endParaRPr>
              </a:p>
            </p:txBody>
          </p:sp>
          <p:sp>
            <p:nvSpPr>
              <p:cNvPr id="45072" name="Line 20">
                <a:extLst>
                  <a:ext uri="{FF2B5EF4-FFF2-40B4-BE49-F238E27FC236}">
                    <a16:creationId xmlns:a16="http://schemas.microsoft.com/office/drawing/2014/main" id="{23C17F6C-52EE-40BB-A7EF-C2E2F300E6CE}"/>
                  </a:ext>
                </a:extLst>
              </p:cNvPr>
              <p:cNvSpPr>
                <a:spLocks noChangeShapeType="1"/>
              </p:cNvSpPr>
              <p:nvPr/>
            </p:nvSpPr>
            <p:spPr bwMode="auto">
              <a:xfrm flipV="1">
                <a:off x="1247" y="1888"/>
                <a:ext cx="272" cy="90"/>
              </a:xfrm>
              <a:prstGeom prst="line">
                <a:avLst/>
              </a:prstGeom>
              <a:grpFill/>
              <a:ln w="28575">
                <a:solidFill>
                  <a:schemeClr val="tx1"/>
                </a:solidFill>
                <a:round/>
                <a:headEnd/>
                <a:tailEnd type="triangle" w="lg" len="lg"/>
              </a:ln>
            </p:spPr>
            <p:txBody>
              <a:bodyPr/>
              <a:lstStyle/>
              <a:p>
                <a:pPr eaLnBrk="1" hangingPunct="1">
                  <a:defRPr/>
                </a:pPr>
                <a:endParaRPr lang="ru-RU">
                  <a:latin typeface="Arial" charset="0"/>
                  <a:cs typeface="Arial" charset="0"/>
                </a:endParaRPr>
              </a:p>
            </p:txBody>
          </p:sp>
          <p:sp>
            <p:nvSpPr>
              <p:cNvPr id="45073" name="Line 21">
                <a:extLst>
                  <a:ext uri="{FF2B5EF4-FFF2-40B4-BE49-F238E27FC236}">
                    <a16:creationId xmlns:a16="http://schemas.microsoft.com/office/drawing/2014/main" id="{FAACF8D2-41AF-4BC8-8F69-1D9A028FA36F}"/>
                  </a:ext>
                </a:extLst>
              </p:cNvPr>
              <p:cNvSpPr>
                <a:spLocks noChangeShapeType="1"/>
              </p:cNvSpPr>
              <p:nvPr/>
            </p:nvSpPr>
            <p:spPr bwMode="auto">
              <a:xfrm>
                <a:off x="694" y="2205"/>
                <a:ext cx="544" cy="0"/>
              </a:xfrm>
              <a:prstGeom prst="line">
                <a:avLst/>
              </a:prstGeom>
              <a:grpFill/>
              <a:ln w="28575">
                <a:solidFill>
                  <a:schemeClr val="tx1"/>
                </a:solidFill>
                <a:round/>
                <a:headEnd/>
                <a:tailEnd/>
              </a:ln>
            </p:spPr>
            <p:txBody>
              <a:bodyPr/>
              <a:lstStyle/>
              <a:p>
                <a:pPr eaLnBrk="1" hangingPunct="1">
                  <a:defRPr/>
                </a:pPr>
                <a:endParaRPr lang="ru-RU">
                  <a:latin typeface="Arial" charset="0"/>
                  <a:cs typeface="Arial" charset="0"/>
                </a:endParaRPr>
              </a:p>
            </p:txBody>
          </p:sp>
          <p:sp>
            <p:nvSpPr>
              <p:cNvPr id="45074" name="Line 23">
                <a:extLst>
                  <a:ext uri="{FF2B5EF4-FFF2-40B4-BE49-F238E27FC236}">
                    <a16:creationId xmlns:a16="http://schemas.microsoft.com/office/drawing/2014/main" id="{39A5929B-6665-4C61-95A4-7589205682C1}"/>
                  </a:ext>
                </a:extLst>
              </p:cNvPr>
              <p:cNvSpPr>
                <a:spLocks noChangeShapeType="1"/>
              </p:cNvSpPr>
              <p:nvPr/>
            </p:nvSpPr>
            <p:spPr bwMode="auto">
              <a:xfrm flipV="1">
                <a:off x="1207" y="1997"/>
                <a:ext cx="358" cy="216"/>
              </a:xfrm>
              <a:prstGeom prst="line">
                <a:avLst/>
              </a:prstGeom>
              <a:grpFill/>
              <a:ln w="28575">
                <a:solidFill>
                  <a:schemeClr val="tx1"/>
                </a:solidFill>
                <a:round/>
                <a:headEnd/>
                <a:tailEnd type="triangle" w="lg" len="lg"/>
              </a:ln>
            </p:spPr>
            <p:txBody>
              <a:bodyPr/>
              <a:lstStyle/>
              <a:p>
                <a:pPr eaLnBrk="1" hangingPunct="1">
                  <a:defRPr/>
                </a:pPr>
                <a:endParaRPr lang="ru-RU">
                  <a:latin typeface="Arial" charset="0"/>
                  <a:cs typeface="Arial" charset="0"/>
                </a:endParaRPr>
              </a:p>
            </p:txBody>
          </p:sp>
          <p:sp>
            <p:nvSpPr>
              <p:cNvPr id="45075" name="Line 24">
                <a:extLst>
                  <a:ext uri="{FF2B5EF4-FFF2-40B4-BE49-F238E27FC236}">
                    <a16:creationId xmlns:a16="http://schemas.microsoft.com/office/drawing/2014/main" id="{8F5944AB-5EF9-4B64-8DF7-9E39FB017D0C}"/>
                  </a:ext>
                </a:extLst>
              </p:cNvPr>
              <p:cNvSpPr>
                <a:spLocks noChangeShapeType="1"/>
              </p:cNvSpPr>
              <p:nvPr/>
            </p:nvSpPr>
            <p:spPr bwMode="auto">
              <a:xfrm>
                <a:off x="2018" y="1861"/>
                <a:ext cx="408" cy="0"/>
              </a:xfrm>
              <a:prstGeom prst="line">
                <a:avLst/>
              </a:prstGeom>
              <a:grpFill/>
              <a:ln w="28575">
                <a:solidFill>
                  <a:schemeClr val="tx1"/>
                </a:solidFill>
                <a:round/>
                <a:headEnd/>
                <a:tailEnd type="triangle" w="lg" len="lg"/>
              </a:ln>
            </p:spPr>
            <p:txBody>
              <a:bodyPr/>
              <a:lstStyle/>
              <a:p>
                <a:pPr eaLnBrk="1" hangingPunct="1">
                  <a:defRPr/>
                </a:pPr>
                <a:endParaRPr lang="ru-RU">
                  <a:latin typeface="Arial" charset="0"/>
                  <a:cs typeface="Arial" charset="0"/>
                </a:endParaRPr>
              </a:p>
            </p:txBody>
          </p:sp>
          <p:sp>
            <p:nvSpPr>
              <p:cNvPr id="45076" name="Text Box 25">
                <a:extLst>
                  <a:ext uri="{FF2B5EF4-FFF2-40B4-BE49-F238E27FC236}">
                    <a16:creationId xmlns:a16="http://schemas.microsoft.com/office/drawing/2014/main" id="{79C3ECB0-5181-42DA-8CE2-81CDD69E079D}"/>
                  </a:ext>
                </a:extLst>
              </p:cNvPr>
              <p:cNvSpPr txBox="1">
                <a:spLocks noChangeArrowheads="1"/>
              </p:cNvSpPr>
              <p:nvPr/>
            </p:nvSpPr>
            <p:spPr bwMode="auto">
              <a:xfrm>
                <a:off x="385" y="1207"/>
                <a:ext cx="454" cy="262"/>
              </a:xfrm>
              <a:prstGeom prst="rect">
                <a:avLst/>
              </a:prstGeom>
              <a:noFill/>
              <a:ln w="9525">
                <a:noFill/>
                <a:miter lim="800000"/>
                <a:headEnd/>
                <a:tailEnd/>
              </a:ln>
            </p:spPr>
            <p:txBody>
              <a:bodyPr>
                <a:spAutoFit/>
              </a:bodyPr>
              <a:lstStyle/>
              <a:p>
                <a:pPr eaLnBrk="1" hangingPunct="1">
                  <a:spcBef>
                    <a:spcPct val="50000"/>
                  </a:spcBef>
                  <a:defRPr/>
                </a:pPr>
                <a:r>
                  <a:rPr lang="en-US">
                    <a:latin typeface="Arial" charset="0"/>
                    <a:cs typeface="Arial" charset="0"/>
                  </a:rPr>
                  <a:t>x</a:t>
                </a:r>
                <a:r>
                  <a:rPr lang="en-US" baseline="-25000">
                    <a:latin typeface="Arial" charset="0"/>
                    <a:cs typeface="Arial" charset="0"/>
                  </a:rPr>
                  <a:t>1</a:t>
                </a:r>
                <a:endParaRPr lang="ru-RU">
                  <a:latin typeface="Arial" charset="0"/>
                  <a:cs typeface="Arial" charset="0"/>
                </a:endParaRPr>
              </a:p>
            </p:txBody>
          </p:sp>
          <p:sp>
            <p:nvSpPr>
              <p:cNvPr id="45077" name="Text Box 26">
                <a:extLst>
                  <a:ext uri="{FF2B5EF4-FFF2-40B4-BE49-F238E27FC236}">
                    <a16:creationId xmlns:a16="http://schemas.microsoft.com/office/drawing/2014/main" id="{097BA768-8670-45C2-A83B-59B52A9241FD}"/>
                  </a:ext>
                </a:extLst>
              </p:cNvPr>
              <p:cNvSpPr txBox="1">
                <a:spLocks noChangeArrowheads="1"/>
              </p:cNvSpPr>
              <p:nvPr/>
            </p:nvSpPr>
            <p:spPr bwMode="auto">
              <a:xfrm>
                <a:off x="385" y="1434"/>
                <a:ext cx="454" cy="262"/>
              </a:xfrm>
              <a:prstGeom prst="rect">
                <a:avLst/>
              </a:prstGeom>
              <a:noFill/>
              <a:ln w="9525">
                <a:noFill/>
                <a:miter lim="800000"/>
                <a:headEnd/>
                <a:tailEnd/>
              </a:ln>
            </p:spPr>
            <p:txBody>
              <a:bodyPr>
                <a:spAutoFit/>
              </a:bodyPr>
              <a:lstStyle/>
              <a:p>
                <a:pPr eaLnBrk="1" hangingPunct="1">
                  <a:spcBef>
                    <a:spcPct val="50000"/>
                  </a:spcBef>
                  <a:defRPr/>
                </a:pPr>
                <a:r>
                  <a:rPr lang="en-US">
                    <a:latin typeface="Arial" charset="0"/>
                    <a:cs typeface="Arial" charset="0"/>
                  </a:rPr>
                  <a:t>x</a:t>
                </a:r>
                <a:r>
                  <a:rPr lang="en-US" baseline="-25000">
                    <a:latin typeface="Arial" charset="0"/>
                    <a:cs typeface="Arial" charset="0"/>
                  </a:rPr>
                  <a:t>2</a:t>
                </a:r>
                <a:endParaRPr lang="ru-RU">
                  <a:latin typeface="Arial" charset="0"/>
                  <a:cs typeface="Arial" charset="0"/>
                </a:endParaRPr>
              </a:p>
            </p:txBody>
          </p:sp>
          <p:sp>
            <p:nvSpPr>
              <p:cNvPr id="45078" name="Text Box 27">
                <a:extLst>
                  <a:ext uri="{FF2B5EF4-FFF2-40B4-BE49-F238E27FC236}">
                    <a16:creationId xmlns:a16="http://schemas.microsoft.com/office/drawing/2014/main" id="{5374A5AD-E9A3-4DF7-ACD4-B3F3BEFF2286}"/>
                  </a:ext>
                </a:extLst>
              </p:cNvPr>
              <p:cNvSpPr txBox="1">
                <a:spLocks noChangeArrowheads="1"/>
              </p:cNvSpPr>
              <p:nvPr/>
            </p:nvSpPr>
            <p:spPr bwMode="auto">
              <a:xfrm>
                <a:off x="340" y="1797"/>
                <a:ext cx="454" cy="262"/>
              </a:xfrm>
              <a:prstGeom prst="rect">
                <a:avLst/>
              </a:prstGeom>
              <a:noFill/>
              <a:ln w="9525">
                <a:noFill/>
                <a:miter lim="800000"/>
                <a:headEnd/>
                <a:tailEnd/>
              </a:ln>
            </p:spPr>
            <p:txBody>
              <a:bodyPr>
                <a:spAutoFit/>
              </a:bodyPr>
              <a:lstStyle/>
              <a:p>
                <a:pPr eaLnBrk="1" hangingPunct="1">
                  <a:spcBef>
                    <a:spcPct val="50000"/>
                  </a:spcBef>
                  <a:defRPr/>
                </a:pPr>
                <a:r>
                  <a:rPr lang="en-US" dirty="0">
                    <a:latin typeface="Arial" charset="0"/>
                    <a:cs typeface="Arial" charset="0"/>
                  </a:rPr>
                  <a:t>x</a:t>
                </a:r>
                <a:r>
                  <a:rPr lang="en-US" baseline="-25000" dirty="0">
                    <a:latin typeface="Arial" charset="0"/>
                    <a:cs typeface="Arial" charset="0"/>
                  </a:rPr>
                  <a:t>n-1</a:t>
                </a:r>
                <a:endParaRPr lang="ru-RU" dirty="0">
                  <a:latin typeface="Arial" charset="0"/>
                  <a:cs typeface="Arial" charset="0"/>
                </a:endParaRPr>
              </a:p>
            </p:txBody>
          </p:sp>
          <p:sp>
            <p:nvSpPr>
              <p:cNvPr id="45079" name="Text Box 28">
                <a:extLst>
                  <a:ext uri="{FF2B5EF4-FFF2-40B4-BE49-F238E27FC236}">
                    <a16:creationId xmlns:a16="http://schemas.microsoft.com/office/drawing/2014/main" id="{5B25CB9E-12D0-4473-A53D-8614932FD2C2}"/>
                  </a:ext>
                </a:extLst>
              </p:cNvPr>
              <p:cNvSpPr txBox="1">
                <a:spLocks noChangeArrowheads="1"/>
              </p:cNvSpPr>
              <p:nvPr/>
            </p:nvSpPr>
            <p:spPr bwMode="auto">
              <a:xfrm>
                <a:off x="340" y="2024"/>
                <a:ext cx="454" cy="262"/>
              </a:xfrm>
              <a:prstGeom prst="rect">
                <a:avLst/>
              </a:prstGeom>
              <a:noFill/>
              <a:ln w="9525">
                <a:noFill/>
                <a:miter lim="800000"/>
                <a:headEnd/>
                <a:tailEnd/>
              </a:ln>
            </p:spPr>
            <p:txBody>
              <a:bodyPr>
                <a:spAutoFit/>
              </a:bodyPr>
              <a:lstStyle/>
              <a:p>
                <a:pPr eaLnBrk="1" hangingPunct="1">
                  <a:spcBef>
                    <a:spcPct val="50000"/>
                  </a:spcBef>
                  <a:defRPr/>
                </a:pPr>
                <a:r>
                  <a:rPr lang="en-US">
                    <a:latin typeface="Arial" charset="0"/>
                    <a:cs typeface="Arial" charset="0"/>
                  </a:rPr>
                  <a:t>x</a:t>
                </a:r>
                <a:r>
                  <a:rPr lang="en-US" baseline="-25000">
                    <a:latin typeface="Arial" charset="0"/>
                    <a:cs typeface="Arial" charset="0"/>
                  </a:rPr>
                  <a:t>n</a:t>
                </a:r>
                <a:endParaRPr lang="ru-RU">
                  <a:latin typeface="Arial" charset="0"/>
                  <a:cs typeface="Arial" charset="0"/>
                </a:endParaRPr>
              </a:p>
            </p:txBody>
          </p:sp>
          <p:sp>
            <p:nvSpPr>
              <p:cNvPr id="45080" name="Text Box 29">
                <a:extLst>
                  <a:ext uri="{FF2B5EF4-FFF2-40B4-BE49-F238E27FC236}">
                    <a16:creationId xmlns:a16="http://schemas.microsoft.com/office/drawing/2014/main" id="{494894FD-4366-4938-BE4E-376DA3DFB999}"/>
                  </a:ext>
                </a:extLst>
              </p:cNvPr>
              <p:cNvSpPr txBox="1">
                <a:spLocks noChangeArrowheads="1"/>
              </p:cNvSpPr>
              <p:nvPr/>
            </p:nvSpPr>
            <p:spPr bwMode="auto">
              <a:xfrm>
                <a:off x="2426" y="1716"/>
                <a:ext cx="454" cy="262"/>
              </a:xfrm>
              <a:prstGeom prst="rect">
                <a:avLst/>
              </a:prstGeom>
              <a:noFill/>
              <a:ln w="9525">
                <a:noFill/>
                <a:miter lim="800000"/>
                <a:headEnd/>
                <a:tailEnd/>
              </a:ln>
            </p:spPr>
            <p:txBody>
              <a:bodyPr>
                <a:spAutoFit/>
              </a:bodyPr>
              <a:lstStyle/>
              <a:p>
                <a:pPr eaLnBrk="1" hangingPunct="1">
                  <a:spcBef>
                    <a:spcPct val="50000"/>
                  </a:spcBef>
                  <a:defRPr/>
                </a:pPr>
                <a:r>
                  <a:rPr lang="en-US">
                    <a:latin typeface="Arial" charset="0"/>
                    <a:cs typeface="Arial" charset="0"/>
                  </a:rPr>
                  <a:t>y</a:t>
                </a:r>
                <a:endParaRPr lang="ru-RU">
                  <a:latin typeface="Arial" charset="0"/>
                  <a:cs typeface="Arial" charset="0"/>
                </a:endParaRPr>
              </a:p>
            </p:txBody>
          </p:sp>
          <p:sp>
            <p:nvSpPr>
              <p:cNvPr id="45081" name="Text Box 33">
                <a:extLst>
                  <a:ext uri="{FF2B5EF4-FFF2-40B4-BE49-F238E27FC236}">
                    <a16:creationId xmlns:a16="http://schemas.microsoft.com/office/drawing/2014/main" id="{3AE94285-75E1-436E-A1BE-DFE4BF8382B1}"/>
                  </a:ext>
                </a:extLst>
              </p:cNvPr>
              <p:cNvSpPr txBox="1">
                <a:spLocks noChangeArrowheads="1"/>
              </p:cNvSpPr>
              <p:nvPr/>
            </p:nvSpPr>
            <p:spPr bwMode="auto">
              <a:xfrm>
                <a:off x="1070" y="1062"/>
                <a:ext cx="455" cy="262"/>
              </a:xfrm>
              <a:prstGeom prst="rect">
                <a:avLst/>
              </a:prstGeom>
              <a:noFill/>
              <a:ln w="9525">
                <a:noFill/>
                <a:miter lim="800000"/>
                <a:headEnd/>
                <a:tailEnd/>
              </a:ln>
            </p:spPr>
            <p:txBody>
              <a:bodyPr>
                <a:spAutoFit/>
              </a:bodyPr>
              <a:lstStyle/>
              <a:p>
                <a:pPr eaLnBrk="1" hangingPunct="1">
                  <a:spcBef>
                    <a:spcPct val="50000"/>
                  </a:spcBef>
                  <a:defRPr/>
                </a:pPr>
                <a:r>
                  <a:rPr lang="en-US">
                    <a:latin typeface="Arial" charset="0"/>
                    <a:cs typeface="Arial" charset="0"/>
                  </a:rPr>
                  <a:t>w</a:t>
                </a:r>
                <a:r>
                  <a:rPr lang="en-US" baseline="-25000">
                    <a:latin typeface="Arial" charset="0"/>
                    <a:cs typeface="Arial" charset="0"/>
                  </a:rPr>
                  <a:t>1</a:t>
                </a:r>
                <a:endParaRPr lang="ru-RU">
                  <a:latin typeface="Arial" charset="0"/>
                  <a:cs typeface="Arial" charset="0"/>
                </a:endParaRPr>
              </a:p>
            </p:txBody>
          </p:sp>
          <p:sp>
            <p:nvSpPr>
              <p:cNvPr id="45082" name="Text Box 34">
                <a:extLst>
                  <a:ext uri="{FF2B5EF4-FFF2-40B4-BE49-F238E27FC236}">
                    <a16:creationId xmlns:a16="http://schemas.microsoft.com/office/drawing/2014/main" id="{2BE1AA4B-7302-4AE6-BF33-8011CC966FCD}"/>
                  </a:ext>
                </a:extLst>
              </p:cNvPr>
              <p:cNvSpPr txBox="1">
                <a:spLocks noChangeArrowheads="1"/>
              </p:cNvSpPr>
              <p:nvPr/>
            </p:nvSpPr>
            <p:spPr bwMode="auto">
              <a:xfrm>
                <a:off x="1052" y="1302"/>
                <a:ext cx="454" cy="262"/>
              </a:xfrm>
              <a:prstGeom prst="rect">
                <a:avLst/>
              </a:prstGeom>
              <a:noFill/>
              <a:ln w="9525">
                <a:noFill/>
                <a:miter lim="800000"/>
                <a:headEnd/>
                <a:tailEnd/>
              </a:ln>
            </p:spPr>
            <p:txBody>
              <a:bodyPr>
                <a:spAutoFit/>
              </a:bodyPr>
              <a:lstStyle/>
              <a:p>
                <a:pPr eaLnBrk="1" hangingPunct="1">
                  <a:spcBef>
                    <a:spcPct val="50000"/>
                  </a:spcBef>
                  <a:defRPr/>
                </a:pPr>
                <a:r>
                  <a:rPr lang="en-US">
                    <a:latin typeface="Arial" charset="0"/>
                    <a:cs typeface="Arial" charset="0"/>
                  </a:rPr>
                  <a:t>w</a:t>
                </a:r>
                <a:r>
                  <a:rPr lang="en-US" baseline="-25000">
                    <a:latin typeface="Arial" charset="0"/>
                    <a:cs typeface="Arial" charset="0"/>
                  </a:rPr>
                  <a:t>2</a:t>
                </a:r>
                <a:endParaRPr lang="ru-RU">
                  <a:latin typeface="Arial" charset="0"/>
                  <a:cs typeface="Arial" charset="0"/>
                </a:endParaRPr>
              </a:p>
            </p:txBody>
          </p:sp>
          <p:sp>
            <p:nvSpPr>
              <p:cNvPr id="45083" name="Text Box 35">
                <a:extLst>
                  <a:ext uri="{FF2B5EF4-FFF2-40B4-BE49-F238E27FC236}">
                    <a16:creationId xmlns:a16="http://schemas.microsoft.com/office/drawing/2014/main" id="{917DF47B-DDD0-4A1C-B952-BC14E774055F}"/>
                  </a:ext>
                </a:extLst>
              </p:cNvPr>
              <p:cNvSpPr txBox="1">
                <a:spLocks noChangeArrowheads="1"/>
              </p:cNvSpPr>
              <p:nvPr/>
            </p:nvSpPr>
            <p:spPr bwMode="auto">
              <a:xfrm>
                <a:off x="1006" y="1624"/>
                <a:ext cx="540" cy="262"/>
              </a:xfrm>
              <a:prstGeom prst="rect">
                <a:avLst/>
              </a:prstGeom>
              <a:noFill/>
              <a:ln w="9525">
                <a:noFill/>
                <a:miter lim="800000"/>
                <a:headEnd/>
                <a:tailEnd/>
              </a:ln>
            </p:spPr>
            <p:txBody>
              <a:bodyPr>
                <a:spAutoFit/>
              </a:bodyPr>
              <a:lstStyle/>
              <a:p>
                <a:pPr eaLnBrk="1" hangingPunct="1">
                  <a:spcBef>
                    <a:spcPct val="50000"/>
                  </a:spcBef>
                  <a:defRPr/>
                </a:pPr>
                <a:r>
                  <a:rPr lang="en-US" dirty="0">
                    <a:latin typeface="Arial" charset="0"/>
                    <a:cs typeface="Arial" charset="0"/>
                  </a:rPr>
                  <a:t>w</a:t>
                </a:r>
                <a:r>
                  <a:rPr lang="en-US" baseline="-25000" dirty="0">
                    <a:latin typeface="Arial" charset="0"/>
                    <a:cs typeface="Arial" charset="0"/>
                  </a:rPr>
                  <a:t>n-1</a:t>
                </a:r>
                <a:endParaRPr lang="ru-RU" dirty="0">
                  <a:latin typeface="Arial" charset="0"/>
                  <a:cs typeface="Arial" charset="0"/>
                </a:endParaRPr>
              </a:p>
            </p:txBody>
          </p:sp>
          <p:sp>
            <p:nvSpPr>
              <p:cNvPr id="45084" name="Text Box 36">
                <a:extLst>
                  <a:ext uri="{FF2B5EF4-FFF2-40B4-BE49-F238E27FC236}">
                    <a16:creationId xmlns:a16="http://schemas.microsoft.com/office/drawing/2014/main" id="{EDE1D233-CF38-4CB6-BE45-25C3DDFB6E3A}"/>
                  </a:ext>
                </a:extLst>
              </p:cNvPr>
              <p:cNvSpPr txBox="1">
                <a:spLocks noChangeArrowheads="1"/>
              </p:cNvSpPr>
              <p:nvPr/>
            </p:nvSpPr>
            <p:spPr bwMode="auto">
              <a:xfrm>
                <a:off x="1065" y="2142"/>
                <a:ext cx="540" cy="262"/>
              </a:xfrm>
              <a:prstGeom prst="rect">
                <a:avLst/>
              </a:prstGeom>
              <a:noFill/>
              <a:ln w="9525">
                <a:noFill/>
                <a:miter lim="800000"/>
                <a:headEnd/>
                <a:tailEnd/>
              </a:ln>
            </p:spPr>
            <p:txBody>
              <a:bodyPr>
                <a:spAutoFit/>
              </a:bodyPr>
              <a:lstStyle/>
              <a:p>
                <a:pPr eaLnBrk="1" hangingPunct="1">
                  <a:spcBef>
                    <a:spcPct val="50000"/>
                  </a:spcBef>
                  <a:defRPr/>
                </a:pPr>
                <a:r>
                  <a:rPr lang="en-US">
                    <a:latin typeface="Arial" charset="0"/>
                    <a:cs typeface="Arial" charset="0"/>
                  </a:rPr>
                  <a:t>w</a:t>
                </a:r>
                <a:r>
                  <a:rPr lang="en-US" baseline="-25000">
                    <a:latin typeface="Arial" charset="0"/>
                    <a:cs typeface="Arial" charset="0"/>
                  </a:rPr>
                  <a:t>n</a:t>
                </a:r>
                <a:endParaRPr lang="ru-RU">
                  <a:latin typeface="Arial" charset="0"/>
                  <a:cs typeface="Arial" charset="0"/>
                </a:endParaRPr>
              </a:p>
            </p:txBody>
          </p:sp>
        </p:grpSp>
      </p:grpSp>
      <p:sp>
        <p:nvSpPr>
          <p:cNvPr id="36867" name="Title 32">
            <a:extLst>
              <a:ext uri="{FF2B5EF4-FFF2-40B4-BE49-F238E27FC236}">
                <a16:creationId xmlns:a16="http://schemas.microsoft.com/office/drawing/2014/main" id="{123D60A7-50D5-4739-8CDF-3C6415DC8084}"/>
              </a:ext>
            </a:extLst>
          </p:cNvPr>
          <p:cNvSpPr>
            <a:spLocks noGrp="1"/>
          </p:cNvSpPr>
          <p:nvPr>
            <p:ph type="title"/>
          </p:nvPr>
        </p:nvSpPr>
        <p:spPr>
          <a:xfrm>
            <a:off x="-1" y="183402"/>
            <a:ext cx="11612880" cy="704088"/>
          </a:xfrm>
        </p:spPr>
        <p:txBody>
          <a:bodyPr>
            <a:normAutofit/>
          </a:bodyPr>
          <a:lstStyle/>
          <a:p>
            <a:r>
              <a:rPr lang="en-US" dirty="0"/>
              <a:t>Threshold </a:t>
            </a:r>
            <a:r>
              <a:rPr lang="ru-RU" dirty="0"/>
              <a:t> </a:t>
            </a:r>
            <a:r>
              <a:rPr lang="en-US" dirty="0"/>
              <a:t>Logic</a:t>
            </a:r>
            <a:endParaRPr lang="ru-RU" dirty="0"/>
          </a:p>
        </p:txBody>
      </p:sp>
      <p:sp>
        <p:nvSpPr>
          <p:cNvPr id="36868" name="Content Placeholder 33">
            <a:extLst>
              <a:ext uri="{FF2B5EF4-FFF2-40B4-BE49-F238E27FC236}">
                <a16:creationId xmlns:a16="http://schemas.microsoft.com/office/drawing/2014/main" id="{6B22253E-DF7B-4416-947D-B30D472E99FB}"/>
              </a:ext>
            </a:extLst>
          </p:cNvPr>
          <p:cNvSpPr>
            <a:spLocks noGrp="1"/>
          </p:cNvSpPr>
          <p:nvPr>
            <p:ph type="body" sz="quarter" idx="10"/>
          </p:nvPr>
        </p:nvSpPr>
        <p:spPr>
          <a:xfrm>
            <a:off x="457200" y="1188720"/>
            <a:ext cx="11277922" cy="5185186"/>
          </a:xfrm>
        </p:spPr>
        <p:txBody>
          <a:bodyPr>
            <a:normAutofit fontScale="92500" lnSpcReduction="20000"/>
          </a:bodyPr>
          <a:lstStyle/>
          <a:p>
            <a:r>
              <a:rPr lang="en-US" dirty="0"/>
              <a:t>The formal model of the neuron can be presented as follows:</a:t>
            </a:r>
            <a:endParaRPr lang="en-US" dirty="0">
              <a:sym typeface="Symbol" pitchFamily="18" charset="2"/>
            </a:endParaRPr>
          </a:p>
          <a:p>
            <a:r>
              <a:rPr lang="en-US" dirty="0"/>
              <a:t>(McCulloch</a:t>
            </a:r>
            <a:r>
              <a:rPr lang="ru-RU" dirty="0"/>
              <a:t>, </a:t>
            </a:r>
            <a:r>
              <a:rPr lang="en-US" dirty="0"/>
              <a:t>Pitts  - neuron, 1943)</a:t>
            </a:r>
          </a:p>
          <a:p>
            <a:endParaRPr lang="en-US" dirty="0"/>
          </a:p>
          <a:p>
            <a:endParaRPr lang="en-US" dirty="0"/>
          </a:p>
          <a:p>
            <a:endParaRPr lang="en-US" dirty="0"/>
          </a:p>
          <a:p>
            <a:endParaRPr lang="en-US" dirty="0"/>
          </a:p>
          <a:p>
            <a:endParaRPr lang="en-US" dirty="0"/>
          </a:p>
          <a:p>
            <a:endParaRPr lang="en-US" dirty="0"/>
          </a:p>
          <a:p>
            <a:r>
              <a:rPr lang="en-US" dirty="0"/>
              <a:t>if </a:t>
            </a:r>
            <a:r>
              <a:rPr lang="en-US" dirty="0">
                <a:sym typeface="Symbol" pitchFamily="18" charset="2"/>
              </a:rPr>
              <a:t> </a:t>
            </a:r>
            <a:r>
              <a:rPr lang="en-US" dirty="0" err="1">
                <a:sym typeface="Symbol" pitchFamily="18" charset="2"/>
              </a:rPr>
              <a:t>wixi</a:t>
            </a:r>
            <a:r>
              <a:rPr lang="en-US" dirty="0">
                <a:sym typeface="Symbol" pitchFamily="18" charset="2"/>
              </a:rPr>
              <a:t>    </a:t>
            </a:r>
            <a:r>
              <a:rPr lang="en-US" dirty="0"/>
              <a:t>y=1, </a:t>
            </a:r>
            <a:r>
              <a:rPr lang="en-US" dirty="0">
                <a:sym typeface="Symbol" pitchFamily="18" charset="2"/>
              </a:rPr>
              <a:t>else y=0;</a:t>
            </a:r>
          </a:p>
          <a:p>
            <a:pPr lvl="1"/>
            <a:r>
              <a:rPr lang="en-US" dirty="0">
                <a:sym typeface="Symbol" pitchFamily="18" charset="2"/>
              </a:rPr>
              <a:t>where </a:t>
            </a:r>
            <a:r>
              <a:rPr lang="en-US" dirty="0" err="1">
                <a:sym typeface="Symbol" pitchFamily="18" charset="2"/>
              </a:rPr>
              <a:t>wi</a:t>
            </a:r>
            <a:r>
              <a:rPr lang="en-US" dirty="0">
                <a:sym typeface="Symbol" pitchFamily="18" charset="2"/>
              </a:rPr>
              <a:t> is the weight of xi input,  - threshold value.</a:t>
            </a:r>
          </a:p>
          <a:p>
            <a:r>
              <a:rPr lang="en-US" dirty="0"/>
              <a:t>When the threshold and weight values change, logical functions of the neuron change, too.</a:t>
            </a:r>
            <a:endParaRPr lang="ru-RU" dirty="0"/>
          </a:p>
          <a:p>
            <a:endParaRPr lang="ru-RU"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87E795E6-628A-4960-B50A-7F061955F778}"/>
              </a:ext>
            </a:extLst>
          </p:cNvPr>
          <p:cNvGraphicFramePr>
            <a:graphicFrameLocks noGrp="1"/>
          </p:cNvGraphicFramePr>
          <p:nvPr/>
        </p:nvGraphicFramePr>
        <p:xfrm>
          <a:off x="2447925" y="2649539"/>
          <a:ext cx="3302000" cy="3017835"/>
        </p:xfrm>
        <a:graphic>
          <a:graphicData uri="http://schemas.openxmlformats.org/drawingml/2006/table">
            <a:tbl>
              <a:tblPr firstRow="1" bandRow="1">
                <a:tableStyleId>{5C22544A-7EE6-4342-B048-85BDC9FD1C3A}</a:tableStyleId>
              </a:tblPr>
              <a:tblGrid>
                <a:gridCol w="825500">
                  <a:extLst>
                    <a:ext uri="{9D8B030D-6E8A-4147-A177-3AD203B41FA5}">
                      <a16:colId xmlns:a16="http://schemas.microsoft.com/office/drawing/2014/main" val="20000"/>
                    </a:ext>
                  </a:extLst>
                </a:gridCol>
                <a:gridCol w="711200">
                  <a:extLst>
                    <a:ext uri="{9D8B030D-6E8A-4147-A177-3AD203B41FA5}">
                      <a16:colId xmlns:a16="http://schemas.microsoft.com/office/drawing/2014/main" val="20001"/>
                    </a:ext>
                  </a:extLst>
                </a:gridCol>
                <a:gridCol w="1765300">
                  <a:extLst>
                    <a:ext uri="{9D8B030D-6E8A-4147-A177-3AD203B41FA5}">
                      <a16:colId xmlns:a16="http://schemas.microsoft.com/office/drawing/2014/main" val="20002"/>
                    </a:ext>
                  </a:extLst>
                </a:gridCol>
              </a:tblGrid>
              <a:tr h="33531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dirty="0">
                          <a:ln>
                            <a:noFill/>
                          </a:ln>
                          <a:effectLst/>
                        </a:rPr>
                        <a:t>x</a:t>
                      </a:r>
                      <a:r>
                        <a:rPr kumimoji="0" lang="en-US" sz="1600" u="none" strike="noStrike" cap="none" normalizeH="0" baseline="-25000" dirty="0">
                          <a:ln>
                            <a:noFill/>
                          </a:ln>
                          <a:effectLst/>
                        </a:rPr>
                        <a:t>1</a:t>
                      </a:r>
                      <a:r>
                        <a:rPr kumimoji="0" lang="en-US" sz="1600" u="none" strike="noStrike" cap="none" normalizeH="0" baseline="0" dirty="0">
                          <a:ln>
                            <a:noFill/>
                          </a:ln>
                          <a:effectLst/>
                        </a:rPr>
                        <a:t>x</a:t>
                      </a:r>
                      <a:r>
                        <a:rPr kumimoji="0" lang="en-US" sz="1600" u="none" strike="noStrike" cap="none" normalizeH="0" baseline="-25000" dirty="0">
                          <a:ln>
                            <a:noFill/>
                          </a:ln>
                          <a:effectLst/>
                        </a:rPr>
                        <a:t>2</a:t>
                      </a:r>
                      <a:r>
                        <a:rPr kumimoji="0" lang="en-US" sz="1600" u="none" strike="noStrike" cap="none" normalizeH="0" baseline="0" dirty="0">
                          <a:ln>
                            <a:noFill/>
                          </a:ln>
                          <a:effectLst/>
                        </a:rPr>
                        <a:t>x</a:t>
                      </a:r>
                      <a:r>
                        <a:rPr kumimoji="0" lang="en-US" sz="1600" u="none" strike="noStrike" cap="none" normalizeH="0" baseline="-25000" dirty="0">
                          <a:ln>
                            <a:noFill/>
                          </a:ln>
                          <a:effectLst/>
                        </a:rPr>
                        <a:t>3</a:t>
                      </a:r>
                      <a:endParaRPr kumimoji="0" lang="ru-RU" sz="1600" b="0" i="0" u="none" strike="noStrike" cap="none" normalizeH="0" baseline="0" dirty="0">
                        <a:ln>
                          <a:noFill/>
                        </a:ln>
                        <a:solidFill>
                          <a:schemeClr val="tx1"/>
                        </a:solidFill>
                        <a:effectLst/>
                        <a:latin typeface="Arial" charset="0"/>
                        <a:cs typeface="Arial" charset="0"/>
                      </a:endParaRPr>
                    </a:p>
                  </a:txBody>
                  <a:tcPr marT="45725" marB="45725"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y</a:t>
                      </a:r>
                      <a:endParaRPr kumimoji="0" lang="en-US" sz="1600" b="0" i="0" u="none" strike="noStrike" cap="none" normalizeH="0" baseline="0">
                        <a:ln>
                          <a:noFill/>
                        </a:ln>
                        <a:solidFill>
                          <a:schemeClr val="tx1"/>
                        </a:solidFill>
                        <a:effectLst/>
                        <a:latin typeface="Arial" charset="0"/>
                        <a:cs typeface="Arial" charset="0"/>
                      </a:endParaRPr>
                    </a:p>
                  </a:txBody>
                  <a:tcPr marT="45725" marB="4572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sym typeface="Symbol" pitchFamily="18" charset="2"/>
                        </a:rPr>
                        <a:t>2*x</a:t>
                      </a:r>
                      <a:r>
                        <a:rPr kumimoji="0" lang="en-US" sz="1600" u="none" strike="noStrike" cap="none" normalizeH="0" baseline="-25000">
                          <a:ln>
                            <a:noFill/>
                          </a:ln>
                          <a:effectLst/>
                          <a:sym typeface="Symbol" pitchFamily="18" charset="2"/>
                        </a:rPr>
                        <a:t>1</a:t>
                      </a:r>
                      <a:r>
                        <a:rPr kumimoji="0" lang="en-US" sz="1600" u="none" strike="noStrike" cap="none" normalizeH="0" baseline="0">
                          <a:ln>
                            <a:noFill/>
                          </a:ln>
                          <a:effectLst/>
                          <a:sym typeface="Symbol" pitchFamily="18" charset="2"/>
                        </a:rPr>
                        <a:t> + 2*x</a:t>
                      </a:r>
                      <a:r>
                        <a:rPr kumimoji="0" lang="en-US" sz="1600" u="none" strike="noStrike" cap="none" normalizeH="0" baseline="-25000">
                          <a:ln>
                            <a:noFill/>
                          </a:ln>
                          <a:effectLst/>
                          <a:sym typeface="Symbol" pitchFamily="18" charset="2"/>
                        </a:rPr>
                        <a:t>2</a:t>
                      </a:r>
                      <a:r>
                        <a:rPr kumimoji="0" lang="en-US" sz="1600" u="none" strike="noStrike" cap="none" normalizeH="0" baseline="0">
                          <a:ln>
                            <a:noFill/>
                          </a:ln>
                          <a:effectLst/>
                          <a:sym typeface="Symbol" pitchFamily="18" charset="2"/>
                        </a:rPr>
                        <a:t> +2*x</a:t>
                      </a:r>
                      <a:r>
                        <a:rPr kumimoji="0" lang="en-US" sz="1600" u="none" strike="noStrike" cap="none" normalizeH="0" baseline="-25000">
                          <a:ln>
                            <a:noFill/>
                          </a:ln>
                          <a:effectLst/>
                          <a:sym typeface="Symbol" pitchFamily="18" charset="2"/>
                        </a:rPr>
                        <a:t>3</a:t>
                      </a:r>
                      <a:endParaRPr kumimoji="0" lang="ru-RU" sz="1600" b="0" i="0" u="none" strike="noStrike" cap="none" normalizeH="0" baseline="-25000">
                        <a:ln>
                          <a:noFill/>
                        </a:ln>
                        <a:solidFill>
                          <a:schemeClr val="tx1"/>
                        </a:solidFill>
                        <a:effectLst/>
                        <a:latin typeface="Arial" charset="0"/>
                        <a:cs typeface="Arial" charset="0"/>
                        <a:sym typeface="Symbol" pitchFamily="18" charset="2"/>
                      </a:endParaRPr>
                    </a:p>
                  </a:txBody>
                  <a:tcPr marT="45725" marB="45725" horzOverflow="overflow"/>
                </a:tc>
                <a:extLst>
                  <a:ext uri="{0D108BD9-81ED-4DB2-BD59-A6C34878D82A}">
                    <a16:rowId xmlns:a16="http://schemas.microsoft.com/office/drawing/2014/main" val="10000"/>
                  </a:ext>
                </a:extLst>
              </a:tr>
              <a:tr h="33531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0 0 0</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0</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0 &lt; 3</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extLst>
                  <a:ext uri="{0D108BD9-81ED-4DB2-BD59-A6C34878D82A}">
                    <a16:rowId xmlns:a16="http://schemas.microsoft.com/office/drawing/2014/main" val="10001"/>
                  </a:ext>
                </a:extLst>
              </a:tr>
              <a:tr h="33531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0 0 1</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0</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2 &lt; 3</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extLst>
                  <a:ext uri="{0D108BD9-81ED-4DB2-BD59-A6C34878D82A}">
                    <a16:rowId xmlns:a16="http://schemas.microsoft.com/office/drawing/2014/main" val="10002"/>
                  </a:ext>
                </a:extLst>
              </a:tr>
              <a:tr h="33531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0 1 0 </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0</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2 &lt; 3</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extLst>
                  <a:ext uri="{0D108BD9-81ED-4DB2-BD59-A6C34878D82A}">
                    <a16:rowId xmlns:a16="http://schemas.microsoft.com/office/drawing/2014/main" val="10003"/>
                  </a:ext>
                </a:extLst>
              </a:tr>
              <a:tr h="33531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0 1 1</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    1</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4 &gt; 3</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extLst>
                  <a:ext uri="{0D108BD9-81ED-4DB2-BD59-A6C34878D82A}">
                    <a16:rowId xmlns:a16="http://schemas.microsoft.com/office/drawing/2014/main" val="10004"/>
                  </a:ext>
                </a:extLst>
              </a:tr>
              <a:tr h="33531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1 0 0 </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0</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2 &lt; 3</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extLst>
                  <a:ext uri="{0D108BD9-81ED-4DB2-BD59-A6C34878D82A}">
                    <a16:rowId xmlns:a16="http://schemas.microsoft.com/office/drawing/2014/main" val="10005"/>
                  </a:ext>
                </a:extLst>
              </a:tr>
              <a:tr h="33531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1 0 1 </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1</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4 &gt; 3</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extLst>
                  <a:ext uri="{0D108BD9-81ED-4DB2-BD59-A6C34878D82A}">
                    <a16:rowId xmlns:a16="http://schemas.microsoft.com/office/drawing/2014/main" val="10006"/>
                  </a:ext>
                </a:extLst>
              </a:tr>
              <a:tr h="33531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1 1 0</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1</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4 &gt; 3</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extLst>
                  <a:ext uri="{0D108BD9-81ED-4DB2-BD59-A6C34878D82A}">
                    <a16:rowId xmlns:a16="http://schemas.microsoft.com/office/drawing/2014/main" val="10007"/>
                  </a:ext>
                </a:extLst>
              </a:tr>
              <a:tr h="33531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1 1 1</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a:ln>
                            <a:noFill/>
                          </a:ln>
                          <a:effectLst/>
                        </a:rPr>
                        <a:t>1</a:t>
                      </a:r>
                      <a:endParaRPr kumimoji="0" lang="ru-RU" sz="1600" b="0" i="0" u="none" strike="noStrike" cap="none" normalizeH="0" baseline="0">
                        <a:ln>
                          <a:noFill/>
                        </a:ln>
                        <a:solidFill>
                          <a:schemeClr val="tx1"/>
                        </a:solidFill>
                        <a:effectLst/>
                        <a:latin typeface="Arial" charset="0"/>
                        <a:cs typeface="Arial" charset="0"/>
                      </a:endParaRPr>
                    </a:p>
                  </a:txBody>
                  <a:tcPr marT="45725" marB="4572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dirty="0">
                          <a:ln>
                            <a:noFill/>
                          </a:ln>
                          <a:effectLst/>
                        </a:rPr>
                        <a:t>6 &gt; 3</a:t>
                      </a:r>
                      <a:endParaRPr kumimoji="0" lang="ru-RU" sz="1600" b="0" i="0" u="none" strike="noStrike" cap="none" normalizeH="0" baseline="0" dirty="0">
                        <a:ln>
                          <a:noFill/>
                        </a:ln>
                        <a:solidFill>
                          <a:schemeClr val="tx1"/>
                        </a:solidFill>
                        <a:effectLst/>
                        <a:latin typeface="Arial" charset="0"/>
                        <a:cs typeface="Arial" charset="0"/>
                      </a:endParaRPr>
                    </a:p>
                  </a:txBody>
                  <a:tcPr marT="45725" marB="45725" horzOverflow="overflow"/>
                </a:tc>
                <a:extLst>
                  <a:ext uri="{0D108BD9-81ED-4DB2-BD59-A6C34878D82A}">
                    <a16:rowId xmlns:a16="http://schemas.microsoft.com/office/drawing/2014/main" val="10008"/>
                  </a:ext>
                </a:extLst>
              </a:tr>
            </a:tbl>
          </a:graphicData>
        </a:graphic>
      </p:graphicFrame>
      <p:sp>
        <p:nvSpPr>
          <p:cNvPr id="70700" name="Title 7">
            <a:extLst>
              <a:ext uri="{FF2B5EF4-FFF2-40B4-BE49-F238E27FC236}">
                <a16:creationId xmlns:a16="http://schemas.microsoft.com/office/drawing/2014/main" id="{BE9D527A-E137-E4AB-2878-E936ACF7E8DA}"/>
              </a:ext>
            </a:extLst>
          </p:cNvPr>
          <p:cNvSpPr>
            <a:spLocks noGrp="1" noChangeArrowheads="1"/>
          </p:cNvSpPr>
          <p:nvPr>
            <p:ph type="title"/>
          </p:nvPr>
        </p:nvSpPr>
        <p:spPr>
          <a:xfrm>
            <a:off x="-1" y="183402"/>
            <a:ext cx="11612880" cy="704088"/>
          </a:xfrm>
        </p:spPr>
        <p:txBody>
          <a:bodyPr>
            <a:normAutofit/>
          </a:bodyPr>
          <a:lstStyle/>
          <a:p>
            <a:r>
              <a:rPr lang="en-US" altLang="en-US" dirty="0"/>
              <a:t>Example</a:t>
            </a:r>
            <a:endParaRPr lang="ru-RU" altLang="en-US" dirty="0"/>
          </a:p>
        </p:txBody>
      </p:sp>
      <p:sp>
        <p:nvSpPr>
          <p:cNvPr id="70701" name="Content Placeholder 8">
            <a:extLst>
              <a:ext uri="{FF2B5EF4-FFF2-40B4-BE49-F238E27FC236}">
                <a16:creationId xmlns:a16="http://schemas.microsoft.com/office/drawing/2014/main" id="{F96014A0-EE61-26B2-3D22-3F896C2C1C2E}"/>
              </a:ext>
            </a:extLst>
          </p:cNvPr>
          <p:cNvSpPr>
            <a:spLocks noGrp="1" noChangeArrowheads="1"/>
          </p:cNvSpPr>
          <p:nvPr>
            <p:ph type="body" sz="quarter" idx="10"/>
          </p:nvPr>
        </p:nvSpPr>
        <p:spPr>
          <a:xfrm>
            <a:off x="457200" y="1188720"/>
            <a:ext cx="11277922" cy="5185186"/>
          </a:xfrm>
        </p:spPr>
        <p:txBody>
          <a:bodyPr/>
          <a:lstStyle/>
          <a:p>
            <a:r>
              <a:rPr lang="en-US" altLang="en-US" dirty="0"/>
              <a:t>Define Boolean function which is implemented with the help of the threshold  element  with  three  inputs.</a:t>
            </a:r>
          </a:p>
          <a:p>
            <a:pPr marL="0" indent="0">
              <a:buNone/>
            </a:pPr>
            <a:r>
              <a:rPr lang="en-US" altLang="en-US" dirty="0">
                <a:sym typeface="Symbol" panose="05050102010706020507" pitchFamily="18" charset="2"/>
              </a:rPr>
              <a:t>=3, w1=w2=w3 =2;  y=1, if 2*x1 + 2*x2 +2*x3  3</a:t>
            </a:r>
          </a:p>
          <a:p>
            <a:endParaRPr lang="en-US" altLang="en-US" dirty="0"/>
          </a:p>
          <a:p>
            <a:endParaRPr lang="en-US" altLang="en-US" dirty="0"/>
          </a:p>
          <a:p>
            <a:pPr marL="0" indent="0">
              <a:buNone/>
            </a:pPr>
            <a:r>
              <a:rPr lang="en-US" altLang="en-US" dirty="0"/>
              <a:t>						Truth table of the function  </a:t>
            </a:r>
            <a:endParaRPr lang="ru-RU" altLang="en-US" dirty="0"/>
          </a:p>
          <a:p>
            <a:endParaRPr lang="ru-RU" altLang="en-US" dirty="0"/>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
            <a:extLst>
              <a:ext uri="{FF2B5EF4-FFF2-40B4-BE49-F238E27FC236}">
                <a16:creationId xmlns:a16="http://schemas.microsoft.com/office/drawing/2014/main" id="{086822CA-FA04-4FCF-BB30-679793C84188}"/>
              </a:ext>
            </a:extLst>
          </p:cNvPr>
          <p:cNvGrpSpPr>
            <a:grpSpLocks/>
          </p:cNvGrpSpPr>
          <p:nvPr/>
        </p:nvGrpSpPr>
        <p:grpSpPr bwMode="auto">
          <a:xfrm>
            <a:off x="2117725" y="1600202"/>
            <a:ext cx="3749040" cy="2011680"/>
            <a:chOff x="340" y="799"/>
            <a:chExt cx="2540" cy="1452"/>
          </a:xfrm>
          <a:solidFill>
            <a:schemeClr val="accent1"/>
          </a:solidFill>
        </p:grpSpPr>
        <p:sp>
          <p:nvSpPr>
            <p:cNvPr id="47110" name="Rectangle 28">
              <a:extLst>
                <a:ext uri="{FF2B5EF4-FFF2-40B4-BE49-F238E27FC236}">
                  <a16:creationId xmlns:a16="http://schemas.microsoft.com/office/drawing/2014/main" id="{B393E94A-2156-49D6-9895-D83F1941BB88}"/>
                </a:ext>
              </a:extLst>
            </p:cNvPr>
            <p:cNvSpPr>
              <a:spLocks noChangeArrowheads="1"/>
            </p:cNvSpPr>
            <p:nvPr/>
          </p:nvSpPr>
          <p:spPr bwMode="auto">
            <a:xfrm>
              <a:off x="340" y="799"/>
              <a:ext cx="2540" cy="1452"/>
            </a:xfrm>
            <a:prstGeom prst="rect">
              <a:avLst/>
            </a:prstGeom>
            <a:solidFill>
              <a:schemeClr val="accent1">
                <a:lumMod val="60000"/>
                <a:lumOff val="40000"/>
              </a:schemeClr>
            </a:solidFill>
            <a:ln w="9525">
              <a:noFill/>
              <a:miter lim="800000"/>
              <a:headEnd/>
              <a:tailEnd/>
            </a:ln>
          </p:spPr>
          <p:txBody>
            <a:bodyPr wrap="none" anchor="ctr"/>
            <a:lstStyle/>
            <a:p>
              <a:pPr eaLnBrk="1" hangingPunct="1">
                <a:defRPr/>
              </a:pPr>
              <a:endParaRPr lang="ru-RU" sz="2000">
                <a:latin typeface="Arial" charset="0"/>
                <a:cs typeface="Arial" charset="0"/>
              </a:endParaRPr>
            </a:p>
          </p:txBody>
        </p:sp>
        <p:sp>
          <p:nvSpPr>
            <p:cNvPr id="47111" name="Oval 6">
              <a:extLst>
                <a:ext uri="{FF2B5EF4-FFF2-40B4-BE49-F238E27FC236}">
                  <a16:creationId xmlns:a16="http://schemas.microsoft.com/office/drawing/2014/main" id="{64487AAC-3557-427B-9C61-F7CAFBF8E26E}"/>
                </a:ext>
              </a:extLst>
            </p:cNvPr>
            <p:cNvSpPr>
              <a:spLocks noChangeArrowheads="1"/>
            </p:cNvSpPr>
            <p:nvPr/>
          </p:nvSpPr>
          <p:spPr bwMode="auto">
            <a:xfrm>
              <a:off x="1528" y="1252"/>
              <a:ext cx="485" cy="499"/>
            </a:xfrm>
            <a:prstGeom prst="ellipse">
              <a:avLst/>
            </a:prstGeom>
            <a:solidFill>
              <a:schemeClr val="accent1">
                <a:lumMod val="60000"/>
                <a:lumOff val="40000"/>
              </a:schemeClr>
            </a:solidFill>
            <a:ln w="25400">
              <a:solidFill>
                <a:schemeClr val="tx1"/>
              </a:solidFill>
              <a:round/>
              <a:headEnd/>
              <a:tailEnd/>
            </a:ln>
          </p:spPr>
          <p:txBody>
            <a:bodyPr wrap="none" anchor="ctr"/>
            <a:lstStyle/>
            <a:p>
              <a:pPr algn="ctr" eaLnBrk="1" hangingPunct="1">
                <a:defRPr/>
              </a:pPr>
              <a:r>
                <a:rPr lang="en-US" sz="2000">
                  <a:latin typeface="Arial" charset="0"/>
                  <a:cs typeface="Arial" charset="0"/>
                  <a:sym typeface="Symbol" pitchFamily="18" charset="2"/>
                </a:rPr>
                <a:t></a:t>
              </a:r>
              <a:endParaRPr lang="ru-RU" sz="2000">
                <a:latin typeface="Arial" charset="0"/>
                <a:cs typeface="Arial" charset="0"/>
                <a:sym typeface="Symbol" pitchFamily="18" charset="2"/>
              </a:endParaRPr>
            </a:p>
          </p:txBody>
        </p:sp>
        <p:sp>
          <p:nvSpPr>
            <p:cNvPr id="47112" name="Line 9">
              <a:extLst>
                <a:ext uri="{FF2B5EF4-FFF2-40B4-BE49-F238E27FC236}">
                  <a16:creationId xmlns:a16="http://schemas.microsoft.com/office/drawing/2014/main" id="{78967F0E-6693-4B5D-AF2A-7BAC4F9FFF2F}"/>
                </a:ext>
              </a:extLst>
            </p:cNvPr>
            <p:cNvSpPr>
              <a:spLocks noChangeShapeType="1"/>
            </p:cNvSpPr>
            <p:nvPr/>
          </p:nvSpPr>
          <p:spPr bwMode="auto">
            <a:xfrm>
              <a:off x="703" y="1252"/>
              <a:ext cx="589" cy="0"/>
            </a:xfrm>
            <a:prstGeom prst="line">
              <a:avLst/>
            </a:prstGeom>
            <a:grpFill/>
            <a:ln w="28575">
              <a:solidFill>
                <a:schemeClr val="tx1"/>
              </a:solidFill>
              <a:round/>
              <a:headEnd/>
              <a:tailEnd/>
            </a:ln>
          </p:spPr>
          <p:txBody>
            <a:bodyPr/>
            <a:lstStyle/>
            <a:p>
              <a:pPr eaLnBrk="1" hangingPunct="1">
                <a:defRPr/>
              </a:pPr>
              <a:endParaRPr lang="ru-RU" sz="2000">
                <a:latin typeface="Arial" charset="0"/>
                <a:cs typeface="Arial" charset="0"/>
              </a:endParaRPr>
            </a:p>
          </p:txBody>
        </p:sp>
        <p:sp>
          <p:nvSpPr>
            <p:cNvPr id="47113" name="Line 10">
              <a:extLst>
                <a:ext uri="{FF2B5EF4-FFF2-40B4-BE49-F238E27FC236}">
                  <a16:creationId xmlns:a16="http://schemas.microsoft.com/office/drawing/2014/main" id="{9A51A8CD-9C14-4B6D-A7AD-A83F3E104AD2}"/>
                </a:ext>
              </a:extLst>
            </p:cNvPr>
            <p:cNvSpPr>
              <a:spLocks noChangeShapeType="1"/>
            </p:cNvSpPr>
            <p:nvPr/>
          </p:nvSpPr>
          <p:spPr bwMode="auto">
            <a:xfrm>
              <a:off x="1292" y="1252"/>
              <a:ext cx="264" cy="163"/>
            </a:xfrm>
            <a:prstGeom prst="line">
              <a:avLst/>
            </a:prstGeom>
            <a:grpFill/>
            <a:ln w="28575">
              <a:solidFill>
                <a:schemeClr val="tx1"/>
              </a:solidFill>
              <a:round/>
              <a:headEnd/>
              <a:tailEnd type="triangle" w="lg" len="lg"/>
            </a:ln>
          </p:spPr>
          <p:txBody>
            <a:bodyPr/>
            <a:lstStyle/>
            <a:p>
              <a:pPr eaLnBrk="1" hangingPunct="1">
                <a:defRPr/>
              </a:pPr>
              <a:endParaRPr lang="ru-RU" sz="2000">
                <a:latin typeface="Arial" charset="0"/>
                <a:cs typeface="Arial" charset="0"/>
              </a:endParaRPr>
            </a:p>
          </p:txBody>
        </p:sp>
        <p:sp>
          <p:nvSpPr>
            <p:cNvPr id="47114" name="Line 17">
              <a:extLst>
                <a:ext uri="{FF2B5EF4-FFF2-40B4-BE49-F238E27FC236}">
                  <a16:creationId xmlns:a16="http://schemas.microsoft.com/office/drawing/2014/main" id="{0CD6F745-A2FD-46A5-A340-FC6C85E4DC05}"/>
                </a:ext>
              </a:extLst>
            </p:cNvPr>
            <p:cNvSpPr>
              <a:spLocks noChangeShapeType="1"/>
            </p:cNvSpPr>
            <p:nvPr/>
          </p:nvSpPr>
          <p:spPr bwMode="auto">
            <a:xfrm>
              <a:off x="694" y="1842"/>
              <a:ext cx="544" cy="0"/>
            </a:xfrm>
            <a:prstGeom prst="line">
              <a:avLst/>
            </a:prstGeom>
            <a:grpFill/>
            <a:ln w="28575">
              <a:solidFill>
                <a:schemeClr val="tx1"/>
              </a:solidFill>
              <a:round/>
              <a:headEnd/>
              <a:tailEnd/>
            </a:ln>
          </p:spPr>
          <p:txBody>
            <a:bodyPr/>
            <a:lstStyle/>
            <a:p>
              <a:pPr eaLnBrk="1" hangingPunct="1">
                <a:defRPr/>
              </a:pPr>
              <a:endParaRPr lang="ru-RU" sz="2000">
                <a:latin typeface="Arial" charset="0"/>
                <a:cs typeface="Arial" charset="0"/>
              </a:endParaRPr>
            </a:p>
          </p:txBody>
        </p:sp>
        <p:sp>
          <p:nvSpPr>
            <p:cNvPr id="47115" name="Line 18">
              <a:extLst>
                <a:ext uri="{FF2B5EF4-FFF2-40B4-BE49-F238E27FC236}">
                  <a16:creationId xmlns:a16="http://schemas.microsoft.com/office/drawing/2014/main" id="{47A3E540-2F8F-4C69-BF44-F5DEBD997282}"/>
                </a:ext>
              </a:extLst>
            </p:cNvPr>
            <p:cNvSpPr>
              <a:spLocks noChangeShapeType="1"/>
            </p:cNvSpPr>
            <p:nvPr/>
          </p:nvSpPr>
          <p:spPr bwMode="auto">
            <a:xfrm flipV="1">
              <a:off x="1225" y="1634"/>
              <a:ext cx="358" cy="216"/>
            </a:xfrm>
            <a:prstGeom prst="line">
              <a:avLst/>
            </a:prstGeom>
            <a:grpFill/>
            <a:ln w="28575">
              <a:solidFill>
                <a:schemeClr val="tx1"/>
              </a:solidFill>
              <a:round/>
              <a:headEnd/>
              <a:tailEnd type="triangle" w="lg" len="lg"/>
            </a:ln>
          </p:spPr>
          <p:txBody>
            <a:bodyPr/>
            <a:lstStyle/>
            <a:p>
              <a:pPr eaLnBrk="1" hangingPunct="1">
                <a:defRPr/>
              </a:pPr>
              <a:endParaRPr lang="ru-RU" sz="2000">
                <a:latin typeface="Arial" charset="0"/>
                <a:cs typeface="Arial" charset="0"/>
              </a:endParaRPr>
            </a:p>
          </p:txBody>
        </p:sp>
        <p:sp>
          <p:nvSpPr>
            <p:cNvPr id="47116" name="Line 19">
              <a:extLst>
                <a:ext uri="{FF2B5EF4-FFF2-40B4-BE49-F238E27FC236}">
                  <a16:creationId xmlns:a16="http://schemas.microsoft.com/office/drawing/2014/main" id="{A795BDA7-A566-43B5-837A-41584B345908}"/>
                </a:ext>
              </a:extLst>
            </p:cNvPr>
            <p:cNvSpPr>
              <a:spLocks noChangeShapeType="1"/>
            </p:cNvSpPr>
            <p:nvPr/>
          </p:nvSpPr>
          <p:spPr bwMode="auto">
            <a:xfrm>
              <a:off x="2018" y="1498"/>
              <a:ext cx="408" cy="0"/>
            </a:xfrm>
            <a:prstGeom prst="line">
              <a:avLst/>
            </a:prstGeom>
            <a:grpFill/>
            <a:ln w="28575">
              <a:solidFill>
                <a:schemeClr val="tx1"/>
              </a:solidFill>
              <a:round/>
              <a:headEnd/>
              <a:tailEnd type="triangle" w="lg" len="lg"/>
            </a:ln>
          </p:spPr>
          <p:txBody>
            <a:bodyPr/>
            <a:lstStyle/>
            <a:p>
              <a:pPr eaLnBrk="1" hangingPunct="1">
                <a:defRPr/>
              </a:pPr>
              <a:endParaRPr lang="ru-RU" sz="2000">
                <a:latin typeface="Arial" charset="0"/>
                <a:cs typeface="Arial" charset="0"/>
              </a:endParaRPr>
            </a:p>
          </p:txBody>
        </p:sp>
        <p:sp>
          <p:nvSpPr>
            <p:cNvPr id="47117" name="Text Box 20">
              <a:extLst>
                <a:ext uri="{FF2B5EF4-FFF2-40B4-BE49-F238E27FC236}">
                  <a16:creationId xmlns:a16="http://schemas.microsoft.com/office/drawing/2014/main" id="{2B5B89D0-007F-4D48-9928-365511010169}"/>
                </a:ext>
              </a:extLst>
            </p:cNvPr>
            <p:cNvSpPr txBox="1">
              <a:spLocks noChangeArrowheads="1"/>
            </p:cNvSpPr>
            <p:nvPr/>
          </p:nvSpPr>
          <p:spPr bwMode="auto">
            <a:xfrm>
              <a:off x="385" y="1117"/>
              <a:ext cx="454" cy="288"/>
            </a:xfrm>
            <a:prstGeom prst="rect">
              <a:avLst/>
            </a:prstGeom>
            <a:noFill/>
            <a:ln w="9525">
              <a:noFill/>
              <a:miter lim="800000"/>
              <a:headEnd/>
              <a:tailEnd/>
            </a:ln>
          </p:spPr>
          <p:txBody>
            <a:bodyPr>
              <a:spAutoFit/>
            </a:bodyPr>
            <a:lstStyle/>
            <a:p>
              <a:pPr eaLnBrk="1" hangingPunct="1">
                <a:spcBef>
                  <a:spcPct val="50000"/>
                </a:spcBef>
                <a:defRPr/>
              </a:pPr>
              <a:r>
                <a:rPr lang="en-US" sz="2000">
                  <a:latin typeface="Arial" charset="0"/>
                  <a:cs typeface="Arial" charset="0"/>
                </a:rPr>
                <a:t>x</a:t>
              </a:r>
              <a:r>
                <a:rPr lang="en-US" sz="2000" baseline="-25000">
                  <a:latin typeface="Arial" charset="0"/>
                  <a:cs typeface="Arial" charset="0"/>
                </a:rPr>
                <a:t>1</a:t>
              </a:r>
              <a:endParaRPr lang="ru-RU" sz="2000">
                <a:latin typeface="Arial" charset="0"/>
                <a:cs typeface="Arial" charset="0"/>
              </a:endParaRPr>
            </a:p>
          </p:txBody>
        </p:sp>
        <p:sp>
          <p:nvSpPr>
            <p:cNvPr id="47118" name="Text Box 21">
              <a:extLst>
                <a:ext uri="{FF2B5EF4-FFF2-40B4-BE49-F238E27FC236}">
                  <a16:creationId xmlns:a16="http://schemas.microsoft.com/office/drawing/2014/main" id="{CA39A767-D8DF-4FC9-8516-29AECEAE0A37}"/>
                </a:ext>
              </a:extLst>
            </p:cNvPr>
            <p:cNvSpPr txBox="1">
              <a:spLocks noChangeArrowheads="1"/>
            </p:cNvSpPr>
            <p:nvPr/>
          </p:nvSpPr>
          <p:spPr bwMode="auto">
            <a:xfrm>
              <a:off x="340" y="1706"/>
              <a:ext cx="454" cy="288"/>
            </a:xfrm>
            <a:prstGeom prst="rect">
              <a:avLst/>
            </a:prstGeom>
            <a:noFill/>
            <a:ln w="9525">
              <a:noFill/>
              <a:miter lim="800000"/>
              <a:headEnd/>
              <a:tailEnd/>
            </a:ln>
          </p:spPr>
          <p:txBody>
            <a:bodyPr>
              <a:spAutoFit/>
            </a:bodyPr>
            <a:lstStyle/>
            <a:p>
              <a:pPr eaLnBrk="1" hangingPunct="1">
                <a:spcBef>
                  <a:spcPct val="50000"/>
                </a:spcBef>
                <a:defRPr/>
              </a:pPr>
              <a:r>
                <a:rPr lang="en-US" sz="2000">
                  <a:latin typeface="Arial" charset="0"/>
                  <a:cs typeface="Arial" charset="0"/>
                </a:rPr>
                <a:t>x</a:t>
              </a:r>
              <a:r>
                <a:rPr lang="en-US" sz="2000" baseline="-25000">
                  <a:latin typeface="Arial" charset="0"/>
                  <a:cs typeface="Arial" charset="0"/>
                </a:rPr>
                <a:t>2</a:t>
              </a:r>
              <a:endParaRPr lang="ru-RU" sz="2000">
                <a:latin typeface="Arial" charset="0"/>
                <a:cs typeface="Arial" charset="0"/>
              </a:endParaRPr>
            </a:p>
          </p:txBody>
        </p:sp>
        <p:sp>
          <p:nvSpPr>
            <p:cNvPr id="47119" name="Text Box 24">
              <a:extLst>
                <a:ext uri="{FF2B5EF4-FFF2-40B4-BE49-F238E27FC236}">
                  <a16:creationId xmlns:a16="http://schemas.microsoft.com/office/drawing/2014/main" id="{11EB7396-847B-480D-94EE-99E8B16CEB9E}"/>
                </a:ext>
              </a:extLst>
            </p:cNvPr>
            <p:cNvSpPr txBox="1">
              <a:spLocks noChangeArrowheads="1"/>
            </p:cNvSpPr>
            <p:nvPr/>
          </p:nvSpPr>
          <p:spPr bwMode="auto">
            <a:xfrm>
              <a:off x="2426" y="1352"/>
              <a:ext cx="454" cy="288"/>
            </a:xfrm>
            <a:prstGeom prst="rect">
              <a:avLst/>
            </a:prstGeom>
            <a:noFill/>
            <a:ln w="9525">
              <a:noFill/>
              <a:miter lim="800000"/>
              <a:headEnd/>
              <a:tailEnd/>
            </a:ln>
          </p:spPr>
          <p:txBody>
            <a:bodyPr>
              <a:spAutoFit/>
            </a:bodyPr>
            <a:lstStyle/>
            <a:p>
              <a:pPr eaLnBrk="1" hangingPunct="1">
                <a:spcBef>
                  <a:spcPct val="50000"/>
                </a:spcBef>
                <a:defRPr/>
              </a:pPr>
              <a:r>
                <a:rPr lang="en-US" sz="2000">
                  <a:latin typeface="Arial" charset="0"/>
                  <a:cs typeface="Arial" charset="0"/>
                </a:rPr>
                <a:t>y</a:t>
              </a:r>
              <a:endParaRPr lang="ru-RU" sz="2000">
                <a:latin typeface="Arial" charset="0"/>
                <a:cs typeface="Arial" charset="0"/>
              </a:endParaRPr>
            </a:p>
          </p:txBody>
        </p:sp>
        <p:sp>
          <p:nvSpPr>
            <p:cNvPr id="47120" name="Text Box 25">
              <a:extLst>
                <a:ext uri="{FF2B5EF4-FFF2-40B4-BE49-F238E27FC236}">
                  <a16:creationId xmlns:a16="http://schemas.microsoft.com/office/drawing/2014/main" id="{57725D00-6E58-4394-B4C2-946FB5D4E2FA}"/>
                </a:ext>
              </a:extLst>
            </p:cNvPr>
            <p:cNvSpPr txBox="1">
              <a:spLocks noChangeArrowheads="1"/>
            </p:cNvSpPr>
            <p:nvPr/>
          </p:nvSpPr>
          <p:spPr bwMode="auto">
            <a:xfrm>
              <a:off x="975" y="1253"/>
              <a:ext cx="454" cy="288"/>
            </a:xfrm>
            <a:prstGeom prst="rect">
              <a:avLst/>
            </a:prstGeom>
            <a:noFill/>
            <a:ln w="9525">
              <a:noFill/>
              <a:miter lim="800000"/>
              <a:headEnd/>
              <a:tailEnd/>
            </a:ln>
          </p:spPr>
          <p:txBody>
            <a:bodyPr>
              <a:spAutoFit/>
            </a:bodyPr>
            <a:lstStyle/>
            <a:p>
              <a:pPr eaLnBrk="1" hangingPunct="1">
                <a:spcBef>
                  <a:spcPct val="50000"/>
                </a:spcBef>
                <a:defRPr/>
              </a:pPr>
              <a:r>
                <a:rPr lang="en-US" sz="2000" dirty="0">
                  <a:latin typeface="Arial" charset="0"/>
                  <a:cs typeface="Arial" charset="0"/>
                </a:rPr>
                <a:t>w</a:t>
              </a:r>
              <a:r>
                <a:rPr lang="en-US" sz="2000" baseline="-25000" dirty="0">
                  <a:latin typeface="Arial" charset="0"/>
                  <a:cs typeface="Arial" charset="0"/>
                </a:rPr>
                <a:t>1</a:t>
              </a:r>
              <a:endParaRPr lang="ru-RU" sz="2000" dirty="0">
                <a:latin typeface="Arial" charset="0"/>
                <a:cs typeface="Arial" charset="0"/>
              </a:endParaRPr>
            </a:p>
          </p:txBody>
        </p:sp>
        <p:sp>
          <p:nvSpPr>
            <p:cNvPr id="47121" name="Text Box 26">
              <a:extLst>
                <a:ext uri="{FF2B5EF4-FFF2-40B4-BE49-F238E27FC236}">
                  <a16:creationId xmlns:a16="http://schemas.microsoft.com/office/drawing/2014/main" id="{348077DC-8546-4017-A8B4-213177CD0BC6}"/>
                </a:ext>
              </a:extLst>
            </p:cNvPr>
            <p:cNvSpPr txBox="1">
              <a:spLocks noChangeArrowheads="1"/>
            </p:cNvSpPr>
            <p:nvPr/>
          </p:nvSpPr>
          <p:spPr bwMode="auto">
            <a:xfrm>
              <a:off x="975" y="1552"/>
              <a:ext cx="454" cy="288"/>
            </a:xfrm>
            <a:prstGeom prst="rect">
              <a:avLst/>
            </a:prstGeom>
            <a:noFill/>
            <a:ln w="9525">
              <a:noFill/>
              <a:miter lim="800000"/>
              <a:headEnd/>
              <a:tailEnd/>
            </a:ln>
          </p:spPr>
          <p:txBody>
            <a:bodyPr>
              <a:spAutoFit/>
            </a:bodyPr>
            <a:lstStyle/>
            <a:p>
              <a:pPr eaLnBrk="1" hangingPunct="1">
                <a:spcBef>
                  <a:spcPct val="50000"/>
                </a:spcBef>
                <a:defRPr/>
              </a:pPr>
              <a:r>
                <a:rPr lang="en-US" sz="2000">
                  <a:latin typeface="Arial" charset="0"/>
                  <a:cs typeface="Arial" charset="0"/>
                </a:rPr>
                <a:t>w</a:t>
              </a:r>
              <a:r>
                <a:rPr lang="en-US" sz="2000" baseline="-25000">
                  <a:latin typeface="Arial" charset="0"/>
                  <a:cs typeface="Arial" charset="0"/>
                </a:rPr>
                <a:t>2</a:t>
              </a:r>
              <a:endParaRPr lang="ru-RU" sz="2000">
                <a:latin typeface="Arial" charset="0"/>
                <a:cs typeface="Arial" charset="0"/>
              </a:endParaRPr>
            </a:p>
          </p:txBody>
        </p:sp>
      </p:grpSp>
      <p:sp>
        <p:nvSpPr>
          <p:cNvPr id="72707" name="Title 18">
            <a:extLst>
              <a:ext uri="{FF2B5EF4-FFF2-40B4-BE49-F238E27FC236}">
                <a16:creationId xmlns:a16="http://schemas.microsoft.com/office/drawing/2014/main" id="{B626D854-C55E-78D5-8BB2-B5ED2AFBA8D2}"/>
              </a:ext>
            </a:extLst>
          </p:cNvPr>
          <p:cNvSpPr>
            <a:spLocks noGrp="1" noChangeArrowheads="1"/>
          </p:cNvSpPr>
          <p:nvPr>
            <p:ph type="title"/>
          </p:nvPr>
        </p:nvSpPr>
        <p:spPr>
          <a:xfrm>
            <a:off x="-1" y="183402"/>
            <a:ext cx="11612880" cy="704088"/>
          </a:xfrm>
        </p:spPr>
        <p:txBody>
          <a:bodyPr>
            <a:normAutofit/>
          </a:bodyPr>
          <a:lstStyle/>
          <a:p>
            <a:r>
              <a:rPr lang="en-US" altLang="en-US" dirty="0"/>
              <a:t>Two-inputs Neuron</a:t>
            </a:r>
            <a:endParaRPr lang="ru-RU" altLang="en-US" dirty="0"/>
          </a:p>
        </p:txBody>
      </p:sp>
      <p:sp>
        <p:nvSpPr>
          <p:cNvPr id="20" name="Content Placeholder 19">
            <a:extLst>
              <a:ext uri="{FF2B5EF4-FFF2-40B4-BE49-F238E27FC236}">
                <a16:creationId xmlns:a16="http://schemas.microsoft.com/office/drawing/2014/main" id="{8A858258-CC8F-4B92-BCEB-830C508EF7D4}"/>
              </a:ext>
            </a:extLst>
          </p:cNvPr>
          <p:cNvSpPr>
            <a:spLocks noGrp="1"/>
          </p:cNvSpPr>
          <p:nvPr>
            <p:ph type="body" sz="quarter" idx="10"/>
          </p:nvPr>
        </p:nvSpPr>
        <p:spPr>
          <a:xfrm>
            <a:off x="457200" y="1188720"/>
            <a:ext cx="11277922" cy="5185186"/>
          </a:xfrm>
        </p:spPr>
        <p:txBody>
          <a:bodyPr/>
          <a:lstStyle/>
          <a:p>
            <a:pPr marL="0" indent="0">
              <a:buNone/>
            </a:pPr>
            <a:r>
              <a:rPr lang="en-US" dirty="0">
                <a:sym typeface="Symbol" pitchFamily="18" charset="2"/>
              </a:rPr>
              <a:t>                                                            	</a:t>
            </a:r>
            <a:r>
              <a:rPr lang="el-GR" dirty="0">
                <a:sym typeface="Symbol" pitchFamily="18" charset="2"/>
              </a:rPr>
              <a:t>Σ</a:t>
            </a:r>
            <a:r>
              <a:rPr lang="en-US" dirty="0">
                <a:sym typeface="Symbol" pitchFamily="18" charset="2"/>
              </a:rPr>
              <a:t>= w1*x1 + w2*x2;</a:t>
            </a:r>
          </a:p>
          <a:p>
            <a:pPr marL="0" indent="0">
              <a:buNone/>
            </a:pPr>
            <a:r>
              <a:rPr lang="en-US" dirty="0">
                <a:sym typeface="Symbol" pitchFamily="18" charset="2"/>
              </a:rPr>
              <a:t>					      	Let w1 =  w2 =1;</a:t>
            </a:r>
          </a:p>
          <a:p>
            <a:pPr marL="0" indent="0">
              <a:buNone/>
            </a:pPr>
            <a:r>
              <a:rPr lang="en-US" dirty="0">
                <a:sym typeface="Symbol" pitchFamily="18" charset="2"/>
              </a:rPr>
              <a:t>					      	Then  = x1 + x2.</a:t>
            </a:r>
          </a:p>
          <a:p>
            <a:pPr marL="0" indent="0">
              <a:buNone/>
            </a:pPr>
            <a:r>
              <a:rPr lang="en-US" dirty="0">
                <a:sym typeface="Symbol" pitchFamily="18" charset="2"/>
              </a:rPr>
              <a:t> 				                  	 If  = 1, then y = x1x2.</a:t>
            </a:r>
          </a:p>
          <a:p>
            <a:endParaRPr lang="en-US" dirty="0"/>
          </a:p>
          <a:p>
            <a:endParaRPr lang="en-US" dirty="0"/>
          </a:p>
          <a:p>
            <a:r>
              <a:rPr lang="en-US" dirty="0"/>
              <a:t>Inverse problem:</a:t>
            </a:r>
          </a:p>
          <a:p>
            <a:r>
              <a:rPr lang="en-US" dirty="0"/>
              <a:t>Determine weight values and threshold for the given neuron, so that this neuron executes the given Boolean function (e.g. AND). The system of four inequalities must be solved.</a:t>
            </a:r>
            <a:endParaRPr lang="ru-RU" dirty="0"/>
          </a:p>
          <a:p>
            <a:endParaRPr lang="ru-RU"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47EA51A2-7146-44F5-A65F-BA8E936E1B12}"/>
              </a:ext>
            </a:extLst>
          </p:cNvPr>
          <p:cNvGraphicFramePr>
            <a:graphicFrameLocks noGrp="1"/>
          </p:cNvGraphicFramePr>
          <p:nvPr/>
        </p:nvGraphicFramePr>
        <p:xfrm>
          <a:off x="2214564" y="1960564"/>
          <a:ext cx="7678737" cy="2135188"/>
        </p:xfrm>
        <a:graphic>
          <a:graphicData uri="http://schemas.openxmlformats.org/drawingml/2006/table">
            <a:tbl>
              <a:tblPr firstRow="1" bandRow="1">
                <a:tableStyleId>{5C22544A-7EE6-4342-B048-85BDC9FD1C3A}</a:tableStyleId>
              </a:tblPr>
              <a:tblGrid>
                <a:gridCol w="1298072">
                  <a:extLst>
                    <a:ext uri="{9D8B030D-6E8A-4147-A177-3AD203B41FA5}">
                      <a16:colId xmlns:a16="http://schemas.microsoft.com/office/drawing/2014/main" val="20000"/>
                    </a:ext>
                  </a:extLst>
                </a:gridCol>
                <a:gridCol w="6380665">
                  <a:extLst>
                    <a:ext uri="{9D8B030D-6E8A-4147-A177-3AD203B41FA5}">
                      <a16:colId xmlns:a16="http://schemas.microsoft.com/office/drawing/2014/main" val="20001"/>
                    </a:ext>
                  </a:extLst>
                </a:gridCol>
              </a:tblGrid>
              <a:tr h="53379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dirty="0">
                          <a:ln>
                            <a:noFill/>
                          </a:ln>
                          <a:effectLst/>
                        </a:rPr>
                        <a:t>00</a:t>
                      </a:r>
                      <a:endParaRPr kumimoji="0" lang="ru-RU" sz="2400" b="0" i="0" u="none" strike="noStrike" cap="none" normalizeH="0" baseline="0" dirty="0">
                        <a:ln>
                          <a:noFill/>
                        </a:ln>
                        <a:solidFill>
                          <a:schemeClr val="tx1"/>
                        </a:solidFill>
                        <a:effectLst/>
                        <a:latin typeface="Arial" charset="0"/>
                        <a:cs typeface="Arial" charset="0"/>
                      </a:endParaRPr>
                    </a:p>
                  </a:txBody>
                  <a:tcPr marL="91448" marR="91448" marT="45715" marB="4571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2400" u="none" strike="noStrike" cap="none" normalizeH="0" baseline="0">
                          <a:ln>
                            <a:noFill/>
                          </a:ln>
                          <a:effectLst/>
                          <a:sym typeface="Symbol" pitchFamily="18" charset="2"/>
                        </a:rPr>
                        <a:t></a:t>
                      </a:r>
                      <a:r>
                        <a:rPr kumimoji="0" lang="en-US" sz="2400" u="none" strike="noStrike" cap="none" normalizeH="0" baseline="0">
                          <a:ln>
                            <a:noFill/>
                          </a:ln>
                          <a:effectLst/>
                          <a:sym typeface="Symbol" pitchFamily="18" charset="2"/>
                        </a:rPr>
                        <a:t> = w</a:t>
                      </a:r>
                      <a:r>
                        <a:rPr kumimoji="0" lang="en-US" sz="2400" u="none" strike="noStrike" cap="none" normalizeH="0" baseline="-25000">
                          <a:ln>
                            <a:noFill/>
                          </a:ln>
                          <a:effectLst/>
                          <a:sym typeface="Symbol" pitchFamily="18" charset="2"/>
                        </a:rPr>
                        <a:t>1</a:t>
                      </a:r>
                      <a:r>
                        <a:rPr kumimoji="0" lang="en-US" sz="2400" u="none" strike="noStrike" cap="none" normalizeH="0" baseline="0">
                          <a:ln>
                            <a:noFill/>
                          </a:ln>
                          <a:effectLst/>
                          <a:sym typeface="Symbol" pitchFamily="18" charset="2"/>
                        </a:rPr>
                        <a:t>*x</a:t>
                      </a:r>
                      <a:r>
                        <a:rPr kumimoji="0" lang="en-US" sz="2400" u="none" strike="noStrike" cap="none" normalizeH="0" baseline="-25000">
                          <a:ln>
                            <a:noFill/>
                          </a:ln>
                          <a:effectLst/>
                          <a:sym typeface="Symbol" pitchFamily="18" charset="2"/>
                        </a:rPr>
                        <a:t>1</a:t>
                      </a:r>
                      <a:r>
                        <a:rPr kumimoji="0" lang="en-US" sz="2400" u="none" strike="noStrike" cap="none" normalizeH="0" baseline="0">
                          <a:ln>
                            <a:noFill/>
                          </a:ln>
                          <a:effectLst/>
                          <a:sym typeface="Symbol" pitchFamily="18" charset="2"/>
                        </a:rPr>
                        <a:t>+w</a:t>
                      </a:r>
                      <a:r>
                        <a:rPr kumimoji="0" lang="en-US" sz="2400" u="none" strike="noStrike" cap="none" normalizeH="0" baseline="-25000">
                          <a:ln>
                            <a:noFill/>
                          </a:ln>
                          <a:effectLst/>
                          <a:sym typeface="Symbol" pitchFamily="18" charset="2"/>
                        </a:rPr>
                        <a:t>2</a:t>
                      </a:r>
                      <a:r>
                        <a:rPr kumimoji="0" lang="en-US" sz="2400" u="none" strike="noStrike" cap="none" normalizeH="0" baseline="0">
                          <a:ln>
                            <a:noFill/>
                          </a:ln>
                          <a:effectLst/>
                          <a:sym typeface="Symbol" pitchFamily="18" charset="2"/>
                        </a:rPr>
                        <a:t>*x</a:t>
                      </a:r>
                      <a:r>
                        <a:rPr kumimoji="0" lang="en-US" sz="2400" u="none" strike="noStrike" cap="none" normalizeH="0" baseline="-25000">
                          <a:ln>
                            <a:noFill/>
                          </a:ln>
                          <a:effectLst/>
                          <a:sym typeface="Symbol" pitchFamily="18" charset="2"/>
                        </a:rPr>
                        <a:t>2</a:t>
                      </a:r>
                      <a:r>
                        <a:rPr kumimoji="0" lang="en-US" sz="2400" u="none" strike="noStrike" cap="none" normalizeH="0" baseline="0">
                          <a:ln>
                            <a:noFill/>
                          </a:ln>
                          <a:effectLst/>
                          <a:sym typeface="Symbol" pitchFamily="18" charset="2"/>
                        </a:rPr>
                        <a:t> = 0 &lt;   (since 0&amp;0=0)</a:t>
                      </a:r>
                      <a:endParaRPr kumimoji="0" lang="en-US" sz="2400" b="0" i="0" u="none" strike="noStrike" cap="none" normalizeH="0" baseline="0">
                        <a:ln>
                          <a:noFill/>
                        </a:ln>
                        <a:solidFill>
                          <a:schemeClr val="tx1"/>
                        </a:solidFill>
                        <a:effectLst/>
                        <a:latin typeface="Arial" charset="0"/>
                        <a:cs typeface="Arial" charset="0"/>
                        <a:sym typeface="Symbol" pitchFamily="18" charset="2"/>
                      </a:endParaRPr>
                    </a:p>
                  </a:txBody>
                  <a:tcPr marL="91448" marR="91448" marT="45715" marB="45715" horzOverflow="overflow"/>
                </a:tc>
                <a:extLst>
                  <a:ext uri="{0D108BD9-81ED-4DB2-BD59-A6C34878D82A}">
                    <a16:rowId xmlns:a16="http://schemas.microsoft.com/office/drawing/2014/main" val="10000"/>
                  </a:ext>
                </a:extLst>
              </a:tr>
              <a:tr h="53379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a:ln>
                            <a:noFill/>
                          </a:ln>
                          <a:effectLst/>
                        </a:rPr>
                        <a:t>01</a:t>
                      </a:r>
                      <a:endParaRPr kumimoji="0" lang="ru-RU" sz="2400" b="0" i="0" u="none" strike="noStrike" cap="none" normalizeH="0" baseline="0">
                        <a:ln>
                          <a:noFill/>
                        </a:ln>
                        <a:solidFill>
                          <a:schemeClr val="tx1"/>
                        </a:solidFill>
                        <a:effectLst/>
                        <a:latin typeface="Arial" charset="0"/>
                        <a:cs typeface="Arial" charset="0"/>
                      </a:endParaRPr>
                    </a:p>
                  </a:txBody>
                  <a:tcPr marL="91448" marR="91448" marT="45715" marB="4571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2400" u="none" strike="noStrike" cap="none" normalizeH="0" baseline="0" dirty="0">
                          <a:ln>
                            <a:noFill/>
                          </a:ln>
                          <a:effectLst/>
                          <a:sym typeface="Symbol" pitchFamily="18" charset="2"/>
                        </a:rPr>
                        <a:t></a:t>
                      </a:r>
                      <a:r>
                        <a:rPr kumimoji="0" lang="en-US" sz="2400" u="none" strike="noStrike" cap="none" normalizeH="0" baseline="0" dirty="0">
                          <a:ln>
                            <a:noFill/>
                          </a:ln>
                          <a:effectLst/>
                          <a:sym typeface="Symbol" pitchFamily="18" charset="2"/>
                        </a:rPr>
                        <a:t> = w</a:t>
                      </a:r>
                      <a:r>
                        <a:rPr kumimoji="0" lang="en-US" sz="2400" u="none" strike="noStrike" cap="none" normalizeH="0" baseline="-25000" dirty="0">
                          <a:ln>
                            <a:noFill/>
                          </a:ln>
                          <a:effectLst/>
                          <a:sym typeface="Symbol" pitchFamily="18" charset="2"/>
                        </a:rPr>
                        <a:t>1</a:t>
                      </a:r>
                      <a:r>
                        <a:rPr kumimoji="0" lang="en-US" sz="2400" u="none" strike="noStrike" cap="none" normalizeH="0" baseline="0" dirty="0">
                          <a:ln>
                            <a:noFill/>
                          </a:ln>
                          <a:effectLst/>
                          <a:sym typeface="Symbol" pitchFamily="18" charset="2"/>
                        </a:rPr>
                        <a:t>*x</a:t>
                      </a:r>
                      <a:r>
                        <a:rPr kumimoji="0" lang="en-US" sz="2400" u="none" strike="noStrike" cap="none" normalizeH="0" baseline="-25000" dirty="0">
                          <a:ln>
                            <a:noFill/>
                          </a:ln>
                          <a:effectLst/>
                          <a:sym typeface="Symbol" pitchFamily="18" charset="2"/>
                        </a:rPr>
                        <a:t>1</a:t>
                      </a:r>
                      <a:r>
                        <a:rPr kumimoji="0" lang="en-US" sz="2400" u="none" strike="noStrike" cap="none" normalizeH="0" baseline="0" dirty="0">
                          <a:ln>
                            <a:noFill/>
                          </a:ln>
                          <a:effectLst/>
                          <a:sym typeface="Symbol" pitchFamily="18" charset="2"/>
                        </a:rPr>
                        <a:t>+w</a:t>
                      </a:r>
                      <a:r>
                        <a:rPr kumimoji="0" lang="en-US" sz="2400" u="none" strike="noStrike" cap="none" normalizeH="0" baseline="-25000" dirty="0">
                          <a:ln>
                            <a:noFill/>
                          </a:ln>
                          <a:effectLst/>
                          <a:sym typeface="Symbol" pitchFamily="18" charset="2"/>
                        </a:rPr>
                        <a:t>2</a:t>
                      </a:r>
                      <a:r>
                        <a:rPr kumimoji="0" lang="en-US" sz="2400" u="none" strike="noStrike" cap="none" normalizeH="0" baseline="0" dirty="0">
                          <a:ln>
                            <a:noFill/>
                          </a:ln>
                          <a:effectLst/>
                          <a:sym typeface="Symbol" pitchFamily="18" charset="2"/>
                        </a:rPr>
                        <a:t>*x</a:t>
                      </a:r>
                      <a:r>
                        <a:rPr kumimoji="0" lang="en-US" sz="2400" u="none" strike="noStrike" cap="none" normalizeH="0" baseline="-25000" dirty="0">
                          <a:ln>
                            <a:noFill/>
                          </a:ln>
                          <a:effectLst/>
                          <a:sym typeface="Symbol" pitchFamily="18" charset="2"/>
                        </a:rPr>
                        <a:t>2 </a:t>
                      </a:r>
                      <a:r>
                        <a:rPr kumimoji="0" lang="en-US" sz="2400" u="none" strike="noStrike" cap="none" normalizeH="0" baseline="0" dirty="0">
                          <a:ln>
                            <a:noFill/>
                          </a:ln>
                          <a:effectLst/>
                          <a:sym typeface="Symbol" pitchFamily="18" charset="2"/>
                        </a:rPr>
                        <a:t>= w</a:t>
                      </a:r>
                      <a:r>
                        <a:rPr kumimoji="0" lang="en-US" sz="2400" u="none" strike="noStrike" cap="none" normalizeH="0" baseline="-25000" dirty="0">
                          <a:ln>
                            <a:noFill/>
                          </a:ln>
                          <a:effectLst/>
                          <a:sym typeface="Symbol" pitchFamily="18" charset="2"/>
                        </a:rPr>
                        <a:t>2</a:t>
                      </a:r>
                      <a:r>
                        <a:rPr kumimoji="0" lang="en-US" sz="2400" u="none" strike="noStrike" cap="none" normalizeH="0" baseline="0" dirty="0">
                          <a:ln>
                            <a:noFill/>
                          </a:ln>
                          <a:effectLst/>
                          <a:sym typeface="Symbol" pitchFamily="18" charset="2"/>
                        </a:rPr>
                        <a:t> &lt;  (since 0&amp;1=0)</a:t>
                      </a:r>
                      <a:endParaRPr kumimoji="0" lang="ru-RU" sz="2400" b="0" i="0" u="none" strike="noStrike" cap="none" normalizeH="0" baseline="0" dirty="0">
                        <a:ln>
                          <a:noFill/>
                        </a:ln>
                        <a:solidFill>
                          <a:schemeClr val="tx1"/>
                        </a:solidFill>
                        <a:effectLst/>
                        <a:latin typeface="Arial" charset="0"/>
                        <a:cs typeface="Arial" charset="0"/>
                        <a:sym typeface="Symbol" pitchFamily="18" charset="2"/>
                      </a:endParaRPr>
                    </a:p>
                  </a:txBody>
                  <a:tcPr marL="91448" marR="91448" marT="45715" marB="45715" horzOverflow="overflow"/>
                </a:tc>
                <a:extLst>
                  <a:ext uri="{0D108BD9-81ED-4DB2-BD59-A6C34878D82A}">
                    <a16:rowId xmlns:a16="http://schemas.microsoft.com/office/drawing/2014/main" val="10001"/>
                  </a:ext>
                </a:extLst>
              </a:tr>
              <a:tr h="53379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u="none" strike="noStrike" cap="none" normalizeH="0" baseline="0">
                          <a:ln>
                            <a:noFill/>
                          </a:ln>
                          <a:effectLst/>
                        </a:rPr>
                        <a:t>10</a:t>
                      </a:r>
                      <a:endParaRPr kumimoji="0" lang="ru-RU" sz="2400" b="0" i="0" u="none" strike="noStrike" cap="none" normalizeH="0" baseline="0">
                        <a:ln>
                          <a:noFill/>
                        </a:ln>
                        <a:solidFill>
                          <a:schemeClr val="tx1"/>
                        </a:solidFill>
                        <a:effectLst/>
                        <a:latin typeface="Arial" charset="0"/>
                        <a:cs typeface="Arial" charset="0"/>
                      </a:endParaRPr>
                    </a:p>
                  </a:txBody>
                  <a:tcPr marL="91448" marR="91448" marT="45715" marB="45715"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400" u="none" strike="noStrike" cap="none" normalizeH="0" baseline="0">
                          <a:ln>
                            <a:noFill/>
                          </a:ln>
                          <a:effectLst/>
                          <a:sym typeface="Symbol" pitchFamily="18" charset="2"/>
                        </a:rPr>
                        <a:t></a:t>
                      </a:r>
                      <a:r>
                        <a:rPr kumimoji="0" lang="en-US" sz="2400" u="none" strike="noStrike" cap="none" normalizeH="0" baseline="0">
                          <a:ln>
                            <a:noFill/>
                          </a:ln>
                          <a:effectLst/>
                          <a:sym typeface="Symbol" pitchFamily="18" charset="2"/>
                        </a:rPr>
                        <a:t> = w</a:t>
                      </a:r>
                      <a:r>
                        <a:rPr kumimoji="0" lang="en-US" sz="2400" u="none" strike="noStrike" cap="none" normalizeH="0" baseline="-25000">
                          <a:ln>
                            <a:noFill/>
                          </a:ln>
                          <a:effectLst/>
                          <a:sym typeface="Symbol" pitchFamily="18" charset="2"/>
                        </a:rPr>
                        <a:t>1</a:t>
                      </a:r>
                      <a:r>
                        <a:rPr kumimoji="0" lang="en-US" sz="2400" u="none" strike="noStrike" cap="none" normalizeH="0" baseline="0">
                          <a:ln>
                            <a:noFill/>
                          </a:ln>
                          <a:effectLst/>
                          <a:sym typeface="Symbol" pitchFamily="18" charset="2"/>
                        </a:rPr>
                        <a:t>*x</a:t>
                      </a:r>
                      <a:r>
                        <a:rPr kumimoji="0" lang="en-US" sz="2400" u="none" strike="noStrike" cap="none" normalizeH="0" baseline="-25000">
                          <a:ln>
                            <a:noFill/>
                          </a:ln>
                          <a:effectLst/>
                          <a:sym typeface="Symbol" pitchFamily="18" charset="2"/>
                        </a:rPr>
                        <a:t>1</a:t>
                      </a:r>
                      <a:r>
                        <a:rPr kumimoji="0" lang="en-US" sz="2400" u="none" strike="noStrike" cap="none" normalizeH="0" baseline="0">
                          <a:ln>
                            <a:noFill/>
                          </a:ln>
                          <a:effectLst/>
                          <a:sym typeface="Symbol" pitchFamily="18" charset="2"/>
                        </a:rPr>
                        <a:t>+w</a:t>
                      </a:r>
                      <a:r>
                        <a:rPr kumimoji="0" lang="en-US" sz="2400" u="none" strike="noStrike" cap="none" normalizeH="0" baseline="-25000">
                          <a:ln>
                            <a:noFill/>
                          </a:ln>
                          <a:effectLst/>
                          <a:sym typeface="Symbol" pitchFamily="18" charset="2"/>
                        </a:rPr>
                        <a:t>2</a:t>
                      </a:r>
                      <a:r>
                        <a:rPr kumimoji="0" lang="en-US" sz="2400" u="none" strike="noStrike" cap="none" normalizeH="0" baseline="0">
                          <a:ln>
                            <a:noFill/>
                          </a:ln>
                          <a:effectLst/>
                          <a:sym typeface="Symbol" pitchFamily="18" charset="2"/>
                        </a:rPr>
                        <a:t>*x</a:t>
                      </a:r>
                      <a:r>
                        <a:rPr kumimoji="0" lang="en-US" sz="2400" u="none" strike="noStrike" cap="none" normalizeH="0" baseline="-25000">
                          <a:ln>
                            <a:noFill/>
                          </a:ln>
                          <a:effectLst/>
                          <a:sym typeface="Symbol" pitchFamily="18" charset="2"/>
                        </a:rPr>
                        <a:t>2 </a:t>
                      </a:r>
                      <a:r>
                        <a:rPr kumimoji="0" lang="en-US" sz="2400" u="none" strike="noStrike" cap="none" normalizeH="0" baseline="0">
                          <a:ln>
                            <a:noFill/>
                          </a:ln>
                          <a:effectLst/>
                          <a:sym typeface="Symbol" pitchFamily="18" charset="2"/>
                        </a:rPr>
                        <a:t>= w</a:t>
                      </a:r>
                      <a:r>
                        <a:rPr kumimoji="0" lang="en-US" sz="2400" u="none" strike="noStrike" cap="none" normalizeH="0" baseline="-25000">
                          <a:ln>
                            <a:noFill/>
                          </a:ln>
                          <a:effectLst/>
                          <a:sym typeface="Symbol" pitchFamily="18" charset="2"/>
                        </a:rPr>
                        <a:t>1</a:t>
                      </a:r>
                      <a:r>
                        <a:rPr kumimoji="0" lang="en-US" sz="2400" u="none" strike="noStrike" cap="none" normalizeH="0" baseline="0">
                          <a:ln>
                            <a:noFill/>
                          </a:ln>
                          <a:effectLst/>
                          <a:sym typeface="Symbol" pitchFamily="18" charset="2"/>
                        </a:rPr>
                        <a:t> &lt;  (since 1&amp;0=0)</a:t>
                      </a:r>
                      <a:endParaRPr kumimoji="0" lang="ru-RU" sz="2400" b="0" i="0" u="none" strike="noStrike" cap="none" normalizeH="0" baseline="0">
                        <a:ln>
                          <a:noFill/>
                        </a:ln>
                        <a:solidFill>
                          <a:schemeClr val="tx1"/>
                        </a:solidFill>
                        <a:effectLst/>
                        <a:latin typeface="Arial" charset="0"/>
                        <a:cs typeface="Arial" charset="0"/>
                        <a:sym typeface="Symbol" pitchFamily="18" charset="2"/>
                      </a:endParaRPr>
                    </a:p>
                  </a:txBody>
                  <a:tcPr marL="91448" marR="91448" marT="45715" marB="45715" horzOverflow="overflow"/>
                </a:tc>
                <a:extLst>
                  <a:ext uri="{0D108BD9-81ED-4DB2-BD59-A6C34878D82A}">
                    <a16:rowId xmlns:a16="http://schemas.microsoft.com/office/drawing/2014/main" val="10002"/>
                  </a:ext>
                </a:extLst>
              </a:tr>
              <a:tr h="53379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dirty="0">
                          <a:ln>
                            <a:noFill/>
                          </a:ln>
                          <a:effectLst/>
                        </a:rPr>
                        <a:t>11</a:t>
                      </a:r>
                      <a:endParaRPr kumimoji="0" lang="ru-RU" sz="2400" b="0" i="0" u="none" strike="noStrike" cap="none" normalizeH="0" baseline="0" dirty="0">
                        <a:ln>
                          <a:noFill/>
                        </a:ln>
                        <a:solidFill>
                          <a:schemeClr val="tx1"/>
                        </a:solidFill>
                        <a:effectLst/>
                        <a:latin typeface="Arial" charset="0"/>
                        <a:cs typeface="Arial" charset="0"/>
                      </a:endParaRPr>
                    </a:p>
                  </a:txBody>
                  <a:tcPr marL="91448" marR="91448" marT="45715" marB="4571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2400" u="none" strike="noStrike" cap="none" normalizeH="0" baseline="0" dirty="0">
                          <a:ln>
                            <a:noFill/>
                          </a:ln>
                          <a:effectLst/>
                          <a:sym typeface="Symbol" pitchFamily="18" charset="2"/>
                        </a:rPr>
                        <a:t></a:t>
                      </a:r>
                      <a:r>
                        <a:rPr kumimoji="0" lang="en-US" sz="2400" u="none" strike="noStrike" cap="none" normalizeH="0" baseline="0" dirty="0">
                          <a:ln>
                            <a:noFill/>
                          </a:ln>
                          <a:effectLst/>
                          <a:sym typeface="Symbol" pitchFamily="18" charset="2"/>
                        </a:rPr>
                        <a:t> = w</a:t>
                      </a:r>
                      <a:r>
                        <a:rPr kumimoji="0" lang="en-US" sz="2400" u="none" strike="noStrike" cap="none" normalizeH="0" baseline="-25000" dirty="0">
                          <a:ln>
                            <a:noFill/>
                          </a:ln>
                          <a:effectLst/>
                          <a:sym typeface="Symbol" pitchFamily="18" charset="2"/>
                        </a:rPr>
                        <a:t>1</a:t>
                      </a:r>
                      <a:r>
                        <a:rPr kumimoji="0" lang="en-US" sz="2400" u="none" strike="noStrike" cap="none" normalizeH="0" baseline="0" dirty="0">
                          <a:ln>
                            <a:noFill/>
                          </a:ln>
                          <a:effectLst/>
                          <a:sym typeface="Symbol" pitchFamily="18" charset="2"/>
                        </a:rPr>
                        <a:t>*x</a:t>
                      </a:r>
                      <a:r>
                        <a:rPr kumimoji="0" lang="en-US" sz="2400" u="none" strike="noStrike" cap="none" normalizeH="0" baseline="-25000" dirty="0">
                          <a:ln>
                            <a:noFill/>
                          </a:ln>
                          <a:effectLst/>
                          <a:sym typeface="Symbol" pitchFamily="18" charset="2"/>
                        </a:rPr>
                        <a:t>1</a:t>
                      </a:r>
                      <a:r>
                        <a:rPr kumimoji="0" lang="en-US" sz="2400" u="none" strike="noStrike" cap="none" normalizeH="0" baseline="0" dirty="0">
                          <a:ln>
                            <a:noFill/>
                          </a:ln>
                          <a:effectLst/>
                          <a:sym typeface="Symbol" pitchFamily="18" charset="2"/>
                        </a:rPr>
                        <a:t>+w</a:t>
                      </a:r>
                      <a:r>
                        <a:rPr kumimoji="0" lang="en-US" sz="2400" u="none" strike="noStrike" cap="none" normalizeH="0" baseline="-25000" dirty="0">
                          <a:ln>
                            <a:noFill/>
                          </a:ln>
                          <a:effectLst/>
                          <a:sym typeface="Symbol" pitchFamily="18" charset="2"/>
                        </a:rPr>
                        <a:t>2</a:t>
                      </a:r>
                      <a:r>
                        <a:rPr kumimoji="0" lang="en-US" sz="2400" u="none" strike="noStrike" cap="none" normalizeH="0" baseline="0" dirty="0">
                          <a:ln>
                            <a:noFill/>
                          </a:ln>
                          <a:effectLst/>
                          <a:sym typeface="Symbol" pitchFamily="18" charset="2"/>
                        </a:rPr>
                        <a:t>*x</a:t>
                      </a:r>
                      <a:r>
                        <a:rPr kumimoji="0" lang="en-US" sz="2400" u="none" strike="noStrike" cap="none" normalizeH="0" baseline="-25000" dirty="0">
                          <a:ln>
                            <a:noFill/>
                          </a:ln>
                          <a:effectLst/>
                          <a:sym typeface="Symbol" pitchFamily="18" charset="2"/>
                        </a:rPr>
                        <a:t>2 </a:t>
                      </a:r>
                      <a:r>
                        <a:rPr kumimoji="0" lang="en-US" sz="2400" u="none" strike="noStrike" cap="none" normalizeH="0" baseline="0" dirty="0">
                          <a:ln>
                            <a:noFill/>
                          </a:ln>
                          <a:effectLst/>
                          <a:sym typeface="Symbol" pitchFamily="18" charset="2"/>
                        </a:rPr>
                        <a:t>= w</a:t>
                      </a:r>
                      <a:r>
                        <a:rPr kumimoji="0" lang="en-US" sz="2400" u="none" strike="noStrike" cap="none" normalizeH="0" baseline="-25000" dirty="0">
                          <a:ln>
                            <a:noFill/>
                          </a:ln>
                          <a:effectLst/>
                          <a:sym typeface="Symbol" pitchFamily="18" charset="2"/>
                        </a:rPr>
                        <a:t>1</a:t>
                      </a:r>
                      <a:r>
                        <a:rPr kumimoji="0" lang="en-US" sz="2400" u="none" strike="noStrike" cap="none" normalizeH="0" baseline="0" dirty="0">
                          <a:ln>
                            <a:noFill/>
                          </a:ln>
                          <a:effectLst/>
                          <a:sym typeface="Symbol" pitchFamily="18" charset="2"/>
                        </a:rPr>
                        <a:t>+w</a:t>
                      </a:r>
                      <a:r>
                        <a:rPr kumimoji="0" lang="en-US" sz="2400" u="none" strike="noStrike" cap="none" normalizeH="0" baseline="-25000" dirty="0">
                          <a:ln>
                            <a:noFill/>
                          </a:ln>
                          <a:effectLst/>
                          <a:sym typeface="Symbol" pitchFamily="18" charset="2"/>
                        </a:rPr>
                        <a:t>2</a:t>
                      </a:r>
                      <a:r>
                        <a:rPr kumimoji="0" lang="en-US" sz="2400" u="none" strike="noStrike" cap="none" normalizeH="0" baseline="0" dirty="0">
                          <a:ln>
                            <a:noFill/>
                          </a:ln>
                          <a:effectLst/>
                          <a:sym typeface="Symbol" pitchFamily="18" charset="2"/>
                        </a:rPr>
                        <a:t>   (since 1&amp;1=1)</a:t>
                      </a:r>
                      <a:endParaRPr kumimoji="0" lang="ru-RU" sz="2400" b="0" i="0" u="none" strike="noStrike" cap="none" normalizeH="0" baseline="0" dirty="0">
                        <a:ln>
                          <a:noFill/>
                        </a:ln>
                        <a:solidFill>
                          <a:schemeClr val="tx1"/>
                        </a:solidFill>
                        <a:effectLst/>
                        <a:latin typeface="Arial" charset="0"/>
                        <a:cs typeface="Arial" charset="0"/>
                        <a:sym typeface="Symbol" pitchFamily="18" charset="2"/>
                      </a:endParaRPr>
                    </a:p>
                  </a:txBody>
                  <a:tcPr marL="91448" marR="91448" marT="45715" marB="45715" horzOverflow="overflow"/>
                </a:tc>
                <a:extLst>
                  <a:ext uri="{0D108BD9-81ED-4DB2-BD59-A6C34878D82A}">
                    <a16:rowId xmlns:a16="http://schemas.microsoft.com/office/drawing/2014/main" val="10003"/>
                  </a:ext>
                </a:extLst>
              </a:tr>
            </a:tbl>
          </a:graphicData>
        </a:graphic>
      </p:graphicFrame>
      <p:sp>
        <p:nvSpPr>
          <p:cNvPr id="74771" name="Title 6">
            <a:extLst>
              <a:ext uri="{FF2B5EF4-FFF2-40B4-BE49-F238E27FC236}">
                <a16:creationId xmlns:a16="http://schemas.microsoft.com/office/drawing/2014/main" id="{4332E6FE-77B1-E720-9E85-B82FF35F284B}"/>
              </a:ext>
            </a:extLst>
          </p:cNvPr>
          <p:cNvSpPr>
            <a:spLocks noGrp="1" noChangeArrowheads="1"/>
          </p:cNvSpPr>
          <p:nvPr>
            <p:ph type="title"/>
          </p:nvPr>
        </p:nvSpPr>
        <p:spPr>
          <a:xfrm>
            <a:off x="-1" y="183402"/>
            <a:ext cx="11612880" cy="704088"/>
          </a:xfrm>
        </p:spPr>
        <p:txBody>
          <a:bodyPr>
            <a:normAutofit/>
          </a:bodyPr>
          <a:lstStyle/>
          <a:p>
            <a:r>
              <a:rPr lang="en-US" altLang="en-US" dirty="0"/>
              <a:t>Example (1)</a:t>
            </a:r>
            <a:endParaRPr lang="ru-RU" altLang="en-US" dirty="0"/>
          </a:p>
        </p:txBody>
      </p:sp>
      <p:sp>
        <p:nvSpPr>
          <p:cNvPr id="74772" name="Content Placeholder 7">
            <a:extLst>
              <a:ext uri="{FF2B5EF4-FFF2-40B4-BE49-F238E27FC236}">
                <a16:creationId xmlns:a16="http://schemas.microsoft.com/office/drawing/2014/main" id="{A641CA3C-D4CF-2E0D-23C2-01D12BF4952D}"/>
              </a:ext>
            </a:extLst>
          </p:cNvPr>
          <p:cNvSpPr>
            <a:spLocks noGrp="1" noChangeArrowheads="1"/>
          </p:cNvSpPr>
          <p:nvPr>
            <p:ph type="body" sz="quarter" idx="10"/>
          </p:nvPr>
        </p:nvSpPr>
        <p:spPr>
          <a:xfrm>
            <a:off x="457200" y="1188720"/>
            <a:ext cx="11277922" cy="5185186"/>
          </a:xfrm>
        </p:spPr>
        <p:txBody>
          <a:bodyPr/>
          <a:lstStyle/>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ru-RU" altLang="en-US" dirty="0"/>
          </a:p>
          <a:p>
            <a:r>
              <a:rPr lang="en-US" altLang="en-US" dirty="0"/>
              <a:t>Task solution: </a:t>
            </a:r>
            <a:r>
              <a:rPr lang="en-US" altLang="en-US" dirty="0">
                <a:sym typeface="Symbol" panose="05050102010706020507" pitchFamily="18" charset="2"/>
              </a:rPr>
              <a:t> =2, w1=w2=1</a:t>
            </a:r>
            <a:endParaRPr lang="ru-RU" altLang="en-US" dirty="0">
              <a:sym typeface="Symbol" panose="05050102010706020507" pitchFamily="18" charset="2"/>
            </a:endParaRPr>
          </a:p>
          <a:p>
            <a:endParaRPr lang="ru-RU" altLang="en-US" dirty="0"/>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310AAE5A-EFCB-4E93-B75F-113CE66A2DAF}"/>
              </a:ext>
            </a:extLst>
          </p:cNvPr>
          <p:cNvGraphicFramePr>
            <a:graphicFrameLocks noGrp="1"/>
          </p:cNvGraphicFramePr>
          <p:nvPr/>
        </p:nvGraphicFramePr>
        <p:xfrm>
          <a:off x="2854325" y="2570163"/>
          <a:ext cx="6096000" cy="1917700"/>
        </p:xfrm>
        <a:graphic>
          <a:graphicData uri="http://schemas.openxmlformats.org/drawingml/2006/table">
            <a:tbl>
              <a:tblPr firstRow="1" bandRow="1">
                <a:tableStyleId>{5C22544A-7EE6-4342-B048-85BDC9FD1C3A}</a:tableStyleId>
              </a:tblPr>
              <a:tblGrid>
                <a:gridCol w="9525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tblGrid>
              <a:tr h="5461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dirty="0">
                          <a:ln>
                            <a:noFill/>
                          </a:ln>
                          <a:effectLst/>
                        </a:rPr>
                        <a:t>00</a:t>
                      </a:r>
                      <a:endParaRPr kumimoji="0" lang="ru-RU" sz="24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a:ln>
                            <a:noFill/>
                          </a:ln>
                          <a:effectLst/>
                        </a:rPr>
                        <a:t>0&lt;</a:t>
                      </a:r>
                      <a:r>
                        <a:rPr kumimoji="0" lang="en-US" sz="2400" u="none" strike="noStrike" cap="none" normalizeH="0" baseline="0">
                          <a:ln>
                            <a:noFill/>
                          </a:ln>
                          <a:effectLst/>
                          <a:sym typeface="Symbol" pitchFamily="18" charset="2"/>
                        </a:rPr>
                        <a:t> (since 0  0 = 0)</a:t>
                      </a:r>
                      <a:endParaRPr kumimoji="0" lang="en-US" sz="2400" b="0" i="0" u="none" strike="noStrike" cap="none" normalizeH="0" baseline="0">
                        <a:ln>
                          <a:noFill/>
                        </a:ln>
                        <a:solidFill>
                          <a:schemeClr val="tx1"/>
                        </a:solidFill>
                        <a:effectLst/>
                        <a:latin typeface="Arial" charset="0"/>
                        <a:cs typeface="Arial" charset="0"/>
                        <a:sym typeface="Symbol" pitchFamily="18" charset="2"/>
                      </a:endParaRPr>
                    </a:p>
                  </a:txBody>
                  <a:tcPr horzOverflow="overflow"/>
                </a:tc>
                <a:extLst>
                  <a:ext uri="{0D108BD9-81ED-4DB2-BD59-A6C34878D82A}">
                    <a16:rowId xmlns:a16="http://schemas.microsoft.com/office/drawing/2014/main" val="10000"/>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a:ln>
                            <a:noFill/>
                          </a:ln>
                          <a:effectLst/>
                        </a:rPr>
                        <a:t>01</a:t>
                      </a:r>
                      <a:endParaRPr kumimoji="0" lang="ru-RU" sz="24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a:ln>
                            <a:noFill/>
                          </a:ln>
                          <a:effectLst/>
                        </a:rPr>
                        <a:t>w</a:t>
                      </a:r>
                      <a:r>
                        <a:rPr kumimoji="0" lang="en-US" sz="2400" u="none" strike="noStrike" cap="none" normalizeH="0" baseline="-25000">
                          <a:ln>
                            <a:noFill/>
                          </a:ln>
                          <a:effectLst/>
                        </a:rPr>
                        <a:t>2</a:t>
                      </a:r>
                      <a:r>
                        <a:rPr kumimoji="0" lang="en-US" sz="2400" u="none" strike="noStrike" cap="none" normalizeH="0" baseline="0">
                          <a:ln>
                            <a:noFill/>
                          </a:ln>
                          <a:effectLst/>
                          <a:sym typeface="Symbol" pitchFamily="18" charset="2"/>
                        </a:rPr>
                        <a:t> (since 0  1= 1)</a:t>
                      </a:r>
                      <a:endParaRPr kumimoji="0" lang="en-US" sz="2400" b="0" i="0" u="none" strike="noStrike" cap="none" normalizeH="0" baseline="0">
                        <a:ln>
                          <a:noFill/>
                        </a:ln>
                        <a:solidFill>
                          <a:schemeClr val="tx1"/>
                        </a:solidFill>
                        <a:effectLst/>
                        <a:latin typeface="Arial" charset="0"/>
                        <a:cs typeface="Arial" charset="0"/>
                        <a:sym typeface="Symbol" pitchFamily="18" charset="2"/>
                      </a:endParaRPr>
                    </a:p>
                  </a:txBody>
                  <a:tcPr horzOverflow="overflow"/>
                </a:tc>
                <a:extLst>
                  <a:ext uri="{0D108BD9-81ED-4DB2-BD59-A6C34878D82A}">
                    <a16:rowId xmlns:a16="http://schemas.microsoft.com/office/drawing/2014/main" val="10001"/>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dirty="0">
                          <a:ln>
                            <a:noFill/>
                          </a:ln>
                          <a:effectLst/>
                        </a:rPr>
                        <a:t>10</a:t>
                      </a:r>
                      <a:endParaRPr kumimoji="0" lang="ru-RU" sz="24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dirty="0">
                          <a:ln>
                            <a:noFill/>
                          </a:ln>
                          <a:effectLst/>
                        </a:rPr>
                        <a:t>w</a:t>
                      </a:r>
                      <a:r>
                        <a:rPr kumimoji="0" lang="en-US" sz="2400" u="none" strike="noStrike" cap="none" normalizeH="0" baseline="-25000" dirty="0">
                          <a:ln>
                            <a:noFill/>
                          </a:ln>
                          <a:effectLst/>
                        </a:rPr>
                        <a:t>1</a:t>
                      </a:r>
                      <a:r>
                        <a:rPr kumimoji="0" lang="en-US" sz="2400" u="none" strike="noStrike" cap="none" normalizeH="0" baseline="0" dirty="0">
                          <a:ln>
                            <a:noFill/>
                          </a:ln>
                          <a:effectLst/>
                          <a:sym typeface="Symbol" pitchFamily="18" charset="2"/>
                        </a:rPr>
                        <a:t> (since 1  0= 1)</a:t>
                      </a:r>
                      <a:endParaRPr kumimoji="0" lang="ru-RU" sz="24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2"/>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a:ln>
                            <a:noFill/>
                          </a:ln>
                          <a:effectLst/>
                        </a:rPr>
                        <a:t>11</a:t>
                      </a:r>
                      <a:endParaRPr kumimoji="0" lang="ru-RU" sz="24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dirty="0">
                          <a:ln>
                            <a:noFill/>
                          </a:ln>
                          <a:effectLst/>
                        </a:rPr>
                        <a:t>w</a:t>
                      </a:r>
                      <a:r>
                        <a:rPr kumimoji="0" lang="en-US" sz="2400" u="none" strike="noStrike" cap="none" normalizeH="0" baseline="-25000" dirty="0">
                          <a:ln>
                            <a:noFill/>
                          </a:ln>
                          <a:effectLst/>
                        </a:rPr>
                        <a:t>1</a:t>
                      </a:r>
                      <a:r>
                        <a:rPr kumimoji="0" lang="en-US" sz="2400" u="none" strike="noStrike" cap="none" normalizeH="0" baseline="0" dirty="0">
                          <a:ln>
                            <a:noFill/>
                          </a:ln>
                          <a:effectLst/>
                        </a:rPr>
                        <a:t>+w</a:t>
                      </a:r>
                      <a:r>
                        <a:rPr kumimoji="0" lang="en-US" sz="2400" u="none" strike="noStrike" cap="none" normalizeH="0" baseline="-25000" dirty="0">
                          <a:ln>
                            <a:noFill/>
                          </a:ln>
                          <a:effectLst/>
                        </a:rPr>
                        <a:t>2</a:t>
                      </a:r>
                      <a:r>
                        <a:rPr kumimoji="0" lang="en-US" sz="2400" u="none" strike="noStrike" cap="none" normalizeH="0" baseline="0" dirty="0">
                          <a:ln>
                            <a:noFill/>
                          </a:ln>
                          <a:effectLst/>
                        </a:rPr>
                        <a:t>&lt;</a:t>
                      </a:r>
                      <a:r>
                        <a:rPr kumimoji="0" lang="en-US" sz="2400" u="none" strike="noStrike" cap="none" normalizeH="0" baseline="0" dirty="0">
                          <a:ln>
                            <a:noFill/>
                          </a:ln>
                          <a:effectLst/>
                          <a:sym typeface="Symbol" pitchFamily="18" charset="2"/>
                        </a:rPr>
                        <a:t> (since 1  1 = 0)</a:t>
                      </a:r>
                      <a:endParaRPr kumimoji="0" lang="en-US" sz="2400" b="0" i="0" u="none" strike="noStrike" cap="none" normalizeH="0" baseline="0" dirty="0">
                        <a:ln>
                          <a:noFill/>
                        </a:ln>
                        <a:solidFill>
                          <a:schemeClr val="tx1"/>
                        </a:solidFill>
                        <a:effectLst/>
                        <a:latin typeface="Arial" charset="0"/>
                        <a:cs typeface="Arial" charset="0"/>
                        <a:sym typeface="Symbol" pitchFamily="18" charset="2"/>
                      </a:endParaRPr>
                    </a:p>
                  </a:txBody>
                  <a:tcPr horzOverflow="overflow"/>
                </a:tc>
                <a:extLst>
                  <a:ext uri="{0D108BD9-81ED-4DB2-BD59-A6C34878D82A}">
                    <a16:rowId xmlns:a16="http://schemas.microsoft.com/office/drawing/2014/main" val="10003"/>
                  </a:ext>
                </a:extLst>
              </a:tr>
            </a:tbl>
          </a:graphicData>
        </a:graphic>
      </p:graphicFrame>
      <p:sp>
        <p:nvSpPr>
          <p:cNvPr id="76819" name="Title 7">
            <a:extLst>
              <a:ext uri="{FF2B5EF4-FFF2-40B4-BE49-F238E27FC236}">
                <a16:creationId xmlns:a16="http://schemas.microsoft.com/office/drawing/2014/main" id="{8D614A64-BB92-1A5B-1A70-C9086CF5B47F}"/>
              </a:ext>
            </a:extLst>
          </p:cNvPr>
          <p:cNvSpPr>
            <a:spLocks noGrp="1" noChangeArrowheads="1"/>
          </p:cNvSpPr>
          <p:nvPr>
            <p:ph type="title"/>
          </p:nvPr>
        </p:nvSpPr>
        <p:spPr>
          <a:xfrm>
            <a:off x="-1" y="183402"/>
            <a:ext cx="11612880" cy="704088"/>
          </a:xfrm>
        </p:spPr>
        <p:txBody>
          <a:bodyPr>
            <a:normAutofit/>
          </a:bodyPr>
          <a:lstStyle/>
          <a:p>
            <a:r>
              <a:rPr lang="en-US" altLang="en-US" dirty="0"/>
              <a:t>Example (2)</a:t>
            </a:r>
            <a:endParaRPr lang="ru-RU" altLang="en-US" dirty="0"/>
          </a:p>
        </p:txBody>
      </p:sp>
      <p:sp>
        <p:nvSpPr>
          <p:cNvPr id="76820" name="Content Placeholder 8">
            <a:extLst>
              <a:ext uri="{FF2B5EF4-FFF2-40B4-BE49-F238E27FC236}">
                <a16:creationId xmlns:a16="http://schemas.microsoft.com/office/drawing/2014/main" id="{7121E02C-7648-F822-D1D5-2021EA29BAD9}"/>
              </a:ext>
            </a:extLst>
          </p:cNvPr>
          <p:cNvSpPr>
            <a:spLocks noGrp="1" noChangeArrowheads="1"/>
          </p:cNvSpPr>
          <p:nvPr>
            <p:ph type="body" sz="quarter" idx="10"/>
          </p:nvPr>
        </p:nvSpPr>
        <p:spPr>
          <a:xfrm>
            <a:off x="457200" y="1188720"/>
            <a:ext cx="11277922" cy="5185186"/>
          </a:xfrm>
        </p:spPr>
        <p:txBody>
          <a:bodyPr/>
          <a:lstStyle/>
          <a:p>
            <a:r>
              <a:rPr lang="en-US" altLang="en-US" dirty="0"/>
              <a:t>There is no existing element in the threshold logic with two inputs that executes XOR function.</a:t>
            </a:r>
            <a:endParaRPr lang="ru-RU" altLang="en-US" dirty="0"/>
          </a:p>
          <a:p>
            <a:endParaRPr lang="en-US" altLang="en-US" dirty="0"/>
          </a:p>
          <a:p>
            <a:endParaRPr lang="en-US" altLang="en-US" dirty="0"/>
          </a:p>
          <a:p>
            <a:endParaRPr lang="en-US" altLang="en-US" dirty="0"/>
          </a:p>
          <a:p>
            <a:endParaRPr lang="en-US" altLang="en-US" dirty="0"/>
          </a:p>
          <a:p>
            <a:pPr marL="0" indent="0">
              <a:buNone/>
            </a:pPr>
            <a:endParaRPr lang="en-US" altLang="en-US" dirty="0"/>
          </a:p>
          <a:p>
            <a:pPr marL="0" indent="0">
              <a:buNone/>
            </a:pPr>
            <a:r>
              <a:rPr lang="en-US" altLang="en-US" dirty="0">
                <a:sym typeface="Symbol" panose="05050102010706020507" pitchFamily="18" charset="2"/>
              </a:rPr>
              <a:t>              </a:t>
            </a:r>
          </a:p>
          <a:p>
            <a:r>
              <a:rPr lang="en-US" altLang="en-US" dirty="0">
                <a:sym typeface="Symbol" panose="05050102010706020507" pitchFamily="18" charset="2"/>
              </a:rPr>
              <a:t>  </a:t>
            </a:r>
            <a:r>
              <a:rPr lang="en-US" altLang="en-US" dirty="0"/>
              <a:t> &gt; w1 + w2 </a:t>
            </a:r>
            <a:r>
              <a:rPr lang="en-US" altLang="en-US" dirty="0">
                <a:sym typeface="Symbol" panose="05050102010706020507" pitchFamily="18" charset="2"/>
              </a:rPr>
              <a:t> 2. It is contradiction.</a:t>
            </a:r>
            <a:endParaRPr lang="ru-RU" altLang="en-US" dirty="0"/>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a:extLst>
              <a:ext uri="{FF2B5EF4-FFF2-40B4-BE49-F238E27FC236}">
                <a16:creationId xmlns:a16="http://schemas.microsoft.com/office/drawing/2014/main" id="{DD818523-4F5F-BCEB-D72C-373C93716149}"/>
              </a:ext>
            </a:extLst>
          </p:cNvPr>
          <p:cNvSpPr>
            <a:spLocks noGrp="1" noChangeArrowheads="1"/>
          </p:cNvSpPr>
          <p:nvPr>
            <p:ph type="title"/>
          </p:nvPr>
        </p:nvSpPr>
        <p:spPr>
          <a:xfrm>
            <a:off x="-1" y="183402"/>
            <a:ext cx="11612880" cy="704088"/>
          </a:xfrm>
        </p:spPr>
        <p:txBody>
          <a:bodyPr/>
          <a:lstStyle/>
          <a:p>
            <a:r>
              <a:rPr lang="en-US" altLang="en-US"/>
              <a:t>Perceptron </a:t>
            </a:r>
          </a:p>
        </p:txBody>
      </p:sp>
      <p:sp>
        <p:nvSpPr>
          <p:cNvPr id="78851" name="TextBox 24">
            <a:extLst>
              <a:ext uri="{FF2B5EF4-FFF2-40B4-BE49-F238E27FC236}">
                <a16:creationId xmlns:a16="http://schemas.microsoft.com/office/drawing/2014/main" id="{FD44E33B-66E8-1AAE-8AF1-3C07C9325781}"/>
              </a:ext>
            </a:extLst>
          </p:cNvPr>
          <p:cNvSpPr txBox="1">
            <a:spLocks noChangeArrowheads="1"/>
          </p:cNvSpPr>
          <p:nvPr/>
        </p:nvSpPr>
        <p:spPr bwMode="auto">
          <a:xfrm>
            <a:off x="1700213" y="3344864"/>
            <a:ext cx="1162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b="0"/>
              <a:t>inputs</a:t>
            </a:r>
          </a:p>
        </p:txBody>
      </p:sp>
      <p:sp>
        <p:nvSpPr>
          <p:cNvPr id="78852" name="TextBox 33">
            <a:extLst>
              <a:ext uri="{FF2B5EF4-FFF2-40B4-BE49-F238E27FC236}">
                <a16:creationId xmlns:a16="http://schemas.microsoft.com/office/drawing/2014/main" id="{D2888B30-3604-1FF8-E093-21CDA5664CB0}"/>
              </a:ext>
            </a:extLst>
          </p:cNvPr>
          <p:cNvSpPr txBox="1">
            <a:spLocks noChangeArrowheads="1"/>
          </p:cNvSpPr>
          <p:nvPr/>
        </p:nvSpPr>
        <p:spPr bwMode="auto">
          <a:xfrm>
            <a:off x="5835651" y="1730376"/>
            <a:ext cx="41814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Perceptron is a single layer neural network and a multi-layer perceptron is called Neural Networks.</a:t>
            </a:r>
          </a:p>
        </p:txBody>
      </p:sp>
      <p:grpSp>
        <p:nvGrpSpPr>
          <p:cNvPr id="78853" name="Group 10">
            <a:extLst>
              <a:ext uri="{FF2B5EF4-FFF2-40B4-BE49-F238E27FC236}">
                <a16:creationId xmlns:a16="http://schemas.microsoft.com/office/drawing/2014/main" id="{33616C25-0FE7-0B6A-7B14-2F23601DF2D0}"/>
              </a:ext>
            </a:extLst>
          </p:cNvPr>
          <p:cNvGrpSpPr>
            <a:grpSpLocks/>
          </p:cNvGrpSpPr>
          <p:nvPr/>
        </p:nvGrpSpPr>
        <p:grpSpPr bwMode="auto">
          <a:xfrm>
            <a:off x="2684463" y="1743075"/>
            <a:ext cx="6623050" cy="3817428"/>
            <a:chOff x="1160144" y="1237659"/>
            <a:chExt cx="6793231" cy="4290385"/>
          </a:xfrm>
        </p:grpSpPr>
        <p:sp>
          <p:nvSpPr>
            <p:cNvPr id="78855" name="Oval 2">
              <a:extLst>
                <a:ext uri="{FF2B5EF4-FFF2-40B4-BE49-F238E27FC236}">
                  <a16:creationId xmlns:a16="http://schemas.microsoft.com/office/drawing/2014/main" id="{21FC453A-FFB9-E8F1-4523-1F0D067D0A3B}"/>
                </a:ext>
              </a:extLst>
            </p:cNvPr>
            <p:cNvSpPr>
              <a:spLocks noChangeArrowheads="1"/>
            </p:cNvSpPr>
            <p:nvPr/>
          </p:nvSpPr>
          <p:spPr bwMode="auto">
            <a:xfrm>
              <a:off x="1733550" y="1237659"/>
              <a:ext cx="640080" cy="627308"/>
            </a:xfrm>
            <a:prstGeom prst="ellipse">
              <a:avLst/>
            </a:prstGeom>
            <a:solidFill>
              <a:schemeClr val="accent1">
                <a:lumMod val="60000"/>
                <a:lumOff val="40000"/>
              </a:schemeClr>
            </a:solidFill>
            <a:ln w="28575"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dirty="0"/>
                <a:t>1</a:t>
              </a:r>
            </a:p>
          </p:txBody>
        </p:sp>
        <p:sp>
          <p:nvSpPr>
            <p:cNvPr id="78856" name="Oval 3">
              <a:extLst>
                <a:ext uri="{FF2B5EF4-FFF2-40B4-BE49-F238E27FC236}">
                  <a16:creationId xmlns:a16="http://schemas.microsoft.com/office/drawing/2014/main" id="{349B49ED-4233-122E-E345-436234BC2007}"/>
                </a:ext>
              </a:extLst>
            </p:cNvPr>
            <p:cNvSpPr>
              <a:spLocks noChangeArrowheads="1"/>
            </p:cNvSpPr>
            <p:nvPr/>
          </p:nvSpPr>
          <p:spPr bwMode="auto">
            <a:xfrm>
              <a:off x="1733550" y="2384420"/>
              <a:ext cx="640080" cy="627308"/>
            </a:xfrm>
            <a:prstGeom prst="ellipse">
              <a:avLst/>
            </a:prstGeom>
            <a:solidFill>
              <a:schemeClr val="accent1">
                <a:lumMod val="60000"/>
                <a:lumOff val="40000"/>
              </a:schemeClr>
            </a:solidFill>
            <a:ln w="28575"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x1</a:t>
              </a:r>
            </a:p>
          </p:txBody>
        </p:sp>
        <p:sp>
          <p:nvSpPr>
            <p:cNvPr id="78857" name="Oval 4">
              <a:extLst>
                <a:ext uri="{FF2B5EF4-FFF2-40B4-BE49-F238E27FC236}">
                  <a16:creationId xmlns:a16="http://schemas.microsoft.com/office/drawing/2014/main" id="{7426880D-A981-F476-CD09-18C2A05057F6}"/>
                </a:ext>
              </a:extLst>
            </p:cNvPr>
            <p:cNvSpPr>
              <a:spLocks noChangeArrowheads="1"/>
            </p:cNvSpPr>
            <p:nvPr/>
          </p:nvSpPr>
          <p:spPr bwMode="auto">
            <a:xfrm>
              <a:off x="1733550" y="3698905"/>
              <a:ext cx="640080" cy="627308"/>
            </a:xfrm>
            <a:prstGeom prst="ellipse">
              <a:avLst/>
            </a:prstGeom>
            <a:solidFill>
              <a:schemeClr val="accent1">
                <a:lumMod val="60000"/>
                <a:lumOff val="40000"/>
              </a:schemeClr>
            </a:solidFill>
            <a:ln w="28575"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200"/>
                <a:t>X</a:t>
              </a:r>
              <a:r>
                <a:rPr lang="en-US" altLang="en-US" sz="1200" baseline="-25000"/>
                <a:t>n-1</a:t>
              </a:r>
              <a:endParaRPr lang="en-US" altLang="en-US" sz="1200"/>
            </a:p>
          </p:txBody>
        </p:sp>
        <p:sp>
          <p:nvSpPr>
            <p:cNvPr id="78858" name="Oval 5">
              <a:extLst>
                <a:ext uri="{FF2B5EF4-FFF2-40B4-BE49-F238E27FC236}">
                  <a16:creationId xmlns:a16="http://schemas.microsoft.com/office/drawing/2014/main" id="{6284BFC5-21BB-9CA9-643D-D3D8ADD30043}"/>
                </a:ext>
              </a:extLst>
            </p:cNvPr>
            <p:cNvSpPr>
              <a:spLocks noChangeArrowheads="1"/>
            </p:cNvSpPr>
            <p:nvPr/>
          </p:nvSpPr>
          <p:spPr bwMode="auto">
            <a:xfrm>
              <a:off x="1733550" y="4849567"/>
              <a:ext cx="640080" cy="627308"/>
            </a:xfrm>
            <a:prstGeom prst="ellipse">
              <a:avLst/>
            </a:prstGeom>
            <a:solidFill>
              <a:schemeClr val="accent1">
                <a:lumMod val="60000"/>
                <a:lumOff val="40000"/>
              </a:schemeClr>
            </a:solidFill>
            <a:ln w="28575"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x</a:t>
              </a:r>
              <a:r>
                <a:rPr lang="en-US" altLang="en-US" sz="1800" b="0" baseline="-25000"/>
                <a:t>n</a:t>
              </a:r>
              <a:endParaRPr lang="en-US" altLang="en-US" sz="1800" b="0"/>
            </a:p>
          </p:txBody>
        </p:sp>
        <p:sp>
          <p:nvSpPr>
            <p:cNvPr id="7" name="Oval 6">
              <a:extLst>
                <a:ext uri="{FF2B5EF4-FFF2-40B4-BE49-F238E27FC236}">
                  <a16:creationId xmlns:a16="http://schemas.microsoft.com/office/drawing/2014/main" id="{551297C7-A82B-4308-B2C1-5B5B65674689}"/>
                </a:ext>
              </a:extLst>
            </p:cNvPr>
            <p:cNvSpPr/>
            <p:nvPr/>
          </p:nvSpPr>
          <p:spPr bwMode="auto">
            <a:xfrm>
              <a:off x="3981972" y="2989726"/>
              <a:ext cx="822288" cy="806450"/>
            </a:xfrm>
            <a:prstGeom prst="ellipse">
              <a:avLst/>
            </a:prstGeom>
            <a:solidFill>
              <a:schemeClr val="accent1">
                <a:lumMod val="20000"/>
                <a:lumOff val="80000"/>
              </a:schemeClr>
            </a:solidFill>
            <a:ln w="28575" cap="flat" cmpd="sng" algn="ctr">
              <a:solidFill>
                <a:schemeClr val="tx1"/>
              </a:solidFill>
              <a:prstDash val="solid"/>
              <a:round/>
              <a:headEnd type="none" w="med" len="med"/>
              <a:tailEnd type="none" w="med" len="med"/>
            </a:ln>
            <a:effectLst/>
          </p:spPr>
          <p:txBody>
            <a:bodyPr anchor="ctr"/>
            <a:lstStyle/>
            <a:p>
              <a:pPr eaLnBrk="1" hangingPunct="1">
                <a:defRPr/>
              </a:pPr>
              <a:r>
                <a:rPr lang="en-US" dirty="0">
                  <a:latin typeface="Arial" charset="0"/>
                  <a:cs typeface="Arial" charset="0"/>
                  <a:sym typeface="Symbol"/>
                </a:rPr>
                <a:t></a:t>
              </a:r>
              <a:r>
                <a:rPr lang="en-US" sz="2000" dirty="0">
                  <a:latin typeface="Arial" charset="0"/>
                  <a:cs typeface="Arial" charset="0"/>
                  <a:sym typeface="Symbol"/>
                </a:rPr>
                <a:t></a:t>
              </a:r>
              <a:endParaRPr lang="en-US" sz="2000" dirty="0">
                <a:latin typeface="Arial" charset="0"/>
                <a:cs typeface="Arial" charset="0"/>
              </a:endParaRPr>
            </a:p>
          </p:txBody>
        </p:sp>
        <p:cxnSp>
          <p:nvCxnSpPr>
            <p:cNvPr id="78860" name="Straight Arrow Connector 8">
              <a:extLst>
                <a:ext uri="{FF2B5EF4-FFF2-40B4-BE49-F238E27FC236}">
                  <a16:creationId xmlns:a16="http://schemas.microsoft.com/office/drawing/2014/main" id="{E56CF9B1-367D-F8D0-3756-629BFBB9CD51}"/>
                </a:ext>
              </a:extLst>
            </p:cNvPr>
            <p:cNvCxnSpPr>
              <a:cxnSpLocks noChangeShapeType="1"/>
              <a:stCxn id="78855" idx="6"/>
              <a:endCxn id="7" idx="1"/>
            </p:cNvCxnSpPr>
            <p:nvPr/>
          </p:nvCxnSpPr>
          <p:spPr bwMode="auto">
            <a:xfrm>
              <a:off x="2373630" y="1551313"/>
              <a:ext cx="1728340" cy="1556002"/>
            </a:xfrm>
            <a:prstGeom prst="straightConnector1">
              <a:avLst/>
            </a:prstGeom>
            <a:noFill/>
            <a:ln w="28575"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8861" name="Straight Arrow Connector 11">
              <a:extLst>
                <a:ext uri="{FF2B5EF4-FFF2-40B4-BE49-F238E27FC236}">
                  <a16:creationId xmlns:a16="http://schemas.microsoft.com/office/drawing/2014/main" id="{E33E1020-FF89-1A06-624D-03DFFA8BA2BA}"/>
                </a:ext>
              </a:extLst>
            </p:cNvPr>
            <p:cNvCxnSpPr>
              <a:cxnSpLocks noChangeShapeType="1"/>
              <a:stCxn id="78856" idx="6"/>
              <a:endCxn id="7" idx="2"/>
            </p:cNvCxnSpPr>
            <p:nvPr/>
          </p:nvCxnSpPr>
          <p:spPr bwMode="auto">
            <a:xfrm>
              <a:off x="2373630" y="2698074"/>
              <a:ext cx="1607820" cy="694395"/>
            </a:xfrm>
            <a:prstGeom prst="straightConnector1">
              <a:avLst/>
            </a:prstGeom>
            <a:noFill/>
            <a:ln w="28575"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8862" name="Straight Arrow Connector 12">
              <a:extLst>
                <a:ext uri="{FF2B5EF4-FFF2-40B4-BE49-F238E27FC236}">
                  <a16:creationId xmlns:a16="http://schemas.microsoft.com/office/drawing/2014/main" id="{F357DC83-1A0A-16D7-F0F7-ED0859C0E849}"/>
                </a:ext>
              </a:extLst>
            </p:cNvPr>
            <p:cNvCxnSpPr>
              <a:cxnSpLocks noChangeShapeType="1"/>
              <a:stCxn id="78857" idx="6"/>
              <a:endCxn id="7" idx="3"/>
            </p:cNvCxnSpPr>
            <p:nvPr/>
          </p:nvCxnSpPr>
          <p:spPr bwMode="auto">
            <a:xfrm flipV="1">
              <a:off x="2373630" y="3677623"/>
              <a:ext cx="1728340" cy="334936"/>
            </a:xfrm>
            <a:prstGeom prst="straightConnector1">
              <a:avLst/>
            </a:prstGeom>
            <a:noFill/>
            <a:ln w="28575"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8863" name="Straight Arrow Connector 14">
              <a:extLst>
                <a:ext uri="{FF2B5EF4-FFF2-40B4-BE49-F238E27FC236}">
                  <a16:creationId xmlns:a16="http://schemas.microsoft.com/office/drawing/2014/main" id="{F12F8F38-1BCC-5842-3EA8-7F18DD174E9F}"/>
                </a:ext>
              </a:extLst>
            </p:cNvPr>
            <p:cNvCxnSpPr>
              <a:cxnSpLocks noChangeShapeType="1"/>
            </p:cNvCxnSpPr>
            <p:nvPr/>
          </p:nvCxnSpPr>
          <p:spPr bwMode="auto">
            <a:xfrm flipV="1">
              <a:off x="2373630" y="3795738"/>
              <a:ext cx="1884045" cy="1242988"/>
            </a:xfrm>
            <a:prstGeom prst="straightConnector1">
              <a:avLst/>
            </a:prstGeom>
            <a:noFill/>
            <a:ln w="28575"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8864" name="Straight Arrow Connector 17">
              <a:extLst>
                <a:ext uri="{FF2B5EF4-FFF2-40B4-BE49-F238E27FC236}">
                  <a16:creationId xmlns:a16="http://schemas.microsoft.com/office/drawing/2014/main" id="{D99880C3-EA4F-FAB4-8292-27436CEDF723}"/>
                </a:ext>
              </a:extLst>
            </p:cNvPr>
            <p:cNvCxnSpPr>
              <a:cxnSpLocks noChangeShapeType="1"/>
            </p:cNvCxnSpPr>
            <p:nvPr/>
          </p:nvCxnSpPr>
          <p:spPr bwMode="auto">
            <a:xfrm>
              <a:off x="4804410" y="3393982"/>
              <a:ext cx="731520" cy="0"/>
            </a:xfrm>
            <a:prstGeom prst="straightConnector1">
              <a:avLst/>
            </a:prstGeom>
            <a:noFill/>
            <a:ln w="28575"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78865" name="TextBox 18">
              <a:extLst>
                <a:ext uri="{FF2B5EF4-FFF2-40B4-BE49-F238E27FC236}">
                  <a16:creationId xmlns:a16="http://schemas.microsoft.com/office/drawing/2014/main" id="{3E2A61B2-7209-3668-726E-F2A077B71689}"/>
                </a:ext>
              </a:extLst>
            </p:cNvPr>
            <p:cNvSpPr txBox="1">
              <a:spLocks noChangeArrowheads="1"/>
            </p:cNvSpPr>
            <p:nvPr/>
          </p:nvSpPr>
          <p:spPr bwMode="auto">
            <a:xfrm>
              <a:off x="3009900" y="1742130"/>
              <a:ext cx="819150" cy="449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w0</a:t>
              </a:r>
            </a:p>
          </p:txBody>
        </p:sp>
        <p:sp>
          <p:nvSpPr>
            <p:cNvPr id="78866" name="TextBox 19">
              <a:extLst>
                <a:ext uri="{FF2B5EF4-FFF2-40B4-BE49-F238E27FC236}">
                  <a16:creationId xmlns:a16="http://schemas.microsoft.com/office/drawing/2014/main" id="{3AE39CB8-268F-498C-79F0-B2ABFAE40D2A}"/>
                </a:ext>
              </a:extLst>
            </p:cNvPr>
            <p:cNvSpPr txBox="1">
              <a:spLocks noChangeArrowheads="1"/>
            </p:cNvSpPr>
            <p:nvPr/>
          </p:nvSpPr>
          <p:spPr bwMode="auto">
            <a:xfrm>
              <a:off x="2944177" y="2543663"/>
              <a:ext cx="819150" cy="449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w1</a:t>
              </a:r>
            </a:p>
          </p:txBody>
        </p:sp>
        <p:sp>
          <p:nvSpPr>
            <p:cNvPr id="78867" name="TextBox 20">
              <a:extLst>
                <a:ext uri="{FF2B5EF4-FFF2-40B4-BE49-F238E27FC236}">
                  <a16:creationId xmlns:a16="http://schemas.microsoft.com/office/drawing/2014/main" id="{303D838A-A1F3-E55B-2D8E-F4B61ECD9EF2}"/>
                </a:ext>
              </a:extLst>
            </p:cNvPr>
            <p:cNvSpPr txBox="1">
              <a:spLocks noChangeArrowheads="1"/>
            </p:cNvSpPr>
            <p:nvPr/>
          </p:nvSpPr>
          <p:spPr bwMode="auto">
            <a:xfrm>
              <a:off x="2848927" y="3381367"/>
              <a:ext cx="819150" cy="449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w</a:t>
              </a:r>
              <a:r>
                <a:rPr lang="en-US" altLang="en-US" sz="2000" b="0" baseline="-25000"/>
                <a:t>n-2</a:t>
              </a:r>
            </a:p>
          </p:txBody>
        </p:sp>
        <p:sp>
          <p:nvSpPr>
            <p:cNvPr id="78868" name="TextBox 21">
              <a:extLst>
                <a:ext uri="{FF2B5EF4-FFF2-40B4-BE49-F238E27FC236}">
                  <a16:creationId xmlns:a16="http://schemas.microsoft.com/office/drawing/2014/main" id="{27B4989E-3322-2A03-29EE-E12E3CB643DE}"/>
                </a:ext>
              </a:extLst>
            </p:cNvPr>
            <p:cNvSpPr txBox="1">
              <a:spLocks noChangeArrowheads="1"/>
            </p:cNvSpPr>
            <p:nvPr/>
          </p:nvSpPr>
          <p:spPr bwMode="auto">
            <a:xfrm>
              <a:off x="2848927" y="3986121"/>
              <a:ext cx="819150" cy="449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w</a:t>
              </a:r>
              <a:r>
                <a:rPr lang="en-US" altLang="en-US" sz="2000" b="0" baseline="-25000"/>
                <a:t>n-1</a:t>
              </a:r>
            </a:p>
          </p:txBody>
        </p:sp>
        <p:sp>
          <p:nvSpPr>
            <p:cNvPr id="78869" name="TextBox 22">
              <a:extLst>
                <a:ext uri="{FF2B5EF4-FFF2-40B4-BE49-F238E27FC236}">
                  <a16:creationId xmlns:a16="http://schemas.microsoft.com/office/drawing/2014/main" id="{32A23D76-B061-7C0F-E30E-BEE73EA541E4}"/>
                </a:ext>
              </a:extLst>
            </p:cNvPr>
            <p:cNvSpPr txBox="1">
              <a:spLocks noChangeArrowheads="1"/>
            </p:cNvSpPr>
            <p:nvPr/>
          </p:nvSpPr>
          <p:spPr bwMode="auto">
            <a:xfrm>
              <a:off x="5691187" y="3138160"/>
              <a:ext cx="723900" cy="51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a:t>y</a:t>
              </a:r>
            </a:p>
          </p:txBody>
        </p:sp>
        <p:sp>
          <p:nvSpPr>
            <p:cNvPr id="78870" name="TextBox 23">
              <a:extLst>
                <a:ext uri="{FF2B5EF4-FFF2-40B4-BE49-F238E27FC236}">
                  <a16:creationId xmlns:a16="http://schemas.microsoft.com/office/drawing/2014/main" id="{956F2EA9-D48C-E52B-0F29-CC6A16885B3B}"/>
                </a:ext>
              </a:extLst>
            </p:cNvPr>
            <p:cNvSpPr txBox="1">
              <a:spLocks noChangeArrowheads="1"/>
            </p:cNvSpPr>
            <p:nvPr/>
          </p:nvSpPr>
          <p:spPr bwMode="auto">
            <a:xfrm>
              <a:off x="6334126" y="3137367"/>
              <a:ext cx="1619249" cy="51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b="0"/>
                <a:t>output</a:t>
              </a:r>
            </a:p>
          </p:txBody>
        </p:sp>
        <p:sp>
          <p:nvSpPr>
            <p:cNvPr id="78871" name="Left Brace 26">
              <a:extLst>
                <a:ext uri="{FF2B5EF4-FFF2-40B4-BE49-F238E27FC236}">
                  <a16:creationId xmlns:a16="http://schemas.microsoft.com/office/drawing/2014/main" id="{AC5D3C9D-D994-CBF1-9AAD-181F7AE1177F}"/>
                </a:ext>
              </a:extLst>
            </p:cNvPr>
            <p:cNvSpPr>
              <a:spLocks/>
            </p:cNvSpPr>
            <p:nvPr/>
          </p:nvSpPr>
          <p:spPr bwMode="auto">
            <a:xfrm>
              <a:off x="1160144" y="1504222"/>
              <a:ext cx="365760" cy="3943078"/>
            </a:xfrm>
            <a:prstGeom prst="leftBrace">
              <a:avLst>
                <a:gd name="adj1" fmla="val 8335"/>
                <a:gd name="adj2" fmla="val 50000"/>
              </a:avLst>
            </a:prstGeom>
            <a:noFill/>
            <a:ln w="19050"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US" altLang="en-US" sz="1800" b="0"/>
            </a:p>
          </p:txBody>
        </p:sp>
        <p:graphicFrame>
          <p:nvGraphicFramePr>
            <p:cNvPr id="78872" name="Object 34">
              <a:extLst>
                <a:ext uri="{FF2B5EF4-FFF2-40B4-BE49-F238E27FC236}">
                  <a16:creationId xmlns:a16="http://schemas.microsoft.com/office/drawing/2014/main" id="{28171908-0A26-F026-66BC-BE65D3F5EB1B}"/>
                </a:ext>
              </a:extLst>
            </p:cNvPr>
            <p:cNvGraphicFramePr>
              <a:graphicFrameLocks noChangeAspect="1"/>
            </p:cNvGraphicFramePr>
            <p:nvPr/>
          </p:nvGraphicFramePr>
          <p:xfrm>
            <a:off x="4812026" y="3821198"/>
            <a:ext cx="2482222" cy="1052728"/>
          </p:xfrm>
          <a:graphic>
            <a:graphicData uri="http://schemas.openxmlformats.org/presentationml/2006/ole">
              <mc:AlternateContent xmlns:mc="http://schemas.openxmlformats.org/markup-compatibility/2006">
                <mc:Choice xmlns:v="urn:schemas-microsoft-com:vml" Requires="v">
                  <p:oleObj name="Формула" r:id="rId2" imgW="24688800" imgH="10363200" progId="Equation.3">
                    <p:embed/>
                  </p:oleObj>
                </mc:Choice>
                <mc:Fallback>
                  <p:oleObj name="Формула" r:id="rId2" imgW="24688800" imgH="10363200" progId="Equation.3">
                    <p:embed/>
                    <p:pic>
                      <p:nvPicPr>
                        <p:cNvPr id="78872" name="Object 34">
                          <a:extLst>
                            <a:ext uri="{FF2B5EF4-FFF2-40B4-BE49-F238E27FC236}">
                              <a16:creationId xmlns:a16="http://schemas.microsoft.com/office/drawing/2014/main" id="{28171908-0A26-F026-66BC-BE65D3F5EB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2026" y="3821198"/>
                          <a:ext cx="2482222" cy="1052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8873" name="Rectangle 35">
              <a:extLst>
                <a:ext uri="{FF2B5EF4-FFF2-40B4-BE49-F238E27FC236}">
                  <a16:creationId xmlns:a16="http://schemas.microsoft.com/office/drawing/2014/main" id="{0A26E69D-67AF-0F26-9DAF-8544875D64F8}"/>
                </a:ext>
              </a:extLst>
            </p:cNvPr>
            <p:cNvSpPr>
              <a:spLocks noChangeArrowheads="1"/>
            </p:cNvSpPr>
            <p:nvPr/>
          </p:nvSpPr>
          <p:spPr bwMode="auto">
            <a:xfrm>
              <a:off x="4257675" y="5009181"/>
              <a:ext cx="3615908" cy="51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b="0"/>
                <a:t>if (x</a:t>
              </a:r>
              <a:r>
                <a:rPr lang="en-US" altLang="en-US" b="0" baseline="-25000"/>
                <a:t>i</a:t>
              </a:r>
              <a:r>
                <a:rPr lang="en-US" altLang="en-US" b="0"/>
                <a:t>) y=y+w</a:t>
              </a:r>
              <a:r>
                <a:rPr lang="en-US" altLang="en-US" b="0" baseline="-25000"/>
                <a:t>i</a:t>
              </a:r>
              <a:r>
                <a:rPr lang="en-US" altLang="en-US" b="0"/>
                <a:t>; else y=y-w</a:t>
              </a:r>
              <a:r>
                <a:rPr lang="en-US" altLang="en-US" b="0" baseline="-25000"/>
                <a:t>i</a:t>
              </a:r>
            </a:p>
          </p:txBody>
        </p:sp>
      </p:grpSp>
      <p:sp>
        <p:nvSpPr>
          <p:cNvPr id="78854" name="TextBox 13">
            <a:extLst>
              <a:ext uri="{FF2B5EF4-FFF2-40B4-BE49-F238E27FC236}">
                <a16:creationId xmlns:a16="http://schemas.microsoft.com/office/drawing/2014/main" id="{E926C188-89DE-E24F-4C6E-4A0D710711D8}"/>
              </a:ext>
            </a:extLst>
          </p:cNvPr>
          <p:cNvSpPr txBox="1">
            <a:spLocks noChangeArrowheads="1"/>
          </p:cNvSpPr>
          <p:nvPr/>
        </p:nvSpPr>
        <p:spPr bwMode="auto">
          <a:xfrm>
            <a:off x="1857376" y="1181101"/>
            <a:ext cx="3171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b="0"/>
              <a:t>F. Rosenblatt, 1958</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a:extLst>
              <a:ext uri="{FF2B5EF4-FFF2-40B4-BE49-F238E27FC236}">
                <a16:creationId xmlns:a16="http://schemas.microsoft.com/office/drawing/2014/main" id="{7CEFC4A1-128F-70AA-2AE4-8E021EE6DE50}"/>
              </a:ext>
            </a:extLst>
          </p:cNvPr>
          <p:cNvSpPr>
            <a:spLocks noGrp="1" noChangeArrowheads="1"/>
          </p:cNvSpPr>
          <p:nvPr>
            <p:ph type="title"/>
          </p:nvPr>
        </p:nvSpPr>
        <p:spPr>
          <a:xfrm>
            <a:off x="-1" y="183402"/>
            <a:ext cx="11612880" cy="704088"/>
          </a:xfrm>
        </p:spPr>
        <p:txBody>
          <a:bodyPr/>
          <a:lstStyle/>
          <a:p>
            <a:r>
              <a:rPr lang="en-US" altLang="en-US"/>
              <a:t>Multi-Layer Neural Network</a:t>
            </a:r>
          </a:p>
        </p:txBody>
      </p:sp>
      <p:pic>
        <p:nvPicPr>
          <p:cNvPr id="79875" name="Picture 1" descr="Description: https://miro.medium.com/max/989/1*LaEgAU-vdsR_pClMcgbikQ.jpeg">
            <a:extLst>
              <a:ext uri="{FF2B5EF4-FFF2-40B4-BE49-F238E27FC236}">
                <a16:creationId xmlns:a16="http://schemas.microsoft.com/office/drawing/2014/main" id="{529D6252-1D3A-5562-D400-A2DFC956BE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6114" y="2185988"/>
            <a:ext cx="5819775"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4">
            <a:extLst>
              <a:ext uri="{FF2B5EF4-FFF2-40B4-BE49-F238E27FC236}">
                <a16:creationId xmlns:a16="http://schemas.microsoft.com/office/drawing/2014/main" id="{629DF818-CD0C-8768-86AA-A8027CF13B92}"/>
              </a:ext>
            </a:extLst>
          </p:cNvPr>
          <p:cNvSpPr>
            <a:spLocks noGrp="1" noChangeArrowheads="1"/>
          </p:cNvSpPr>
          <p:nvPr>
            <p:ph type="title"/>
          </p:nvPr>
        </p:nvSpPr>
        <p:spPr>
          <a:xfrm>
            <a:off x="-1" y="183402"/>
            <a:ext cx="11612880" cy="704088"/>
          </a:xfrm>
        </p:spPr>
        <p:txBody>
          <a:bodyPr>
            <a:normAutofit/>
          </a:bodyPr>
          <a:lstStyle/>
          <a:p>
            <a:r>
              <a:rPr lang="en-US" altLang="en-US" dirty="0"/>
              <a:t>Majority Functions</a:t>
            </a:r>
            <a:endParaRPr lang="ru-RU" altLang="en-US" dirty="0"/>
          </a:p>
        </p:txBody>
      </p:sp>
      <p:sp>
        <p:nvSpPr>
          <p:cNvPr id="80899" name="Content Placeholder 5">
            <a:extLst>
              <a:ext uri="{FF2B5EF4-FFF2-40B4-BE49-F238E27FC236}">
                <a16:creationId xmlns:a16="http://schemas.microsoft.com/office/drawing/2014/main" id="{980011BF-8F19-5007-A18A-570D59406A45}"/>
              </a:ext>
            </a:extLst>
          </p:cNvPr>
          <p:cNvSpPr>
            <a:spLocks noGrp="1" noChangeArrowheads="1"/>
          </p:cNvSpPr>
          <p:nvPr>
            <p:ph type="body" sz="quarter" idx="10"/>
          </p:nvPr>
        </p:nvSpPr>
        <p:spPr>
          <a:xfrm>
            <a:off x="457200" y="1188720"/>
            <a:ext cx="11277922" cy="5185186"/>
          </a:xfrm>
        </p:spPr>
        <p:txBody>
          <a:bodyPr/>
          <a:lstStyle/>
          <a:p>
            <a:r>
              <a:rPr lang="en-GB" altLang="en-US"/>
              <a:t>An n-input majority function takes the value "1" if the most of its inputs are "1". </a:t>
            </a:r>
            <a:r>
              <a:rPr lang="ru-RU" altLang="en-US"/>
              <a:t> </a:t>
            </a:r>
            <a:r>
              <a:rPr lang="en-GB" altLang="en-US"/>
              <a:t>If n - an even number</a:t>
            </a:r>
            <a:r>
              <a:rPr lang="ru-RU" altLang="en-US"/>
              <a:t>,</a:t>
            </a:r>
            <a:r>
              <a:rPr lang="en-GB" altLang="en-US"/>
              <a:t> a value equal to "1" need to have n/2 +1 inputs</a:t>
            </a:r>
            <a:r>
              <a:rPr lang="ru-RU" altLang="en-US"/>
              <a:t>.</a:t>
            </a:r>
            <a:endParaRPr lang="en-US" altLang="en-US"/>
          </a:p>
          <a:p>
            <a:r>
              <a:rPr lang="en-US" altLang="en-US"/>
              <a:t>The majority element often has odd number of inputs (usually 3 or 5)</a:t>
            </a:r>
            <a:endParaRPr lang="ru-RU" altLang="en-US"/>
          </a:p>
          <a:p>
            <a:endParaRPr lang="ru-RU" altLang="en-US"/>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67">
            <a:extLst>
              <a:ext uri="{FF2B5EF4-FFF2-40B4-BE49-F238E27FC236}">
                <a16:creationId xmlns:a16="http://schemas.microsoft.com/office/drawing/2014/main" id="{E3FB008F-3AA1-FE95-20B5-E60F8EE18941}"/>
              </a:ext>
            </a:extLst>
          </p:cNvPr>
          <p:cNvSpPr txBox="1">
            <a:spLocks noChangeArrowheads="1"/>
          </p:cNvSpPr>
          <p:nvPr/>
        </p:nvSpPr>
        <p:spPr bwMode="auto">
          <a:xfrm>
            <a:off x="6181725" y="1235075"/>
            <a:ext cx="7381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dirty="0"/>
              <a:t>x</a:t>
            </a:r>
            <a:r>
              <a:rPr lang="en-US" altLang="en-US" sz="1800" b="0" baseline="-25000" dirty="0"/>
              <a:t>2</a:t>
            </a:r>
            <a:r>
              <a:rPr lang="en-US" altLang="en-US" sz="1800" b="0" dirty="0"/>
              <a:t>x</a:t>
            </a:r>
            <a:r>
              <a:rPr lang="en-US" altLang="en-US" sz="1800" b="0" baseline="-25000" dirty="0"/>
              <a:t>3</a:t>
            </a:r>
            <a:endParaRPr lang="ru-RU" altLang="en-US" sz="2000" b="0" dirty="0"/>
          </a:p>
        </p:txBody>
      </p:sp>
      <p:sp>
        <p:nvSpPr>
          <p:cNvPr id="82947" name="Text Box 133">
            <a:extLst>
              <a:ext uri="{FF2B5EF4-FFF2-40B4-BE49-F238E27FC236}">
                <a16:creationId xmlns:a16="http://schemas.microsoft.com/office/drawing/2014/main" id="{2F22F714-8E45-1E08-DA20-44A3D38F9971}"/>
              </a:ext>
            </a:extLst>
          </p:cNvPr>
          <p:cNvSpPr txBox="1">
            <a:spLocks noChangeArrowheads="1"/>
          </p:cNvSpPr>
          <p:nvPr/>
        </p:nvSpPr>
        <p:spPr bwMode="auto">
          <a:xfrm>
            <a:off x="9245600" y="1703388"/>
            <a:ext cx="368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F</a:t>
            </a:r>
            <a:endParaRPr lang="ru-RU" altLang="en-US" sz="2000" b="0"/>
          </a:p>
        </p:txBody>
      </p:sp>
      <p:sp>
        <p:nvSpPr>
          <p:cNvPr id="43012" name="Rectangle 59">
            <a:extLst>
              <a:ext uri="{FF2B5EF4-FFF2-40B4-BE49-F238E27FC236}">
                <a16:creationId xmlns:a16="http://schemas.microsoft.com/office/drawing/2014/main" id="{E17B0812-498D-4DDD-9F3B-B1FAB5DCE8C2}"/>
              </a:ext>
            </a:extLst>
          </p:cNvPr>
          <p:cNvSpPr>
            <a:spLocks noChangeArrowheads="1"/>
          </p:cNvSpPr>
          <p:nvPr/>
        </p:nvSpPr>
        <p:spPr bwMode="auto">
          <a:xfrm>
            <a:off x="6477001" y="1677989"/>
            <a:ext cx="2773363" cy="928687"/>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eaLnBrk="1" hangingPunct="1">
              <a:defRPr/>
            </a:pPr>
            <a:endParaRPr lang="ru-RU" sz="2000">
              <a:latin typeface="Arial" charset="0"/>
              <a:cs typeface="Arial" charset="0"/>
            </a:endParaRPr>
          </a:p>
        </p:txBody>
      </p:sp>
      <p:sp>
        <p:nvSpPr>
          <p:cNvPr id="82949" name="Line 60">
            <a:extLst>
              <a:ext uri="{FF2B5EF4-FFF2-40B4-BE49-F238E27FC236}">
                <a16:creationId xmlns:a16="http://schemas.microsoft.com/office/drawing/2014/main" id="{0EA740CB-9C1B-ED58-B315-705181523E05}"/>
              </a:ext>
            </a:extLst>
          </p:cNvPr>
          <p:cNvSpPr>
            <a:spLocks noChangeShapeType="1"/>
          </p:cNvSpPr>
          <p:nvPr/>
        </p:nvSpPr>
        <p:spPr bwMode="auto">
          <a:xfrm>
            <a:off x="7870825" y="1677988"/>
            <a:ext cx="0" cy="9271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50" name="Line 61">
            <a:extLst>
              <a:ext uri="{FF2B5EF4-FFF2-40B4-BE49-F238E27FC236}">
                <a16:creationId xmlns:a16="http://schemas.microsoft.com/office/drawing/2014/main" id="{D2494661-624B-031D-5082-A6DD7D42AAA3}"/>
              </a:ext>
            </a:extLst>
          </p:cNvPr>
          <p:cNvSpPr>
            <a:spLocks noChangeShapeType="1"/>
          </p:cNvSpPr>
          <p:nvPr/>
        </p:nvSpPr>
        <p:spPr bwMode="auto">
          <a:xfrm>
            <a:off x="7180263" y="1677988"/>
            <a:ext cx="0" cy="9271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51" name="Line 62">
            <a:extLst>
              <a:ext uri="{FF2B5EF4-FFF2-40B4-BE49-F238E27FC236}">
                <a16:creationId xmlns:a16="http://schemas.microsoft.com/office/drawing/2014/main" id="{BE655D28-8EDE-8B5F-91D4-59BF170BF853}"/>
              </a:ext>
            </a:extLst>
          </p:cNvPr>
          <p:cNvSpPr>
            <a:spLocks noChangeShapeType="1"/>
          </p:cNvSpPr>
          <p:nvPr/>
        </p:nvSpPr>
        <p:spPr bwMode="auto">
          <a:xfrm>
            <a:off x="6477001" y="2143125"/>
            <a:ext cx="2773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52" name="Line 63">
            <a:extLst>
              <a:ext uri="{FF2B5EF4-FFF2-40B4-BE49-F238E27FC236}">
                <a16:creationId xmlns:a16="http://schemas.microsoft.com/office/drawing/2014/main" id="{8668C571-CD2A-3F8A-5C4C-F95FEFD5F2D7}"/>
              </a:ext>
            </a:extLst>
          </p:cNvPr>
          <p:cNvSpPr>
            <a:spLocks noChangeShapeType="1"/>
          </p:cNvSpPr>
          <p:nvPr/>
        </p:nvSpPr>
        <p:spPr bwMode="auto">
          <a:xfrm>
            <a:off x="8558213" y="1677988"/>
            <a:ext cx="0" cy="9271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53" name="Line 65">
            <a:extLst>
              <a:ext uri="{FF2B5EF4-FFF2-40B4-BE49-F238E27FC236}">
                <a16:creationId xmlns:a16="http://schemas.microsoft.com/office/drawing/2014/main" id="{08668855-7519-B643-BD70-D30041AD3DA0}"/>
              </a:ext>
            </a:extLst>
          </p:cNvPr>
          <p:cNvSpPr>
            <a:spLocks noChangeShapeType="1"/>
          </p:cNvSpPr>
          <p:nvPr/>
        </p:nvSpPr>
        <p:spPr bwMode="auto">
          <a:xfrm flipH="1" flipV="1">
            <a:off x="6169026" y="1420814"/>
            <a:ext cx="307975" cy="257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54" name="Text Box 66">
            <a:extLst>
              <a:ext uri="{FF2B5EF4-FFF2-40B4-BE49-F238E27FC236}">
                <a16:creationId xmlns:a16="http://schemas.microsoft.com/office/drawing/2014/main" id="{C950AC53-C23C-5707-7F68-75E0D37F1BF7}"/>
              </a:ext>
            </a:extLst>
          </p:cNvPr>
          <p:cNvSpPr txBox="1">
            <a:spLocks noChangeArrowheads="1"/>
          </p:cNvSpPr>
          <p:nvPr/>
        </p:nvSpPr>
        <p:spPr bwMode="auto">
          <a:xfrm>
            <a:off x="6046789" y="1471613"/>
            <a:ext cx="5540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x</a:t>
            </a:r>
            <a:r>
              <a:rPr lang="en-US" altLang="en-US" sz="1800" b="0" baseline="-25000"/>
              <a:t>1</a:t>
            </a:r>
            <a:endParaRPr lang="ru-RU" altLang="en-US" sz="1800" b="0"/>
          </a:p>
        </p:txBody>
      </p:sp>
      <p:sp>
        <p:nvSpPr>
          <p:cNvPr id="82955" name="Text Box 68">
            <a:extLst>
              <a:ext uri="{FF2B5EF4-FFF2-40B4-BE49-F238E27FC236}">
                <a16:creationId xmlns:a16="http://schemas.microsoft.com/office/drawing/2014/main" id="{69778E50-BE6F-719D-46E5-C81F8F060FA5}"/>
              </a:ext>
            </a:extLst>
          </p:cNvPr>
          <p:cNvSpPr txBox="1">
            <a:spLocks noChangeArrowheads="1"/>
          </p:cNvSpPr>
          <p:nvPr/>
        </p:nvSpPr>
        <p:spPr bwMode="auto">
          <a:xfrm>
            <a:off x="6626226" y="1338263"/>
            <a:ext cx="4683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00</a:t>
            </a:r>
            <a:endParaRPr lang="ru-RU" altLang="en-US" sz="2000" b="0"/>
          </a:p>
        </p:txBody>
      </p:sp>
      <p:sp>
        <p:nvSpPr>
          <p:cNvPr id="82956" name="Text Box 69">
            <a:extLst>
              <a:ext uri="{FF2B5EF4-FFF2-40B4-BE49-F238E27FC236}">
                <a16:creationId xmlns:a16="http://schemas.microsoft.com/office/drawing/2014/main" id="{FCEF6421-31B7-07D4-67EE-48AE3F6C9E0D}"/>
              </a:ext>
            </a:extLst>
          </p:cNvPr>
          <p:cNvSpPr txBox="1">
            <a:spLocks noChangeArrowheads="1"/>
          </p:cNvSpPr>
          <p:nvPr/>
        </p:nvSpPr>
        <p:spPr bwMode="auto">
          <a:xfrm>
            <a:off x="7327901" y="1327150"/>
            <a:ext cx="4683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01</a:t>
            </a:r>
            <a:endParaRPr lang="ru-RU" altLang="en-US" sz="2000" b="0"/>
          </a:p>
        </p:txBody>
      </p:sp>
      <p:sp>
        <p:nvSpPr>
          <p:cNvPr id="82957" name="Text Box 70">
            <a:extLst>
              <a:ext uri="{FF2B5EF4-FFF2-40B4-BE49-F238E27FC236}">
                <a16:creationId xmlns:a16="http://schemas.microsoft.com/office/drawing/2014/main" id="{DDB4F72B-9635-AF94-C25B-2C929C2EA840}"/>
              </a:ext>
            </a:extLst>
          </p:cNvPr>
          <p:cNvSpPr txBox="1">
            <a:spLocks noChangeArrowheads="1"/>
          </p:cNvSpPr>
          <p:nvPr/>
        </p:nvSpPr>
        <p:spPr bwMode="auto">
          <a:xfrm>
            <a:off x="8031163" y="1327150"/>
            <a:ext cx="4683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11</a:t>
            </a:r>
            <a:endParaRPr lang="ru-RU" altLang="en-US" sz="2000" b="0"/>
          </a:p>
        </p:txBody>
      </p:sp>
      <p:sp>
        <p:nvSpPr>
          <p:cNvPr id="82958" name="Text Box 71">
            <a:extLst>
              <a:ext uri="{FF2B5EF4-FFF2-40B4-BE49-F238E27FC236}">
                <a16:creationId xmlns:a16="http://schemas.microsoft.com/office/drawing/2014/main" id="{3223A5B4-5ABE-A7F8-CA1D-003C56367536}"/>
              </a:ext>
            </a:extLst>
          </p:cNvPr>
          <p:cNvSpPr txBox="1">
            <a:spLocks noChangeArrowheads="1"/>
          </p:cNvSpPr>
          <p:nvPr/>
        </p:nvSpPr>
        <p:spPr bwMode="auto">
          <a:xfrm>
            <a:off x="8683626" y="1327150"/>
            <a:ext cx="4683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10</a:t>
            </a:r>
            <a:endParaRPr lang="ru-RU" altLang="en-US" sz="2000" b="0"/>
          </a:p>
        </p:txBody>
      </p:sp>
      <p:sp>
        <p:nvSpPr>
          <p:cNvPr id="82959" name="Text Box 72">
            <a:extLst>
              <a:ext uri="{FF2B5EF4-FFF2-40B4-BE49-F238E27FC236}">
                <a16:creationId xmlns:a16="http://schemas.microsoft.com/office/drawing/2014/main" id="{0D14BA28-9529-C63C-3089-B4C41A8DEACB}"/>
              </a:ext>
            </a:extLst>
          </p:cNvPr>
          <p:cNvSpPr txBox="1">
            <a:spLocks noChangeArrowheads="1"/>
          </p:cNvSpPr>
          <p:nvPr/>
        </p:nvSpPr>
        <p:spPr bwMode="auto">
          <a:xfrm>
            <a:off x="6143625" y="1792288"/>
            <a:ext cx="382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a:t>
            </a:r>
            <a:endParaRPr lang="ru-RU" altLang="en-US" sz="2000" b="0"/>
          </a:p>
        </p:txBody>
      </p:sp>
      <p:sp>
        <p:nvSpPr>
          <p:cNvPr id="82960" name="Text Box 73">
            <a:extLst>
              <a:ext uri="{FF2B5EF4-FFF2-40B4-BE49-F238E27FC236}">
                <a16:creationId xmlns:a16="http://schemas.microsoft.com/office/drawing/2014/main" id="{3BAE2708-D5FA-98BA-882D-B79FE9E4222B}"/>
              </a:ext>
            </a:extLst>
          </p:cNvPr>
          <p:cNvSpPr txBox="1">
            <a:spLocks noChangeArrowheads="1"/>
          </p:cNvSpPr>
          <p:nvPr/>
        </p:nvSpPr>
        <p:spPr bwMode="auto">
          <a:xfrm>
            <a:off x="6180139" y="2224088"/>
            <a:ext cx="4206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82961" name="Text Box 74">
            <a:extLst>
              <a:ext uri="{FF2B5EF4-FFF2-40B4-BE49-F238E27FC236}">
                <a16:creationId xmlns:a16="http://schemas.microsoft.com/office/drawing/2014/main" id="{5A7E54EF-0C5A-9EFA-D38F-BA73C8C1A9F8}"/>
              </a:ext>
            </a:extLst>
          </p:cNvPr>
          <p:cNvSpPr txBox="1">
            <a:spLocks noChangeArrowheads="1"/>
          </p:cNvSpPr>
          <p:nvPr/>
        </p:nvSpPr>
        <p:spPr bwMode="auto">
          <a:xfrm>
            <a:off x="8054975" y="1781175"/>
            <a:ext cx="382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82962" name="Text Box 75">
            <a:extLst>
              <a:ext uri="{FF2B5EF4-FFF2-40B4-BE49-F238E27FC236}">
                <a16:creationId xmlns:a16="http://schemas.microsoft.com/office/drawing/2014/main" id="{378F7B2B-A9E2-4509-D304-A1AF6D2C7E8D}"/>
              </a:ext>
            </a:extLst>
          </p:cNvPr>
          <p:cNvSpPr txBox="1">
            <a:spLocks noChangeArrowheads="1"/>
          </p:cNvSpPr>
          <p:nvPr/>
        </p:nvSpPr>
        <p:spPr bwMode="auto">
          <a:xfrm>
            <a:off x="8067675" y="2246313"/>
            <a:ext cx="382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82963" name="Text Box 76">
            <a:extLst>
              <a:ext uri="{FF2B5EF4-FFF2-40B4-BE49-F238E27FC236}">
                <a16:creationId xmlns:a16="http://schemas.microsoft.com/office/drawing/2014/main" id="{CDA650BC-3279-A65B-BAB6-A3FF2D1D0F00}"/>
              </a:ext>
            </a:extLst>
          </p:cNvPr>
          <p:cNvSpPr txBox="1">
            <a:spLocks noChangeArrowheads="1"/>
          </p:cNvSpPr>
          <p:nvPr/>
        </p:nvSpPr>
        <p:spPr bwMode="auto">
          <a:xfrm>
            <a:off x="8699501" y="2244725"/>
            <a:ext cx="384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82964" name="Text Box 77">
            <a:extLst>
              <a:ext uri="{FF2B5EF4-FFF2-40B4-BE49-F238E27FC236}">
                <a16:creationId xmlns:a16="http://schemas.microsoft.com/office/drawing/2014/main" id="{A3BE0DB1-B046-7F09-09A4-E23030077FF4}"/>
              </a:ext>
            </a:extLst>
          </p:cNvPr>
          <p:cNvSpPr txBox="1">
            <a:spLocks noChangeArrowheads="1"/>
          </p:cNvSpPr>
          <p:nvPr/>
        </p:nvSpPr>
        <p:spPr bwMode="auto">
          <a:xfrm>
            <a:off x="7381876" y="2244725"/>
            <a:ext cx="384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82965" name="AutoShape 78">
            <a:extLst>
              <a:ext uri="{FF2B5EF4-FFF2-40B4-BE49-F238E27FC236}">
                <a16:creationId xmlns:a16="http://schemas.microsoft.com/office/drawing/2014/main" id="{454AED73-B47D-D507-37CC-34356BF181B7}"/>
              </a:ext>
            </a:extLst>
          </p:cNvPr>
          <p:cNvSpPr>
            <a:spLocks noChangeArrowheads="1"/>
          </p:cNvSpPr>
          <p:nvPr/>
        </p:nvSpPr>
        <p:spPr bwMode="auto">
          <a:xfrm>
            <a:off x="7993064" y="1719264"/>
            <a:ext cx="433387" cy="846137"/>
          </a:xfrm>
          <a:prstGeom prst="roundRect">
            <a:avLst>
              <a:gd name="adj" fmla="val 16667"/>
            </a:avLst>
          </a:prstGeom>
          <a:noFill/>
          <a:ln w="28575">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p>
        </p:txBody>
      </p:sp>
      <p:sp>
        <p:nvSpPr>
          <p:cNvPr id="51267" name="AutoShape 79">
            <a:extLst>
              <a:ext uri="{FF2B5EF4-FFF2-40B4-BE49-F238E27FC236}">
                <a16:creationId xmlns:a16="http://schemas.microsoft.com/office/drawing/2014/main" id="{B44C0CA3-CD30-48C0-AE92-70631DA6E1D5}"/>
              </a:ext>
            </a:extLst>
          </p:cNvPr>
          <p:cNvSpPr>
            <a:spLocks noChangeArrowheads="1"/>
          </p:cNvSpPr>
          <p:nvPr/>
        </p:nvSpPr>
        <p:spPr bwMode="auto">
          <a:xfrm>
            <a:off x="7278688" y="2239964"/>
            <a:ext cx="1047750" cy="263525"/>
          </a:xfrm>
          <a:prstGeom prst="roundRect">
            <a:avLst>
              <a:gd name="adj" fmla="val 16667"/>
            </a:avLst>
          </a:prstGeom>
          <a:noFill/>
          <a:ln w="28575">
            <a:solidFill>
              <a:schemeClr val="accent1">
                <a:lumMod val="20000"/>
                <a:lumOff val="80000"/>
              </a:schemeClr>
            </a:solidFill>
            <a:round/>
            <a:headEnd/>
            <a:tailEnd/>
          </a:ln>
        </p:spPr>
        <p:txBody>
          <a:bodyPr wrap="none" anchor="ctr"/>
          <a:lstStyle/>
          <a:p>
            <a:pPr eaLnBrk="1" hangingPunct="1">
              <a:defRPr/>
            </a:pPr>
            <a:endParaRPr lang="ru-RU" sz="2000">
              <a:latin typeface="Arial" charset="0"/>
              <a:cs typeface="Arial" charset="0"/>
            </a:endParaRPr>
          </a:p>
        </p:txBody>
      </p:sp>
      <p:sp>
        <p:nvSpPr>
          <p:cNvPr id="82967" name="AutoShape 80">
            <a:extLst>
              <a:ext uri="{FF2B5EF4-FFF2-40B4-BE49-F238E27FC236}">
                <a16:creationId xmlns:a16="http://schemas.microsoft.com/office/drawing/2014/main" id="{9A95BBCB-51ED-A1C4-997B-731B6982F1AB}"/>
              </a:ext>
            </a:extLst>
          </p:cNvPr>
          <p:cNvSpPr>
            <a:spLocks noChangeArrowheads="1"/>
          </p:cNvSpPr>
          <p:nvPr/>
        </p:nvSpPr>
        <p:spPr bwMode="auto">
          <a:xfrm>
            <a:off x="8067676" y="2193925"/>
            <a:ext cx="1046163" cy="336550"/>
          </a:xfrm>
          <a:prstGeom prst="roundRect">
            <a:avLst>
              <a:gd name="adj" fmla="val 16667"/>
            </a:avLst>
          </a:prstGeom>
          <a:noFill/>
          <a:ln w="28575">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p>
        </p:txBody>
      </p:sp>
      <p:sp>
        <p:nvSpPr>
          <p:cNvPr id="82968" name="Text Box 91">
            <a:extLst>
              <a:ext uri="{FF2B5EF4-FFF2-40B4-BE49-F238E27FC236}">
                <a16:creationId xmlns:a16="http://schemas.microsoft.com/office/drawing/2014/main" id="{EFF411F0-50BF-7DE4-61D1-21A81FE48D5F}"/>
              </a:ext>
            </a:extLst>
          </p:cNvPr>
          <p:cNvSpPr txBox="1">
            <a:spLocks noChangeArrowheads="1"/>
          </p:cNvSpPr>
          <p:nvPr/>
        </p:nvSpPr>
        <p:spPr bwMode="auto">
          <a:xfrm>
            <a:off x="6230939" y="2566988"/>
            <a:ext cx="7397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x</a:t>
            </a:r>
            <a:r>
              <a:rPr lang="en-US" altLang="en-US" sz="2000" b="0" baseline="-25000"/>
              <a:t>2</a:t>
            </a:r>
            <a:r>
              <a:rPr lang="en-US" altLang="en-US" sz="2000" b="0"/>
              <a:t>x</a:t>
            </a:r>
            <a:r>
              <a:rPr lang="en-US" altLang="en-US" sz="2000" b="0" baseline="-25000"/>
              <a:t>3</a:t>
            </a:r>
            <a:endParaRPr lang="ru-RU" altLang="en-US" sz="2000" b="0"/>
          </a:p>
        </p:txBody>
      </p:sp>
      <p:sp>
        <p:nvSpPr>
          <p:cNvPr id="43033" name="Rectangle 84">
            <a:extLst>
              <a:ext uri="{FF2B5EF4-FFF2-40B4-BE49-F238E27FC236}">
                <a16:creationId xmlns:a16="http://schemas.microsoft.com/office/drawing/2014/main" id="{72E79091-31D1-4B2A-B725-9EF5C8087B62}"/>
              </a:ext>
            </a:extLst>
          </p:cNvPr>
          <p:cNvSpPr>
            <a:spLocks noChangeArrowheads="1"/>
          </p:cNvSpPr>
          <p:nvPr/>
        </p:nvSpPr>
        <p:spPr bwMode="auto">
          <a:xfrm>
            <a:off x="6500813" y="3000375"/>
            <a:ext cx="2773362" cy="927100"/>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eaLnBrk="1" hangingPunct="1">
              <a:defRPr/>
            </a:pPr>
            <a:endParaRPr lang="ru-RU" sz="2000">
              <a:latin typeface="Arial" charset="0"/>
              <a:cs typeface="Arial" charset="0"/>
            </a:endParaRPr>
          </a:p>
        </p:txBody>
      </p:sp>
      <p:sp>
        <p:nvSpPr>
          <p:cNvPr id="82970" name="Line 85">
            <a:extLst>
              <a:ext uri="{FF2B5EF4-FFF2-40B4-BE49-F238E27FC236}">
                <a16:creationId xmlns:a16="http://schemas.microsoft.com/office/drawing/2014/main" id="{3B7496AD-B6BF-BA95-59D7-363C88F05F66}"/>
              </a:ext>
            </a:extLst>
          </p:cNvPr>
          <p:cNvSpPr>
            <a:spLocks noChangeShapeType="1"/>
          </p:cNvSpPr>
          <p:nvPr/>
        </p:nvSpPr>
        <p:spPr bwMode="auto">
          <a:xfrm>
            <a:off x="7894638" y="3000376"/>
            <a:ext cx="0" cy="9255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71" name="Line 86">
            <a:extLst>
              <a:ext uri="{FF2B5EF4-FFF2-40B4-BE49-F238E27FC236}">
                <a16:creationId xmlns:a16="http://schemas.microsoft.com/office/drawing/2014/main" id="{4E1714B6-474F-AB43-979D-E20BB5BE1B63}"/>
              </a:ext>
            </a:extLst>
          </p:cNvPr>
          <p:cNvSpPr>
            <a:spLocks noChangeShapeType="1"/>
          </p:cNvSpPr>
          <p:nvPr/>
        </p:nvSpPr>
        <p:spPr bwMode="auto">
          <a:xfrm>
            <a:off x="7202488" y="3000376"/>
            <a:ext cx="0" cy="9255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72" name="Line 87">
            <a:extLst>
              <a:ext uri="{FF2B5EF4-FFF2-40B4-BE49-F238E27FC236}">
                <a16:creationId xmlns:a16="http://schemas.microsoft.com/office/drawing/2014/main" id="{FCA6AAE1-9F4A-3081-BA88-77072F3B7A49}"/>
              </a:ext>
            </a:extLst>
          </p:cNvPr>
          <p:cNvSpPr>
            <a:spLocks noChangeShapeType="1"/>
          </p:cNvSpPr>
          <p:nvPr/>
        </p:nvSpPr>
        <p:spPr bwMode="auto">
          <a:xfrm>
            <a:off x="6500813" y="3463925"/>
            <a:ext cx="27733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73" name="Line 88">
            <a:extLst>
              <a:ext uri="{FF2B5EF4-FFF2-40B4-BE49-F238E27FC236}">
                <a16:creationId xmlns:a16="http://schemas.microsoft.com/office/drawing/2014/main" id="{8D6480F6-C3C9-29CB-2DCF-B82BEE0358F9}"/>
              </a:ext>
            </a:extLst>
          </p:cNvPr>
          <p:cNvSpPr>
            <a:spLocks noChangeShapeType="1"/>
          </p:cNvSpPr>
          <p:nvPr/>
        </p:nvSpPr>
        <p:spPr bwMode="auto">
          <a:xfrm>
            <a:off x="8580438" y="3000376"/>
            <a:ext cx="0" cy="9255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74" name="Line 89">
            <a:extLst>
              <a:ext uri="{FF2B5EF4-FFF2-40B4-BE49-F238E27FC236}">
                <a16:creationId xmlns:a16="http://schemas.microsoft.com/office/drawing/2014/main" id="{63E96949-BA69-7E9F-BF80-F3951F41AB02}"/>
              </a:ext>
            </a:extLst>
          </p:cNvPr>
          <p:cNvSpPr>
            <a:spLocks noChangeShapeType="1"/>
          </p:cNvSpPr>
          <p:nvPr/>
        </p:nvSpPr>
        <p:spPr bwMode="auto">
          <a:xfrm flipH="1" flipV="1">
            <a:off x="6192839" y="2741613"/>
            <a:ext cx="307975" cy="2587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75" name="Text Box 90">
            <a:extLst>
              <a:ext uri="{FF2B5EF4-FFF2-40B4-BE49-F238E27FC236}">
                <a16:creationId xmlns:a16="http://schemas.microsoft.com/office/drawing/2014/main" id="{1F096A4D-36E4-3A75-3374-A4647378E14D}"/>
              </a:ext>
            </a:extLst>
          </p:cNvPr>
          <p:cNvSpPr txBox="1">
            <a:spLocks noChangeArrowheads="1"/>
          </p:cNvSpPr>
          <p:nvPr/>
        </p:nvSpPr>
        <p:spPr bwMode="auto">
          <a:xfrm>
            <a:off x="6070600" y="2792413"/>
            <a:ext cx="554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x</a:t>
            </a:r>
            <a:r>
              <a:rPr lang="en-US" altLang="en-US" sz="2000" b="0" baseline="-25000"/>
              <a:t>1</a:t>
            </a:r>
            <a:endParaRPr lang="ru-RU" altLang="en-US" sz="2000" b="0"/>
          </a:p>
        </p:txBody>
      </p:sp>
      <p:sp>
        <p:nvSpPr>
          <p:cNvPr id="82976" name="Text Box 92">
            <a:extLst>
              <a:ext uri="{FF2B5EF4-FFF2-40B4-BE49-F238E27FC236}">
                <a16:creationId xmlns:a16="http://schemas.microsoft.com/office/drawing/2014/main" id="{12269F51-88CF-3B8D-97DB-A85BF55AD1C7}"/>
              </a:ext>
            </a:extLst>
          </p:cNvPr>
          <p:cNvSpPr txBox="1">
            <a:spLocks noChangeArrowheads="1"/>
          </p:cNvSpPr>
          <p:nvPr/>
        </p:nvSpPr>
        <p:spPr bwMode="auto">
          <a:xfrm>
            <a:off x="6696076" y="2647950"/>
            <a:ext cx="4683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00</a:t>
            </a:r>
            <a:endParaRPr lang="ru-RU" altLang="en-US" sz="2000" b="0"/>
          </a:p>
        </p:txBody>
      </p:sp>
      <p:sp>
        <p:nvSpPr>
          <p:cNvPr id="82977" name="Text Box 93">
            <a:extLst>
              <a:ext uri="{FF2B5EF4-FFF2-40B4-BE49-F238E27FC236}">
                <a16:creationId xmlns:a16="http://schemas.microsoft.com/office/drawing/2014/main" id="{AC86B449-F543-8A5D-FAC1-6CDE8B238407}"/>
              </a:ext>
            </a:extLst>
          </p:cNvPr>
          <p:cNvSpPr txBox="1">
            <a:spLocks noChangeArrowheads="1"/>
          </p:cNvSpPr>
          <p:nvPr/>
        </p:nvSpPr>
        <p:spPr bwMode="auto">
          <a:xfrm>
            <a:off x="7351713" y="2636838"/>
            <a:ext cx="4683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01</a:t>
            </a:r>
            <a:endParaRPr lang="ru-RU" altLang="en-US" sz="2000" b="0"/>
          </a:p>
        </p:txBody>
      </p:sp>
      <p:sp>
        <p:nvSpPr>
          <p:cNvPr id="82978" name="Text Box 94">
            <a:extLst>
              <a:ext uri="{FF2B5EF4-FFF2-40B4-BE49-F238E27FC236}">
                <a16:creationId xmlns:a16="http://schemas.microsoft.com/office/drawing/2014/main" id="{6AA609A9-884B-423C-A64A-1386CB55F43C}"/>
              </a:ext>
            </a:extLst>
          </p:cNvPr>
          <p:cNvSpPr txBox="1">
            <a:spLocks noChangeArrowheads="1"/>
          </p:cNvSpPr>
          <p:nvPr/>
        </p:nvSpPr>
        <p:spPr bwMode="auto">
          <a:xfrm>
            <a:off x="8066088" y="2647950"/>
            <a:ext cx="4683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11</a:t>
            </a:r>
            <a:endParaRPr lang="ru-RU" altLang="en-US" sz="2000" b="0"/>
          </a:p>
        </p:txBody>
      </p:sp>
      <p:sp>
        <p:nvSpPr>
          <p:cNvPr id="82979" name="Text Box 95">
            <a:extLst>
              <a:ext uri="{FF2B5EF4-FFF2-40B4-BE49-F238E27FC236}">
                <a16:creationId xmlns:a16="http://schemas.microsoft.com/office/drawing/2014/main" id="{F2802E43-7769-92B8-9B41-4EA486BC48A3}"/>
              </a:ext>
            </a:extLst>
          </p:cNvPr>
          <p:cNvSpPr txBox="1">
            <a:spLocks noChangeArrowheads="1"/>
          </p:cNvSpPr>
          <p:nvPr/>
        </p:nvSpPr>
        <p:spPr bwMode="auto">
          <a:xfrm>
            <a:off x="8707438" y="2636838"/>
            <a:ext cx="4683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10</a:t>
            </a:r>
            <a:endParaRPr lang="ru-RU" altLang="en-US" sz="2000" b="0"/>
          </a:p>
        </p:txBody>
      </p:sp>
      <p:sp>
        <p:nvSpPr>
          <p:cNvPr id="82980" name="Text Box 96">
            <a:extLst>
              <a:ext uri="{FF2B5EF4-FFF2-40B4-BE49-F238E27FC236}">
                <a16:creationId xmlns:a16="http://schemas.microsoft.com/office/drawing/2014/main" id="{20F4D8C3-1FE6-20F7-0C64-3252E7E6382E}"/>
              </a:ext>
            </a:extLst>
          </p:cNvPr>
          <p:cNvSpPr txBox="1">
            <a:spLocks noChangeArrowheads="1"/>
          </p:cNvSpPr>
          <p:nvPr/>
        </p:nvSpPr>
        <p:spPr bwMode="auto">
          <a:xfrm>
            <a:off x="6165851" y="3113088"/>
            <a:ext cx="384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a:t>
            </a:r>
            <a:endParaRPr lang="ru-RU" altLang="en-US" sz="2000" b="0"/>
          </a:p>
        </p:txBody>
      </p:sp>
      <p:sp>
        <p:nvSpPr>
          <p:cNvPr id="82981" name="Text Box 97">
            <a:extLst>
              <a:ext uri="{FF2B5EF4-FFF2-40B4-BE49-F238E27FC236}">
                <a16:creationId xmlns:a16="http://schemas.microsoft.com/office/drawing/2014/main" id="{73334906-72F7-A76E-BEC3-C40CBAC3E399}"/>
              </a:ext>
            </a:extLst>
          </p:cNvPr>
          <p:cNvSpPr txBox="1">
            <a:spLocks noChangeArrowheads="1"/>
          </p:cNvSpPr>
          <p:nvPr/>
        </p:nvSpPr>
        <p:spPr bwMode="auto">
          <a:xfrm>
            <a:off x="6202364" y="3544888"/>
            <a:ext cx="4222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82982" name="Text Box 98">
            <a:extLst>
              <a:ext uri="{FF2B5EF4-FFF2-40B4-BE49-F238E27FC236}">
                <a16:creationId xmlns:a16="http://schemas.microsoft.com/office/drawing/2014/main" id="{205A3501-FF27-F261-63AD-DD7AD90784B2}"/>
              </a:ext>
            </a:extLst>
          </p:cNvPr>
          <p:cNvSpPr txBox="1">
            <a:spLocks noChangeArrowheads="1"/>
          </p:cNvSpPr>
          <p:nvPr/>
        </p:nvSpPr>
        <p:spPr bwMode="auto">
          <a:xfrm>
            <a:off x="7400926" y="3100388"/>
            <a:ext cx="384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82983" name="Text Box 100">
            <a:extLst>
              <a:ext uri="{FF2B5EF4-FFF2-40B4-BE49-F238E27FC236}">
                <a16:creationId xmlns:a16="http://schemas.microsoft.com/office/drawing/2014/main" id="{4DAEA80D-1719-DDB7-7A3C-AAADD9430E8D}"/>
              </a:ext>
            </a:extLst>
          </p:cNvPr>
          <p:cNvSpPr txBox="1">
            <a:spLocks noChangeArrowheads="1"/>
          </p:cNvSpPr>
          <p:nvPr/>
        </p:nvSpPr>
        <p:spPr bwMode="auto">
          <a:xfrm>
            <a:off x="8723314" y="3565525"/>
            <a:ext cx="3825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82984" name="Text Box 101">
            <a:extLst>
              <a:ext uri="{FF2B5EF4-FFF2-40B4-BE49-F238E27FC236}">
                <a16:creationId xmlns:a16="http://schemas.microsoft.com/office/drawing/2014/main" id="{D2E124EF-7C79-1356-151B-7016B8CF4DAE}"/>
              </a:ext>
            </a:extLst>
          </p:cNvPr>
          <p:cNvSpPr txBox="1">
            <a:spLocks noChangeArrowheads="1"/>
          </p:cNvSpPr>
          <p:nvPr/>
        </p:nvSpPr>
        <p:spPr bwMode="auto">
          <a:xfrm>
            <a:off x="6661150" y="3513138"/>
            <a:ext cx="382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51286" name="AutoShape 104">
            <a:extLst>
              <a:ext uri="{FF2B5EF4-FFF2-40B4-BE49-F238E27FC236}">
                <a16:creationId xmlns:a16="http://schemas.microsoft.com/office/drawing/2014/main" id="{1B4612A8-A393-4CBC-8B08-67F60C2A5901}"/>
              </a:ext>
            </a:extLst>
          </p:cNvPr>
          <p:cNvSpPr>
            <a:spLocks noChangeArrowheads="1"/>
          </p:cNvSpPr>
          <p:nvPr/>
        </p:nvSpPr>
        <p:spPr bwMode="auto">
          <a:xfrm>
            <a:off x="7373938" y="3062289"/>
            <a:ext cx="1047750" cy="338137"/>
          </a:xfrm>
          <a:prstGeom prst="roundRect">
            <a:avLst>
              <a:gd name="adj" fmla="val 16667"/>
            </a:avLst>
          </a:prstGeom>
          <a:noFill/>
          <a:ln w="28575">
            <a:solidFill>
              <a:schemeClr val="accent1">
                <a:lumMod val="20000"/>
                <a:lumOff val="80000"/>
              </a:schemeClr>
            </a:solidFill>
            <a:round/>
            <a:headEnd/>
            <a:tailEnd/>
          </a:ln>
        </p:spPr>
        <p:txBody>
          <a:bodyPr wrap="none" anchor="ctr"/>
          <a:lstStyle/>
          <a:p>
            <a:pPr eaLnBrk="1" hangingPunct="1">
              <a:defRPr/>
            </a:pPr>
            <a:endParaRPr lang="ru-RU" sz="2000">
              <a:latin typeface="Arial" charset="0"/>
              <a:cs typeface="Arial" charset="0"/>
            </a:endParaRPr>
          </a:p>
        </p:txBody>
      </p:sp>
      <p:sp>
        <p:nvSpPr>
          <p:cNvPr id="82986" name="Text Box 127">
            <a:extLst>
              <a:ext uri="{FF2B5EF4-FFF2-40B4-BE49-F238E27FC236}">
                <a16:creationId xmlns:a16="http://schemas.microsoft.com/office/drawing/2014/main" id="{42C89201-BCD4-FBD8-28ED-9D63D32D19CB}"/>
              </a:ext>
            </a:extLst>
          </p:cNvPr>
          <p:cNvSpPr txBox="1">
            <a:spLocks noChangeArrowheads="1"/>
          </p:cNvSpPr>
          <p:nvPr/>
        </p:nvSpPr>
        <p:spPr bwMode="auto">
          <a:xfrm>
            <a:off x="8047039" y="3100388"/>
            <a:ext cx="3825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82987" name="AutoShape 128">
            <a:extLst>
              <a:ext uri="{FF2B5EF4-FFF2-40B4-BE49-F238E27FC236}">
                <a16:creationId xmlns:a16="http://schemas.microsoft.com/office/drawing/2014/main" id="{9A09D323-74A3-E2D1-93D8-529EE9FC937E}"/>
              </a:ext>
            </a:extLst>
          </p:cNvPr>
          <p:cNvSpPr>
            <a:spLocks/>
          </p:cNvSpPr>
          <p:nvPr/>
        </p:nvSpPr>
        <p:spPr bwMode="auto">
          <a:xfrm>
            <a:off x="8694738" y="3549651"/>
            <a:ext cx="677862" cy="307975"/>
          </a:xfrm>
          <a:prstGeom prst="leftBracket">
            <a:avLst>
              <a:gd name="adj" fmla="val 8333"/>
            </a:avLst>
          </a:prstGeom>
          <a:noFill/>
          <a:ln w="28575">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p>
        </p:txBody>
      </p:sp>
      <p:sp>
        <p:nvSpPr>
          <p:cNvPr id="82988" name="AutoShape 129">
            <a:extLst>
              <a:ext uri="{FF2B5EF4-FFF2-40B4-BE49-F238E27FC236}">
                <a16:creationId xmlns:a16="http://schemas.microsoft.com/office/drawing/2014/main" id="{520D13C0-544C-BA22-884E-55FFC37F8309}"/>
              </a:ext>
            </a:extLst>
          </p:cNvPr>
          <p:cNvSpPr>
            <a:spLocks/>
          </p:cNvSpPr>
          <p:nvPr/>
        </p:nvSpPr>
        <p:spPr bwMode="auto">
          <a:xfrm rot="10800000">
            <a:off x="6230938" y="3541714"/>
            <a:ext cx="677862" cy="307975"/>
          </a:xfrm>
          <a:prstGeom prst="leftBracket">
            <a:avLst>
              <a:gd name="adj" fmla="val 8333"/>
            </a:avLst>
          </a:prstGeom>
          <a:noFill/>
          <a:ln w="28575">
            <a:solidFill>
              <a:srgbClr val="0033CC"/>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p>
        </p:txBody>
      </p:sp>
      <p:sp>
        <p:nvSpPr>
          <p:cNvPr id="82989" name="Text Box 134">
            <a:extLst>
              <a:ext uri="{FF2B5EF4-FFF2-40B4-BE49-F238E27FC236}">
                <a16:creationId xmlns:a16="http://schemas.microsoft.com/office/drawing/2014/main" id="{9700DF36-1384-5ABE-0358-E56677BBAA59}"/>
              </a:ext>
            </a:extLst>
          </p:cNvPr>
          <p:cNvSpPr txBox="1">
            <a:spLocks noChangeArrowheads="1"/>
          </p:cNvSpPr>
          <p:nvPr/>
        </p:nvSpPr>
        <p:spPr bwMode="auto">
          <a:xfrm>
            <a:off x="9312275" y="2792413"/>
            <a:ext cx="6159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a</a:t>
            </a:r>
            <a:r>
              <a:rPr lang="en-US" altLang="en-US" sz="2000" b="0" baseline="-25000"/>
              <a:t>0</a:t>
            </a:r>
            <a:endParaRPr lang="ru-RU" altLang="en-US" sz="2000" b="0"/>
          </a:p>
        </p:txBody>
      </p:sp>
      <p:sp>
        <p:nvSpPr>
          <p:cNvPr id="43054" name="Rectangle 106">
            <a:extLst>
              <a:ext uri="{FF2B5EF4-FFF2-40B4-BE49-F238E27FC236}">
                <a16:creationId xmlns:a16="http://schemas.microsoft.com/office/drawing/2014/main" id="{4A38A111-AD9B-4487-8BC8-E8EF8099056A}"/>
              </a:ext>
            </a:extLst>
          </p:cNvPr>
          <p:cNvSpPr>
            <a:spLocks noChangeArrowheads="1"/>
          </p:cNvSpPr>
          <p:nvPr/>
        </p:nvSpPr>
        <p:spPr bwMode="auto">
          <a:xfrm>
            <a:off x="6540501" y="4310064"/>
            <a:ext cx="2771775" cy="928687"/>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eaLnBrk="1" hangingPunct="1">
              <a:defRPr/>
            </a:pPr>
            <a:endParaRPr lang="ru-RU" sz="2000">
              <a:latin typeface="Arial" charset="0"/>
              <a:cs typeface="Arial" charset="0"/>
            </a:endParaRPr>
          </a:p>
        </p:txBody>
      </p:sp>
      <p:sp>
        <p:nvSpPr>
          <p:cNvPr id="82991" name="Line 107">
            <a:extLst>
              <a:ext uri="{FF2B5EF4-FFF2-40B4-BE49-F238E27FC236}">
                <a16:creationId xmlns:a16="http://schemas.microsoft.com/office/drawing/2014/main" id="{0DC3EB3D-0C92-6A26-C514-AAC1B87FF4C9}"/>
              </a:ext>
            </a:extLst>
          </p:cNvPr>
          <p:cNvSpPr>
            <a:spLocks noChangeShapeType="1"/>
          </p:cNvSpPr>
          <p:nvPr/>
        </p:nvSpPr>
        <p:spPr bwMode="auto">
          <a:xfrm>
            <a:off x="7934325" y="4310063"/>
            <a:ext cx="0" cy="9271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92" name="Line 108">
            <a:extLst>
              <a:ext uri="{FF2B5EF4-FFF2-40B4-BE49-F238E27FC236}">
                <a16:creationId xmlns:a16="http://schemas.microsoft.com/office/drawing/2014/main" id="{DAF0B7C8-549D-C632-E245-E7F9CEB69E64}"/>
              </a:ext>
            </a:extLst>
          </p:cNvPr>
          <p:cNvSpPr>
            <a:spLocks noChangeShapeType="1"/>
          </p:cNvSpPr>
          <p:nvPr/>
        </p:nvSpPr>
        <p:spPr bwMode="auto">
          <a:xfrm>
            <a:off x="7242175" y="4310063"/>
            <a:ext cx="0" cy="9271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93" name="Line 109">
            <a:extLst>
              <a:ext uri="{FF2B5EF4-FFF2-40B4-BE49-F238E27FC236}">
                <a16:creationId xmlns:a16="http://schemas.microsoft.com/office/drawing/2014/main" id="{2E38FC6C-060A-569A-FD8D-FA7F80010B3D}"/>
              </a:ext>
            </a:extLst>
          </p:cNvPr>
          <p:cNvSpPr>
            <a:spLocks noChangeShapeType="1"/>
          </p:cNvSpPr>
          <p:nvPr/>
        </p:nvSpPr>
        <p:spPr bwMode="auto">
          <a:xfrm>
            <a:off x="6540501" y="4775200"/>
            <a:ext cx="27717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94" name="Line 110">
            <a:extLst>
              <a:ext uri="{FF2B5EF4-FFF2-40B4-BE49-F238E27FC236}">
                <a16:creationId xmlns:a16="http://schemas.microsoft.com/office/drawing/2014/main" id="{F73EC49E-AC28-ABE1-FFCC-75287E7D95B1}"/>
              </a:ext>
            </a:extLst>
          </p:cNvPr>
          <p:cNvSpPr>
            <a:spLocks noChangeShapeType="1"/>
          </p:cNvSpPr>
          <p:nvPr/>
        </p:nvSpPr>
        <p:spPr bwMode="auto">
          <a:xfrm>
            <a:off x="8620125" y="4310063"/>
            <a:ext cx="0" cy="9271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95" name="Line 111">
            <a:extLst>
              <a:ext uri="{FF2B5EF4-FFF2-40B4-BE49-F238E27FC236}">
                <a16:creationId xmlns:a16="http://schemas.microsoft.com/office/drawing/2014/main" id="{6FE6A167-9F2E-FC9C-0CDA-FBCE9F80E33D}"/>
              </a:ext>
            </a:extLst>
          </p:cNvPr>
          <p:cNvSpPr>
            <a:spLocks noChangeShapeType="1"/>
          </p:cNvSpPr>
          <p:nvPr/>
        </p:nvSpPr>
        <p:spPr bwMode="auto">
          <a:xfrm flipH="1" flipV="1">
            <a:off x="6230938" y="4052889"/>
            <a:ext cx="309562" cy="257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96" name="Text Box 112">
            <a:extLst>
              <a:ext uri="{FF2B5EF4-FFF2-40B4-BE49-F238E27FC236}">
                <a16:creationId xmlns:a16="http://schemas.microsoft.com/office/drawing/2014/main" id="{6D318386-222D-9CCC-85CD-477CADFF3FE0}"/>
              </a:ext>
            </a:extLst>
          </p:cNvPr>
          <p:cNvSpPr txBox="1">
            <a:spLocks noChangeArrowheads="1"/>
          </p:cNvSpPr>
          <p:nvPr/>
        </p:nvSpPr>
        <p:spPr bwMode="auto">
          <a:xfrm>
            <a:off x="6108701" y="4103688"/>
            <a:ext cx="5556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x</a:t>
            </a:r>
            <a:r>
              <a:rPr lang="en-US" altLang="en-US" sz="2000" b="0" baseline="-25000"/>
              <a:t>1</a:t>
            </a:r>
            <a:endParaRPr lang="ru-RU" altLang="en-US" sz="2000" b="0"/>
          </a:p>
        </p:txBody>
      </p:sp>
      <p:sp>
        <p:nvSpPr>
          <p:cNvPr id="82997" name="Text Box 113">
            <a:extLst>
              <a:ext uri="{FF2B5EF4-FFF2-40B4-BE49-F238E27FC236}">
                <a16:creationId xmlns:a16="http://schemas.microsoft.com/office/drawing/2014/main" id="{05F7FA32-CD25-532F-E613-FAC88B301EDB}"/>
              </a:ext>
            </a:extLst>
          </p:cNvPr>
          <p:cNvSpPr txBox="1">
            <a:spLocks noChangeArrowheads="1"/>
          </p:cNvSpPr>
          <p:nvPr/>
        </p:nvSpPr>
        <p:spPr bwMode="auto">
          <a:xfrm>
            <a:off x="6221414" y="3857625"/>
            <a:ext cx="7381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x</a:t>
            </a:r>
            <a:r>
              <a:rPr lang="en-US" altLang="en-US" sz="2000" b="0" baseline="-25000"/>
              <a:t>2</a:t>
            </a:r>
            <a:r>
              <a:rPr lang="en-US" altLang="en-US" sz="2000" b="0"/>
              <a:t>x</a:t>
            </a:r>
            <a:r>
              <a:rPr lang="en-US" altLang="en-US" sz="2000" b="0" baseline="-25000"/>
              <a:t>3</a:t>
            </a:r>
            <a:endParaRPr lang="ru-RU" altLang="en-US" sz="2000" b="0"/>
          </a:p>
        </p:txBody>
      </p:sp>
      <p:sp>
        <p:nvSpPr>
          <p:cNvPr id="82998" name="Text Box 114">
            <a:extLst>
              <a:ext uri="{FF2B5EF4-FFF2-40B4-BE49-F238E27FC236}">
                <a16:creationId xmlns:a16="http://schemas.microsoft.com/office/drawing/2014/main" id="{14BA1D24-8B4D-7D52-60A4-AC768CB529E5}"/>
              </a:ext>
            </a:extLst>
          </p:cNvPr>
          <p:cNvSpPr txBox="1">
            <a:spLocks noChangeArrowheads="1"/>
          </p:cNvSpPr>
          <p:nvPr/>
        </p:nvSpPr>
        <p:spPr bwMode="auto">
          <a:xfrm>
            <a:off x="6688138" y="3983038"/>
            <a:ext cx="4683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00</a:t>
            </a:r>
            <a:endParaRPr lang="ru-RU" altLang="en-US" sz="2000" b="0"/>
          </a:p>
        </p:txBody>
      </p:sp>
      <p:sp>
        <p:nvSpPr>
          <p:cNvPr id="82999" name="Text Box 115">
            <a:extLst>
              <a:ext uri="{FF2B5EF4-FFF2-40B4-BE49-F238E27FC236}">
                <a16:creationId xmlns:a16="http://schemas.microsoft.com/office/drawing/2014/main" id="{A633AAC5-2A3D-E909-EE9E-53A39ED1B90E}"/>
              </a:ext>
            </a:extLst>
          </p:cNvPr>
          <p:cNvSpPr txBox="1">
            <a:spLocks noChangeArrowheads="1"/>
          </p:cNvSpPr>
          <p:nvPr/>
        </p:nvSpPr>
        <p:spPr bwMode="auto">
          <a:xfrm>
            <a:off x="7389813" y="3971925"/>
            <a:ext cx="469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01</a:t>
            </a:r>
            <a:endParaRPr lang="ru-RU" altLang="en-US" sz="2000" b="0"/>
          </a:p>
        </p:txBody>
      </p:sp>
      <p:sp>
        <p:nvSpPr>
          <p:cNvPr id="83000" name="Text Box 116">
            <a:extLst>
              <a:ext uri="{FF2B5EF4-FFF2-40B4-BE49-F238E27FC236}">
                <a16:creationId xmlns:a16="http://schemas.microsoft.com/office/drawing/2014/main" id="{D283565D-7D89-69F3-66F9-14582D04AB19}"/>
              </a:ext>
            </a:extLst>
          </p:cNvPr>
          <p:cNvSpPr txBox="1">
            <a:spLocks noChangeArrowheads="1"/>
          </p:cNvSpPr>
          <p:nvPr/>
        </p:nvSpPr>
        <p:spPr bwMode="auto">
          <a:xfrm>
            <a:off x="8105776" y="3971925"/>
            <a:ext cx="4683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11</a:t>
            </a:r>
            <a:endParaRPr lang="ru-RU" altLang="en-US" sz="2000" b="0"/>
          </a:p>
        </p:txBody>
      </p:sp>
      <p:sp>
        <p:nvSpPr>
          <p:cNvPr id="83001" name="Text Box 117">
            <a:extLst>
              <a:ext uri="{FF2B5EF4-FFF2-40B4-BE49-F238E27FC236}">
                <a16:creationId xmlns:a16="http://schemas.microsoft.com/office/drawing/2014/main" id="{260E3BA5-CB2F-DA73-9199-D80CCD269860}"/>
              </a:ext>
            </a:extLst>
          </p:cNvPr>
          <p:cNvSpPr txBox="1">
            <a:spLocks noChangeArrowheads="1"/>
          </p:cNvSpPr>
          <p:nvPr/>
        </p:nvSpPr>
        <p:spPr bwMode="auto">
          <a:xfrm>
            <a:off x="8747126" y="3971925"/>
            <a:ext cx="4683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10</a:t>
            </a:r>
            <a:endParaRPr lang="ru-RU" altLang="en-US" sz="2000" b="0"/>
          </a:p>
        </p:txBody>
      </p:sp>
      <p:sp>
        <p:nvSpPr>
          <p:cNvPr id="83002" name="Text Box 118">
            <a:extLst>
              <a:ext uri="{FF2B5EF4-FFF2-40B4-BE49-F238E27FC236}">
                <a16:creationId xmlns:a16="http://schemas.microsoft.com/office/drawing/2014/main" id="{E0494A9F-8CD7-D7EF-106D-715806A7729D}"/>
              </a:ext>
            </a:extLst>
          </p:cNvPr>
          <p:cNvSpPr txBox="1">
            <a:spLocks noChangeArrowheads="1"/>
          </p:cNvSpPr>
          <p:nvPr/>
        </p:nvSpPr>
        <p:spPr bwMode="auto">
          <a:xfrm>
            <a:off x="6205539" y="4424363"/>
            <a:ext cx="3825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a:t>
            </a:r>
            <a:endParaRPr lang="ru-RU" altLang="en-US" sz="2000" b="0"/>
          </a:p>
        </p:txBody>
      </p:sp>
      <p:sp>
        <p:nvSpPr>
          <p:cNvPr id="83003" name="Text Box 119">
            <a:extLst>
              <a:ext uri="{FF2B5EF4-FFF2-40B4-BE49-F238E27FC236}">
                <a16:creationId xmlns:a16="http://schemas.microsoft.com/office/drawing/2014/main" id="{F91F74B3-D6D9-8BED-59DC-6EB40CE9DA4C}"/>
              </a:ext>
            </a:extLst>
          </p:cNvPr>
          <p:cNvSpPr txBox="1">
            <a:spLocks noChangeArrowheads="1"/>
          </p:cNvSpPr>
          <p:nvPr/>
        </p:nvSpPr>
        <p:spPr bwMode="auto">
          <a:xfrm>
            <a:off x="6242051" y="4856163"/>
            <a:ext cx="4222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83004" name="Text Box 120">
            <a:extLst>
              <a:ext uri="{FF2B5EF4-FFF2-40B4-BE49-F238E27FC236}">
                <a16:creationId xmlns:a16="http://schemas.microsoft.com/office/drawing/2014/main" id="{D26D15E2-F78D-9A0E-0B1C-1D60DA847714}"/>
              </a:ext>
            </a:extLst>
          </p:cNvPr>
          <p:cNvSpPr txBox="1">
            <a:spLocks noChangeArrowheads="1"/>
          </p:cNvSpPr>
          <p:nvPr/>
        </p:nvSpPr>
        <p:spPr bwMode="auto">
          <a:xfrm>
            <a:off x="7385050" y="4414838"/>
            <a:ext cx="382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83005" name="Text Box 122">
            <a:extLst>
              <a:ext uri="{FF2B5EF4-FFF2-40B4-BE49-F238E27FC236}">
                <a16:creationId xmlns:a16="http://schemas.microsoft.com/office/drawing/2014/main" id="{CC4E65AC-6701-41D5-2A83-BC8A6B767EEC}"/>
              </a:ext>
            </a:extLst>
          </p:cNvPr>
          <p:cNvSpPr txBox="1">
            <a:spLocks noChangeArrowheads="1"/>
          </p:cNvSpPr>
          <p:nvPr/>
        </p:nvSpPr>
        <p:spPr bwMode="auto">
          <a:xfrm>
            <a:off x="8763000" y="4876800"/>
            <a:ext cx="382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83006" name="Text Box 123">
            <a:extLst>
              <a:ext uri="{FF2B5EF4-FFF2-40B4-BE49-F238E27FC236}">
                <a16:creationId xmlns:a16="http://schemas.microsoft.com/office/drawing/2014/main" id="{A9900324-D937-8521-EF47-40B28B3779E7}"/>
              </a:ext>
            </a:extLst>
          </p:cNvPr>
          <p:cNvSpPr txBox="1">
            <a:spLocks noChangeArrowheads="1"/>
          </p:cNvSpPr>
          <p:nvPr/>
        </p:nvSpPr>
        <p:spPr bwMode="auto">
          <a:xfrm>
            <a:off x="7445375" y="4876800"/>
            <a:ext cx="382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83007" name="Text Box 130">
            <a:extLst>
              <a:ext uri="{FF2B5EF4-FFF2-40B4-BE49-F238E27FC236}">
                <a16:creationId xmlns:a16="http://schemas.microsoft.com/office/drawing/2014/main" id="{6B2CBE65-1B4C-508C-1239-1A4BAE4B7BC0}"/>
              </a:ext>
            </a:extLst>
          </p:cNvPr>
          <p:cNvSpPr txBox="1">
            <a:spLocks noChangeArrowheads="1"/>
          </p:cNvSpPr>
          <p:nvPr/>
        </p:nvSpPr>
        <p:spPr bwMode="auto">
          <a:xfrm>
            <a:off x="8783639" y="4421188"/>
            <a:ext cx="3825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83008" name="AutoShape 131">
            <a:extLst>
              <a:ext uri="{FF2B5EF4-FFF2-40B4-BE49-F238E27FC236}">
                <a16:creationId xmlns:a16="http://schemas.microsoft.com/office/drawing/2014/main" id="{04494059-3010-8878-0B6B-9CE3D3429651}"/>
              </a:ext>
            </a:extLst>
          </p:cNvPr>
          <p:cNvSpPr>
            <a:spLocks noChangeArrowheads="1"/>
          </p:cNvSpPr>
          <p:nvPr/>
        </p:nvSpPr>
        <p:spPr bwMode="auto">
          <a:xfrm>
            <a:off x="7372350" y="4391025"/>
            <a:ext cx="431800" cy="768350"/>
          </a:xfrm>
          <a:prstGeom prst="roundRect">
            <a:avLst>
              <a:gd name="adj" fmla="val 16667"/>
            </a:avLst>
          </a:prstGeom>
          <a:noFill/>
          <a:ln w="28575">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solidFill>
                <a:srgbClr val="FF0000"/>
              </a:solidFill>
            </a:endParaRPr>
          </a:p>
        </p:txBody>
      </p:sp>
      <p:sp>
        <p:nvSpPr>
          <p:cNvPr id="51310" name="AutoShape 132">
            <a:extLst>
              <a:ext uri="{FF2B5EF4-FFF2-40B4-BE49-F238E27FC236}">
                <a16:creationId xmlns:a16="http://schemas.microsoft.com/office/drawing/2014/main" id="{D13F4D29-E6BB-463E-AA7E-114E3B937689}"/>
              </a:ext>
            </a:extLst>
          </p:cNvPr>
          <p:cNvSpPr>
            <a:spLocks noChangeArrowheads="1"/>
          </p:cNvSpPr>
          <p:nvPr/>
        </p:nvSpPr>
        <p:spPr bwMode="auto">
          <a:xfrm>
            <a:off x="8715375" y="4389438"/>
            <a:ext cx="431800" cy="768350"/>
          </a:xfrm>
          <a:prstGeom prst="roundRect">
            <a:avLst>
              <a:gd name="adj" fmla="val 16667"/>
            </a:avLst>
          </a:prstGeom>
          <a:noFill/>
          <a:ln w="28575">
            <a:solidFill>
              <a:schemeClr val="accent1">
                <a:lumMod val="20000"/>
                <a:lumOff val="80000"/>
              </a:schemeClr>
            </a:solidFill>
            <a:round/>
            <a:headEnd/>
            <a:tailEnd/>
          </a:ln>
        </p:spPr>
        <p:txBody>
          <a:bodyPr wrap="none" anchor="ctr"/>
          <a:lstStyle/>
          <a:p>
            <a:pPr eaLnBrk="1" hangingPunct="1">
              <a:defRPr/>
            </a:pPr>
            <a:endParaRPr lang="ru-RU" sz="2000">
              <a:latin typeface="Arial" charset="0"/>
              <a:cs typeface="Arial" charset="0"/>
            </a:endParaRPr>
          </a:p>
        </p:txBody>
      </p:sp>
      <p:sp>
        <p:nvSpPr>
          <p:cNvPr id="83010" name="Text Box 135">
            <a:extLst>
              <a:ext uri="{FF2B5EF4-FFF2-40B4-BE49-F238E27FC236}">
                <a16:creationId xmlns:a16="http://schemas.microsoft.com/office/drawing/2014/main" id="{B659C524-AC25-2B40-59E2-86F643EF2A52}"/>
              </a:ext>
            </a:extLst>
          </p:cNvPr>
          <p:cNvSpPr txBox="1">
            <a:spLocks noChangeArrowheads="1"/>
          </p:cNvSpPr>
          <p:nvPr/>
        </p:nvSpPr>
        <p:spPr bwMode="auto">
          <a:xfrm>
            <a:off x="9361489" y="4133850"/>
            <a:ext cx="6175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a</a:t>
            </a:r>
            <a:r>
              <a:rPr lang="en-US" altLang="en-US" sz="2000" b="0" baseline="-25000"/>
              <a:t>1</a:t>
            </a:r>
            <a:endParaRPr lang="ru-RU" altLang="en-US" sz="2000" b="0"/>
          </a:p>
        </p:txBody>
      </p:sp>
      <p:graphicFrame>
        <p:nvGraphicFramePr>
          <p:cNvPr id="71" name="Table 70">
            <a:extLst>
              <a:ext uri="{FF2B5EF4-FFF2-40B4-BE49-F238E27FC236}">
                <a16:creationId xmlns:a16="http://schemas.microsoft.com/office/drawing/2014/main" id="{D4670935-C5E6-406C-A0F2-1259B7CD0A0A}"/>
              </a:ext>
            </a:extLst>
          </p:cNvPr>
          <p:cNvGraphicFramePr>
            <a:graphicFrameLocks noGrp="1"/>
          </p:cNvGraphicFramePr>
          <p:nvPr/>
        </p:nvGraphicFramePr>
        <p:xfrm>
          <a:off x="2387600" y="1670051"/>
          <a:ext cx="2844799" cy="3292479"/>
        </p:xfrm>
        <a:graphic>
          <a:graphicData uri="http://schemas.openxmlformats.org/drawingml/2006/table">
            <a:tbl>
              <a:tblPr firstRow="1" bandRow="1">
                <a:tableStyleId>{5C22544A-7EE6-4342-B048-85BDC9FD1C3A}</a:tableStyleId>
              </a:tblPr>
              <a:tblGrid>
                <a:gridCol w="1175316">
                  <a:extLst>
                    <a:ext uri="{9D8B030D-6E8A-4147-A177-3AD203B41FA5}">
                      <a16:colId xmlns:a16="http://schemas.microsoft.com/office/drawing/2014/main" val="20000"/>
                    </a:ext>
                  </a:extLst>
                </a:gridCol>
                <a:gridCol w="787996">
                  <a:extLst>
                    <a:ext uri="{9D8B030D-6E8A-4147-A177-3AD203B41FA5}">
                      <a16:colId xmlns:a16="http://schemas.microsoft.com/office/drawing/2014/main" val="20001"/>
                    </a:ext>
                  </a:extLst>
                </a:gridCol>
                <a:gridCol w="881487">
                  <a:extLst>
                    <a:ext uri="{9D8B030D-6E8A-4147-A177-3AD203B41FA5}">
                      <a16:colId xmlns:a16="http://schemas.microsoft.com/office/drawing/2014/main" val="20002"/>
                    </a:ext>
                  </a:extLst>
                </a:gridCol>
              </a:tblGrid>
              <a:tr h="3658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x</a:t>
                      </a:r>
                      <a:r>
                        <a:rPr kumimoji="0" lang="en-US" sz="1800" u="none" strike="noStrike" cap="none" normalizeH="0" baseline="-25000" dirty="0">
                          <a:ln>
                            <a:noFill/>
                          </a:ln>
                          <a:effectLst/>
                        </a:rPr>
                        <a:t>1</a:t>
                      </a:r>
                      <a:r>
                        <a:rPr kumimoji="0" lang="en-US" sz="1800" u="none" strike="noStrike" cap="none" normalizeH="0" baseline="0" dirty="0">
                          <a:ln>
                            <a:noFill/>
                          </a:ln>
                          <a:effectLst/>
                        </a:rPr>
                        <a:t>x</a:t>
                      </a:r>
                      <a:r>
                        <a:rPr kumimoji="0" lang="en-US" sz="1800" u="none" strike="noStrike" cap="none" normalizeH="0" baseline="-25000" dirty="0">
                          <a:ln>
                            <a:noFill/>
                          </a:ln>
                          <a:effectLst/>
                        </a:rPr>
                        <a:t>2</a:t>
                      </a:r>
                      <a:r>
                        <a:rPr kumimoji="0" lang="en-US" sz="1800" u="none" strike="noStrike" cap="none" normalizeH="0" baseline="0" dirty="0">
                          <a:ln>
                            <a:noFill/>
                          </a:ln>
                          <a:effectLst/>
                        </a:rPr>
                        <a:t>x</a:t>
                      </a:r>
                      <a:r>
                        <a:rPr kumimoji="0" lang="en-US" sz="1800" u="none" strike="noStrike" cap="none" normalizeH="0" baseline="-25000" dirty="0">
                          <a:ln>
                            <a:noFill/>
                          </a:ln>
                          <a:effectLst/>
                        </a:rPr>
                        <a:t>3</a:t>
                      </a:r>
                      <a:endParaRPr kumimoji="0" lang="ru-RU" sz="1800" b="0" i="0" u="none" strike="noStrike" cap="none" normalizeH="0" baseline="0" dirty="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F</a:t>
                      </a:r>
                      <a:endParaRPr kumimoji="0" lang="ru-RU" sz="1800" b="0" i="0" u="none" strike="noStrike" cap="none" normalizeH="0" baseline="0" dirty="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a</a:t>
                      </a:r>
                      <a:r>
                        <a:rPr kumimoji="0" lang="en-US" sz="1800" u="none" strike="noStrike" cap="none" normalizeH="0" baseline="-25000" dirty="0">
                          <a:ln>
                            <a:noFill/>
                          </a:ln>
                          <a:effectLst/>
                        </a:rPr>
                        <a:t>1</a:t>
                      </a:r>
                      <a:r>
                        <a:rPr kumimoji="0" lang="en-US" sz="1800" u="none" strike="noStrike" cap="none" normalizeH="0" baseline="0" dirty="0">
                          <a:ln>
                            <a:noFill/>
                          </a:ln>
                          <a:effectLst/>
                        </a:rPr>
                        <a:t>a</a:t>
                      </a:r>
                      <a:r>
                        <a:rPr kumimoji="0" lang="en-US" sz="1800" u="none" strike="noStrike" cap="none" normalizeH="0" baseline="-25000" dirty="0">
                          <a:ln>
                            <a:noFill/>
                          </a:ln>
                          <a:effectLst/>
                        </a:rPr>
                        <a:t>0</a:t>
                      </a:r>
                      <a:endParaRPr kumimoji="0" lang="ru-RU" sz="1800" b="0" i="0" u="none" strike="noStrike" cap="none" normalizeH="0" baseline="0" dirty="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0"/>
                  </a:ext>
                </a:extLst>
              </a:tr>
              <a:tr h="3658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0 0 0</a:t>
                      </a:r>
                      <a:endParaRPr kumimoji="0" lang="ru-RU" sz="18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0</a:t>
                      </a:r>
                      <a:endParaRPr kumimoji="0" lang="ru-RU" sz="18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0 0</a:t>
                      </a:r>
                      <a:endParaRPr kumimoji="0" lang="ru-RU" sz="1800" b="0" i="0" u="none" strike="noStrike" cap="none" normalizeH="0" baseline="0" dirty="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1"/>
                  </a:ext>
                </a:extLst>
              </a:tr>
              <a:tr h="3658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0 0 1</a:t>
                      </a:r>
                      <a:endParaRPr kumimoji="0" lang="ru-RU" sz="18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0</a:t>
                      </a:r>
                      <a:endParaRPr kumimoji="0" lang="ru-RU" sz="18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1 1</a:t>
                      </a:r>
                      <a:endParaRPr kumimoji="0" lang="ru-RU" sz="1800" b="0" i="0" u="none" strike="noStrike" cap="none" normalizeH="0" baseline="0" dirty="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2"/>
                  </a:ext>
                </a:extLst>
              </a:tr>
              <a:tr h="3658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0 1 0</a:t>
                      </a:r>
                      <a:endParaRPr kumimoji="0" lang="ru-RU" sz="18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0</a:t>
                      </a:r>
                      <a:endParaRPr kumimoji="0" lang="ru-RU" sz="18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1 0</a:t>
                      </a:r>
                      <a:endParaRPr kumimoji="0" lang="ru-RU" sz="1800" b="0" i="0" u="none" strike="noStrike" cap="none" normalizeH="0" baseline="0" dirty="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3"/>
                  </a:ext>
                </a:extLst>
              </a:tr>
              <a:tr h="3658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0 1 1</a:t>
                      </a:r>
                      <a:endParaRPr kumimoji="0" lang="ru-RU" sz="18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1</a:t>
                      </a:r>
                      <a:endParaRPr kumimoji="0" lang="ru-RU" sz="18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0 1</a:t>
                      </a:r>
                      <a:endParaRPr kumimoji="0" lang="ru-RU" sz="1800" b="0" i="0" u="none" strike="noStrike" cap="none" normalizeH="0" baseline="0" dirty="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4"/>
                  </a:ext>
                </a:extLst>
              </a:tr>
              <a:tr h="3658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1 0 0</a:t>
                      </a:r>
                      <a:endParaRPr kumimoji="0" lang="ru-RU" sz="18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0</a:t>
                      </a:r>
                      <a:endParaRPr kumimoji="0" lang="ru-RU" sz="18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0 1</a:t>
                      </a:r>
                      <a:endParaRPr kumimoji="0" lang="ru-RU" sz="1800" b="0" i="0" u="none" strike="noStrike" cap="none" normalizeH="0" baseline="0" dirty="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5"/>
                  </a:ext>
                </a:extLst>
              </a:tr>
              <a:tr h="3658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1 0 1</a:t>
                      </a:r>
                      <a:endParaRPr kumimoji="0" lang="ru-RU" sz="18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1</a:t>
                      </a:r>
                      <a:endParaRPr kumimoji="0" lang="ru-RU" sz="18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1 0</a:t>
                      </a:r>
                      <a:endParaRPr kumimoji="0" lang="ru-RU" sz="1800" b="0" i="0" u="none" strike="noStrike" cap="none" normalizeH="0" baseline="0" dirty="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6"/>
                  </a:ext>
                </a:extLst>
              </a:tr>
              <a:tr h="3658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1 1 0</a:t>
                      </a:r>
                      <a:endParaRPr kumimoji="0" lang="ru-RU" sz="18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a:ln>
                            <a:noFill/>
                          </a:ln>
                          <a:effectLst/>
                        </a:rPr>
                        <a:t>1</a:t>
                      </a:r>
                      <a:endParaRPr kumimoji="0" lang="ru-RU" sz="18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1 1</a:t>
                      </a:r>
                      <a:endParaRPr kumimoji="0" lang="ru-RU" sz="1800" b="0" i="0" u="none" strike="noStrike" cap="none" normalizeH="0" baseline="0" dirty="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7"/>
                  </a:ext>
                </a:extLst>
              </a:tr>
              <a:tr h="36583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1 1 1</a:t>
                      </a:r>
                      <a:endParaRPr kumimoji="0" lang="ru-RU" sz="1800" b="0" i="0" u="none" strike="noStrike" cap="none" normalizeH="0" baseline="0" dirty="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dirty="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0 0</a:t>
                      </a:r>
                      <a:endParaRPr kumimoji="0" lang="ru-RU" sz="1800" b="0" i="0" u="none" strike="noStrike" cap="none" normalizeH="0" baseline="0" dirty="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8"/>
                  </a:ext>
                </a:extLst>
              </a:tr>
            </a:tbl>
          </a:graphicData>
        </a:graphic>
      </p:graphicFrame>
      <p:sp>
        <p:nvSpPr>
          <p:cNvPr id="83053" name="Title 71">
            <a:extLst>
              <a:ext uri="{FF2B5EF4-FFF2-40B4-BE49-F238E27FC236}">
                <a16:creationId xmlns:a16="http://schemas.microsoft.com/office/drawing/2014/main" id="{E152EAC1-154B-A8E2-2B87-2422A0E29211}"/>
              </a:ext>
            </a:extLst>
          </p:cNvPr>
          <p:cNvSpPr>
            <a:spLocks noGrp="1" noChangeArrowheads="1"/>
          </p:cNvSpPr>
          <p:nvPr>
            <p:ph type="title"/>
          </p:nvPr>
        </p:nvSpPr>
        <p:spPr>
          <a:xfrm>
            <a:off x="-1" y="183402"/>
            <a:ext cx="11612880" cy="704088"/>
          </a:xfrm>
        </p:spPr>
        <p:txBody>
          <a:bodyPr>
            <a:normAutofit/>
          </a:bodyPr>
          <a:lstStyle/>
          <a:p>
            <a:r>
              <a:rPr lang="en-US" altLang="en-US" dirty="0"/>
              <a:t>3-input Majority Element</a:t>
            </a:r>
            <a:endParaRPr lang="ru-RU" altLang="en-US" dirty="0"/>
          </a:p>
        </p:txBody>
      </p:sp>
      <p:sp>
        <p:nvSpPr>
          <p:cNvPr id="83054" name="Content Placeholder 72">
            <a:extLst>
              <a:ext uri="{FF2B5EF4-FFF2-40B4-BE49-F238E27FC236}">
                <a16:creationId xmlns:a16="http://schemas.microsoft.com/office/drawing/2014/main" id="{684BCDEF-1593-DE9C-CC33-4E1F27B17B79}"/>
              </a:ext>
            </a:extLst>
          </p:cNvPr>
          <p:cNvSpPr>
            <a:spLocks noGrp="1" noChangeArrowheads="1"/>
          </p:cNvSpPr>
          <p:nvPr>
            <p:ph type="body" sz="quarter" idx="10"/>
          </p:nvPr>
        </p:nvSpPr>
        <p:spPr>
          <a:xfrm>
            <a:off x="457200" y="1188720"/>
            <a:ext cx="11277922" cy="5185186"/>
          </a:xfrm>
        </p:spPr>
        <p:txBody>
          <a:bodyPr/>
          <a:lstStyle/>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ru-RU" altLang="en-US" dirty="0"/>
          </a:p>
          <a:p>
            <a:endParaRPr lang="ru-RU" altLang="en-US" dirty="0"/>
          </a:p>
          <a:p>
            <a:r>
              <a:rPr lang="en-US" altLang="en-US" dirty="0"/>
              <a:t>F = x1·x2 + x1·x3 +x2·x3</a:t>
            </a:r>
          </a:p>
          <a:p>
            <a:r>
              <a:rPr lang="en-US" altLang="en-US" dirty="0"/>
              <a:t>a0 = ~x1·x3 + x1·~x3 = x1</a:t>
            </a:r>
            <a:r>
              <a:rPr lang="en-US" altLang="en-US" dirty="0">
                <a:sym typeface="Symbol" panose="05050102010706020507" pitchFamily="18" charset="2"/>
              </a:rPr>
              <a:t> x3</a:t>
            </a:r>
          </a:p>
          <a:p>
            <a:r>
              <a:rPr lang="en-US" altLang="en-US" dirty="0">
                <a:sym typeface="Symbol" panose="05050102010706020507" pitchFamily="18" charset="2"/>
              </a:rPr>
              <a:t>a1 = ~x2·x3 + x2·x3 = x2  x3</a:t>
            </a:r>
          </a:p>
          <a:p>
            <a:endParaRPr lang="ru-RU" altLang="en-US" dirty="0"/>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4">
            <a:extLst>
              <a:ext uri="{FF2B5EF4-FFF2-40B4-BE49-F238E27FC236}">
                <a16:creationId xmlns:a16="http://schemas.microsoft.com/office/drawing/2014/main" id="{AA0E5BDC-0330-A6AA-40B0-0828EC66AB72}"/>
              </a:ext>
            </a:extLst>
          </p:cNvPr>
          <p:cNvSpPr>
            <a:spLocks noGrp="1" noChangeArrowheads="1"/>
          </p:cNvSpPr>
          <p:nvPr>
            <p:ph type="title"/>
          </p:nvPr>
        </p:nvSpPr>
        <p:spPr>
          <a:xfrm>
            <a:off x="-1" y="183402"/>
            <a:ext cx="11612880" cy="704088"/>
          </a:xfrm>
        </p:spPr>
        <p:txBody>
          <a:bodyPr>
            <a:normAutofit/>
          </a:bodyPr>
          <a:lstStyle/>
          <a:p>
            <a:r>
              <a:rPr lang="en-US" altLang="en-US" dirty="0"/>
              <a:t>Combinational Circuits Description in Verilog</a:t>
            </a:r>
            <a:endParaRPr lang="ru-RU" altLang="en-US" dirty="0"/>
          </a:p>
        </p:txBody>
      </p:sp>
      <p:sp>
        <p:nvSpPr>
          <p:cNvPr id="84995" name="Content Placeholder 40">
            <a:extLst>
              <a:ext uri="{FF2B5EF4-FFF2-40B4-BE49-F238E27FC236}">
                <a16:creationId xmlns:a16="http://schemas.microsoft.com/office/drawing/2014/main" id="{FADD81DE-AD81-99A0-4A87-A60DEC32E11D}"/>
              </a:ext>
            </a:extLst>
          </p:cNvPr>
          <p:cNvSpPr>
            <a:spLocks noGrp="1" noChangeArrowheads="1"/>
          </p:cNvSpPr>
          <p:nvPr>
            <p:ph type="body" sz="quarter" idx="10"/>
          </p:nvPr>
        </p:nvSpPr>
        <p:spPr>
          <a:xfrm>
            <a:off x="457200" y="1188720"/>
            <a:ext cx="11277922" cy="5185186"/>
          </a:xfrm>
        </p:spPr>
        <p:txBody>
          <a:bodyPr/>
          <a:lstStyle/>
          <a:p>
            <a:pPr marL="0" indent="0">
              <a:buNone/>
            </a:pPr>
            <a:r>
              <a:rPr lang="en-US" altLang="en-US" dirty="0"/>
              <a:t>			</a:t>
            </a:r>
            <a:endParaRPr lang="ru-RU" altLang="en-US" dirty="0"/>
          </a:p>
        </p:txBody>
      </p:sp>
      <p:grpSp>
        <p:nvGrpSpPr>
          <p:cNvPr id="84996" name="Group 32">
            <a:extLst>
              <a:ext uri="{FF2B5EF4-FFF2-40B4-BE49-F238E27FC236}">
                <a16:creationId xmlns:a16="http://schemas.microsoft.com/office/drawing/2014/main" id="{F8FA5E80-9773-9128-2A8C-C1693B3FB683}"/>
              </a:ext>
            </a:extLst>
          </p:cNvPr>
          <p:cNvGrpSpPr>
            <a:grpSpLocks/>
          </p:cNvGrpSpPr>
          <p:nvPr/>
        </p:nvGrpSpPr>
        <p:grpSpPr bwMode="auto">
          <a:xfrm>
            <a:off x="2376488" y="1735139"/>
            <a:ext cx="2982912" cy="979487"/>
            <a:chOff x="875" y="1049"/>
            <a:chExt cx="2173" cy="906"/>
          </a:xfrm>
        </p:grpSpPr>
        <p:sp>
          <p:nvSpPr>
            <p:cNvPr id="85002" name="AutoShape 6">
              <a:extLst>
                <a:ext uri="{FF2B5EF4-FFF2-40B4-BE49-F238E27FC236}">
                  <a16:creationId xmlns:a16="http://schemas.microsoft.com/office/drawing/2014/main" id="{0EE3B6DD-EE4A-0F05-8750-580BB05D91A5}"/>
                </a:ext>
              </a:extLst>
            </p:cNvPr>
            <p:cNvSpPr>
              <a:spLocks noChangeArrowheads="1"/>
            </p:cNvSpPr>
            <p:nvPr/>
          </p:nvSpPr>
          <p:spPr bwMode="auto">
            <a:xfrm flipH="1">
              <a:off x="2229" y="1398"/>
              <a:ext cx="243" cy="296"/>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5003" name="AutoShape 7">
              <a:extLst>
                <a:ext uri="{FF2B5EF4-FFF2-40B4-BE49-F238E27FC236}">
                  <a16:creationId xmlns:a16="http://schemas.microsoft.com/office/drawing/2014/main" id="{A7FF2794-4CBB-10A5-EE48-953729A69B36}"/>
                </a:ext>
              </a:extLst>
            </p:cNvPr>
            <p:cNvSpPr>
              <a:spLocks noChangeArrowheads="1"/>
            </p:cNvSpPr>
            <p:nvPr/>
          </p:nvSpPr>
          <p:spPr bwMode="auto">
            <a:xfrm>
              <a:off x="1695" y="1177"/>
              <a:ext cx="244" cy="266"/>
            </a:xfrm>
            <a:prstGeom prst="flowChartDelay">
              <a:avLst/>
            </a:prstGeom>
            <a:solidFill>
              <a:schemeClr val="accent1"/>
            </a:solidFill>
            <a:ln w="2222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5004" name="AutoShape 8">
              <a:extLst>
                <a:ext uri="{FF2B5EF4-FFF2-40B4-BE49-F238E27FC236}">
                  <a16:creationId xmlns:a16="http://schemas.microsoft.com/office/drawing/2014/main" id="{86381DF7-179D-C7CC-A06E-17F0747BE93C}"/>
                </a:ext>
              </a:extLst>
            </p:cNvPr>
            <p:cNvSpPr>
              <a:spLocks noChangeArrowheads="1"/>
            </p:cNvSpPr>
            <p:nvPr/>
          </p:nvSpPr>
          <p:spPr bwMode="auto">
            <a:xfrm>
              <a:off x="1700" y="1639"/>
              <a:ext cx="243" cy="266"/>
            </a:xfrm>
            <a:prstGeom prst="flowChartDelay">
              <a:avLst/>
            </a:prstGeom>
            <a:solidFill>
              <a:schemeClr val="accent1"/>
            </a:solidFill>
            <a:ln w="2222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grpSp>
          <p:nvGrpSpPr>
            <p:cNvPr id="85005" name="Group 9">
              <a:extLst>
                <a:ext uri="{FF2B5EF4-FFF2-40B4-BE49-F238E27FC236}">
                  <a16:creationId xmlns:a16="http://schemas.microsoft.com/office/drawing/2014/main" id="{596F9C6C-70BC-F58B-10B6-E310515B5F05}"/>
                </a:ext>
              </a:extLst>
            </p:cNvPr>
            <p:cNvGrpSpPr>
              <a:grpSpLocks/>
            </p:cNvGrpSpPr>
            <p:nvPr/>
          </p:nvGrpSpPr>
          <p:grpSpPr bwMode="auto">
            <a:xfrm>
              <a:off x="1356" y="1276"/>
              <a:ext cx="179" cy="200"/>
              <a:chOff x="3082" y="7704"/>
              <a:chExt cx="399" cy="404"/>
            </a:xfrm>
          </p:grpSpPr>
          <p:sp>
            <p:nvSpPr>
              <p:cNvPr id="85026" name="AutoShape 10">
                <a:extLst>
                  <a:ext uri="{FF2B5EF4-FFF2-40B4-BE49-F238E27FC236}">
                    <a16:creationId xmlns:a16="http://schemas.microsoft.com/office/drawing/2014/main" id="{A80B5509-1F7B-78D5-9D90-17B7807372B9}"/>
                  </a:ext>
                </a:extLst>
              </p:cNvPr>
              <p:cNvSpPr>
                <a:spLocks noChangeArrowheads="1"/>
              </p:cNvSpPr>
              <p:nvPr/>
            </p:nvSpPr>
            <p:spPr bwMode="auto">
              <a:xfrm rot="5435204">
                <a:off x="3012" y="7774"/>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5027" name="Oval 11">
                <a:extLst>
                  <a:ext uri="{FF2B5EF4-FFF2-40B4-BE49-F238E27FC236}">
                    <a16:creationId xmlns:a16="http://schemas.microsoft.com/office/drawing/2014/main" id="{99DD3464-EC50-B585-FAB4-01B74C921EF3}"/>
                  </a:ext>
                </a:extLst>
              </p:cNvPr>
              <p:cNvSpPr>
                <a:spLocks noChangeArrowheads="1"/>
              </p:cNvSpPr>
              <p:nvPr/>
            </p:nvSpPr>
            <p:spPr bwMode="auto">
              <a:xfrm>
                <a:off x="3345" y="7828"/>
                <a:ext cx="136" cy="136"/>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grpSp>
        <p:sp>
          <p:nvSpPr>
            <p:cNvPr id="85006" name="Line 12">
              <a:extLst>
                <a:ext uri="{FF2B5EF4-FFF2-40B4-BE49-F238E27FC236}">
                  <a16:creationId xmlns:a16="http://schemas.microsoft.com/office/drawing/2014/main" id="{5C599FB4-AC56-75CB-7782-524D78D832AE}"/>
                </a:ext>
              </a:extLst>
            </p:cNvPr>
            <p:cNvSpPr>
              <a:spLocks noChangeShapeType="1"/>
            </p:cNvSpPr>
            <p:nvPr/>
          </p:nvSpPr>
          <p:spPr bwMode="auto">
            <a:xfrm>
              <a:off x="1096" y="1232"/>
              <a:ext cx="59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07" name="Line 13">
              <a:extLst>
                <a:ext uri="{FF2B5EF4-FFF2-40B4-BE49-F238E27FC236}">
                  <a16:creationId xmlns:a16="http://schemas.microsoft.com/office/drawing/2014/main" id="{BB40B879-6DF2-B3A2-0284-841E5FE32BDB}"/>
                </a:ext>
              </a:extLst>
            </p:cNvPr>
            <p:cNvSpPr>
              <a:spLocks noChangeShapeType="1"/>
            </p:cNvSpPr>
            <p:nvPr/>
          </p:nvSpPr>
          <p:spPr bwMode="auto">
            <a:xfrm>
              <a:off x="1537" y="1372"/>
              <a:ext cx="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08" name="Line 14">
              <a:extLst>
                <a:ext uri="{FF2B5EF4-FFF2-40B4-BE49-F238E27FC236}">
                  <a16:creationId xmlns:a16="http://schemas.microsoft.com/office/drawing/2014/main" id="{FAE13F22-D630-44B6-5902-6423D29F8FC5}"/>
                </a:ext>
              </a:extLst>
            </p:cNvPr>
            <p:cNvSpPr>
              <a:spLocks noChangeShapeType="1"/>
            </p:cNvSpPr>
            <p:nvPr/>
          </p:nvSpPr>
          <p:spPr bwMode="auto">
            <a:xfrm>
              <a:off x="1088" y="1380"/>
              <a:ext cx="2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09" name="Line 15">
              <a:extLst>
                <a:ext uri="{FF2B5EF4-FFF2-40B4-BE49-F238E27FC236}">
                  <a16:creationId xmlns:a16="http://schemas.microsoft.com/office/drawing/2014/main" id="{31DC58CA-83F7-D008-CA3F-439CE0B81A24}"/>
                </a:ext>
              </a:extLst>
            </p:cNvPr>
            <p:cNvSpPr>
              <a:spLocks noChangeShapeType="1"/>
            </p:cNvSpPr>
            <p:nvPr/>
          </p:nvSpPr>
          <p:spPr bwMode="auto">
            <a:xfrm>
              <a:off x="1207" y="1381"/>
              <a:ext cx="0" cy="344"/>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85010" name="Line 16">
              <a:extLst>
                <a:ext uri="{FF2B5EF4-FFF2-40B4-BE49-F238E27FC236}">
                  <a16:creationId xmlns:a16="http://schemas.microsoft.com/office/drawing/2014/main" id="{8A8A1EF9-ECFD-757C-9B9B-29E58096ABB4}"/>
                </a:ext>
              </a:extLst>
            </p:cNvPr>
            <p:cNvSpPr>
              <a:spLocks noChangeShapeType="1"/>
            </p:cNvSpPr>
            <p:nvPr/>
          </p:nvSpPr>
          <p:spPr bwMode="auto">
            <a:xfrm>
              <a:off x="1214" y="1728"/>
              <a:ext cx="48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11" name="Line 17">
              <a:extLst>
                <a:ext uri="{FF2B5EF4-FFF2-40B4-BE49-F238E27FC236}">
                  <a16:creationId xmlns:a16="http://schemas.microsoft.com/office/drawing/2014/main" id="{6C6683C9-2A48-A41B-D544-0841577EA252}"/>
                </a:ext>
              </a:extLst>
            </p:cNvPr>
            <p:cNvSpPr>
              <a:spLocks noChangeShapeType="1"/>
            </p:cNvSpPr>
            <p:nvPr/>
          </p:nvSpPr>
          <p:spPr bwMode="auto">
            <a:xfrm flipH="1">
              <a:off x="1123" y="1839"/>
              <a:ext cx="56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12" name="Line 18">
              <a:extLst>
                <a:ext uri="{FF2B5EF4-FFF2-40B4-BE49-F238E27FC236}">
                  <a16:creationId xmlns:a16="http://schemas.microsoft.com/office/drawing/2014/main" id="{ECC3EBA6-95CC-C3D5-657A-864ABED0F7A0}"/>
                </a:ext>
              </a:extLst>
            </p:cNvPr>
            <p:cNvSpPr>
              <a:spLocks noChangeShapeType="1"/>
            </p:cNvSpPr>
            <p:nvPr/>
          </p:nvSpPr>
          <p:spPr bwMode="auto">
            <a:xfrm>
              <a:off x="2116" y="1478"/>
              <a:ext cx="1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13" name="Line 19">
              <a:extLst>
                <a:ext uri="{FF2B5EF4-FFF2-40B4-BE49-F238E27FC236}">
                  <a16:creationId xmlns:a16="http://schemas.microsoft.com/office/drawing/2014/main" id="{BBA7E857-2EFF-CEF7-EDAC-8793AAB57803}"/>
                </a:ext>
              </a:extLst>
            </p:cNvPr>
            <p:cNvSpPr>
              <a:spLocks noChangeShapeType="1"/>
            </p:cNvSpPr>
            <p:nvPr/>
          </p:nvSpPr>
          <p:spPr bwMode="auto">
            <a:xfrm>
              <a:off x="2116" y="1617"/>
              <a:ext cx="1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14" name="Line 20">
              <a:extLst>
                <a:ext uri="{FF2B5EF4-FFF2-40B4-BE49-F238E27FC236}">
                  <a16:creationId xmlns:a16="http://schemas.microsoft.com/office/drawing/2014/main" id="{FE963CEA-AC30-2522-4745-93B502D82830}"/>
                </a:ext>
              </a:extLst>
            </p:cNvPr>
            <p:cNvSpPr>
              <a:spLocks noChangeShapeType="1"/>
            </p:cNvSpPr>
            <p:nvPr/>
          </p:nvSpPr>
          <p:spPr bwMode="auto">
            <a:xfrm>
              <a:off x="1940" y="1321"/>
              <a:ext cx="1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15" name="Line 21">
              <a:extLst>
                <a:ext uri="{FF2B5EF4-FFF2-40B4-BE49-F238E27FC236}">
                  <a16:creationId xmlns:a16="http://schemas.microsoft.com/office/drawing/2014/main" id="{9922AC8E-5586-DA51-5AA8-6E8C9FB66770}"/>
                </a:ext>
              </a:extLst>
            </p:cNvPr>
            <p:cNvSpPr>
              <a:spLocks noChangeShapeType="1"/>
            </p:cNvSpPr>
            <p:nvPr/>
          </p:nvSpPr>
          <p:spPr bwMode="auto">
            <a:xfrm>
              <a:off x="1947" y="1772"/>
              <a:ext cx="1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16" name="Line 22">
              <a:extLst>
                <a:ext uri="{FF2B5EF4-FFF2-40B4-BE49-F238E27FC236}">
                  <a16:creationId xmlns:a16="http://schemas.microsoft.com/office/drawing/2014/main" id="{B5A0A1EB-8593-30FA-188C-4B7B38933A3B}"/>
                </a:ext>
              </a:extLst>
            </p:cNvPr>
            <p:cNvSpPr>
              <a:spLocks noChangeShapeType="1"/>
            </p:cNvSpPr>
            <p:nvPr/>
          </p:nvSpPr>
          <p:spPr bwMode="auto">
            <a:xfrm>
              <a:off x="2109" y="1321"/>
              <a:ext cx="0" cy="15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17" name="Line 23">
              <a:extLst>
                <a:ext uri="{FF2B5EF4-FFF2-40B4-BE49-F238E27FC236}">
                  <a16:creationId xmlns:a16="http://schemas.microsoft.com/office/drawing/2014/main" id="{E53AF296-A347-59CB-4184-55B75F477A95}"/>
                </a:ext>
              </a:extLst>
            </p:cNvPr>
            <p:cNvSpPr>
              <a:spLocks noChangeShapeType="1"/>
            </p:cNvSpPr>
            <p:nvPr/>
          </p:nvSpPr>
          <p:spPr bwMode="auto">
            <a:xfrm>
              <a:off x="2109" y="1617"/>
              <a:ext cx="0" cy="15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18" name="Line 24">
              <a:extLst>
                <a:ext uri="{FF2B5EF4-FFF2-40B4-BE49-F238E27FC236}">
                  <a16:creationId xmlns:a16="http://schemas.microsoft.com/office/drawing/2014/main" id="{237210F1-869E-6CAB-9E8F-DA6C06F8BE25}"/>
                </a:ext>
              </a:extLst>
            </p:cNvPr>
            <p:cNvSpPr>
              <a:spLocks noChangeShapeType="1"/>
            </p:cNvSpPr>
            <p:nvPr/>
          </p:nvSpPr>
          <p:spPr bwMode="auto">
            <a:xfrm>
              <a:off x="2467" y="1550"/>
              <a:ext cx="24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19" name="Text Box 25">
              <a:extLst>
                <a:ext uri="{FF2B5EF4-FFF2-40B4-BE49-F238E27FC236}">
                  <a16:creationId xmlns:a16="http://schemas.microsoft.com/office/drawing/2014/main" id="{C08098A9-F87D-B475-1FF2-24D6CEFDCB46}"/>
                </a:ext>
              </a:extLst>
            </p:cNvPr>
            <p:cNvSpPr txBox="1">
              <a:spLocks noChangeArrowheads="1"/>
            </p:cNvSpPr>
            <p:nvPr/>
          </p:nvSpPr>
          <p:spPr bwMode="auto">
            <a:xfrm>
              <a:off x="875" y="1100"/>
              <a:ext cx="324"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600" b="0"/>
                <a:t>x</a:t>
              </a:r>
              <a:r>
                <a:rPr lang="ru-RU" altLang="en-US" sz="1600" b="0" baseline="-25000"/>
                <a:t>1</a:t>
              </a:r>
              <a:endParaRPr lang="ru-RU" altLang="en-US" sz="1600" b="0"/>
            </a:p>
          </p:txBody>
        </p:sp>
        <p:sp>
          <p:nvSpPr>
            <p:cNvPr id="85020" name="Text Box 26">
              <a:extLst>
                <a:ext uri="{FF2B5EF4-FFF2-40B4-BE49-F238E27FC236}">
                  <a16:creationId xmlns:a16="http://schemas.microsoft.com/office/drawing/2014/main" id="{D6F01C77-489E-BCD4-36BB-96D5E55F08A1}"/>
                </a:ext>
              </a:extLst>
            </p:cNvPr>
            <p:cNvSpPr txBox="1">
              <a:spLocks noChangeArrowheads="1"/>
            </p:cNvSpPr>
            <p:nvPr/>
          </p:nvSpPr>
          <p:spPr bwMode="auto">
            <a:xfrm>
              <a:off x="876" y="1269"/>
              <a:ext cx="325"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600" b="0"/>
                <a:t>x</a:t>
              </a:r>
              <a:r>
                <a:rPr lang="ru-RU" altLang="en-US" sz="1600" b="0" baseline="-25000"/>
                <a:t>2</a:t>
              </a:r>
              <a:endParaRPr lang="ru-RU" altLang="en-US" sz="1600" b="0"/>
            </a:p>
          </p:txBody>
        </p:sp>
        <p:sp>
          <p:nvSpPr>
            <p:cNvPr id="85021" name="Text Box 27">
              <a:extLst>
                <a:ext uri="{FF2B5EF4-FFF2-40B4-BE49-F238E27FC236}">
                  <a16:creationId xmlns:a16="http://schemas.microsoft.com/office/drawing/2014/main" id="{EDF23D17-7EA3-F312-A94F-9727AD5FCCA4}"/>
                </a:ext>
              </a:extLst>
            </p:cNvPr>
            <p:cNvSpPr txBox="1">
              <a:spLocks noChangeArrowheads="1"/>
            </p:cNvSpPr>
            <p:nvPr/>
          </p:nvSpPr>
          <p:spPr bwMode="auto">
            <a:xfrm>
              <a:off x="885" y="1688"/>
              <a:ext cx="324"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600" b="0"/>
                <a:t>x</a:t>
              </a:r>
              <a:r>
                <a:rPr lang="ru-RU" altLang="en-US" sz="1600" b="0" baseline="-25000"/>
                <a:t>3</a:t>
              </a:r>
              <a:endParaRPr lang="ru-RU" altLang="en-US" sz="1600" b="0"/>
            </a:p>
          </p:txBody>
        </p:sp>
        <p:sp>
          <p:nvSpPr>
            <p:cNvPr id="85022" name="Text Box 28">
              <a:extLst>
                <a:ext uri="{FF2B5EF4-FFF2-40B4-BE49-F238E27FC236}">
                  <a16:creationId xmlns:a16="http://schemas.microsoft.com/office/drawing/2014/main" id="{5DE3B319-E1E3-37E9-13F2-5FDBB3E70FE9}"/>
                </a:ext>
              </a:extLst>
            </p:cNvPr>
            <p:cNvSpPr txBox="1">
              <a:spLocks noChangeArrowheads="1"/>
            </p:cNvSpPr>
            <p:nvPr/>
          </p:nvSpPr>
          <p:spPr bwMode="auto">
            <a:xfrm>
              <a:off x="2724" y="1424"/>
              <a:ext cx="324"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600" b="0"/>
                <a:t>y</a:t>
              </a:r>
            </a:p>
          </p:txBody>
        </p:sp>
        <p:sp>
          <p:nvSpPr>
            <p:cNvPr id="85023" name="Text Box 29">
              <a:extLst>
                <a:ext uri="{FF2B5EF4-FFF2-40B4-BE49-F238E27FC236}">
                  <a16:creationId xmlns:a16="http://schemas.microsoft.com/office/drawing/2014/main" id="{19712367-49BE-3F26-B165-1B60F6089CBF}"/>
                </a:ext>
              </a:extLst>
            </p:cNvPr>
            <p:cNvSpPr txBox="1">
              <a:spLocks noChangeArrowheads="1"/>
            </p:cNvSpPr>
            <p:nvPr/>
          </p:nvSpPr>
          <p:spPr bwMode="auto">
            <a:xfrm>
              <a:off x="1934" y="1049"/>
              <a:ext cx="324"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600" b="0"/>
                <a:t>g</a:t>
              </a:r>
            </a:p>
          </p:txBody>
        </p:sp>
        <p:sp>
          <p:nvSpPr>
            <p:cNvPr id="85024" name="Text Box 30">
              <a:extLst>
                <a:ext uri="{FF2B5EF4-FFF2-40B4-BE49-F238E27FC236}">
                  <a16:creationId xmlns:a16="http://schemas.microsoft.com/office/drawing/2014/main" id="{87AFE577-9663-F44E-0D04-83F01992B99D}"/>
                </a:ext>
              </a:extLst>
            </p:cNvPr>
            <p:cNvSpPr txBox="1">
              <a:spLocks noChangeArrowheads="1"/>
            </p:cNvSpPr>
            <p:nvPr/>
          </p:nvSpPr>
          <p:spPr bwMode="auto">
            <a:xfrm>
              <a:off x="1934" y="1534"/>
              <a:ext cx="324"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600" b="0"/>
                <a:t>f</a:t>
              </a:r>
            </a:p>
          </p:txBody>
        </p:sp>
        <p:sp>
          <p:nvSpPr>
            <p:cNvPr id="85025" name="Text Box 31">
              <a:extLst>
                <a:ext uri="{FF2B5EF4-FFF2-40B4-BE49-F238E27FC236}">
                  <a16:creationId xmlns:a16="http://schemas.microsoft.com/office/drawing/2014/main" id="{9104A11F-5064-5983-8011-331BE5579701}"/>
                </a:ext>
              </a:extLst>
            </p:cNvPr>
            <p:cNvSpPr txBox="1">
              <a:spLocks noChangeArrowheads="1"/>
            </p:cNvSpPr>
            <p:nvPr/>
          </p:nvSpPr>
          <p:spPr bwMode="auto">
            <a:xfrm>
              <a:off x="1508" y="1145"/>
              <a:ext cx="324"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600" b="0"/>
                <a:t>k</a:t>
              </a:r>
            </a:p>
          </p:txBody>
        </p:sp>
      </p:grpSp>
      <p:sp>
        <p:nvSpPr>
          <p:cNvPr id="84997" name="Text Box 33">
            <a:extLst>
              <a:ext uri="{FF2B5EF4-FFF2-40B4-BE49-F238E27FC236}">
                <a16:creationId xmlns:a16="http://schemas.microsoft.com/office/drawing/2014/main" id="{45350C83-4236-26ED-4A88-6E8A2D5E9884}"/>
              </a:ext>
            </a:extLst>
          </p:cNvPr>
          <p:cNvSpPr txBox="1">
            <a:spLocks noChangeArrowheads="1"/>
          </p:cNvSpPr>
          <p:nvPr/>
        </p:nvSpPr>
        <p:spPr bwMode="auto">
          <a:xfrm>
            <a:off x="6238875" y="1624013"/>
            <a:ext cx="4057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b="0"/>
          </a:p>
        </p:txBody>
      </p:sp>
      <p:sp>
        <p:nvSpPr>
          <p:cNvPr id="44039" name="Text Box 34">
            <a:extLst>
              <a:ext uri="{FF2B5EF4-FFF2-40B4-BE49-F238E27FC236}">
                <a16:creationId xmlns:a16="http://schemas.microsoft.com/office/drawing/2014/main" id="{8078B18E-9D37-4992-B221-8A4B258F1105}"/>
              </a:ext>
            </a:extLst>
          </p:cNvPr>
          <p:cNvSpPr txBox="1">
            <a:spLocks noChangeArrowheads="1"/>
          </p:cNvSpPr>
          <p:nvPr/>
        </p:nvSpPr>
        <p:spPr bwMode="auto">
          <a:xfrm>
            <a:off x="5857875" y="1993901"/>
            <a:ext cx="4267200" cy="3140075"/>
          </a:xfrm>
          <a:prstGeom prst="rect">
            <a:avLst/>
          </a:prstGeom>
          <a:solidFill>
            <a:schemeClr val="accent1">
              <a:lumMod val="40000"/>
              <a:lumOff val="60000"/>
            </a:schemeClr>
          </a:solidFill>
          <a:ln w="9525">
            <a:noFill/>
            <a:miter lim="800000"/>
            <a:headEnd/>
            <a:tailEnd/>
          </a:ln>
        </p:spPr>
        <p:txBody>
          <a:bodyPr>
            <a:spAutoFit/>
          </a:bodyPr>
          <a:lstStyle/>
          <a:p>
            <a:pPr eaLnBrk="1" hangingPunct="1">
              <a:defRPr/>
            </a:pPr>
            <a:r>
              <a:rPr lang="en-US" sz="2000" dirty="0">
                <a:solidFill>
                  <a:srgbClr val="0033CC"/>
                </a:solidFill>
                <a:latin typeface="Arial" charset="0"/>
                <a:cs typeface="Arial" charset="0"/>
              </a:rPr>
              <a:t>module </a:t>
            </a:r>
            <a:r>
              <a:rPr lang="en-US" sz="2000" dirty="0">
                <a:latin typeface="Arial" charset="0"/>
                <a:cs typeface="Arial" charset="0"/>
              </a:rPr>
              <a:t> comb_logic1 (x1,x2,x3,y);</a:t>
            </a:r>
          </a:p>
          <a:p>
            <a:pPr eaLnBrk="1" hangingPunct="1">
              <a:defRPr/>
            </a:pPr>
            <a:r>
              <a:rPr lang="en-US" sz="2000" dirty="0">
                <a:latin typeface="Arial" charset="0"/>
                <a:cs typeface="Arial" charset="0"/>
              </a:rPr>
              <a:t>	</a:t>
            </a:r>
            <a:r>
              <a:rPr lang="en-US" sz="2000" dirty="0">
                <a:solidFill>
                  <a:srgbClr val="0033CC"/>
                </a:solidFill>
                <a:latin typeface="Arial" charset="0"/>
                <a:cs typeface="Arial" charset="0"/>
              </a:rPr>
              <a:t>input </a:t>
            </a:r>
            <a:r>
              <a:rPr lang="en-US" sz="2000" dirty="0">
                <a:latin typeface="Arial" charset="0"/>
                <a:cs typeface="Arial" charset="0"/>
              </a:rPr>
              <a:t>x1, x2, x3 ;</a:t>
            </a:r>
          </a:p>
          <a:p>
            <a:pPr eaLnBrk="1" hangingPunct="1">
              <a:defRPr/>
            </a:pPr>
            <a:r>
              <a:rPr lang="en-US" sz="2000" dirty="0">
                <a:latin typeface="Arial" charset="0"/>
                <a:cs typeface="Arial" charset="0"/>
              </a:rPr>
              <a:t>	</a:t>
            </a:r>
            <a:r>
              <a:rPr lang="en-US" sz="2000" dirty="0">
                <a:solidFill>
                  <a:srgbClr val="0033CC"/>
                </a:solidFill>
                <a:latin typeface="Arial" charset="0"/>
                <a:cs typeface="Arial" charset="0"/>
              </a:rPr>
              <a:t>output</a:t>
            </a:r>
            <a:r>
              <a:rPr lang="en-US" sz="2000" dirty="0">
                <a:latin typeface="Arial" charset="0"/>
                <a:cs typeface="Arial" charset="0"/>
              </a:rPr>
              <a:t>  y;</a:t>
            </a:r>
          </a:p>
          <a:p>
            <a:pPr eaLnBrk="1" hangingPunct="1">
              <a:defRPr/>
            </a:pPr>
            <a:r>
              <a:rPr lang="en-US" sz="2000" dirty="0">
                <a:latin typeface="Arial" charset="0"/>
                <a:cs typeface="Arial" charset="0"/>
              </a:rPr>
              <a:t>	//internal wire declaration </a:t>
            </a:r>
          </a:p>
          <a:p>
            <a:pPr eaLnBrk="1" hangingPunct="1">
              <a:defRPr/>
            </a:pPr>
            <a:r>
              <a:rPr lang="en-US" sz="2000" dirty="0">
                <a:latin typeface="Arial" charset="0"/>
                <a:cs typeface="Arial" charset="0"/>
              </a:rPr>
              <a:t>	</a:t>
            </a:r>
            <a:r>
              <a:rPr lang="en-US" sz="2000" dirty="0">
                <a:solidFill>
                  <a:srgbClr val="0033CC"/>
                </a:solidFill>
                <a:latin typeface="Arial" charset="0"/>
                <a:cs typeface="Arial" charset="0"/>
              </a:rPr>
              <a:t>wire</a:t>
            </a:r>
            <a:r>
              <a:rPr lang="en-US" sz="2000" dirty="0">
                <a:latin typeface="Arial" charset="0"/>
                <a:cs typeface="Arial" charset="0"/>
              </a:rPr>
              <a:t> </a:t>
            </a:r>
            <a:r>
              <a:rPr lang="en-US" sz="2000" dirty="0" err="1">
                <a:latin typeface="Arial" charset="0"/>
                <a:cs typeface="Arial" charset="0"/>
              </a:rPr>
              <a:t>k,g,f</a:t>
            </a:r>
            <a:r>
              <a:rPr lang="en-US" sz="2000" dirty="0">
                <a:latin typeface="Arial" charset="0"/>
                <a:cs typeface="Arial" charset="0"/>
              </a:rPr>
              <a:t> ;</a:t>
            </a:r>
          </a:p>
          <a:p>
            <a:pPr eaLnBrk="1" hangingPunct="1">
              <a:defRPr/>
            </a:pPr>
            <a:r>
              <a:rPr lang="en-US" sz="2000" dirty="0">
                <a:latin typeface="Arial" charset="0"/>
                <a:cs typeface="Arial" charset="0"/>
              </a:rPr>
              <a:t>		</a:t>
            </a:r>
            <a:r>
              <a:rPr lang="en-US" sz="2000" dirty="0">
                <a:solidFill>
                  <a:srgbClr val="0033CC"/>
                </a:solidFill>
                <a:latin typeface="Arial" charset="0"/>
                <a:cs typeface="Arial" charset="0"/>
              </a:rPr>
              <a:t>not</a:t>
            </a:r>
            <a:r>
              <a:rPr lang="en-US" sz="2000" dirty="0">
                <a:latin typeface="Arial" charset="0"/>
                <a:cs typeface="Arial" charset="0"/>
              </a:rPr>
              <a:t> (k, x2);</a:t>
            </a:r>
          </a:p>
          <a:p>
            <a:pPr eaLnBrk="1" hangingPunct="1">
              <a:defRPr/>
            </a:pPr>
            <a:r>
              <a:rPr lang="en-US" sz="2000" dirty="0">
                <a:latin typeface="Arial" charset="0"/>
                <a:cs typeface="Arial" charset="0"/>
              </a:rPr>
              <a:t>		</a:t>
            </a:r>
            <a:r>
              <a:rPr lang="en-US" sz="2000" dirty="0">
                <a:solidFill>
                  <a:srgbClr val="0033CC"/>
                </a:solidFill>
                <a:latin typeface="Arial" charset="0"/>
                <a:cs typeface="Arial" charset="0"/>
              </a:rPr>
              <a:t>and</a:t>
            </a:r>
            <a:r>
              <a:rPr lang="en-US" sz="2000" dirty="0">
                <a:latin typeface="Arial" charset="0"/>
                <a:cs typeface="Arial" charset="0"/>
              </a:rPr>
              <a:t> (g, x1, k);</a:t>
            </a:r>
          </a:p>
          <a:p>
            <a:pPr eaLnBrk="1" hangingPunct="1">
              <a:defRPr/>
            </a:pPr>
            <a:r>
              <a:rPr lang="en-US" sz="2000" dirty="0">
                <a:latin typeface="Arial" charset="0"/>
                <a:cs typeface="Arial" charset="0"/>
              </a:rPr>
              <a:t>		</a:t>
            </a:r>
            <a:r>
              <a:rPr lang="en-US" sz="2000" dirty="0">
                <a:solidFill>
                  <a:srgbClr val="0033CC"/>
                </a:solidFill>
                <a:latin typeface="Arial" charset="0"/>
                <a:cs typeface="Arial" charset="0"/>
              </a:rPr>
              <a:t>and</a:t>
            </a:r>
            <a:r>
              <a:rPr lang="en-US" sz="2000" dirty="0">
                <a:latin typeface="Arial" charset="0"/>
                <a:cs typeface="Arial" charset="0"/>
              </a:rPr>
              <a:t> (f, x2,x3);</a:t>
            </a:r>
          </a:p>
          <a:p>
            <a:pPr eaLnBrk="1" hangingPunct="1">
              <a:defRPr/>
            </a:pPr>
            <a:r>
              <a:rPr lang="en-US" sz="2000" dirty="0">
                <a:latin typeface="Arial" charset="0"/>
                <a:cs typeface="Arial" charset="0"/>
              </a:rPr>
              <a:t>		</a:t>
            </a:r>
            <a:r>
              <a:rPr lang="en-US" sz="2000" dirty="0">
                <a:solidFill>
                  <a:srgbClr val="0033CC"/>
                </a:solidFill>
                <a:latin typeface="Arial" charset="0"/>
                <a:cs typeface="Arial" charset="0"/>
              </a:rPr>
              <a:t>or</a:t>
            </a:r>
            <a:r>
              <a:rPr lang="en-US" sz="2000" dirty="0">
                <a:latin typeface="Arial" charset="0"/>
                <a:cs typeface="Arial" charset="0"/>
              </a:rPr>
              <a:t> (</a:t>
            </a:r>
            <a:r>
              <a:rPr lang="en-US" sz="2000" dirty="0" err="1">
                <a:latin typeface="Arial" charset="0"/>
                <a:cs typeface="Arial" charset="0"/>
              </a:rPr>
              <a:t>y,g,f</a:t>
            </a:r>
            <a:r>
              <a:rPr lang="en-US" sz="2000" dirty="0">
                <a:latin typeface="Arial" charset="0"/>
                <a:cs typeface="Arial" charset="0"/>
              </a:rPr>
              <a:t>);</a:t>
            </a:r>
          </a:p>
          <a:p>
            <a:pPr eaLnBrk="1" hangingPunct="1">
              <a:defRPr/>
            </a:pPr>
            <a:r>
              <a:rPr lang="en-US" sz="2000" dirty="0" err="1">
                <a:solidFill>
                  <a:srgbClr val="0033CC"/>
                </a:solidFill>
                <a:latin typeface="Arial" charset="0"/>
                <a:cs typeface="Arial" charset="0"/>
              </a:rPr>
              <a:t>endmodule</a:t>
            </a:r>
            <a:endParaRPr lang="ru-RU" sz="2000" dirty="0">
              <a:solidFill>
                <a:srgbClr val="0033CC"/>
              </a:solidFill>
              <a:latin typeface="Arial" charset="0"/>
              <a:cs typeface="Arial" charset="0"/>
            </a:endParaRPr>
          </a:p>
        </p:txBody>
      </p:sp>
      <p:grpSp>
        <p:nvGrpSpPr>
          <p:cNvPr id="84999" name="Group 36">
            <a:extLst>
              <a:ext uri="{FF2B5EF4-FFF2-40B4-BE49-F238E27FC236}">
                <a16:creationId xmlns:a16="http://schemas.microsoft.com/office/drawing/2014/main" id="{F9994FFE-A97B-D121-EE12-27624C1F11E3}"/>
              </a:ext>
            </a:extLst>
          </p:cNvPr>
          <p:cNvGrpSpPr>
            <a:grpSpLocks/>
          </p:cNvGrpSpPr>
          <p:nvPr/>
        </p:nvGrpSpPr>
        <p:grpSpPr bwMode="auto">
          <a:xfrm>
            <a:off x="2185989" y="3289301"/>
            <a:ext cx="3260725" cy="2409825"/>
            <a:chOff x="279400" y="3340100"/>
            <a:chExt cx="3352800" cy="2374900"/>
          </a:xfrm>
        </p:grpSpPr>
        <p:sp>
          <p:nvSpPr>
            <p:cNvPr id="44041" name="Rectangle 40">
              <a:extLst>
                <a:ext uri="{FF2B5EF4-FFF2-40B4-BE49-F238E27FC236}">
                  <a16:creationId xmlns:a16="http://schemas.microsoft.com/office/drawing/2014/main" id="{DABEECD6-1F1C-470C-87FA-D1E56D8A5D38}"/>
                </a:ext>
              </a:extLst>
            </p:cNvPr>
            <p:cNvSpPr>
              <a:spLocks noChangeArrowheads="1"/>
            </p:cNvSpPr>
            <p:nvPr/>
          </p:nvSpPr>
          <p:spPr bwMode="auto">
            <a:xfrm>
              <a:off x="279400" y="3340100"/>
              <a:ext cx="3315256" cy="2374900"/>
            </a:xfrm>
            <a:prstGeom prst="rect">
              <a:avLst/>
            </a:prstGeom>
            <a:solidFill>
              <a:schemeClr val="accent1">
                <a:lumMod val="40000"/>
                <a:lumOff val="60000"/>
              </a:schemeClr>
            </a:solidFill>
            <a:ln w="9525">
              <a:noFill/>
              <a:miter lim="800000"/>
              <a:headEnd/>
              <a:tailEnd/>
            </a:ln>
          </p:spPr>
          <p:txBody>
            <a:bodyPr wrap="none" anchor="ctr"/>
            <a:lstStyle/>
            <a:p>
              <a:pPr eaLnBrk="1" hangingPunct="1">
                <a:defRPr/>
              </a:pPr>
              <a:endParaRPr lang="ru-RU">
                <a:latin typeface="Arial" charset="0"/>
                <a:cs typeface="Arial" charset="0"/>
              </a:endParaRPr>
            </a:p>
          </p:txBody>
        </p:sp>
        <p:sp>
          <p:nvSpPr>
            <p:cNvPr id="85001" name="Text Box 36">
              <a:extLst>
                <a:ext uri="{FF2B5EF4-FFF2-40B4-BE49-F238E27FC236}">
                  <a16:creationId xmlns:a16="http://schemas.microsoft.com/office/drawing/2014/main" id="{43369200-1D22-4C2E-A81A-03ED0F1E6DF2}"/>
                </a:ext>
              </a:extLst>
            </p:cNvPr>
            <p:cNvSpPr txBox="1">
              <a:spLocks noChangeArrowheads="1"/>
            </p:cNvSpPr>
            <p:nvPr/>
          </p:nvSpPr>
          <p:spPr bwMode="auto">
            <a:xfrm>
              <a:off x="406722" y="3505952"/>
              <a:ext cx="3225478" cy="2193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fr-FR" altLang="en-US" sz="2000" b="0">
                  <a:solidFill>
                    <a:srgbClr val="0033CC"/>
                  </a:solidFill>
                </a:rPr>
                <a:t>module  </a:t>
              </a:r>
              <a:r>
                <a:rPr lang="fr-FR" altLang="en-US" sz="2000" b="0"/>
                <a:t>comb_logic2 (x1,x2,x3,y);</a:t>
              </a:r>
            </a:p>
            <a:p>
              <a:pPr eaLnBrk="1" hangingPunct="1"/>
              <a:r>
                <a:rPr lang="fr-FR" altLang="en-US" sz="2000" b="0"/>
                <a:t>	</a:t>
              </a:r>
              <a:r>
                <a:rPr lang="en-US" altLang="en-US" sz="2000" b="0">
                  <a:solidFill>
                    <a:srgbClr val="0033CC"/>
                  </a:solidFill>
                </a:rPr>
                <a:t>input</a:t>
              </a:r>
              <a:r>
                <a:rPr lang="en-US" altLang="en-US" sz="2000" b="0"/>
                <a:t> x1, x2, x3 ;</a:t>
              </a:r>
            </a:p>
            <a:p>
              <a:pPr eaLnBrk="1" hangingPunct="1"/>
              <a:r>
                <a:rPr lang="en-US" altLang="en-US" sz="2000" b="0"/>
                <a:t>	</a:t>
              </a:r>
              <a:r>
                <a:rPr lang="en-US" altLang="en-US" sz="2000" b="0">
                  <a:solidFill>
                    <a:srgbClr val="0033CC"/>
                  </a:solidFill>
                </a:rPr>
                <a:t>output </a:t>
              </a:r>
              <a:r>
                <a:rPr lang="en-US" altLang="en-US" sz="2000" b="0"/>
                <a:t> y;</a:t>
              </a:r>
            </a:p>
            <a:p>
              <a:pPr eaLnBrk="1" hangingPunct="1"/>
              <a:r>
                <a:rPr lang="en-US" altLang="en-US" sz="2000" b="0"/>
                <a:t>	</a:t>
              </a:r>
              <a:r>
                <a:rPr lang="fr-FR" altLang="en-US" sz="2000" b="0">
                  <a:solidFill>
                    <a:srgbClr val="0033CC"/>
                  </a:solidFill>
                </a:rPr>
                <a:t>assign</a:t>
              </a:r>
              <a:r>
                <a:rPr lang="fr-FR" altLang="en-US" sz="2000" b="0"/>
                <a:t> y = (x1&amp;~x2)|(x2&amp;x3)</a:t>
              </a:r>
            </a:p>
            <a:p>
              <a:pPr eaLnBrk="1" hangingPunct="1"/>
              <a:r>
                <a:rPr lang="fr-FR" altLang="en-US" sz="2000" b="0">
                  <a:solidFill>
                    <a:srgbClr val="0033CC"/>
                  </a:solidFill>
                </a:rPr>
                <a:t>endmodule</a:t>
              </a:r>
              <a:endParaRPr lang="ru-RU" altLang="en-US" sz="2000" b="0">
                <a:solidFill>
                  <a:srgbClr val="0033CC"/>
                </a:solidFill>
              </a:endParaRPr>
            </a:p>
          </p:txBody>
        </p:sp>
      </p:gr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4">
            <a:extLst>
              <a:ext uri="{FF2B5EF4-FFF2-40B4-BE49-F238E27FC236}">
                <a16:creationId xmlns:a16="http://schemas.microsoft.com/office/drawing/2014/main" id="{3F0F3CC9-6F62-A45D-895C-976BE89FB57F}"/>
              </a:ext>
            </a:extLst>
          </p:cNvPr>
          <p:cNvSpPr>
            <a:spLocks noGrp="1" noChangeArrowheads="1"/>
          </p:cNvSpPr>
          <p:nvPr>
            <p:ph type="title"/>
          </p:nvPr>
        </p:nvSpPr>
        <p:spPr>
          <a:xfrm>
            <a:off x="-1" y="183402"/>
            <a:ext cx="11612880" cy="704088"/>
          </a:xfrm>
        </p:spPr>
        <p:txBody>
          <a:bodyPr/>
          <a:lstStyle/>
          <a:p>
            <a:r>
              <a:rPr lang="fr-FR" altLang="en-US"/>
              <a:t>Behavioral  Description</a:t>
            </a:r>
            <a:r>
              <a:rPr lang="ru-RU" altLang="en-US"/>
              <a:t> </a:t>
            </a:r>
          </a:p>
        </p:txBody>
      </p:sp>
      <p:sp>
        <p:nvSpPr>
          <p:cNvPr id="86019" name="Content Placeholder 7">
            <a:extLst>
              <a:ext uri="{FF2B5EF4-FFF2-40B4-BE49-F238E27FC236}">
                <a16:creationId xmlns:a16="http://schemas.microsoft.com/office/drawing/2014/main" id="{CA5614DA-AFC8-0200-7DAB-8FFB1FFA91A4}"/>
              </a:ext>
            </a:extLst>
          </p:cNvPr>
          <p:cNvSpPr>
            <a:spLocks noGrp="1" noChangeArrowheads="1"/>
          </p:cNvSpPr>
          <p:nvPr>
            <p:ph type="body" sz="quarter" idx="10"/>
          </p:nvPr>
        </p:nvSpPr>
        <p:spPr>
          <a:xfrm>
            <a:off x="457200" y="1188720"/>
            <a:ext cx="11277922" cy="5185186"/>
          </a:xfrm>
        </p:spPr>
        <p:txBody>
          <a:bodyPr/>
          <a:lstStyle/>
          <a:p>
            <a:endParaRPr lang="en-US" altLang="en-US" dirty="0"/>
          </a:p>
          <a:p>
            <a:endParaRPr lang="en-US" altLang="en-US" dirty="0"/>
          </a:p>
          <a:p>
            <a:endParaRPr lang="en-US" altLang="en-US" dirty="0"/>
          </a:p>
          <a:p>
            <a:pPr marL="0" indent="0">
              <a:buNone/>
            </a:pPr>
            <a:r>
              <a:rPr lang="en-US" altLang="en-US" dirty="0"/>
              <a:t>							</a:t>
            </a:r>
          </a:p>
          <a:p>
            <a:pPr marL="0" indent="0">
              <a:buNone/>
            </a:pPr>
            <a:r>
              <a:rPr lang="en-US" altLang="en-US" dirty="0"/>
              <a:t>								    Sensitivity List</a:t>
            </a:r>
            <a:endParaRPr lang="ru-RU" altLang="en-US" dirty="0"/>
          </a:p>
          <a:p>
            <a:endParaRPr lang="ru-RU" altLang="en-US" dirty="0"/>
          </a:p>
        </p:txBody>
      </p:sp>
      <p:grpSp>
        <p:nvGrpSpPr>
          <p:cNvPr id="86020" name="Group 6">
            <a:extLst>
              <a:ext uri="{FF2B5EF4-FFF2-40B4-BE49-F238E27FC236}">
                <a16:creationId xmlns:a16="http://schemas.microsoft.com/office/drawing/2014/main" id="{A6693787-5DFD-E99C-109F-835D3E9BF97B}"/>
              </a:ext>
            </a:extLst>
          </p:cNvPr>
          <p:cNvGrpSpPr>
            <a:grpSpLocks/>
          </p:cNvGrpSpPr>
          <p:nvPr/>
        </p:nvGrpSpPr>
        <p:grpSpPr bwMode="auto">
          <a:xfrm>
            <a:off x="2387600" y="1746250"/>
            <a:ext cx="5575300" cy="3263900"/>
            <a:chOff x="406400" y="1765300"/>
            <a:chExt cx="5575300" cy="3263900"/>
          </a:xfrm>
        </p:grpSpPr>
        <p:sp>
          <p:nvSpPr>
            <p:cNvPr id="45061" name="Rectangle 6">
              <a:extLst>
                <a:ext uri="{FF2B5EF4-FFF2-40B4-BE49-F238E27FC236}">
                  <a16:creationId xmlns:a16="http://schemas.microsoft.com/office/drawing/2014/main" id="{58B9484B-BB9B-462F-8EB9-AB7A7AD41EAD}"/>
                </a:ext>
              </a:extLst>
            </p:cNvPr>
            <p:cNvSpPr>
              <a:spLocks noChangeArrowheads="1"/>
            </p:cNvSpPr>
            <p:nvPr/>
          </p:nvSpPr>
          <p:spPr bwMode="auto">
            <a:xfrm>
              <a:off x="406400" y="1765300"/>
              <a:ext cx="5143500" cy="3263900"/>
            </a:xfrm>
            <a:prstGeom prst="rect">
              <a:avLst/>
            </a:prstGeom>
            <a:solidFill>
              <a:schemeClr val="accent1">
                <a:lumMod val="40000"/>
                <a:lumOff val="60000"/>
              </a:schemeClr>
            </a:solidFill>
            <a:ln w="9525">
              <a:noFill/>
              <a:miter lim="800000"/>
              <a:headEnd/>
              <a:tailEnd/>
            </a:ln>
          </p:spPr>
          <p:txBody>
            <a:bodyPr wrap="none" anchor="ctr"/>
            <a:lstStyle/>
            <a:p>
              <a:pPr eaLnBrk="1" hangingPunct="1">
                <a:defRPr/>
              </a:pPr>
              <a:endParaRPr lang="ru-RU">
                <a:latin typeface="Arial" charset="0"/>
                <a:cs typeface="Arial" charset="0"/>
              </a:endParaRPr>
            </a:p>
          </p:txBody>
        </p:sp>
        <p:sp>
          <p:nvSpPr>
            <p:cNvPr id="86022" name="Text Box 5">
              <a:extLst>
                <a:ext uri="{FF2B5EF4-FFF2-40B4-BE49-F238E27FC236}">
                  <a16:creationId xmlns:a16="http://schemas.microsoft.com/office/drawing/2014/main" id="{6483ECBB-0B2A-58B0-17F4-7225ECB0EF96}"/>
                </a:ext>
              </a:extLst>
            </p:cNvPr>
            <p:cNvSpPr txBox="1">
              <a:spLocks noChangeArrowheads="1"/>
            </p:cNvSpPr>
            <p:nvPr/>
          </p:nvSpPr>
          <p:spPr bwMode="auto">
            <a:xfrm>
              <a:off x="469900" y="1828800"/>
              <a:ext cx="55118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fr-FR" altLang="en-US" sz="2000" b="0">
                  <a:solidFill>
                    <a:srgbClr val="0033CC"/>
                  </a:solidFill>
                </a:rPr>
                <a:t>module</a:t>
              </a:r>
              <a:r>
                <a:rPr lang="fr-FR" altLang="en-US" sz="2000" b="0"/>
                <a:t>  comb_logic3 (x1,x2,x3,y);</a:t>
              </a:r>
            </a:p>
            <a:p>
              <a:pPr eaLnBrk="1" hangingPunct="1"/>
              <a:r>
                <a:rPr lang="fr-FR" altLang="en-US" sz="2000" b="0"/>
                <a:t>	</a:t>
              </a:r>
              <a:r>
                <a:rPr lang="en-US" altLang="en-US" sz="2000" b="0">
                  <a:solidFill>
                    <a:srgbClr val="0033CC"/>
                  </a:solidFill>
                </a:rPr>
                <a:t>input </a:t>
              </a:r>
              <a:r>
                <a:rPr lang="en-US" altLang="en-US" sz="2000" b="0"/>
                <a:t>x1, x2, x3 ;</a:t>
              </a:r>
            </a:p>
            <a:p>
              <a:pPr eaLnBrk="1" hangingPunct="1"/>
              <a:r>
                <a:rPr lang="en-US" altLang="en-US" sz="2000" b="0"/>
                <a:t>	</a:t>
              </a:r>
              <a:r>
                <a:rPr lang="en-US" altLang="en-US" sz="2000" b="0">
                  <a:solidFill>
                    <a:srgbClr val="0033CC"/>
                  </a:solidFill>
                </a:rPr>
                <a:t>output </a:t>
              </a:r>
              <a:r>
                <a:rPr lang="en-US" altLang="en-US" sz="2000" b="0"/>
                <a:t> y;</a:t>
              </a:r>
            </a:p>
            <a:p>
              <a:pPr eaLnBrk="1" hangingPunct="1"/>
              <a:r>
                <a:rPr lang="en-US" altLang="en-US" sz="2000" b="0"/>
                <a:t>	</a:t>
              </a:r>
              <a:r>
                <a:rPr lang="en-US" altLang="en-US" sz="2000" b="0">
                  <a:solidFill>
                    <a:srgbClr val="0033CC"/>
                  </a:solidFill>
                </a:rPr>
                <a:t>reg </a:t>
              </a:r>
              <a:r>
                <a:rPr lang="en-US" altLang="en-US" sz="2000" b="0"/>
                <a:t>	 y;</a:t>
              </a:r>
            </a:p>
            <a:p>
              <a:pPr eaLnBrk="1" hangingPunct="1"/>
              <a:r>
                <a:rPr lang="en-US" altLang="en-US" sz="2000" b="0"/>
                <a:t>		</a:t>
              </a:r>
              <a:r>
                <a:rPr lang="en-US" altLang="en-US" sz="2000" b="0">
                  <a:solidFill>
                    <a:srgbClr val="0033CC"/>
                  </a:solidFill>
                </a:rPr>
                <a:t>always</a:t>
              </a:r>
              <a:r>
                <a:rPr lang="en-US" altLang="en-US" sz="2000" b="0"/>
                <a:t> @(x1 or x2 or x3)</a:t>
              </a:r>
            </a:p>
            <a:p>
              <a:pPr eaLnBrk="1" hangingPunct="1"/>
              <a:r>
                <a:rPr lang="en-US" altLang="en-US" sz="2000" b="0"/>
                <a:t>			</a:t>
              </a:r>
              <a:r>
                <a:rPr lang="es-ES_tradnl" altLang="en-US" sz="2000" b="0">
                  <a:solidFill>
                    <a:srgbClr val="0033CC"/>
                  </a:solidFill>
                </a:rPr>
                <a:t>if </a:t>
              </a:r>
              <a:r>
                <a:rPr lang="es-ES_tradnl" altLang="en-US" sz="2000" b="0"/>
                <a:t>(x2==0)</a:t>
              </a:r>
            </a:p>
            <a:p>
              <a:pPr eaLnBrk="1" hangingPunct="1"/>
              <a:r>
                <a:rPr lang="es-ES_tradnl" altLang="en-US" sz="2000" b="0"/>
                <a:t>			y=x1; </a:t>
              </a:r>
            </a:p>
            <a:p>
              <a:pPr eaLnBrk="1" hangingPunct="1"/>
              <a:r>
                <a:rPr lang="es-ES_tradnl" altLang="en-US" sz="2000" b="0"/>
                <a:t>			</a:t>
              </a:r>
              <a:r>
                <a:rPr lang="es-ES_tradnl" altLang="en-US" sz="2000" b="0">
                  <a:solidFill>
                    <a:srgbClr val="0033CC"/>
                  </a:solidFill>
                </a:rPr>
                <a:t>else</a:t>
              </a:r>
            </a:p>
            <a:p>
              <a:pPr eaLnBrk="1" hangingPunct="1"/>
              <a:r>
                <a:rPr lang="es-ES_tradnl" altLang="en-US" sz="2000" b="0"/>
                <a:t>			y=x3;			</a:t>
              </a:r>
              <a:r>
                <a:rPr lang="en-US" altLang="en-US" sz="2000" b="0">
                  <a:solidFill>
                    <a:srgbClr val="0033CC"/>
                  </a:solidFill>
                </a:rPr>
                <a:t>endmodule</a:t>
              </a:r>
              <a:endParaRPr lang="ru-RU" altLang="en-US" sz="2000" b="0">
                <a:solidFill>
                  <a:srgbClr val="0033CC"/>
                </a:solidFill>
              </a:endParaRPr>
            </a:p>
          </p:txBody>
        </p:sp>
        <p:sp>
          <p:nvSpPr>
            <p:cNvPr id="86023" name="Line 8">
              <a:extLst>
                <a:ext uri="{FF2B5EF4-FFF2-40B4-BE49-F238E27FC236}">
                  <a16:creationId xmlns:a16="http://schemas.microsoft.com/office/drawing/2014/main" id="{47A9F246-5550-E731-F782-31233B6BCC5E}"/>
                </a:ext>
              </a:extLst>
            </p:cNvPr>
            <p:cNvSpPr>
              <a:spLocks noChangeShapeType="1"/>
            </p:cNvSpPr>
            <p:nvPr/>
          </p:nvSpPr>
          <p:spPr bwMode="auto">
            <a:xfrm>
              <a:off x="5334000" y="3225800"/>
              <a:ext cx="444500" cy="63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a:extLst>
              <a:ext uri="{FF2B5EF4-FFF2-40B4-BE49-F238E27FC236}">
                <a16:creationId xmlns:a16="http://schemas.microsoft.com/office/drawing/2014/main" id="{4C630FA8-FA5C-9E34-7111-40BD44E0B691}"/>
              </a:ext>
            </a:extLst>
          </p:cNvPr>
          <p:cNvSpPr>
            <a:spLocks noGrp="1" noChangeArrowheads="1"/>
          </p:cNvSpPr>
          <p:nvPr>
            <p:ph type="title"/>
          </p:nvPr>
        </p:nvSpPr>
        <p:spPr>
          <a:xfrm>
            <a:off x="-1" y="183402"/>
            <a:ext cx="11612880" cy="704088"/>
          </a:xfrm>
        </p:spPr>
        <p:txBody>
          <a:bodyPr/>
          <a:lstStyle/>
          <a:p>
            <a:r>
              <a:rPr lang="en-US" altLang="en-US"/>
              <a:t>ROBDD</a:t>
            </a:r>
            <a:endParaRPr lang="en-GB" altLang="en-US"/>
          </a:p>
        </p:txBody>
      </p:sp>
      <p:sp>
        <p:nvSpPr>
          <p:cNvPr id="87043" name="TextBox 2">
            <a:extLst>
              <a:ext uri="{FF2B5EF4-FFF2-40B4-BE49-F238E27FC236}">
                <a16:creationId xmlns:a16="http://schemas.microsoft.com/office/drawing/2014/main" id="{8374AF41-3AB0-088F-6C47-D78C59F30033}"/>
              </a:ext>
            </a:extLst>
          </p:cNvPr>
          <p:cNvSpPr txBox="1">
            <a:spLocks noChangeArrowheads="1"/>
          </p:cNvSpPr>
          <p:nvPr/>
        </p:nvSpPr>
        <p:spPr bwMode="auto">
          <a:xfrm>
            <a:off x="1855789" y="1412876"/>
            <a:ext cx="8574087"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Given Boolean function</a:t>
            </a:r>
            <a:r>
              <a:rPr lang="ru-RU" altLang="en-US" sz="2000" b="0"/>
              <a:t> Y= a</a:t>
            </a:r>
            <a:r>
              <a:rPr lang="ru-RU" altLang="en-US" sz="2000" b="0">
                <a:sym typeface="Symbol" panose="05050102010706020507" pitchFamily="18" charset="2"/>
              </a:rPr>
              <a:t></a:t>
            </a:r>
            <a:r>
              <a:rPr lang="ru-RU" altLang="en-US" sz="2000" b="0"/>
              <a:t>b + </a:t>
            </a:r>
            <a:r>
              <a:rPr lang="ru-RU" altLang="en-US" sz="2000" b="0">
                <a:sym typeface="Symbol" panose="05050102010706020507" pitchFamily="18" charset="2"/>
              </a:rPr>
              <a:t></a:t>
            </a:r>
            <a:r>
              <a:rPr lang="ru-RU" altLang="en-US" sz="2000" b="0"/>
              <a:t>a</a:t>
            </a:r>
            <a:r>
              <a:rPr lang="ru-RU" altLang="en-US" sz="2000" b="0">
                <a:sym typeface="Symbol" panose="05050102010706020507" pitchFamily="18" charset="2"/>
              </a:rPr>
              <a:t></a:t>
            </a:r>
            <a:r>
              <a:rPr lang="ru-RU" altLang="en-US" sz="2000" b="0"/>
              <a:t>c</a:t>
            </a:r>
            <a:r>
              <a:rPr lang="ru-RU" altLang="en-US" sz="2000" b="0">
                <a:sym typeface="Symbol" panose="05050102010706020507" pitchFamily="18" charset="2"/>
              </a:rPr>
              <a:t></a:t>
            </a:r>
            <a:r>
              <a:rPr lang="ru-RU" altLang="en-US" sz="2000" b="0"/>
              <a:t>d</a:t>
            </a:r>
            <a:endParaRPr lang="en-US" altLang="en-US" sz="2000" b="0"/>
          </a:p>
          <a:p>
            <a:pPr eaLnBrk="1" hangingPunct="1"/>
            <a:r>
              <a:rPr lang="en-GB" altLang="en-US" sz="2000" b="0"/>
              <a:t>Construction of ROBDD</a:t>
            </a:r>
            <a:endParaRPr lang="ru-RU" altLang="en-US" sz="2000" b="0"/>
          </a:p>
          <a:p>
            <a:pPr eaLnBrk="1" hangingPunct="1"/>
            <a:r>
              <a:rPr lang="en-GB" altLang="en-US" sz="2000" b="0"/>
              <a:t>Define the  Shannon</a:t>
            </a:r>
            <a:r>
              <a:rPr lang="en-US" altLang="en-US" sz="2000" b="0"/>
              <a:t>’s</a:t>
            </a:r>
            <a:r>
              <a:rPr lang="en-GB" altLang="en-US" sz="2000" b="0"/>
              <a:t> cofactors</a:t>
            </a:r>
          </a:p>
          <a:p>
            <a:pPr eaLnBrk="1" hangingPunct="1"/>
            <a:r>
              <a:rPr lang="en-US" altLang="en-US" sz="2000" b="0"/>
              <a:t>Y|</a:t>
            </a:r>
            <a:r>
              <a:rPr lang="en-US" altLang="en-US" sz="2000" b="0" baseline="-25000"/>
              <a:t>a=0 </a:t>
            </a:r>
            <a:r>
              <a:rPr lang="en-US" altLang="en-US" sz="2000" b="0"/>
              <a:t>=</a:t>
            </a:r>
            <a:r>
              <a:rPr lang="ru-RU" altLang="en-US" sz="2000" b="0">
                <a:sym typeface="Symbol" panose="05050102010706020507" pitchFamily="18" charset="2"/>
              </a:rPr>
              <a:t> </a:t>
            </a:r>
            <a:r>
              <a:rPr lang="ru-RU" altLang="en-US" sz="2000" b="0"/>
              <a:t>c</a:t>
            </a:r>
            <a:r>
              <a:rPr lang="ru-RU" altLang="en-US" sz="2000" b="0">
                <a:sym typeface="Symbol" panose="05050102010706020507" pitchFamily="18" charset="2"/>
              </a:rPr>
              <a:t></a:t>
            </a:r>
            <a:r>
              <a:rPr lang="ru-RU" altLang="en-US" sz="2000" b="0"/>
              <a:t>d</a:t>
            </a:r>
            <a:r>
              <a:rPr lang="en-US" altLang="en-US" sz="2000" b="0"/>
              <a:t>; Y|</a:t>
            </a:r>
            <a:r>
              <a:rPr lang="en-US" altLang="en-US" sz="2000" b="0" baseline="-25000"/>
              <a:t>a=1 </a:t>
            </a:r>
            <a:r>
              <a:rPr lang="en-US" altLang="en-US" sz="2000" b="0"/>
              <a:t>=b;</a:t>
            </a:r>
            <a:r>
              <a:rPr lang="es-ES_tradnl" altLang="en-US" sz="2000"/>
              <a:t> </a:t>
            </a:r>
            <a:endParaRPr lang="en-US" altLang="en-US" sz="2000" b="0"/>
          </a:p>
          <a:p>
            <a:pPr eaLnBrk="1" hangingPunct="1"/>
            <a:r>
              <a:rPr lang="en-US" altLang="en-US" sz="2000" b="0"/>
              <a:t>Y|</a:t>
            </a:r>
            <a:r>
              <a:rPr lang="en-US" altLang="en-US" sz="2000" b="0" baseline="-25000"/>
              <a:t>a=0,b=0 </a:t>
            </a:r>
            <a:r>
              <a:rPr lang="en-US" altLang="en-US" sz="2000" b="0"/>
              <a:t>=</a:t>
            </a:r>
            <a:r>
              <a:rPr lang="ru-RU" altLang="en-US" sz="2000" b="0"/>
              <a:t>c</a:t>
            </a:r>
            <a:r>
              <a:rPr lang="ru-RU" altLang="en-US" sz="2000" b="0">
                <a:sym typeface="Symbol" panose="05050102010706020507" pitchFamily="18" charset="2"/>
              </a:rPr>
              <a:t></a:t>
            </a:r>
            <a:r>
              <a:rPr lang="ru-RU" altLang="en-US" sz="2000" b="0"/>
              <a:t>d</a:t>
            </a:r>
            <a:r>
              <a:rPr lang="en-US" altLang="en-US" sz="2000" b="0"/>
              <a:t>;  Y|</a:t>
            </a:r>
            <a:r>
              <a:rPr lang="en-US" altLang="en-US" sz="2000" b="0" baseline="-25000"/>
              <a:t>a=0,b=1 </a:t>
            </a:r>
            <a:r>
              <a:rPr lang="en-US" altLang="en-US" sz="2000" b="0"/>
              <a:t>=c</a:t>
            </a:r>
            <a:r>
              <a:rPr lang="ru-RU" altLang="en-US" sz="2000" b="0">
                <a:sym typeface="Symbol" panose="05050102010706020507" pitchFamily="18" charset="2"/>
              </a:rPr>
              <a:t></a:t>
            </a:r>
            <a:r>
              <a:rPr lang="en-US" altLang="en-US" sz="2000" b="0"/>
              <a:t>d;</a:t>
            </a:r>
          </a:p>
          <a:p>
            <a:pPr eaLnBrk="1" hangingPunct="1"/>
            <a:r>
              <a:rPr lang="en-US" altLang="en-US" sz="2000" b="0"/>
              <a:t> Y|</a:t>
            </a:r>
            <a:r>
              <a:rPr lang="en-US" altLang="en-US" sz="2000" b="0" baseline="-25000"/>
              <a:t>a=1,b=0 </a:t>
            </a:r>
            <a:r>
              <a:rPr lang="en-US" altLang="en-US" sz="2000" b="0"/>
              <a:t>=0; Y|</a:t>
            </a:r>
            <a:r>
              <a:rPr lang="en-US" altLang="en-US" sz="2000" b="0" baseline="-25000"/>
              <a:t>a=1,b=1 </a:t>
            </a:r>
            <a:r>
              <a:rPr lang="en-US" altLang="en-US" sz="2000" b="0"/>
              <a:t>=1; </a:t>
            </a:r>
          </a:p>
          <a:p>
            <a:pPr eaLnBrk="1" hangingPunct="1"/>
            <a:r>
              <a:rPr lang="en-US" altLang="en-US" sz="2000" b="0"/>
              <a:t>cd|</a:t>
            </a:r>
            <a:r>
              <a:rPr lang="en-US" altLang="en-US" sz="2000" b="0" baseline="-25000"/>
              <a:t>c=0 </a:t>
            </a:r>
            <a:r>
              <a:rPr lang="en-US" altLang="en-US" sz="2000" b="0"/>
              <a:t>=0;</a:t>
            </a:r>
            <a:r>
              <a:rPr lang="en-US" altLang="en-US" sz="2000" b="0" baseline="-25000"/>
              <a:t> </a:t>
            </a:r>
            <a:r>
              <a:rPr lang="en-US" altLang="en-US" sz="2000" b="0"/>
              <a:t>cd|</a:t>
            </a:r>
            <a:r>
              <a:rPr lang="en-US" altLang="en-US" sz="2000" b="0" baseline="-25000"/>
              <a:t>c=1 </a:t>
            </a:r>
            <a:r>
              <a:rPr lang="en-US" altLang="en-US" sz="2000" b="0"/>
              <a:t>=d;</a:t>
            </a:r>
            <a:r>
              <a:rPr lang="en-US" altLang="en-US" sz="2000" b="0" baseline="-25000"/>
              <a:t>       </a:t>
            </a:r>
            <a:endParaRPr lang="en-GB" altLang="en-US" sz="2000" b="0" i="1" baseline="-25000"/>
          </a:p>
          <a:p>
            <a:pPr eaLnBrk="1" hangingPunct="1"/>
            <a:endParaRPr lang="en-US" altLang="en-US" sz="2000" b="0"/>
          </a:p>
          <a:p>
            <a:pPr eaLnBrk="1" hangingPunct="1"/>
            <a:endParaRPr lang="en-US" altLang="en-US" sz="2000" b="0"/>
          </a:p>
          <a:p>
            <a:pPr eaLnBrk="1" hangingPunct="1"/>
            <a:endParaRPr lang="en-GB" altLang="en-US" sz="2000" b="0" baseline="-25000"/>
          </a:p>
          <a:p>
            <a:pPr eaLnBrk="1" hangingPunct="1"/>
            <a:endParaRPr lang="en-GB" altLang="en-US" sz="2000" b="0" baseline="-25000"/>
          </a:p>
        </p:txBody>
      </p:sp>
      <p:grpSp>
        <p:nvGrpSpPr>
          <p:cNvPr id="87044" name="Group 2">
            <a:extLst>
              <a:ext uri="{FF2B5EF4-FFF2-40B4-BE49-F238E27FC236}">
                <a16:creationId xmlns:a16="http://schemas.microsoft.com/office/drawing/2014/main" id="{BFAEBAA1-1D86-6191-4683-7816312849B0}"/>
              </a:ext>
            </a:extLst>
          </p:cNvPr>
          <p:cNvGrpSpPr>
            <a:grpSpLocks/>
          </p:cNvGrpSpPr>
          <p:nvPr/>
        </p:nvGrpSpPr>
        <p:grpSpPr bwMode="auto">
          <a:xfrm>
            <a:off x="6072189" y="1520825"/>
            <a:ext cx="3570287" cy="3727450"/>
            <a:chOff x="4128" y="3283"/>
            <a:chExt cx="2703" cy="3103"/>
          </a:xfrm>
        </p:grpSpPr>
        <p:sp>
          <p:nvSpPr>
            <p:cNvPr id="46085" name="Oval 3">
              <a:extLst>
                <a:ext uri="{FF2B5EF4-FFF2-40B4-BE49-F238E27FC236}">
                  <a16:creationId xmlns:a16="http://schemas.microsoft.com/office/drawing/2014/main" id="{4C561A61-2C8C-4243-8845-998EDA3E754C}"/>
                </a:ext>
              </a:extLst>
            </p:cNvPr>
            <p:cNvSpPr>
              <a:spLocks noChangeArrowheads="1"/>
            </p:cNvSpPr>
            <p:nvPr/>
          </p:nvSpPr>
          <p:spPr bwMode="auto">
            <a:xfrm>
              <a:off x="5305" y="3283"/>
              <a:ext cx="532" cy="432"/>
            </a:xfrm>
            <a:prstGeom prst="ellipse">
              <a:avLst/>
            </a:prstGeom>
            <a:solidFill>
              <a:schemeClr val="accent1">
                <a:lumMod val="40000"/>
                <a:lumOff val="60000"/>
              </a:schemeClr>
            </a:solidFill>
            <a:ln w="28575">
              <a:solidFill>
                <a:srgbClr val="000000"/>
              </a:solidFill>
              <a:round/>
              <a:headEnd/>
              <a:tailEnd/>
            </a:ln>
          </p:spPr>
          <p:txBody>
            <a:bodyPr/>
            <a:lstStyle/>
            <a:p>
              <a:pPr algn="ctr">
                <a:spcAft>
                  <a:spcPts val="1000"/>
                </a:spcAft>
                <a:defRPr/>
              </a:pPr>
              <a:r>
                <a:rPr lang="ru-RU" sz="2000">
                  <a:latin typeface="Times New Roman" pitchFamily="18" charset="0"/>
                  <a:cs typeface="Arial" charset="0"/>
                </a:rPr>
                <a:t>a</a:t>
              </a:r>
              <a:endParaRPr lang="ru-RU" sz="2000">
                <a:latin typeface="Arial" charset="0"/>
                <a:cs typeface="Arial" charset="0"/>
              </a:endParaRPr>
            </a:p>
          </p:txBody>
        </p:sp>
        <p:cxnSp>
          <p:nvCxnSpPr>
            <p:cNvPr id="87046" name="AutoShape 4">
              <a:extLst>
                <a:ext uri="{FF2B5EF4-FFF2-40B4-BE49-F238E27FC236}">
                  <a16:creationId xmlns:a16="http://schemas.microsoft.com/office/drawing/2014/main" id="{3F9AC2DD-543A-FFF6-BFC2-228ED5AFE2B9}"/>
                </a:ext>
              </a:extLst>
            </p:cNvPr>
            <p:cNvCxnSpPr>
              <a:cxnSpLocks noChangeShapeType="1"/>
            </p:cNvCxnSpPr>
            <p:nvPr/>
          </p:nvCxnSpPr>
          <p:spPr bwMode="auto">
            <a:xfrm flipH="1">
              <a:off x="4929" y="3681"/>
              <a:ext cx="476" cy="748"/>
            </a:xfrm>
            <a:prstGeom prst="straightConnector1">
              <a:avLst/>
            </a:prstGeom>
            <a:noFill/>
            <a:ln w="28575">
              <a:solidFill>
                <a:srgbClr val="000000"/>
              </a:solidFill>
              <a:prstDash val="dash"/>
              <a:round/>
              <a:headEnd/>
              <a:tailEnd type="triangle" w="lg" len="lg"/>
            </a:ln>
            <a:extLst>
              <a:ext uri="{909E8E84-426E-40DD-AFC4-6F175D3DCCD1}">
                <a14:hiddenFill xmlns:a14="http://schemas.microsoft.com/office/drawing/2010/main">
                  <a:noFill/>
                </a14:hiddenFill>
              </a:ext>
            </a:extLst>
          </p:spPr>
        </p:cxnSp>
        <p:sp>
          <p:nvSpPr>
            <p:cNvPr id="46087" name="Oval 5">
              <a:extLst>
                <a:ext uri="{FF2B5EF4-FFF2-40B4-BE49-F238E27FC236}">
                  <a16:creationId xmlns:a16="http://schemas.microsoft.com/office/drawing/2014/main" id="{AC02B7D9-DE7F-413A-B0DC-8848B2463CAF}"/>
                </a:ext>
              </a:extLst>
            </p:cNvPr>
            <p:cNvSpPr>
              <a:spLocks noChangeArrowheads="1"/>
            </p:cNvSpPr>
            <p:nvPr/>
          </p:nvSpPr>
          <p:spPr bwMode="auto">
            <a:xfrm>
              <a:off x="5666" y="3946"/>
              <a:ext cx="530" cy="432"/>
            </a:xfrm>
            <a:prstGeom prst="ellipse">
              <a:avLst/>
            </a:prstGeom>
            <a:solidFill>
              <a:schemeClr val="accent1">
                <a:lumMod val="40000"/>
                <a:lumOff val="60000"/>
              </a:schemeClr>
            </a:solidFill>
            <a:ln w="28575">
              <a:solidFill>
                <a:srgbClr val="000000"/>
              </a:solidFill>
              <a:round/>
              <a:headEnd/>
              <a:tailEnd/>
            </a:ln>
          </p:spPr>
          <p:txBody>
            <a:bodyPr/>
            <a:lstStyle/>
            <a:p>
              <a:pPr algn="ctr">
                <a:spcAft>
                  <a:spcPts val="1000"/>
                </a:spcAft>
                <a:defRPr/>
              </a:pPr>
              <a:r>
                <a:rPr lang="ru-RU" sz="2000">
                  <a:latin typeface="Times New Roman" pitchFamily="18" charset="0"/>
                  <a:cs typeface="Arial" charset="0"/>
                </a:rPr>
                <a:t>b</a:t>
              </a:r>
              <a:endParaRPr lang="ru-RU" sz="2000">
                <a:latin typeface="Arial" charset="0"/>
                <a:cs typeface="Arial" charset="0"/>
              </a:endParaRPr>
            </a:p>
          </p:txBody>
        </p:sp>
        <p:cxnSp>
          <p:nvCxnSpPr>
            <p:cNvPr id="87048" name="AutoShape 6">
              <a:extLst>
                <a:ext uri="{FF2B5EF4-FFF2-40B4-BE49-F238E27FC236}">
                  <a16:creationId xmlns:a16="http://schemas.microsoft.com/office/drawing/2014/main" id="{F8F7FC54-F051-7218-307F-571E95BB50EE}"/>
                </a:ext>
              </a:extLst>
            </p:cNvPr>
            <p:cNvCxnSpPr>
              <a:cxnSpLocks noChangeShapeType="1"/>
            </p:cNvCxnSpPr>
            <p:nvPr/>
          </p:nvCxnSpPr>
          <p:spPr bwMode="auto">
            <a:xfrm>
              <a:off x="5721" y="3669"/>
              <a:ext cx="176" cy="278"/>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46089" name="Oval 7">
              <a:extLst>
                <a:ext uri="{FF2B5EF4-FFF2-40B4-BE49-F238E27FC236}">
                  <a16:creationId xmlns:a16="http://schemas.microsoft.com/office/drawing/2014/main" id="{FC4FBA92-EC8A-4016-86C3-44D3E6A53C44}"/>
                </a:ext>
              </a:extLst>
            </p:cNvPr>
            <p:cNvSpPr>
              <a:spLocks noChangeArrowheads="1"/>
            </p:cNvSpPr>
            <p:nvPr/>
          </p:nvSpPr>
          <p:spPr bwMode="auto">
            <a:xfrm>
              <a:off x="4532" y="4383"/>
              <a:ext cx="532" cy="431"/>
            </a:xfrm>
            <a:prstGeom prst="ellipse">
              <a:avLst/>
            </a:prstGeom>
            <a:solidFill>
              <a:schemeClr val="accent1">
                <a:lumMod val="40000"/>
                <a:lumOff val="60000"/>
              </a:schemeClr>
            </a:solidFill>
            <a:ln w="28575">
              <a:solidFill>
                <a:srgbClr val="000000"/>
              </a:solidFill>
              <a:round/>
              <a:headEnd/>
              <a:tailEnd/>
            </a:ln>
          </p:spPr>
          <p:txBody>
            <a:bodyPr/>
            <a:lstStyle/>
            <a:p>
              <a:pPr algn="ctr">
                <a:spcAft>
                  <a:spcPts val="1000"/>
                </a:spcAft>
                <a:defRPr/>
              </a:pPr>
              <a:r>
                <a:rPr lang="ru-RU" sz="2000">
                  <a:latin typeface="Times New Roman" pitchFamily="18" charset="0"/>
                  <a:cs typeface="Arial" charset="0"/>
                </a:rPr>
                <a:t>c</a:t>
              </a:r>
              <a:endParaRPr lang="ru-RU" sz="2000">
                <a:latin typeface="Arial" charset="0"/>
                <a:cs typeface="Arial" charset="0"/>
              </a:endParaRPr>
            </a:p>
          </p:txBody>
        </p:sp>
        <p:sp>
          <p:nvSpPr>
            <p:cNvPr id="46090" name="Oval 8">
              <a:extLst>
                <a:ext uri="{FF2B5EF4-FFF2-40B4-BE49-F238E27FC236}">
                  <a16:creationId xmlns:a16="http://schemas.microsoft.com/office/drawing/2014/main" id="{CA3F2A8F-9C44-4FE6-B651-027F2459C259}"/>
                </a:ext>
              </a:extLst>
            </p:cNvPr>
            <p:cNvSpPr>
              <a:spLocks noChangeArrowheads="1"/>
            </p:cNvSpPr>
            <p:nvPr/>
          </p:nvSpPr>
          <p:spPr bwMode="auto">
            <a:xfrm>
              <a:off x="4888" y="5169"/>
              <a:ext cx="531" cy="432"/>
            </a:xfrm>
            <a:prstGeom prst="ellipse">
              <a:avLst/>
            </a:prstGeom>
            <a:solidFill>
              <a:schemeClr val="accent1">
                <a:lumMod val="40000"/>
                <a:lumOff val="60000"/>
              </a:schemeClr>
            </a:solidFill>
            <a:ln w="28575">
              <a:solidFill>
                <a:srgbClr val="000000"/>
              </a:solidFill>
              <a:round/>
              <a:headEnd/>
              <a:tailEnd/>
            </a:ln>
          </p:spPr>
          <p:txBody>
            <a:bodyPr/>
            <a:lstStyle/>
            <a:p>
              <a:pPr algn="ctr">
                <a:spcAft>
                  <a:spcPts val="1000"/>
                </a:spcAft>
                <a:defRPr/>
              </a:pPr>
              <a:r>
                <a:rPr lang="ru-RU" sz="2000">
                  <a:latin typeface="Times New Roman" pitchFamily="18" charset="0"/>
                  <a:cs typeface="Arial" charset="0"/>
                </a:rPr>
                <a:t>d</a:t>
              </a:r>
              <a:endParaRPr lang="ru-RU" sz="2000">
                <a:latin typeface="Arial" charset="0"/>
                <a:cs typeface="Arial" charset="0"/>
              </a:endParaRPr>
            </a:p>
          </p:txBody>
        </p:sp>
        <p:sp>
          <p:nvSpPr>
            <p:cNvPr id="87051" name="Text Box 9">
              <a:extLst>
                <a:ext uri="{FF2B5EF4-FFF2-40B4-BE49-F238E27FC236}">
                  <a16:creationId xmlns:a16="http://schemas.microsoft.com/office/drawing/2014/main" id="{A4477EA5-13FE-A6C0-AD35-B4C2A2BFA0A6}"/>
                </a:ext>
              </a:extLst>
            </p:cNvPr>
            <p:cNvSpPr txBox="1">
              <a:spLocks noChangeArrowheads="1"/>
            </p:cNvSpPr>
            <p:nvPr/>
          </p:nvSpPr>
          <p:spPr bwMode="auto">
            <a:xfrm>
              <a:off x="4128" y="4451"/>
              <a:ext cx="518"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1000"/>
                </a:spcAft>
              </a:pPr>
              <a:r>
                <a:rPr lang="ru-RU" altLang="en-US" sz="2000" b="0">
                  <a:latin typeface="Times New Roman" panose="02020603050405020304" pitchFamily="18" charset="0"/>
                </a:rPr>
                <a:t>c</a:t>
              </a:r>
              <a:r>
                <a:rPr lang="ru-RU" altLang="en-US" sz="2000" b="0">
                  <a:latin typeface="Times New Roman" panose="02020603050405020304" pitchFamily="18" charset="0"/>
                  <a:sym typeface="Symbol" panose="05050102010706020507" pitchFamily="18" charset="2"/>
                </a:rPr>
                <a:t></a:t>
              </a:r>
              <a:r>
                <a:rPr lang="ru-RU" altLang="en-US" sz="2000" b="0">
                  <a:latin typeface="Times New Roman" panose="02020603050405020304" pitchFamily="18" charset="0"/>
                </a:rPr>
                <a:t>d</a:t>
              </a:r>
              <a:endParaRPr lang="ru-RU" altLang="en-US" sz="2000" b="0"/>
            </a:p>
          </p:txBody>
        </p:sp>
        <p:cxnSp>
          <p:nvCxnSpPr>
            <p:cNvPr id="87052" name="AutoShape 10">
              <a:extLst>
                <a:ext uri="{FF2B5EF4-FFF2-40B4-BE49-F238E27FC236}">
                  <a16:creationId xmlns:a16="http://schemas.microsoft.com/office/drawing/2014/main" id="{AE887DD3-8125-340B-8936-082A52626E85}"/>
                </a:ext>
              </a:extLst>
            </p:cNvPr>
            <p:cNvCxnSpPr>
              <a:cxnSpLocks noChangeShapeType="1"/>
            </p:cNvCxnSpPr>
            <p:nvPr/>
          </p:nvCxnSpPr>
          <p:spPr bwMode="auto">
            <a:xfrm>
              <a:off x="4746" y="4809"/>
              <a:ext cx="213" cy="1185"/>
            </a:xfrm>
            <a:prstGeom prst="straightConnector1">
              <a:avLst/>
            </a:prstGeom>
            <a:noFill/>
            <a:ln w="28575">
              <a:solidFill>
                <a:srgbClr val="000000"/>
              </a:solidFill>
              <a:prstDash val="dash"/>
              <a:round/>
              <a:headEnd/>
              <a:tailEnd type="triangle" w="lg" len="lg"/>
            </a:ln>
            <a:extLst>
              <a:ext uri="{909E8E84-426E-40DD-AFC4-6F175D3DCCD1}">
                <a14:hiddenFill xmlns:a14="http://schemas.microsoft.com/office/drawing/2010/main">
                  <a:noFill/>
                </a14:hiddenFill>
              </a:ext>
            </a:extLst>
          </p:spPr>
        </p:cxnSp>
        <p:cxnSp>
          <p:nvCxnSpPr>
            <p:cNvPr id="87053" name="AutoShape 11">
              <a:extLst>
                <a:ext uri="{FF2B5EF4-FFF2-40B4-BE49-F238E27FC236}">
                  <a16:creationId xmlns:a16="http://schemas.microsoft.com/office/drawing/2014/main" id="{32ACF831-CCE6-1EAF-5D35-A72EAA18C5BB}"/>
                </a:ext>
              </a:extLst>
            </p:cNvPr>
            <p:cNvCxnSpPr>
              <a:cxnSpLocks noChangeShapeType="1"/>
            </p:cNvCxnSpPr>
            <p:nvPr/>
          </p:nvCxnSpPr>
          <p:spPr bwMode="auto">
            <a:xfrm>
              <a:off x="4941" y="4764"/>
              <a:ext cx="191" cy="408"/>
            </a:xfrm>
            <a:prstGeom prst="straightConnector1">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cxnSp>
        <p:sp>
          <p:nvSpPr>
            <p:cNvPr id="46094" name="Text Box 12">
              <a:extLst>
                <a:ext uri="{FF2B5EF4-FFF2-40B4-BE49-F238E27FC236}">
                  <a16:creationId xmlns:a16="http://schemas.microsoft.com/office/drawing/2014/main" id="{1CD17F9A-BB78-4C7B-970C-57E80814C227}"/>
                </a:ext>
              </a:extLst>
            </p:cNvPr>
            <p:cNvSpPr txBox="1">
              <a:spLocks noChangeArrowheads="1"/>
            </p:cNvSpPr>
            <p:nvPr/>
          </p:nvSpPr>
          <p:spPr bwMode="auto">
            <a:xfrm>
              <a:off x="4821" y="6003"/>
              <a:ext cx="643" cy="357"/>
            </a:xfrm>
            <a:prstGeom prst="rect">
              <a:avLst/>
            </a:prstGeom>
            <a:solidFill>
              <a:schemeClr val="accent2">
                <a:lumMod val="20000"/>
                <a:lumOff val="80000"/>
              </a:schemeClr>
            </a:solidFill>
            <a:ln w="28575">
              <a:solidFill>
                <a:srgbClr val="000000"/>
              </a:solidFill>
              <a:miter lim="800000"/>
              <a:headEnd/>
              <a:tailEnd/>
            </a:ln>
          </p:spPr>
          <p:txBody>
            <a:bodyPr/>
            <a:lstStyle/>
            <a:p>
              <a:pPr algn="ctr">
                <a:spcAft>
                  <a:spcPts val="1000"/>
                </a:spcAft>
                <a:defRPr/>
              </a:pPr>
              <a:r>
                <a:rPr lang="ru-RU" sz="2000">
                  <a:latin typeface="Times New Roman" pitchFamily="18" charset="0"/>
                  <a:cs typeface="Arial" charset="0"/>
                </a:rPr>
                <a:t>0</a:t>
              </a:r>
              <a:endParaRPr lang="ru-RU" sz="2000">
                <a:latin typeface="Arial" charset="0"/>
                <a:cs typeface="Arial" charset="0"/>
              </a:endParaRPr>
            </a:p>
          </p:txBody>
        </p:sp>
        <p:cxnSp>
          <p:nvCxnSpPr>
            <p:cNvPr id="87055" name="AutoShape 13">
              <a:extLst>
                <a:ext uri="{FF2B5EF4-FFF2-40B4-BE49-F238E27FC236}">
                  <a16:creationId xmlns:a16="http://schemas.microsoft.com/office/drawing/2014/main" id="{BC0BBE67-5842-FCA4-21F9-98CEFF3EF526}"/>
                </a:ext>
              </a:extLst>
            </p:cNvPr>
            <p:cNvCxnSpPr>
              <a:cxnSpLocks noChangeShapeType="1"/>
            </p:cNvCxnSpPr>
            <p:nvPr/>
          </p:nvCxnSpPr>
          <p:spPr bwMode="auto">
            <a:xfrm flipH="1">
              <a:off x="5185" y="5605"/>
              <a:ext cx="26" cy="414"/>
            </a:xfrm>
            <a:prstGeom prst="straightConnector1">
              <a:avLst/>
            </a:prstGeom>
            <a:noFill/>
            <a:ln w="28575">
              <a:solidFill>
                <a:srgbClr val="000000"/>
              </a:solidFill>
              <a:prstDash val="dash"/>
              <a:round/>
              <a:headEnd/>
              <a:tailEnd type="triangle" w="lg" len="lg"/>
            </a:ln>
            <a:extLst>
              <a:ext uri="{909E8E84-426E-40DD-AFC4-6F175D3DCCD1}">
                <a14:hiddenFill xmlns:a14="http://schemas.microsoft.com/office/drawing/2010/main">
                  <a:noFill/>
                </a14:hiddenFill>
              </a:ext>
            </a:extLst>
          </p:spPr>
        </p:cxnSp>
        <p:cxnSp>
          <p:nvCxnSpPr>
            <p:cNvPr id="87056" name="AutoShape 14">
              <a:extLst>
                <a:ext uri="{FF2B5EF4-FFF2-40B4-BE49-F238E27FC236}">
                  <a16:creationId xmlns:a16="http://schemas.microsoft.com/office/drawing/2014/main" id="{F2E0AA9A-6EF0-2BB0-23CB-C7E76AF16DD4}"/>
                </a:ext>
              </a:extLst>
            </p:cNvPr>
            <p:cNvCxnSpPr>
              <a:cxnSpLocks noChangeShapeType="1"/>
            </p:cNvCxnSpPr>
            <p:nvPr/>
          </p:nvCxnSpPr>
          <p:spPr bwMode="auto">
            <a:xfrm>
              <a:off x="5357" y="5530"/>
              <a:ext cx="612" cy="496"/>
            </a:xfrm>
            <a:prstGeom prst="straightConnector1">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cxnSp>
        <p:sp>
          <p:nvSpPr>
            <p:cNvPr id="46097" name="Text Box 15">
              <a:extLst>
                <a:ext uri="{FF2B5EF4-FFF2-40B4-BE49-F238E27FC236}">
                  <a16:creationId xmlns:a16="http://schemas.microsoft.com/office/drawing/2014/main" id="{C9C6D1C0-B713-46E9-989B-9A8AEAE8837D}"/>
                </a:ext>
              </a:extLst>
            </p:cNvPr>
            <p:cNvSpPr txBox="1">
              <a:spLocks noChangeArrowheads="1"/>
            </p:cNvSpPr>
            <p:nvPr/>
          </p:nvSpPr>
          <p:spPr bwMode="auto">
            <a:xfrm>
              <a:off x="5839" y="6029"/>
              <a:ext cx="643" cy="357"/>
            </a:xfrm>
            <a:prstGeom prst="rect">
              <a:avLst/>
            </a:prstGeom>
            <a:solidFill>
              <a:schemeClr val="accent2">
                <a:lumMod val="20000"/>
                <a:lumOff val="80000"/>
              </a:schemeClr>
            </a:solidFill>
            <a:ln w="28575">
              <a:solidFill>
                <a:srgbClr val="000000"/>
              </a:solidFill>
              <a:miter lim="800000"/>
              <a:headEnd/>
              <a:tailEnd/>
            </a:ln>
          </p:spPr>
          <p:txBody>
            <a:bodyPr/>
            <a:lstStyle/>
            <a:p>
              <a:pPr algn="ctr">
                <a:spcAft>
                  <a:spcPts val="1000"/>
                </a:spcAft>
                <a:defRPr/>
              </a:pPr>
              <a:r>
                <a:rPr lang="ru-RU" sz="2000">
                  <a:latin typeface="Times New Roman" pitchFamily="18" charset="0"/>
                  <a:cs typeface="Arial" charset="0"/>
                </a:rPr>
                <a:t>1</a:t>
              </a:r>
              <a:endParaRPr lang="ru-RU" sz="2000">
                <a:latin typeface="Arial" charset="0"/>
                <a:cs typeface="Arial" charset="0"/>
              </a:endParaRPr>
            </a:p>
          </p:txBody>
        </p:sp>
        <p:sp>
          <p:nvSpPr>
            <p:cNvPr id="87058" name="Text Box 16">
              <a:extLst>
                <a:ext uri="{FF2B5EF4-FFF2-40B4-BE49-F238E27FC236}">
                  <a16:creationId xmlns:a16="http://schemas.microsoft.com/office/drawing/2014/main" id="{DE81214E-78AD-BEE8-9A36-800DAD587CF2}"/>
                </a:ext>
              </a:extLst>
            </p:cNvPr>
            <p:cNvSpPr txBox="1">
              <a:spLocks noChangeArrowheads="1"/>
            </p:cNvSpPr>
            <p:nvPr/>
          </p:nvSpPr>
          <p:spPr bwMode="auto">
            <a:xfrm>
              <a:off x="6253" y="4003"/>
              <a:ext cx="578" cy="391"/>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1000"/>
                </a:spcAft>
              </a:pPr>
              <a:r>
                <a:rPr lang="ru-RU" altLang="en-US" sz="2000" b="0">
                  <a:latin typeface="Times New Roman" panose="02020603050405020304" pitchFamily="18" charset="0"/>
                </a:rPr>
                <a:t>b </a:t>
              </a:r>
              <a:endParaRPr lang="ru-RU" altLang="en-US" sz="2000" b="0"/>
            </a:p>
          </p:txBody>
        </p:sp>
        <p:cxnSp>
          <p:nvCxnSpPr>
            <p:cNvPr id="87059" name="AutoShape 17">
              <a:extLst>
                <a:ext uri="{FF2B5EF4-FFF2-40B4-BE49-F238E27FC236}">
                  <a16:creationId xmlns:a16="http://schemas.microsoft.com/office/drawing/2014/main" id="{21370E9D-E7AE-CCD2-59D2-1F8F5094E5E7}"/>
                </a:ext>
              </a:extLst>
            </p:cNvPr>
            <p:cNvCxnSpPr>
              <a:cxnSpLocks noChangeShapeType="1"/>
            </p:cNvCxnSpPr>
            <p:nvPr/>
          </p:nvCxnSpPr>
          <p:spPr bwMode="auto">
            <a:xfrm flipH="1">
              <a:off x="5371" y="4374"/>
              <a:ext cx="470" cy="1637"/>
            </a:xfrm>
            <a:prstGeom prst="straightConnector1">
              <a:avLst/>
            </a:prstGeom>
            <a:noFill/>
            <a:ln w="28575">
              <a:solidFill>
                <a:srgbClr val="000000"/>
              </a:solidFill>
              <a:prstDash val="dash"/>
              <a:round/>
              <a:headEnd/>
              <a:tailEnd type="triangle" w="lg" len="lg"/>
            </a:ln>
            <a:extLst>
              <a:ext uri="{909E8E84-426E-40DD-AFC4-6F175D3DCCD1}">
                <a14:hiddenFill xmlns:a14="http://schemas.microsoft.com/office/drawing/2010/main">
                  <a:noFill/>
                </a14:hiddenFill>
              </a:ext>
            </a:extLst>
          </p:spPr>
        </p:cxnSp>
        <p:cxnSp>
          <p:nvCxnSpPr>
            <p:cNvPr id="87060" name="AutoShape 18">
              <a:extLst>
                <a:ext uri="{FF2B5EF4-FFF2-40B4-BE49-F238E27FC236}">
                  <a16:creationId xmlns:a16="http://schemas.microsoft.com/office/drawing/2014/main" id="{7B23510D-033A-7644-CD48-1FAB2CE28E26}"/>
                </a:ext>
              </a:extLst>
            </p:cNvPr>
            <p:cNvCxnSpPr>
              <a:cxnSpLocks noChangeShapeType="1"/>
            </p:cNvCxnSpPr>
            <p:nvPr/>
          </p:nvCxnSpPr>
          <p:spPr bwMode="auto">
            <a:xfrm>
              <a:off x="6021" y="4374"/>
              <a:ext cx="270" cy="1637"/>
            </a:xfrm>
            <a:prstGeom prst="straightConnector1">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cxnSp>
        <p:sp>
          <p:nvSpPr>
            <p:cNvPr id="87061" name="Text Box 19">
              <a:extLst>
                <a:ext uri="{FF2B5EF4-FFF2-40B4-BE49-F238E27FC236}">
                  <a16:creationId xmlns:a16="http://schemas.microsoft.com/office/drawing/2014/main" id="{7BB6CFDB-8C3F-BF2D-6286-7A7098542136}"/>
                </a:ext>
              </a:extLst>
            </p:cNvPr>
            <p:cNvSpPr txBox="1">
              <a:spLocks noChangeArrowheads="1"/>
            </p:cNvSpPr>
            <p:nvPr/>
          </p:nvSpPr>
          <p:spPr bwMode="auto">
            <a:xfrm>
              <a:off x="4385" y="5235"/>
              <a:ext cx="338"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1000"/>
                </a:spcAft>
              </a:pPr>
              <a:r>
                <a:rPr lang="ru-RU" altLang="en-US" sz="2000" b="0">
                  <a:latin typeface="Times New Roman" panose="02020603050405020304" pitchFamily="18" charset="0"/>
                </a:rPr>
                <a:t>d</a:t>
              </a:r>
              <a:endParaRPr lang="ru-RU" altLang="en-US" sz="2000" b="0"/>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4">
            <a:extLst>
              <a:ext uri="{FF2B5EF4-FFF2-40B4-BE49-F238E27FC236}">
                <a16:creationId xmlns:a16="http://schemas.microsoft.com/office/drawing/2014/main" id="{8CF0D8C4-E432-1122-6E31-7A0399A7B169}"/>
              </a:ext>
            </a:extLst>
          </p:cNvPr>
          <p:cNvSpPr>
            <a:spLocks noGrp="1" noChangeArrowheads="1"/>
          </p:cNvSpPr>
          <p:nvPr>
            <p:ph type="title"/>
          </p:nvPr>
        </p:nvSpPr>
        <p:spPr>
          <a:xfrm>
            <a:off x="-1" y="183402"/>
            <a:ext cx="11612880" cy="704088"/>
          </a:xfrm>
        </p:spPr>
        <p:txBody>
          <a:bodyPr/>
          <a:lstStyle/>
          <a:p>
            <a:r>
              <a:rPr lang="en-US" altLang="en-US"/>
              <a:t>Apply Operator</a:t>
            </a:r>
            <a:endParaRPr lang="ru-RU" altLang="en-US"/>
          </a:p>
        </p:txBody>
      </p:sp>
      <p:sp>
        <p:nvSpPr>
          <p:cNvPr id="10" name="Text Placeholder 9">
            <a:extLst>
              <a:ext uri="{FF2B5EF4-FFF2-40B4-BE49-F238E27FC236}">
                <a16:creationId xmlns:a16="http://schemas.microsoft.com/office/drawing/2014/main" id="{7FC54616-C977-EFEE-68C5-F313F12FDBA7}"/>
              </a:ext>
            </a:extLst>
          </p:cNvPr>
          <p:cNvSpPr>
            <a:spLocks noGrp="1"/>
          </p:cNvSpPr>
          <p:nvPr>
            <p:ph type="body" sz="quarter" idx="10"/>
          </p:nvPr>
        </p:nvSpPr>
        <p:spPr/>
        <p:txBody>
          <a:bodyPr/>
          <a:lstStyle/>
          <a:p>
            <a:pPr eaLnBrk="1" hangingPunct="1">
              <a:spcBef>
                <a:spcPct val="50000"/>
              </a:spcBef>
              <a:defRPr/>
            </a:pPr>
            <a:r>
              <a:rPr lang="en-US" dirty="0" err="1">
                <a:latin typeface="Arial" charset="0"/>
                <a:cs typeface="Arial" charset="0"/>
              </a:rPr>
              <a:t>f|</a:t>
            </a:r>
            <a:r>
              <a:rPr lang="en-US" baseline="-25000" dirty="0" err="1">
                <a:latin typeface="Arial" charset="0"/>
                <a:cs typeface="Arial" charset="0"/>
              </a:rPr>
              <a:t>x</a:t>
            </a:r>
            <a:r>
              <a:rPr lang="en-US" baseline="-25000" dirty="0">
                <a:latin typeface="Arial" charset="0"/>
                <a:cs typeface="Arial" charset="0"/>
              </a:rPr>
              <a:t>=b </a:t>
            </a:r>
            <a:r>
              <a:rPr lang="en-US" dirty="0">
                <a:latin typeface="Arial" charset="0"/>
                <a:cs typeface="Arial" charset="0"/>
              </a:rPr>
              <a:t> - substitution of b for x</a:t>
            </a:r>
          </a:p>
          <a:p>
            <a:pPr eaLnBrk="1" hangingPunct="1">
              <a:spcBef>
                <a:spcPct val="50000"/>
              </a:spcBef>
              <a:defRPr/>
            </a:pPr>
            <a:r>
              <a:rPr lang="en-US" dirty="0">
                <a:latin typeface="Arial" charset="0"/>
                <a:cs typeface="Arial" charset="0"/>
                <a:sym typeface="Symbol" pitchFamily="18" charset="2"/>
              </a:rPr>
              <a:t>f - </a:t>
            </a:r>
            <a:r>
              <a:rPr lang="ru-RU" dirty="0">
                <a:latin typeface="Arial" charset="0"/>
                <a:cs typeface="Arial" charset="0"/>
                <a:sym typeface="Symbol" pitchFamily="18" charset="2"/>
              </a:rPr>
              <a:t>changing the values ​​of the terminal nodes</a:t>
            </a:r>
            <a:r>
              <a:rPr lang="en-US" dirty="0">
                <a:latin typeface="Arial" charset="0"/>
                <a:cs typeface="Arial" charset="0"/>
                <a:sym typeface="Symbol" pitchFamily="18" charset="2"/>
              </a:rPr>
              <a:t> </a:t>
            </a:r>
            <a:br>
              <a:rPr lang="en-US" dirty="0">
                <a:latin typeface="Arial" charset="0"/>
                <a:cs typeface="Arial" charset="0"/>
                <a:sym typeface="Symbol" pitchFamily="18" charset="2"/>
              </a:rPr>
            </a:br>
            <a:r>
              <a:rPr lang="en-US" dirty="0">
                <a:latin typeface="Arial" charset="0"/>
                <a:cs typeface="Arial" charset="0"/>
                <a:sym typeface="Symbol" pitchFamily="18" charset="2"/>
              </a:rPr>
              <a:t>{0,1} to {1,0}.</a:t>
            </a:r>
          </a:p>
          <a:p>
            <a:pPr eaLnBrk="1" hangingPunct="1">
              <a:defRPr/>
            </a:pPr>
            <a:r>
              <a:rPr lang="en-US" dirty="0">
                <a:latin typeface="Arial" charset="0"/>
                <a:cs typeface="Arial" charset="0"/>
                <a:sym typeface="Symbol" pitchFamily="18" charset="2"/>
              </a:rPr>
              <a:t>f g, </a:t>
            </a:r>
            <a:r>
              <a:rPr lang="en-US" dirty="0">
                <a:solidFill>
                  <a:srgbClr val="000000"/>
                </a:solidFill>
                <a:effectLst>
                  <a:outerShdw blurRad="38100" dist="38100" dir="2700000" algn="tl">
                    <a:srgbClr val="C0C0C0"/>
                  </a:outerShdw>
                </a:effectLst>
                <a:latin typeface="Arial" charset="0"/>
                <a:cs typeface="Arial" charset="0"/>
              </a:rPr>
              <a:t>where </a:t>
            </a:r>
            <a:r>
              <a:rPr lang="en-US" dirty="0">
                <a:latin typeface="Arial" charset="0"/>
                <a:cs typeface="Arial" charset="0"/>
                <a:sym typeface="Symbol" pitchFamily="18" charset="2"/>
              </a:rPr>
              <a:t></a:t>
            </a:r>
            <a:r>
              <a:rPr lang="en-US" dirty="0">
                <a:solidFill>
                  <a:srgbClr val="000000"/>
                </a:solidFill>
                <a:effectLst>
                  <a:outerShdw blurRad="38100" dist="38100" dir="2700000" algn="tl">
                    <a:srgbClr val="C0C0C0"/>
                  </a:outerShdw>
                </a:effectLst>
                <a:latin typeface="Arial" charset="0"/>
                <a:cs typeface="Arial" charset="0"/>
              </a:rPr>
              <a:t> stands for any Boolean operator (AND, OR, XOR, </a:t>
            </a:r>
            <a:r>
              <a:rPr lang="en-US" dirty="0">
                <a:solidFill>
                  <a:srgbClr val="000000"/>
                </a:solidFill>
                <a:effectLst>
                  <a:outerShdw blurRad="38100" dist="38100" dir="2700000" algn="tl">
                    <a:srgbClr val="C0C0C0"/>
                  </a:outerShdw>
                </a:effectLst>
                <a:latin typeface="Arial" charset="0"/>
                <a:cs typeface="Arial" charset="0"/>
                <a:sym typeface="Symbol" pitchFamily="18" charset="2"/>
              </a:rPr>
              <a:t>)</a:t>
            </a:r>
          </a:p>
          <a:p>
            <a:pPr marL="640080" lvl="2" indent="0" eaLnBrk="1" hangingPunct="1">
              <a:buNone/>
              <a:defRPr/>
            </a:pPr>
            <a:endParaRPr lang="en-US" i="1" dirty="0">
              <a:solidFill>
                <a:srgbClr val="000000"/>
              </a:solidFill>
              <a:latin typeface="Arial" charset="0"/>
              <a:cs typeface="Arial" charset="0"/>
            </a:endParaRPr>
          </a:p>
          <a:p>
            <a:pPr marL="640080" lvl="2" indent="0" eaLnBrk="1" hangingPunct="1">
              <a:buNone/>
              <a:defRPr/>
            </a:pPr>
            <a:r>
              <a:rPr lang="en-US" i="1" dirty="0" err="1">
                <a:solidFill>
                  <a:srgbClr val="000000"/>
                </a:solidFill>
                <a:latin typeface="Arial" charset="0"/>
                <a:cs typeface="Arial" charset="0"/>
              </a:rPr>
              <a:t>f</a:t>
            </a:r>
            <a:r>
              <a:rPr lang="en-US" dirty="0" err="1">
                <a:latin typeface="Arial" charset="0"/>
                <a:cs typeface="Arial" charset="0"/>
                <a:sym typeface="Symbol" pitchFamily="18" charset="2"/>
              </a:rPr>
              <a:t></a:t>
            </a:r>
            <a:r>
              <a:rPr lang="en-US" i="1" dirty="0" err="1">
                <a:solidFill>
                  <a:srgbClr val="000000"/>
                </a:solidFill>
                <a:latin typeface="Arial" charset="0"/>
                <a:cs typeface="Arial" charset="0"/>
              </a:rPr>
              <a:t>g</a:t>
            </a:r>
            <a:r>
              <a:rPr lang="en-US" i="1" dirty="0">
                <a:solidFill>
                  <a:srgbClr val="000000"/>
                </a:solidFill>
                <a:latin typeface="Arial" charset="0"/>
                <a:cs typeface="Arial" charset="0"/>
              </a:rPr>
              <a:t> = x (</a:t>
            </a:r>
            <a:r>
              <a:rPr lang="en-US" i="1" dirty="0" err="1">
                <a:solidFill>
                  <a:srgbClr val="000000"/>
                </a:solidFill>
                <a:latin typeface="Arial" charset="0"/>
                <a:cs typeface="Arial" charset="0"/>
              </a:rPr>
              <a:t>f</a:t>
            </a:r>
            <a:r>
              <a:rPr lang="en-US" i="1" baseline="-25000" dirty="0" err="1">
                <a:solidFill>
                  <a:srgbClr val="000000"/>
                </a:solidFill>
                <a:latin typeface="Arial" charset="0"/>
                <a:cs typeface="Arial" charset="0"/>
              </a:rPr>
              <a:t>x</a:t>
            </a:r>
            <a:r>
              <a:rPr lang="en-US" i="1" dirty="0">
                <a:solidFill>
                  <a:srgbClr val="000000"/>
                </a:solidFill>
                <a:latin typeface="Arial" charset="0"/>
                <a:cs typeface="Arial" charset="0"/>
              </a:rPr>
              <a:t> </a:t>
            </a:r>
            <a:r>
              <a:rPr lang="en-US" dirty="0">
                <a:latin typeface="Arial" charset="0"/>
                <a:cs typeface="Arial" charset="0"/>
                <a:sym typeface="Symbol" pitchFamily="18" charset="2"/>
              </a:rPr>
              <a:t></a:t>
            </a:r>
            <a:r>
              <a:rPr lang="en-US" i="1" dirty="0" err="1">
                <a:solidFill>
                  <a:srgbClr val="000000"/>
                </a:solidFill>
                <a:latin typeface="Arial" charset="0"/>
                <a:cs typeface="Arial" charset="0"/>
              </a:rPr>
              <a:t>g</a:t>
            </a:r>
            <a:r>
              <a:rPr lang="en-US" i="1" baseline="-25000" dirty="0" err="1">
                <a:solidFill>
                  <a:srgbClr val="000000"/>
                </a:solidFill>
                <a:latin typeface="Arial" charset="0"/>
                <a:cs typeface="Arial" charset="0"/>
              </a:rPr>
              <a:t>x</a:t>
            </a:r>
            <a:r>
              <a:rPr lang="en-US" i="1" dirty="0">
                <a:solidFill>
                  <a:srgbClr val="000000"/>
                </a:solidFill>
                <a:latin typeface="Arial" charset="0"/>
                <a:cs typeface="Arial" charset="0"/>
              </a:rPr>
              <a:t>) + x’(</a:t>
            </a:r>
            <a:r>
              <a:rPr lang="en-US" i="1" dirty="0" err="1">
                <a:solidFill>
                  <a:srgbClr val="000000"/>
                </a:solidFill>
                <a:latin typeface="Arial" charset="0"/>
                <a:cs typeface="Arial" charset="0"/>
              </a:rPr>
              <a:t>f</a:t>
            </a:r>
            <a:r>
              <a:rPr lang="en-US" i="1" baseline="-25000" dirty="0" err="1">
                <a:solidFill>
                  <a:srgbClr val="000000"/>
                </a:solidFill>
                <a:latin typeface="Arial" charset="0"/>
                <a:cs typeface="Arial" charset="0"/>
              </a:rPr>
              <a:t>x</a:t>
            </a:r>
            <a:r>
              <a:rPr lang="en-US" i="1" baseline="-25000" dirty="0">
                <a:solidFill>
                  <a:srgbClr val="000000"/>
                </a:solidFill>
                <a:latin typeface="Arial" charset="0"/>
                <a:cs typeface="Arial" charset="0"/>
              </a:rPr>
              <a:t>’ </a:t>
            </a:r>
            <a:r>
              <a:rPr lang="en-US" dirty="0">
                <a:latin typeface="Arial" charset="0"/>
                <a:cs typeface="Arial" charset="0"/>
                <a:sym typeface="Symbol" pitchFamily="18" charset="2"/>
              </a:rPr>
              <a:t></a:t>
            </a:r>
            <a:r>
              <a:rPr lang="en-US" i="1" dirty="0" err="1">
                <a:solidFill>
                  <a:srgbClr val="000000"/>
                </a:solidFill>
                <a:latin typeface="Arial" charset="0"/>
                <a:cs typeface="Arial" charset="0"/>
              </a:rPr>
              <a:t>g</a:t>
            </a:r>
            <a:r>
              <a:rPr lang="en-US" i="1" baseline="-25000" dirty="0" err="1">
                <a:solidFill>
                  <a:srgbClr val="000000"/>
                </a:solidFill>
                <a:latin typeface="Arial" charset="0"/>
                <a:cs typeface="Arial" charset="0"/>
              </a:rPr>
              <a:t>x</a:t>
            </a:r>
            <a:r>
              <a:rPr lang="en-US" i="1" baseline="-25000" dirty="0">
                <a:solidFill>
                  <a:srgbClr val="000000"/>
                </a:solidFill>
                <a:latin typeface="Arial" charset="0"/>
                <a:cs typeface="Arial" charset="0"/>
              </a:rPr>
              <a:t>’</a:t>
            </a:r>
            <a:r>
              <a:rPr lang="en-US" i="1" dirty="0">
                <a:solidFill>
                  <a:srgbClr val="000000"/>
                </a:solidFill>
                <a:latin typeface="Arial" charset="0"/>
                <a:cs typeface="Arial" charset="0"/>
              </a:rPr>
              <a:t>)</a:t>
            </a:r>
          </a:p>
          <a:p>
            <a:endParaRPr lang="en-US" dirty="0"/>
          </a:p>
        </p:txBody>
      </p:sp>
      <p:grpSp>
        <p:nvGrpSpPr>
          <p:cNvPr id="88068" name="Group 11">
            <a:extLst>
              <a:ext uri="{FF2B5EF4-FFF2-40B4-BE49-F238E27FC236}">
                <a16:creationId xmlns:a16="http://schemas.microsoft.com/office/drawing/2014/main" id="{6BCE3EB4-DE3E-C009-6B23-05D7B858171E}"/>
              </a:ext>
            </a:extLst>
          </p:cNvPr>
          <p:cNvGrpSpPr>
            <a:grpSpLocks/>
          </p:cNvGrpSpPr>
          <p:nvPr/>
        </p:nvGrpSpPr>
        <p:grpSpPr bwMode="auto">
          <a:xfrm>
            <a:off x="2806700" y="3835400"/>
            <a:ext cx="4686300" cy="1574800"/>
            <a:chOff x="1282700" y="4279900"/>
            <a:chExt cx="4686300" cy="1574800"/>
          </a:xfrm>
        </p:grpSpPr>
        <p:sp>
          <p:nvSpPr>
            <p:cNvPr id="88069" name="AutoShape 26">
              <a:extLst>
                <a:ext uri="{FF2B5EF4-FFF2-40B4-BE49-F238E27FC236}">
                  <a16:creationId xmlns:a16="http://schemas.microsoft.com/office/drawing/2014/main" id="{D5567037-01CF-00E8-A661-A29E8BC92E59}"/>
                </a:ext>
              </a:extLst>
            </p:cNvPr>
            <p:cNvSpPr>
              <a:spLocks noChangeArrowheads="1"/>
            </p:cNvSpPr>
            <p:nvPr/>
          </p:nvSpPr>
          <p:spPr bwMode="auto">
            <a:xfrm>
              <a:off x="1282700" y="4762500"/>
              <a:ext cx="939800" cy="949325"/>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endParaRPr lang="ru-RU" altLang="en-US" sz="2000" b="0"/>
            </a:p>
          </p:txBody>
        </p:sp>
        <p:sp>
          <p:nvSpPr>
            <p:cNvPr id="88070" name="Text Box 27">
              <a:extLst>
                <a:ext uri="{FF2B5EF4-FFF2-40B4-BE49-F238E27FC236}">
                  <a16:creationId xmlns:a16="http://schemas.microsoft.com/office/drawing/2014/main" id="{EE63B044-ECDB-CF86-B3E2-9AE6472F9887}"/>
                </a:ext>
              </a:extLst>
            </p:cNvPr>
            <p:cNvSpPr txBox="1">
              <a:spLocks noChangeArrowheads="1"/>
            </p:cNvSpPr>
            <p:nvPr/>
          </p:nvSpPr>
          <p:spPr bwMode="auto">
            <a:xfrm>
              <a:off x="2260600" y="45593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a:t>
              </a:r>
              <a:endParaRPr lang="ru-RU" altLang="en-US" b="0">
                <a:sym typeface="Symbol" panose="05050102010706020507" pitchFamily="18" charset="2"/>
              </a:endParaRPr>
            </a:p>
          </p:txBody>
        </p:sp>
        <p:sp>
          <p:nvSpPr>
            <p:cNvPr id="88071" name="AutoShape 28">
              <a:extLst>
                <a:ext uri="{FF2B5EF4-FFF2-40B4-BE49-F238E27FC236}">
                  <a16:creationId xmlns:a16="http://schemas.microsoft.com/office/drawing/2014/main" id="{ED6B4A00-3747-6330-6438-74DDEEA5AB4D}"/>
                </a:ext>
              </a:extLst>
            </p:cNvPr>
            <p:cNvSpPr>
              <a:spLocks noChangeArrowheads="1"/>
            </p:cNvSpPr>
            <p:nvPr/>
          </p:nvSpPr>
          <p:spPr bwMode="auto">
            <a:xfrm>
              <a:off x="2743200" y="4783775"/>
              <a:ext cx="939800" cy="949325"/>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endParaRPr lang="ru-RU" altLang="en-US" sz="2000" b="0"/>
            </a:p>
          </p:txBody>
        </p:sp>
        <p:sp>
          <p:nvSpPr>
            <p:cNvPr id="88072" name="Text Box 29">
              <a:extLst>
                <a:ext uri="{FF2B5EF4-FFF2-40B4-BE49-F238E27FC236}">
                  <a16:creationId xmlns:a16="http://schemas.microsoft.com/office/drawing/2014/main" id="{F4696FD5-08C3-890F-0AF9-72B4A92435EE}"/>
                </a:ext>
              </a:extLst>
            </p:cNvPr>
            <p:cNvSpPr txBox="1">
              <a:spLocks noChangeArrowheads="1"/>
            </p:cNvSpPr>
            <p:nvPr/>
          </p:nvSpPr>
          <p:spPr bwMode="auto">
            <a:xfrm>
              <a:off x="3886200" y="45339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a:t>
              </a:r>
              <a:endParaRPr lang="ru-RU" altLang="en-US" b="0">
                <a:sym typeface="Symbol" panose="05050102010706020507" pitchFamily="18" charset="2"/>
              </a:endParaRPr>
            </a:p>
          </p:txBody>
        </p:sp>
        <p:sp>
          <p:nvSpPr>
            <p:cNvPr id="88073" name="AutoShape 30">
              <a:extLst>
                <a:ext uri="{FF2B5EF4-FFF2-40B4-BE49-F238E27FC236}">
                  <a16:creationId xmlns:a16="http://schemas.microsoft.com/office/drawing/2014/main" id="{7B855562-1491-FA51-BC37-5D7653D045FA}"/>
                </a:ext>
              </a:extLst>
            </p:cNvPr>
            <p:cNvSpPr>
              <a:spLocks noChangeArrowheads="1"/>
            </p:cNvSpPr>
            <p:nvPr/>
          </p:nvSpPr>
          <p:spPr bwMode="auto">
            <a:xfrm>
              <a:off x="4495800" y="4724400"/>
              <a:ext cx="1119188" cy="1130300"/>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endParaRPr lang="ru-RU" altLang="en-US" sz="2000" b="0"/>
            </a:p>
          </p:txBody>
        </p:sp>
        <p:sp>
          <p:nvSpPr>
            <p:cNvPr id="88074" name="Text Box 31">
              <a:extLst>
                <a:ext uri="{FF2B5EF4-FFF2-40B4-BE49-F238E27FC236}">
                  <a16:creationId xmlns:a16="http://schemas.microsoft.com/office/drawing/2014/main" id="{0537FEAC-906A-4A0D-B194-747AB009480A}"/>
                </a:ext>
              </a:extLst>
            </p:cNvPr>
            <p:cNvSpPr txBox="1">
              <a:spLocks noChangeArrowheads="1"/>
            </p:cNvSpPr>
            <p:nvPr/>
          </p:nvSpPr>
          <p:spPr bwMode="auto">
            <a:xfrm>
              <a:off x="1612900" y="4343400"/>
              <a:ext cx="546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f</a:t>
              </a:r>
              <a:endParaRPr lang="ru-RU" altLang="en-US" b="0"/>
            </a:p>
          </p:txBody>
        </p:sp>
        <p:sp>
          <p:nvSpPr>
            <p:cNvPr id="88075" name="Text Box 32">
              <a:extLst>
                <a:ext uri="{FF2B5EF4-FFF2-40B4-BE49-F238E27FC236}">
                  <a16:creationId xmlns:a16="http://schemas.microsoft.com/office/drawing/2014/main" id="{B5BC9CF5-DF9E-4538-231E-37CA76AA83C8}"/>
                </a:ext>
              </a:extLst>
            </p:cNvPr>
            <p:cNvSpPr txBox="1">
              <a:spLocks noChangeArrowheads="1"/>
            </p:cNvSpPr>
            <p:nvPr/>
          </p:nvSpPr>
          <p:spPr bwMode="auto">
            <a:xfrm>
              <a:off x="3060700" y="4279900"/>
              <a:ext cx="546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g</a:t>
              </a:r>
              <a:endParaRPr lang="ru-RU" altLang="en-US" b="0"/>
            </a:p>
          </p:txBody>
        </p:sp>
        <p:sp>
          <p:nvSpPr>
            <p:cNvPr id="88076" name="Text Box 33">
              <a:extLst>
                <a:ext uri="{FF2B5EF4-FFF2-40B4-BE49-F238E27FC236}">
                  <a16:creationId xmlns:a16="http://schemas.microsoft.com/office/drawing/2014/main" id="{7CF1CD51-BE29-903E-2C36-30F803BE72AD}"/>
                </a:ext>
              </a:extLst>
            </p:cNvPr>
            <p:cNvSpPr txBox="1">
              <a:spLocks noChangeArrowheads="1"/>
            </p:cNvSpPr>
            <p:nvPr/>
          </p:nvSpPr>
          <p:spPr bwMode="auto">
            <a:xfrm>
              <a:off x="4648200" y="4292600"/>
              <a:ext cx="132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f  </a:t>
              </a:r>
              <a:r>
                <a:rPr lang="en-US" altLang="en-US" b="0">
                  <a:sym typeface="Symbol" panose="05050102010706020507" pitchFamily="18" charset="2"/>
                </a:rPr>
                <a:t> g</a:t>
              </a:r>
              <a:endParaRPr lang="ru-RU" altLang="en-US" b="0">
                <a:sym typeface="Symbol" panose="05050102010706020507" pitchFamily="18" charset="2"/>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4">
            <a:extLst>
              <a:ext uri="{FF2B5EF4-FFF2-40B4-BE49-F238E27FC236}">
                <a16:creationId xmlns:a16="http://schemas.microsoft.com/office/drawing/2014/main" id="{53647E18-43A6-D2A7-5C6C-ED00CFA322FB}"/>
              </a:ext>
            </a:extLst>
          </p:cNvPr>
          <p:cNvSpPr>
            <a:spLocks noGrp="1" noChangeArrowheads="1"/>
          </p:cNvSpPr>
          <p:nvPr>
            <p:ph type="title"/>
          </p:nvPr>
        </p:nvSpPr>
        <p:spPr>
          <a:xfrm>
            <a:off x="-1" y="183402"/>
            <a:ext cx="11612880" cy="704088"/>
          </a:xfrm>
        </p:spPr>
        <p:txBody>
          <a:bodyPr/>
          <a:lstStyle/>
          <a:p>
            <a:r>
              <a:rPr lang="en-GB" altLang="en-US"/>
              <a:t>Application of the Operator </a:t>
            </a:r>
            <a:r>
              <a:rPr lang="en-US" altLang="en-US">
                <a:sym typeface="Symbol" panose="05050102010706020507" pitchFamily="18" charset="2"/>
              </a:rPr>
              <a:t>  </a:t>
            </a:r>
            <a:r>
              <a:rPr lang="ru-RU" altLang="en-US"/>
              <a:t>(</a:t>
            </a:r>
            <a:r>
              <a:rPr lang="en-US" altLang="en-US"/>
              <a:t>Apply Operator</a:t>
            </a:r>
            <a:r>
              <a:rPr lang="ru-RU" altLang="en-US"/>
              <a:t>)</a:t>
            </a:r>
          </a:p>
        </p:txBody>
      </p:sp>
      <p:sp>
        <p:nvSpPr>
          <p:cNvPr id="89091" name="Oval 5">
            <a:extLst>
              <a:ext uri="{FF2B5EF4-FFF2-40B4-BE49-F238E27FC236}">
                <a16:creationId xmlns:a16="http://schemas.microsoft.com/office/drawing/2014/main" id="{12D3925A-6F69-E587-8FD0-73A842ECAF52}"/>
              </a:ext>
            </a:extLst>
          </p:cNvPr>
          <p:cNvSpPr>
            <a:spLocks noChangeArrowheads="1"/>
          </p:cNvSpPr>
          <p:nvPr/>
        </p:nvSpPr>
        <p:spPr bwMode="auto">
          <a:xfrm>
            <a:off x="2908300" y="1739900"/>
            <a:ext cx="431800" cy="406400"/>
          </a:xfrm>
          <a:prstGeom prst="ellipse">
            <a:avLst/>
          </a:prstGeom>
          <a:solidFill>
            <a:schemeClr val="accent1">
              <a:lumMod val="20000"/>
              <a:lumOff val="80000"/>
            </a:schemeClr>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dirty="0"/>
              <a:t>v1</a:t>
            </a:r>
            <a:endParaRPr lang="ru-RU" altLang="en-US" sz="2000" b="0" dirty="0"/>
          </a:p>
        </p:txBody>
      </p:sp>
      <p:sp>
        <p:nvSpPr>
          <p:cNvPr id="89092" name="Oval 6">
            <a:extLst>
              <a:ext uri="{FF2B5EF4-FFF2-40B4-BE49-F238E27FC236}">
                <a16:creationId xmlns:a16="http://schemas.microsoft.com/office/drawing/2014/main" id="{AF8DD233-7721-0CA4-6EE7-388D4561D91E}"/>
              </a:ext>
            </a:extLst>
          </p:cNvPr>
          <p:cNvSpPr>
            <a:spLocks noChangeArrowheads="1"/>
          </p:cNvSpPr>
          <p:nvPr/>
        </p:nvSpPr>
        <p:spPr bwMode="auto">
          <a:xfrm>
            <a:off x="4673600" y="1739900"/>
            <a:ext cx="431800" cy="406400"/>
          </a:xfrm>
          <a:prstGeom prst="ellipse">
            <a:avLst/>
          </a:prstGeom>
          <a:solidFill>
            <a:schemeClr val="accent1">
              <a:lumMod val="20000"/>
              <a:lumOff val="80000"/>
            </a:schemeClr>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v2</a:t>
            </a:r>
            <a:endParaRPr lang="ru-RU" altLang="en-US" sz="2000" b="0"/>
          </a:p>
        </p:txBody>
      </p:sp>
      <p:sp>
        <p:nvSpPr>
          <p:cNvPr id="89093" name="Text Box 7">
            <a:extLst>
              <a:ext uri="{FF2B5EF4-FFF2-40B4-BE49-F238E27FC236}">
                <a16:creationId xmlns:a16="http://schemas.microsoft.com/office/drawing/2014/main" id="{63F85603-8711-F3D3-FA27-59C6BD0A4818}"/>
              </a:ext>
            </a:extLst>
          </p:cNvPr>
          <p:cNvSpPr txBox="1">
            <a:spLocks noChangeArrowheads="1"/>
          </p:cNvSpPr>
          <p:nvPr/>
        </p:nvSpPr>
        <p:spPr bwMode="auto">
          <a:xfrm>
            <a:off x="3848100" y="16764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a:t>
            </a:r>
            <a:endParaRPr lang="ru-RU" altLang="en-US" b="0">
              <a:sym typeface="Symbol" panose="05050102010706020507" pitchFamily="18" charset="2"/>
            </a:endParaRPr>
          </a:p>
        </p:txBody>
      </p:sp>
      <p:sp>
        <p:nvSpPr>
          <p:cNvPr id="89094" name="Line 8">
            <a:extLst>
              <a:ext uri="{FF2B5EF4-FFF2-40B4-BE49-F238E27FC236}">
                <a16:creationId xmlns:a16="http://schemas.microsoft.com/office/drawing/2014/main" id="{7E3AA51F-DDC1-BF08-3419-CE1D215E6D94}"/>
              </a:ext>
            </a:extLst>
          </p:cNvPr>
          <p:cNvSpPr>
            <a:spLocks noChangeShapeType="1"/>
          </p:cNvSpPr>
          <p:nvPr/>
        </p:nvSpPr>
        <p:spPr bwMode="auto">
          <a:xfrm flipH="1">
            <a:off x="2616200" y="2108200"/>
            <a:ext cx="342900" cy="5461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095" name="Line 9">
            <a:extLst>
              <a:ext uri="{FF2B5EF4-FFF2-40B4-BE49-F238E27FC236}">
                <a16:creationId xmlns:a16="http://schemas.microsoft.com/office/drawing/2014/main" id="{C4E23AD3-2843-CBE1-7D70-55732E0C0637}"/>
              </a:ext>
            </a:extLst>
          </p:cNvPr>
          <p:cNvSpPr>
            <a:spLocks noChangeShapeType="1"/>
          </p:cNvSpPr>
          <p:nvPr/>
        </p:nvSpPr>
        <p:spPr bwMode="auto">
          <a:xfrm>
            <a:off x="3263901" y="2095500"/>
            <a:ext cx="341313" cy="54768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096" name="Line 10">
            <a:extLst>
              <a:ext uri="{FF2B5EF4-FFF2-40B4-BE49-F238E27FC236}">
                <a16:creationId xmlns:a16="http://schemas.microsoft.com/office/drawing/2014/main" id="{E29694AC-8464-3180-9DE4-0FFC4D537E5B}"/>
              </a:ext>
            </a:extLst>
          </p:cNvPr>
          <p:cNvSpPr>
            <a:spLocks noChangeShapeType="1"/>
          </p:cNvSpPr>
          <p:nvPr/>
        </p:nvSpPr>
        <p:spPr bwMode="auto">
          <a:xfrm flipH="1">
            <a:off x="4406900" y="2108200"/>
            <a:ext cx="342900" cy="5461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097" name="Line 11">
            <a:extLst>
              <a:ext uri="{FF2B5EF4-FFF2-40B4-BE49-F238E27FC236}">
                <a16:creationId xmlns:a16="http://schemas.microsoft.com/office/drawing/2014/main" id="{A22A7A3D-81A4-E464-5F68-C943D308E845}"/>
              </a:ext>
            </a:extLst>
          </p:cNvPr>
          <p:cNvSpPr>
            <a:spLocks noChangeShapeType="1"/>
          </p:cNvSpPr>
          <p:nvPr/>
        </p:nvSpPr>
        <p:spPr bwMode="auto">
          <a:xfrm>
            <a:off x="5003801" y="2120900"/>
            <a:ext cx="341313" cy="54768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38" name="AutoShape 12">
            <a:extLst>
              <a:ext uri="{FF2B5EF4-FFF2-40B4-BE49-F238E27FC236}">
                <a16:creationId xmlns:a16="http://schemas.microsoft.com/office/drawing/2014/main" id="{E8AB5C51-D2E8-40B5-9F02-0555B5A6C3D0}"/>
              </a:ext>
            </a:extLst>
          </p:cNvPr>
          <p:cNvSpPr>
            <a:spLocks noChangeArrowheads="1"/>
          </p:cNvSpPr>
          <p:nvPr/>
        </p:nvSpPr>
        <p:spPr bwMode="auto">
          <a:xfrm>
            <a:off x="2324100" y="2641600"/>
            <a:ext cx="579438" cy="590550"/>
          </a:xfrm>
          <a:prstGeom prst="triangle">
            <a:avLst>
              <a:gd name="adj" fmla="val 50000"/>
            </a:avLst>
          </a:prstGeom>
          <a:solidFill>
            <a:schemeClr val="accent1">
              <a:lumMod val="40000"/>
              <a:lumOff val="6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p0</a:t>
            </a:r>
            <a:endParaRPr lang="ru-RU" sz="2000">
              <a:latin typeface="Arial" charset="0"/>
              <a:cs typeface="Arial" charset="0"/>
            </a:endParaRPr>
          </a:p>
        </p:txBody>
      </p:sp>
      <p:sp>
        <p:nvSpPr>
          <p:cNvPr id="48139" name="AutoShape 13">
            <a:extLst>
              <a:ext uri="{FF2B5EF4-FFF2-40B4-BE49-F238E27FC236}">
                <a16:creationId xmlns:a16="http://schemas.microsoft.com/office/drawing/2014/main" id="{12775F4C-78DD-4922-B90E-16B5843CF0D5}"/>
              </a:ext>
            </a:extLst>
          </p:cNvPr>
          <p:cNvSpPr>
            <a:spLocks noChangeArrowheads="1"/>
          </p:cNvSpPr>
          <p:nvPr/>
        </p:nvSpPr>
        <p:spPr bwMode="auto">
          <a:xfrm>
            <a:off x="3314700" y="2641600"/>
            <a:ext cx="579438" cy="590550"/>
          </a:xfrm>
          <a:prstGeom prst="triangle">
            <a:avLst>
              <a:gd name="adj" fmla="val 50000"/>
            </a:avLst>
          </a:prstGeom>
          <a:solidFill>
            <a:schemeClr val="accent1">
              <a:lumMod val="40000"/>
              <a:lumOff val="6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p1</a:t>
            </a:r>
            <a:endParaRPr lang="ru-RU" sz="2000">
              <a:latin typeface="Arial" charset="0"/>
              <a:cs typeface="Arial" charset="0"/>
            </a:endParaRPr>
          </a:p>
        </p:txBody>
      </p:sp>
      <p:sp>
        <p:nvSpPr>
          <p:cNvPr id="48140" name="AutoShape 14">
            <a:extLst>
              <a:ext uri="{FF2B5EF4-FFF2-40B4-BE49-F238E27FC236}">
                <a16:creationId xmlns:a16="http://schemas.microsoft.com/office/drawing/2014/main" id="{1ED1BB0F-D398-459A-B920-E09940416D7E}"/>
              </a:ext>
            </a:extLst>
          </p:cNvPr>
          <p:cNvSpPr>
            <a:spLocks noChangeArrowheads="1"/>
          </p:cNvSpPr>
          <p:nvPr/>
        </p:nvSpPr>
        <p:spPr bwMode="auto">
          <a:xfrm>
            <a:off x="4140200" y="2641600"/>
            <a:ext cx="579438" cy="590550"/>
          </a:xfrm>
          <a:prstGeom prst="triangle">
            <a:avLst>
              <a:gd name="adj" fmla="val 50000"/>
            </a:avLst>
          </a:prstGeom>
          <a:solidFill>
            <a:schemeClr val="accent1">
              <a:lumMod val="40000"/>
              <a:lumOff val="6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q0</a:t>
            </a:r>
            <a:endParaRPr lang="ru-RU" sz="2000">
              <a:latin typeface="Arial" charset="0"/>
              <a:cs typeface="Arial" charset="0"/>
            </a:endParaRPr>
          </a:p>
        </p:txBody>
      </p:sp>
      <p:sp>
        <p:nvSpPr>
          <p:cNvPr id="48141" name="AutoShape 15">
            <a:extLst>
              <a:ext uri="{FF2B5EF4-FFF2-40B4-BE49-F238E27FC236}">
                <a16:creationId xmlns:a16="http://schemas.microsoft.com/office/drawing/2014/main" id="{B5340B6A-FFFF-447E-B6FF-7A386932188A}"/>
              </a:ext>
            </a:extLst>
          </p:cNvPr>
          <p:cNvSpPr>
            <a:spLocks noChangeArrowheads="1"/>
          </p:cNvSpPr>
          <p:nvPr/>
        </p:nvSpPr>
        <p:spPr bwMode="auto">
          <a:xfrm>
            <a:off x="5041900" y="2667000"/>
            <a:ext cx="579438" cy="590550"/>
          </a:xfrm>
          <a:prstGeom prst="triangle">
            <a:avLst>
              <a:gd name="adj" fmla="val 50000"/>
            </a:avLst>
          </a:prstGeom>
          <a:solidFill>
            <a:schemeClr val="accent1">
              <a:lumMod val="40000"/>
              <a:lumOff val="6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q1</a:t>
            </a:r>
            <a:endParaRPr lang="ru-RU" sz="2000">
              <a:latin typeface="Arial" charset="0"/>
              <a:cs typeface="Arial" charset="0"/>
            </a:endParaRPr>
          </a:p>
        </p:txBody>
      </p:sp>
      <p:sp>
        <p:nvSpPr>
          <p:cNvPr id="89102" name="Text Box 16">
            <a:extLst>
              <a:ext uri="{FF2B5EF4-FFF2-40B4-BE49-F238E27FC236}">
                <a16:creationId xmlns:a16="http://schemas.microsoft.com/office/drawing/2014/main" id="{B2E87F2F-3865-9809-9FBE-5BFFC5E7D612}"/>
              </a:ext>
            </a:extLst>
          </p:cNvPr>
          <p:cNvSpPr txBox="1">
            <a:spLocks noChangeArrowheads="1"/>
          </p:cNvSpPr>
          <p:nvPr/>
        </p:nvSpPr>
        <p:spPr bwMode="auto">
          <a:xfrm>
            <a:off x="5956300" y="20447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a:t>
            </a:r>
            <a:endParaRPr lang="ru-RU" altLang="en-US" b="0">
              <a:sym typeface="Symbol" panose="05050102010706020507" pitchFamily="18" charset="2"/>
            </a:endParaRPr>
          </a:p>
        </p:txBody>
      </p:sp>
      <p:sp>
        <p:nvSpPr>
          <p:cNvPr id="89103" name="Oval 17">
            <a:extLst>
              <a:ext uri="{FF2B5EF4-FFF2-40B4-BE49-F238E27FC236}">
                <a16:creationId xmlns:a16="http://schemas.microsoft.com/office/drawing/2014/main" id="{38C890FD-EF7F-A3D8-F433-92231F467534}"/>
              </a:ext>
            </a:extLst>
          </p:cNvPr>
          <p:cNvSpPr>
            <a:spLocks noChangeArrowheads="1"/>
          </p:cNvSpPr>
          <p:nvPr/>
        </p:nvSpPr>
        <p:spPr bwMode="auto">
          <a:xfrm>
            <a:off x="7620000" y="1765300"/>
            <a:ext cx="431800" cy="406400"/>
          </a:xfrm>
          <a:prstGeom prst="ellipse">
            <a:avLst/>
          </a:prstGeom>
          <a:solidFill>
            <a:schemeClr val="accent1">
              <a:lumMod val="20000"/>
              <a:lumOff val="80000"/>
            </a:schemeClr>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v1</a:t>
            </a:r>
            <a:endParaRPr lang="ru-RU" altLang="en-US" sz="2000" b="0"/>
          </a:p>
        </p:txBody>
      </p:sp>
      <p:sp>
        <p:nvSpPr>
          <p:cNvPr id="89104" name="Line 18">
            <a:extLst>
              <a:ext uri="{FF2B5EF4-FFF2-40B4-BE49-F238E27FC236}">
                <a16:creationId xmlns:a16="http://schemas.microsoft.com/office/drawing/2014/main" id="{89D0B86A-AAA0-4D12-8A00-4356D8179BC6}"/>
              </a:ext>
            </a:extLst>
          </p:cNvPr>
          <p:cNvSpPr>
            <a:spLocks noChangeShapeType="1"/>
          </p:cNvSpPr>
          <p:nvPr/>
        </p:nvSpPr>
        <p:spPr bwMode="auto">
          <a:xfrm flipH="1">
            <a:off x="6781800" y="2133600"/>
            <a:ext cx="889000" cy="5334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105" name="Line 19">
            <a:extLst>
              <a:ext uri="{FF2B5EF4-FFF2-40B4-BE49-F238E27FC236}">
                <a16:creationId xmlns:a16="http://schemas.microsoft.com/office/drawing/2014/main" id="{B39D897A-F335-F8DD-BF2C-B3A67913778D}"/>
              </a:ext>
            </a:extLst>
          </p:cNvPr>
          <p:cNvSpPr>
            <a:spLocks noChangeShapeType="1"/>
          </p:cNvSpPr>
          <p:nvPr/>
        </p:nvSpPr>
        <p:spPr bwMode="auto">
          <a:xfrm>
            <a:off x="8010525" y="2120900"/>
            <a:ext cx="939800" cy="5461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6" name="AutoShape 20">
            <a:extLst>
              <a:ext uri="{FF2B5EF4-FFF2-40B4-BE49-F238E27FC236}">
                <a16:creationId xmlns:a16="http://schemas.microsoft.com/office/drawing/2014/main" id="{04B45618-C182-484C-B55A-DEA90F0FE3F7}"/>
              </a:ext>
            </a:extLst>
          </p:cNvPr>
          <p:cNvSpPr>
            <a:spLocks noChangeArrowheads="1"/>
          </p:cNvSpPr>
          <p:nvPr/>
        </p:nvSpPr>
        <p:spPr bwMode="auto">
          <a:xfrm>
            <a:off x="5918200" y="3187700"/>
            <a:ext cx="579438" cy="590550"/>
          </a:xfrm>
          <a:prstGeom prst="triangle">
            <a:avLst>
              <a:gd name="adj" fmla="val 50000"/>
            </a:avLst>
          </a:prstGeom>
          <a:solidFill>
            <a:schemeClr val="accent1">
              <a:lumMod val="40000"/>
              <a:lumOff val="6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p0</a:t>
            </a:r>
            <a:endParaRPr lang="ru-RU" sz="2000">
              <a:latin typeface="Arial" charset="0"/>
              <a:cs typeface="Arial" charset="0"/>
            </a:endParaRPr>
          </a:p>
        </p:txBody>
      </p:sp>
      <p:sp>
        <p:nvSpPr>
          <p:cNvPr id="48147" name="AutoShape 21">
            <a:extLst>
              <a:ext uri="{FF2B5EF4-FFF2-40B4-BE49-F238E27FC236}">
                <a16:creationId xmlns:a16="http://schemas.microsoft.com/office/drawing/2014/main" id="{9D2AD128-293D-4610-8CE7-82E1C9466287}"/>
              </a:ext>
            </a:extLst>
          </p:cNvPr>
          <p:cNvSpPr>
            <a:spLocks noChangeArrowheads="1"/>
          </p:cNvSpPr>
          <p:nvPr/>
        </p:nvSpPr>
        <p:spPr bwMode="auto">
          <a:xfrm>
            <a:off x="8102600" y="3136900"/>
            <a:ext cx="579438" cy="590550"/>
          </a:xfrm>
          <a:prstGeom prst="triangle">
            <a:avLst>
              <a:gd name="adj" fmla="val 50000"/>
            </a:avLst>
          </a:prstGeom>
          <a:solidFill>
            <a:schemeClr val="accent1">
              <a:lumMod val="40000"/>
              <a:lumOff val="6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p1</a:t>
            </a:r>
            <a:endParaRPr lang="ru-RU" sz="2000">
              <a:latin typeface="Arial" charset="0"/>
              <a:cs typeface="Arial" charset="0"/>
            </a:endParaRPr>
          </a:p>
        </p:txBody>
      </p:sp>
      <p:sp>
        <p:nvSpPr>
          <p:cNvPr id="89108" name="AutoShape 22">
            <a:extLst>
              <a:ext uri="{FF2B5EF4-FFF2-40B4-BE49-F238E27FC236}">
                <a16:creationId xmlns:a16="http://schemas.microsoft.com/office/drawing/2014/main" id="{981D16D1-4FAC-E25E-422B-F5DC0F1D4D1B}"/>
              </a:ext>
            </a:extLst>
          </p:cNvPr>
          <p:cNvSpPr>
            <a:spLocks/>
          </p:cNvSpPr>
          <p:nvPr/>
        </p:nvSpPr>
        <p:spPr bwMode="auto">
          <a:xfrm rot="16200000">
            <a:off x="6645276" y="2311401"/>
            <a:ext cx="352425" cy="1209675"/>
          </a:xfrm>
          <a:prstGeom prst="rightBrace">
            <a:avLst>
              <a:gd name="adj1" fmla="val 28604"/>
              <a:gd name="adj2" fmla="val 50000"/>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109" name="Text Box 23">
            <a:extLst>
              <a:ext uri="{FF2B5EF4-FFF2-40B4-BE49-F238E27FC236}">
                <a16:creationId xmlns:a16="http://schemas.microsoft.com/office/drawing/2014/main" id="{A7CECFE8-E915-8E3E-7E0F-A0D113466FF4}"/>
              </a:ext>
            </a:extLst>
          </p:cNvPr>
          <p:cNvSpPr txBox="1">
            <a:spLocks noChangeArrowheads="1"/>
          </p:cNvSpPr>
          <p:nvPr/>
        </p:nvSpPr>
        <p:spPr bwMode="auto">
          <a:xfrm>
            <a:off x="6591300" y="30734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a:t>
            </a:r>
            <a:endParaRPr lang="ru-RU" altLang="en-US" b="0">
              <a:sym typeface="Symbol" panose="05050102010706020507" pitchFamily="18" charset="2"/>
            </a:endParaRPr>
          </a:p>
        </p:txBody>
      </p:sp>
      <p:sp>
        <p:nvSpPr>
          <p:cNvPr id="89110" name="Oval 24">
            <a:extLst>
              <a:ext uri="{FF2B5EF4-FFF2-40B4-BE49-F238E27FC236}">
                <a16:creationId xmlns:a16="http://schemas.microsoft.com/office/drawing/2014/main" id="{25E56943-A418-5F66-A78E-977C2ECE49A1}"/>
              </a:ext>
            </a:extLst>
          </p:cNvPr>
          <p:cNvSpPr>
            <a:spLocks noChangeArrowheads="1"/>
          </p:cNvSpPr>
          <p:nvPr/>
        </p:nvSpPr>
        <p:spPr bwMode="auto">
          <a:xfrm>
            <a:off x="7099300" y="3187700"/>
            <a:ext cx="431800" cy="406400"/>
          </a:xfrm>
          <a:prstGeom prst="ellipse">
            <a:avLst/>
          </a:prstGeom>
          <a:solidFill>
            <a:schemeClr val="accent1">
              <a:lumMod val="20000"/>
              <a:lumOff val="80000"/>
            </a:schemeClr>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v2</a:t>
            </a:r>
            <a:endParaRPr lang="ru-RU" altLang="en-US" sz="2000" b="0"/>
          </a:p>
        </p:txBody>
      </p:sp>
      <p:sp>
        <p:nvSpPr>
          <p:cNvPr id="89111" name="Line 25">
            <a:extLst>
              <a:ext uri="{FF2B5EF4-FFF2-40B4-BE49-F238E27FC236}">
                <a16:creationId xmlns:a16="http://schemas.microsoft.com/office/drawing/2014/main" id="{69CCD817-0FAA-3880-B94F-41D0CAFD9D7C}"/>
              </a:ext>
            </a:extLst>
          </p:cNvPr>
          <p:cNvSpPr>
            <a:spLocks noChangeShapeType="1"/>
          </p:cNvSpPr>
          <p:nvPr/>
        </p:nvSpPr>
        <p:spPr bwMode="auto">
          <a:xfrm flipH="1">
            <a:off x="6832600" y="3556000"/>
            <a:ext cx="342900" cy="5461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112" name="Line 26">
            <a:extLst>
              <a:ext uri="{FF2B5EF4-FFF2-40B4-BE49-F238E27FC236}">
                <a16:creationId xmlns:a16="http://schemas.microsoft.com/office/drawing/2014/main" id="{C094707B-8296-452A-62AB-65A56EE9417A}"/>
              </a:ext>
            </a:extLst>
          </p:cNvPr>
          <p:cNvSpPr>
            <a:spLocks noChangeShapeType="1"/>
          </p:cNvSpPr>
          <p:nvPr/>
        </p:nvSpPr>
        <p:spPr bwMode="auto">
          <a:xfrm>
            <a:off x="7429501" y="3568700"/>
            <a:ext cx="341313" cy="54768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53" name="AutoShape 27">
            <a:extLst>
              <a:ext uri="{FF2B5EF4-FFF2-40B4-BE49-F238E27FC236}">
                <a16:creationId xmlns:a16="http://schemas.microsoft.com/office/drawing/2014/main" id="{856815BE-5F9E-4163-81B9-0F247293DC28}"/>
              </a:ext>
            </a:extLst>
          </p:cNvPr>
          <p:cNvSpPr>
            <a:spLocks noChangeArrowheads="1"/>
          </p:cNvSpPr>
          <p:nvPr/>
        </p:nvSpPr>
        <p:spPr bwMode="auto">
          <a:xfrm>
            <a:off x="6565900" y="4089400"/>
            <a:ext cx="579438" cy="590550"/>
          </a:xfrm>
          <a:prstGeom prst="triangle">
            <a:avLst>
              <a:gd name="adj" fmla="val 50000"/>
            </a:avLst>
          </a:prstGeom>
          <a:solidFill>
            <a:schemeClr val="accent1">
              <a:lumMod val="40000"/>
              <a:lumOff val="6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q0</a:t>
            </a:r>
            <a:endParaRPr lang="ru-RU" sz="2000">
              <a:latin typeface="Arial" charset="0"/>
              <a:cs typeface="Arial" charset="0"/>
            </a:endParaRPr>
          </a:p>
        </p:txBody>
      </p:sp>
      <p:sp>
        <p:nvSpPr>
          <p:cNvPr id="48154" name="AutoShape 28">
            <a:extLst>
              <a:ext uri="{FF2B5EF4-FFF2-40B4-BE49-F238E27FC236}">
                <a16:creationId xmlns:a16="http://schemas.microsoft.com/office/drawing/2014/main" id="{25085E3F-B652-417D-9D10-02A55A4770E0}"/>
              </a:ext>
            </a:extLst>
          </p:cNvPr>
          <p:cNvSpPr>
            <a:spLocks noChangeArrowheads="1"/>
          </p:cNvSpPr>
          <p:nvPr/>
        </p:nvSpPr>
        <p:spPr bwMode="auto">
          <a:xfrm>
            <a:off x="7467600" y="4114800"/>
            <a:ext cx="579438" cy="590550"/>
          </a:xfrm>
          <a:prstGeom prst="triangle">
            <a:avLst>
              <a:gd name="adj" fmla="val 50000"/>
            </a:avLst>
          </a:prstGeom>
          <a:solidFill>
            <a:schemeClr val="accent1">
              <a:lumMod val="40000"/>
              <a:lumOff val="6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q1</a:t>
            </a:r>
            <a:endParaRPr lang="ru-RU" sz="2000">
              <a:latin typeface="Arial" charset="0"/>
              <a:cs typeface="Arial" charset="0"/>
            </a:endParaRPr>
          </a:p>
        </p:txBody>
      </p:sp>
      <p:sp>
        <p:nvSpPr>
          <p:cNvPr id="89115" name="AutoShape 29">
            <a:extLst>
              <a:ext uri="{FF2B5EF4-FFF2-40B4-BE49-F238E27FC236}">
                <a16:creationId xmlns:a16="http://schemas.microsoft.com/office/drawing/2014/main" id="{838C25A4-24B2-6C8B-D2CC-A6A9258FCB4D}"/>
              </a:ext>
            </a:extLst>
          </p:cNvPr>
          <p:cNvSpPr>
            <a:spLocks/>
          </p:cNvSpPr>
          <p:nvPr/>
        </p:nvSpPr>
        <p:spPr bwMode="auto">
          <a:xfrm rot="16200000">
            <a:off x="8816976" y="2324101"/>
            <a:ext cx="352425" cy="1209675"/>
          </a:xfrm>
          <a:prstGeom prst="rightBrace">
            <a:avLst>
              <a:gd name="adj1" fmla="val 28604"/>
              <a:gd name="adj2" fmla="val 50000"/>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116" name="Text Box 30">
            <a:extLst>
              <a:ext uri="{FF2B5EF4-FFF2-40B4-BE49-F238E27FC236}">
                <a16:creationId xmlns:a16="http://schemas.microsoft.com/office/drawing/2014/main" id="{DBDA1B25-5EBF-EBD4-5E51-CF141E14F7B4}"/>
              </a:ext>
            </a:extLst>
          </p:cNvPr>
          <p:cNvSpPr txBox="1">
            <a:spLocks noChangeArrowheads="1"/>
          </p:cNvSpPr>
          <p:nvPr/>
        </p:nvSpPr>
        <p:spPr bwMode="auto">
          <a:xfrm>
            <a:off x="8877300" y="30734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a:t>
            </a:r>
            <a:endParaRPr lang="ru-RU" altLang="en-US" b="0">
              <a:sym typeface="Symbol" panose="05050102010706020507" pitchFamily="18" charset="2"/>
            </a:endParaRPr>
          </a:p>
        </p:txBody>
      </p:sp>
      <p:sp>
        <p:nvSpPr>
          <p:cNvPr id="89117" name="Oval 31">
            <a:extLst>
              <a:ext uri="{FF2B5EF4-FFF2-40B4-BE49-F238E27FC236}">
                <a16:creationId xmlns:a16="http://schemas.microsoft.com/office/drawing/2014/main" id="{2F9BED70-01C8-3A59-C83A-D75CF34ED76C}"/>
              </a:ext>
            </a:extLst>
          </p:cNvPr>
          <p:cNvSpPr>
            <a:spLocks noChangeArrowheads="1"/>
          </p:cNvSpPr>
          <p:nvPr/>
        </p:nvSpPr>
        <p:spPr bwMode="auto">
          <a:xfrm>
            <a:off x="9385300" y="3187700"/>
            <a:ext cx="431800" cy="406400"/>
          </a:xfrm>
          <a:prstGeom prst="ellipse">
            <a:avLst/>
          </a:prstGeom>
          <a:solidFill>
            <a:schemeClr val="accent1">
              <a:lumMod val="20000"/>
              <a:lumOff val="80000"/>
            </a:schemeClr>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v2</a:t>
            </a:r>
            <a:endParaRPr lang="ru-RU" altLang="en-US" sz="2000" b="0"/>
          </a:p>
        </p:txBody>
      </p:sp>
      <p:sp>
        <p:nvSpPr>
          <p:cNvPr id="89118" name="Line 32">
            <a:extLst>
              <a:ext uri="{FF2B5EF4-FFF2-40B4-BE49-F238E27FC236}">
                <a16:creationId xmlns:a16="http://schemas.microsoft.com/office/drawing/2014/main" id="{D282E534-FC9B-B6A8-8214-1304CC9DFF7B}"/>
              </a:ext>
            </a:extLst>
          </p:cNvPr>
          <p:cNvSpPr>
            <a:spLocks noChangeShapeType="1"/>
          </p:cNvSpPr>
          <p:nvPr/>
        </p:nvSpPr>
        <p:spPr bwMode="auto">
          <a:xfrm flipH="1">
            <a:off x="9118600" y="3556000"/>
            <a:ext cx="342900" cy="5461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119" name="Line 33">
            <a:extLst>
              <a:ext uri="{FF2B5EF4-FFF2-40B4-BE49-F238E27FC236}">
                <a16:creationId xmlns:a16="http://schemas.microsoft.com/office/drawing/2014/main" id="{298005E9-D353-559E-9D88-F18D51B4464F}"/>
              </a:ext>
            </a:extLst>
          </p:cNvPr>
          <p:cNvSpPr>
            <a:spLocks noChangeShapeType="1"/>
          </p:cNvSpPr>
          <p:nvPr/>
        </p:nvSpPr>
        <p:spPr bwMode="auto">
          <a:xfrm>
            <a:off x="9715501" y="3568700"/>
            <a:ext cx="341313" cy="54768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60" name="AutoShape 34">
            <a:extLst>
              <a:ext uri="{FF2B5EF4-FFF2-40B4-BE49-F238E27FC236}">
                <a16:creationId xmlns:a16="http://schemas.microsoft.com/office/drawing/2014/main" id="{8CD63A35-8D13-40EC-9015-ABE9D15194BD}"/>
              </a:ext>
            </a:extLst>
          </p:cNvPr>
          <p:cNvSpPr>
            <a:spLocks noChangeArrowheads="1"/>
          </p:cNvSpPr>
          <p:nvPr/>
        </p:nvSpPr>
        <p:spPr bwMode="auto">
          <a:xfrm>
            <a:off x="8851900" y="4089400"/>
            <a:ext cx="579438" cy="590550"/>
          </a:xfrm>
          <a:prstGeom prst="triangle">
            <a:avLst>
              <a:gd name="adj" fmla="val 50000"/>
            </a:avLst>
          </a:prstGeom>
          <a:solidFill>
            <a:schemeClr val="accent1">
              <a:lumMod val="40000"/>
              <a:lumOff val="6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q0</a:t>
            </a:r>
            <a:endParaRPr lang="ru-RU" sz="2000">
              <a:latin typeface="Arial" charset="0"/>
              <a:cs typeface="Arial" charset="0"/>
            </a:endParaRPr>
          </a:p>
        </p:txBody>
      </p:sp>
      <p:sp>
        <p:nvSpPr>
          <p:cNvPr id="48161" name="AutoShape 35">
            <a:extLst>
              <a:ext uri="{FF2B5EF4-FFF2-40B4-BE49-F238E27FC236}">
                <a16:creationId xmlns:a16="http://schemas.microsoft.com/office/drawing/2014/main" id="{38FFA436-1826-4283-9BCF-6E37973C2889}"/>
              </a:ext>
            </a:extLst>
          </p:cNvPr>
          <p:cNvSpPr>
            <a:spLocks noChangeArrowheads="1"/>
          </p:cNvSpPr>
          <p:nvPr/>
        </p:nvSpPr>
        <p:spPr bwMode="auto">
          <a:xfrm>
            <a:off x="9753600" y="4114800"/>
            <a:ext cx="579438" cy="590550"/>
          </a:xfrm>
          <a:prstGeom prst="triangle">
            <a:avLst>
              <a:gd name="adj" fmla="val 50000"/>
            </a:avLst>
          </a:prstGeom>
          <a:solidFill>
            <a:schemeClr val="accent1">
              <a:lumMod val="40000"/>
              <a:lumOff val="6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q1</a:t>
            </a:r>
            <a:endParaRPr lang="ru-RU" sz="2000">
              <a:latin typeface="Arial" charset="0"/>
              <a:cs typeface="Arial" charset="0"/>
            </a:endParaRPr>
          </a:p>
        </p:txBody>
      </p:sp>
      <p:sp>
        <p:nvSpPr>
          <p:cNvPr id="89122" name="Text Box 7">
            <a:extLst>
              <a:ext uri="{FF2B5EF4-FFF2-40B4-BE49-F238E27FC236}">
                <a16:creationId xmlns:a16="http://schemas.microsoft.com/office/drawing/2014/main" id="{AD0CA640-56CD-CAFF-7F16-F94B9A10EB63}"/>
              </a:ext>
            </a:extLst>
          </p:cNvPr>
          <p:cNvSpPr txBox="1">
            <a:spLocks noChangeArrowheads="1"/>
          </p:cNvSpPr>
          <p:nvPr/>
        </p:nvSpPr>
        <p:spPr bwMode="auto">
          <a:xfrm>
            <a:off x="1778000" y="3911601"/>
            <a:ext cx="3911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Index  v1&lt; index v2</a:t>
            </a:r>
            <a:endParaRPr lang="ru-RU" altLang="en-US" b="0">
              <a:sym typeface="Symbol" panose="05050102010706020507" pitchFamily="18" charset="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4">
            <a:extLst>
              <a:ext uri="{FF2B5EF4-FFF2-40B4-BE49-F238E27FC236}">
                <a16:creationId xmlns:a16="http://schemas.microsoft.com/office/drawing/2014/main" id="{70EEE11D-219B-F32B-0127-75F9E8767427}"/>
              </a:ext>
            </a:extLst>
          </p:cNvPr>
          <p:cNvSpPr>
            <a:spLocks noGrp="1" noChangeArrowheads="1"/>
          </p:cNvSpPr>
          <p:nvPr>
            <p:ph type="title"/>
          </p:nvPr>
        </p:nvSpPr>
        <p:spPr>
          <a:xfrm>
            <a:off x="-1" y="183402"/>
            <a:ext cx="11612880" cy="704088"/>
          </a:xfrm>
        </p:spPr>
        <p:txBody>
          <a:bodyPr/>
          <a:lstStyle/>
          <a:p>
            <a:r>
              <a:rPr lang="en-US" altLang="en-US"/>
              <a:t>Apply Operator</a:t>
            </a:r>
            <a:endParaRPr lang="ru-RU" altLang="en-US"/>
          </a:p>
        </p:txBody>
      </p:sp>
      <p:grpSp>
        <p:nvGrpSpPr>
          <p:cNvPr id="90115" name="Group 34">
            <a:extLst>
              <a:ext uri="{FF2B5EF4-FFF2-40B4-BE49-F238E27FC236}">
                <a16:creationId xmlns:a16="http://schemas.microsoft.com/office/drawing/2014/main" id="{AC376CA7-9287-BE6E-70AB-AF28F74B1488}"/>
              </a:ext>
            </a:extLst>
          </p:cNvPr>
          <p:cNvGrpSpPr>
            <a:grpSpLocks/>
          </p:cNvGrpSpPr>
          <p:nvPr/>
        </p:nvGrpSpPr>
        <p:grpSpPr bwMode="auto">
          <a:xfrm>
            <a:off x="1884364" y="1676400"/>
            <a:ext cx="8555037" cy="3028950"/>
            <a:chOff x="254000" y="1676400"/>
            <a:chExt cx="8555038" cy="3028950"/>
          </a:xfrm>
        </p:grpSpPr>
        <p:sp>
          <p:nvSpPr>
            <p:cNvPr id="90116" name="Oval 5">
              <a:extLst>
                <a:ext uri="{FF2B5EF4-FFF2-40B4-BE49-F238E27FC236}">
                  <a16:creationId xmlns:a16="http://schemas.microsoft.com/office/drawing/2014/main" id="{C02B1B95-BAC2-82A9-29C8-649886A35A51}"/>
                </a:ext>
              </a:extLst>
            </p:cNvPr>
            <p:cNvSpPr>
              <a:spLocks noChangeArrowheads="1"/>
            </p:cNvSpPr>
            <p:nvPr/>
          </p:nvSpPr>
          <p:spPr bwMode="auto">
            <a:xfrm>
              <a:off x="1384300" y="1739900"/>
              <a:ext cx="431800" cy="406400"/>
            </a:xfrm>
            <a:prstGeom prst="ellipse">
              <a:avLst/>
            </a:prstGeom>
            <a:solidFill>
              <a:schemeClr val="accent1">
                <a:lumMod val="20000"/>
                <a:lumOff val="80000"/>
              </a:schemeClr>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dirty="0"/>
                <a:t>v1</a:t>
              </a:r>
              <a:endParaRPr lang="ru-RU" altLang="en-US" sz="2000" b="0" dirty="0"/>
            </a:p>
          </p:txBody>
        </p:sp>
        <p:sp>
          <p:nvSpPr>
            <p:cNvPr id="90117" name="Oval 6">
              <a:extLst>
                <a:ext uri="{FF2B5EF4-FFF2-40B4-BE49-F238E27FC236}">
                  <a16:creationId xmlns:a16="http://schemas.microsoft.com/office/drawing/2014/main" id="{2539756D-3B36-2C47-2749-31FC9A6EDD7B}"/>
                </a:ext>
              </a:extLst>
            </p:cNvPr>
            <p:cNvSpPr>
              <a:spLocks noChangeArrowheads="1"/>
            </p:cNvSpPr>
            <p:nvPr/>
          </p:nvSpPr>
          <p:spPr bwMode="auto">
            <a:xfrm>
              <a:off x="3149600" y="1739900"/>
              <a:ext cx="431800" cy="406400"/>
            </a:xfrm>
            <a:prstGeom prst="ellipse">
              <a:avLst/>
            </a:prstGeom>
            <a:solidFill>
              <a:schemeClr val="accent1">
                <a:lumMod val="20000"/>
                <a:lumOff val="80000"/>
              </a:schemeClr>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v2</a:t>
              </a:r>
              <a:endParaRPr lang="ru-RU" altLang="en-US" sz="2000" b="0"/>
            </a:p>
          </p:txBody>
        </p:sp>
        <p:sp>
          <p:nvSpPr>
            <p:cNvPr id="90118" name="Text Box 7">
              <a:extLst>
                <a:ext uri="{FF2B5EF4-FFF2-40B4-BE49-F238E27FC236}">
                  <a16:creationId xmlns:a16="http://schemas.microsoft.com/office/drawing/2014/main" id="{49C52A21-B059-779C-CCB1-C14060CD28E1}"/>
                </a:ext>
              </a:extLst>
            </p:cNvPr>
            <p:cNvSpPr txBox="1">
              <a:spLocks noChangeArrowheads="1"/>
            </p:cNvSpPr>
            <p:nvPr/>
          </p:nvSpPr>
          <p:spPr bwMode="auto">
            <a:xfrm>
              <a:off x="2324100" y="16764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a:t>
              </a:r>
              <a:endParaRPr lang="ru-RU" altLang="en-US" b="0">
                <a:sym typeface="Symbol" panose="05050102010706020507" pitchFamily="18" charset="2"/>
              </a:endParaRPr>
            </a:p>
          </p:txBody>
        </p:sp>
        <p:sp>
          <p:nvSpPr>
            <p:cNvPr id="90119" name="Line 8">
              <a:extLst>
                <a:ext uri="{FF2B5EF4-FFF2-40B4-BE49-F238E27FC236}">
                  <a16:creationId xmlns:a16="http://schemas.microsoft.com/office/drawing/2014/main" id="{D056CAFE-78CB-733B-39BB-513D422D3902}"/>
                </a:ext>
              </a:extLst>
            </p:cNvPr>
            <p:cNvSpPr>
              <a:spLocks noChangeShapeType="1"/>
            </p:cNvSpPr>
            <p:nvPr/>
          </p:nvSpPr>
          <p:spPr bwMode="auto">
            <a:xfrm flipH="1">
              <a:off x="1092200" y="2108200"/>
              <a:ext cx="342900" cy="5461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0120" name="Line 9">
              <a:extLst>
                <a:ext uri="{FF2B5EF4-FFF2-40B4-BE49-F238E27FC236}">
                  <a16:creationId xmlns:a16="http://schemas.microsoft.com/office/drawing/2014/main" id="{F9B9D8E4-26DD-8AD6-C473-4EBA2159003B}"/>
                </a:ext>
              </a:extLst>
            </p:cNvPr>
            <p:cNvSpPr>
              <a:spLocks noChangeShapeType="1"/>
            </p:cNvSpPr>
            <p:nvPr/>
          </p:nvSpPr>
          <p:spPr bwMode="auto">
            <a:xfrm>
              <a:off x="1739900" y="2095500"/>
              <a:ext cx="341313" cy="54768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21" name="Line 10">
              <a:extLst>
                <a:ext uri="{FF2B5EF4-FFF2-40B4-BE49-F238E27FC236}">
                  <a16:creationId xmlns:a16="http://schemas.microsoft.com/office/drawing/2014/main" id="{0745C339-724F-BF6D-E904-7E983CA40B07}"/>
                </a:ext>
              </a:extLst>
            </p:cNvPr>
            <p:cNvSpPr>
              <a:spLocks noChangeShapeType="1"/>
            </p:cNvSpPr>
            <p:nvPr/>
          </p:nvSpPr>
          <p:spPr bwMode="auto">
            <a:xfrm flipH="1">
              <a:off x="2882900" y="2108200"/>
              <a:ext cx="342900" cy="5461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0122" name="Line 11">
              <a:extLst>
                <a:ext uri="{FF2B5EF4-FFF2-40B4-BE49-F238E27FC236}">
                  <a16:creationId xmlns:a16="http://schemas.microsoft.com/office/drawing/2014/main" id="{54577565-96E6-CBE8-177D-520B85823BE9}"/>
                </a:ext>
              </a:extLst>
            </p:cNvPr>
            <p:cNvSpPr>
              <a:spLocks noChangeShapeType="1"/>
            </p:cNvSpPr>
            <p:nvPr/>
          </p:nvSpPr>
          <p:spPr bwMode="auto">
            <a:xfrm>
              <a:off x="3479800" y="2120900"/>
              <a:ext cx="341313" cy="54768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63" name="AutoShape 12">
              <a:extLst>
                <a:ext uri="{FF2B5EF4-FFF2-40B4-BE49-F238E27FC236}">
                  <a16:creationId xmlns:a16="http://schemas.microsoft.com/office/drawing/2014/main" id="{42C87B61-DDE5-4A99-9C09-B1857A1DEC53}"/>
                </a:ext>
              </a:extLst>
            </p:cNvPr>
            <p:cNvSpPr>
              <a:spLocks noChangeArrowheads="1"/>
            </p:cNvSpPr>
            <p:nvPr/>
          </p:nvSpPr>
          <p:spPr bwMode="auto">
            <a:xfrm>
              <a:off x="800100" y="2641600"/>
              <a:ext cx="579437" cy="590550"/>
            </a:xfrm>
            <a:prstGeom prst="triangle">
              <a:avLst>
                <a:gd name="adj" fmla="val 50000"/>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p0</a:t>
              </a:r>
              <a:endParaRPr lang="ru-RU" sz="2000">
                <a:latin typeface="Arial" charset="0"/>
                <a:cs typeface="Arial" charset="0"/>
              </a:endParaRPr>
            </a:p>
          </p:txBody>
        </p:sp>
        <p:sp>
          <p:nvSpPr>
            <p:cNvPr id="49164" name="AutoShape 13">
              <a:extLst>
                <a:ext uri="{FF2B5EF4-FFF2-40B4-BE49-F238E27FC236}">
                  <a16:creationId xmlns:a16="http://schemas.microsoft.com/office/drawing/2014/main" id="{57AEF1BC-569F-446C-9E83-DB30E55AB9CF}"/>
                </a:ext>
              </a:extLst>
            </p:cNvPr>
            <p:cNvSpPr>
              <a:spLocks noChangeArrowheads="1"/>
            </p:cNvSpPr>
            <p:nvPr/>
          </p:nvSpPr>
          <p:spPr bwMode="auto">
            <a:xfrm>
              <a:off x="1790700" y="2641600"/>
              <a:ext cx="579437" cy="590550"/>
            </a:xfrm>
            <a:prstGeom prst="triangle">
              <a:avLst>
                <a:gd name="adj" fmla="val 50000"/>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p1</a:t>
              </a:r>
              <a:endParaRPr lang="ru-RU" sz="2000">
                <a:latin typeface="Arial" charset="0"/>
                <a:cs typeface="Arial" charset="0"/>
              </a:endParaRPr>
            </a:p>
          </p:txBody>
        </p:sp>
        <p:sp>
          <p:nvSpPr>
            <p:cNvPr id="49165" name="AutoShape 14">
              <a:extLst>
                <a:ext uri="{FF2B5EF4-FFF2-40B4-BE49-F238E27FC236}">
                  <a16:creationId xmlns:a16="http://schemas.microsoft.com/office/drawing/2014/main" id="{C349564C-6928-4471-813E-4362F2C4F3F1}"/>
                </a:ext>
              </a:extLst>
            </p:cNvPr>
            <p:cNvSpPr>
              <a:spLocks noChangeArrowheads="1"/>
            </p:cNvSpPr>
            <p:nvPr/>
          </p:nvSpPr>
          <p:spPr bwMode="auto">
            <a:xfrm>
              <a:off x="2616200" y="2641600"/>
              <a:ext cx="579437" cy="590550"/>
            </a:xfrm>
            <a:prstGeom prst="triangle">
              <a:avLst>
                <a:gd name="adj" fmla="val 50000"/>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q0</a:t>
              </a:r>
              <a:endParaRPr lang="ru-RU" sz="2000">
                <a:latin typeface="Arial" charset="0"/>
                <a:cs typeface="Arial" charset="0"/>
              </a:endParaRPr>
            </a:p>
          </p:txBody>
        </p:sp>
        <p:sp>
          <p:nvSpPr>
            <p:cNvPr id="49166" name="AutoShape 15">
              <a:extLst>
                <a:ext uri="{FF2B5EF4-FFF2-40B4-BE49-F238E27FC236}">
                  <a16:creationId xmlns:a16="http://schemas.microsoft.com/office/drawing/2014/main" id="{D1C38B8D-FEB9-49E4-A3E5-5C688CE7C527}"/>
                </a:ext>
              </a:extLst>
            </p:cNvPr>
            <p:cNvSpPr>
              <a:spLocks noChangeArrowheads="1"/>
            </p:cNvSpPr>
            <p:nvPr/>
          </p:nvSpPr>
          <p:spPr bwMode="auto">
            <a:xfrm>
              <a:off x="3517900" y="2667000"/>
              <a:ext cx="579437" cy="590550"/>
            </a:xfrm>
            <a:prstGeom prst="triangle">
              <a:avLst>
                <a:gd name="adj" fmla="val 50000"/>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q1</a:t>
              </a:r>
              <a:endParaRPr lang="ru-RU" sz="2000">
                <a:latin typeface="Arial" charset="0"/>
                <a:cs typeface="Arial" charset="0"/>
              </a:endParaRPr>
            </a:p>
          </p:txBody>
        </p:sp>
        <p:sp>
          <p:nvSpPr>
            <p:cNvPr id="90127" name="Text Box 16">
              <a:extLst>
                <a:ext uri="{FF2B5EF4-FFF2-40B4-BE49-F238E27FC236}">
                  <a16:creationId xmlns:a16="http://schemas.microsoft.com/office/drawing/2014/main" id="{6B33BE68-2842-3B75-534F-EDD90BC9E043}"/>
                </a:ext>
              </a:extLst>
            </p:cNvPr>
            <p:cNvSpPr txBox="1">
              <a:spLocks noChangeArrowheads="1"/>
            </p:cNvSpPr>
            <p:nvPr/>
          </p:nvSpPr>
          <p:spPr bwMode="auto">
            <a:xfrm>
              <a:off x="4432300" y="20447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a:t>
              </a:r>
              <a:endParaRPr lang="ru-RU" altLang="en-US" b="0">
                <a:sym typeface="Symbol" panose="05050102010706020507" pitchFamily="18" charset="2"/>
              </a:endParaRPr>
            </a:p>
          </p:txBody>
        </p:sp>
        <p:sp>
          <p:nvSpPr>
            <p:cNvPr id="90128" name="Oval 17">
              <a:extLst>
                <a:ext uri="{FF2B5EF4-FFF2-40B4-BE49-F238E27FC236}">
                  <a16:creationId xmlns:a16="http://schemas.microsoft.com/office/drawing/2014/main" id="{331534FD-A932-4099-0A2E-AC2BB0B87EAC}"/>
                </a:ext>
              </a:extLst>
            </p:cNvPr>
            <p:cNvSpPr>
              <a:spLocks noChangeArrowheads="1"/>
            </p:cNvSpPr>
            <p:nvPr/>
          </p:nvSpPr>
          <p:spPr bwMode="auto">
            <a:xfrm>
              <a:off x="6096000" y="1765300"/>
              <a:ext cx="431800" cy="406400"/>
            </a:xfrm>
            <a:prstGeom prst="ellipse">
              <a:avLst/>
            </a:prstGeom>
            <a:solidFill>
              <a:schemeClr val="accent1">
                <a:lumMod val="20000"/>
                <a:lumOff val="80000"/>
              </a:schemeClr>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v2</a:t>
              </a:r>
              <a:endParaRPr lang="ru-RU" altLang="en-US" sz="2000" b="0"/>
            </a:p>
          </p:txBody>
        </p:sp>
        <p:sp>
          <p:nvSpPr>
            <p:cNvPr id="90129" name="Line 18">
              <a:extLst>
                <a:ext uri="{FF2B5EF4-FFF2-40B4-BE49-F238E27FC236}">
                  <a16:creationId xmlns:a16="http://schemas.microsoft.com/office/drawing/2014/main" id="{C7CB7E18-A759-3F00-53D0-26B537A9C939}"/>
                </a:ext>
              </a:extLst>
            </p:cNvPr>
            <p:cNvSpPr>
              <a:spLocks noChangeShapeType="1"/>
            </p:cNvSpPr>
            <p:nvPr/>
          </p:nvSpPr>
          <p:spPr bwMode="auto">
            <a:xfrm flipH="1">
              <a:off x="5257800" y="2133600"/>
              <a:ext cx="889000" cy="5334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0130" name="Line 19">
              <a:extLst>
                <a:ext uri="{FF2B5EF4-FFF2-40B4-BE49-F238E27FC236}">
                  <a16:creationId xmlns:a16="http://schemas.microsoft.com/office/drawing/2014/main" id="{CB1BE9C3-1ED3-9382-4824-A4EB5F8E6992}"/>
                </a:ext>
              </a:extLst>
            </p:cNvPr>
            <p:cNvSpPr>
              <a:spLocks noChangeShapeType="1"/>
            </p:cNvSpPr>
            <p:nvPr/>
          </p:nvSpPr>
          <p:spPr bwMode="auto">
            <a:xfrm>
              <a:off x="6451600" y="2120900"/>
              <a:ext cx="939800" cy="5461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71" name="AutoShape 20">
              <a:extLst>
                <a:ext uri="{FF2B5EF4-FFF2-40B4-BE49-F238E27FC236}">
                  <a16:creationId xmlns:a16="http://schemas.microsoft.com/office/drawing/2014/main" id="{F3138AA2-5FB9-4DE1-810A-C8C5448D9675}"/>
                </a:ext>
              </a:extLst>
            </p:cNvPr>
            <p:cNvSpPr>
              <a:spLocks noChangeArrowheads="1"/>
            </p:cNvSpPr>
            <p:nvPr/>
          </p:nvSpPr>
          <p:spPr bwMode="auto">
            <a:xfrm>
              <a:off x="4394200" y="3187700"/>
              <a:ext cx="579437" cy="590550"/>
            </a:xfrm>
            <a:prstGeom prst="triangle">
              <a:avLst>
                <a:gd name="adj" fmla="val 50000"/>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q0</a:t>
              </a:r>
              <a:endParaRPr lang="ru-RU" sz="2000">
                <a:latin typeface="Arial" charset="0"/>
                <a:cs typeface="Arial" charset="0"/>
              </a:endParaRPr>
            </a:p>
          </p:txBody>
        </p:sp>
        <p:sp>
          <p:nvSpPr>
            <p:cNvPr id="49172" name="AutoShape 21">
              <a:extLst>
                <a:ext uri="{FF2B5EF4-FFF2-40B4-BE49-F238E27FC236}">
                  <a16:creationId xmlns:a16="http://schemas.microsoft.com/office/drawing/2014/main" id="{04B5A5A2-B3D3-4D39-BEB7-3ABA231C5C24}"/>
                </a:ext>
              </a:extLst>
            </p:cNvPr>
            <p:cNvSpPr>
              <a:spLocks noChangeArrowheads="1"/>
            </p:cNvSpPr>
            <p:nvPr/>
          </p:nvSpPr>
          <p:spPr bwMode="auto">
            <a:xfrm>
              <a:off x="6578601" y="3136900"/>
              <a:ext cx="579437" cy="590550"/>
            </a:xfrm>
            <a:prstGeom prst="triangle">
              <a:avLst>
                <a:gd name="adj" fmla="val 50000"/>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q1</a:t>
              </a:r>
              <a:endParaRPr lang="ru-RU" sz="2000">
                <a:latin typeface="Arial" charset="0"/>
                <a:cs typeface="Arial" charset="0"/>
              </a:endParaRPr>
            </a:p>
          </p:txBody>
        </p:sp>
        <p:sp>
          <p:nvSpPr>
            <p:cNvPr id="90133" name="AutoShape 22">
              <a:extLst>
                <a:ext uri="{FF2B5EF4-FFF2-40B4-BE49-F238E27FC236}">
                  <a16:creationId xmlns:a16="http://schemas.microsoft.com/office/drawing/2014/main" id="{A1587EC7-A911-E8CA-7835-9CF7AB7E207A}"/>
                </a:ext>
              </a:extLst>
            </p:cNvPr>
            <p:cNvSpPr>
              <a:spLocks/>
            </p:cNvSpPr>
            <p:nvPr/>
          </p:nvSpPr>
          <p:spPr bwMode="auto">
            <a:xfrm rot="-5400000">
              <a:off x="5121275" y="2311400"/>
              <a:ext cx="352425" cy="1209675"/>
            </a:xfrm>
            <a:prstGeom prst="rightBrace">
              <a:avLst>
                <a:gd name="adj1" fmla="val 28604"/>
                <a:gd name="adj2" fmla="val 50000"/>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90134" name="Text Box 23">
              <a:extLst>
                <a:ext uri="{FF2B5EF4-FFF2-40B4-BE49-F238E27FC236}">
                  <a16:creationId xmlns:a16="http://schemas.microsoft.com/office/drawing/2014/main" id="{C3B140F6-CF81-34BC-9AAA-B8A7C74F2A05}"/>
                </a:ext>
              </a:extLst>
            </p:cNvPr>
            <p:cNvSpPr txBox="1">
              <a:spLocks noChangeArrowheads="1"/>
            </p:cNvSpPr>
            <p:nvPr/>
          </p:nvSpPr>
          <p:spPr bwMode="auto">
            <a:xfrm>
              <a:off x="5067300" y="30734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a:t>
              </a:r>
              <a:endParaRPr lang="ru-RU" altLang="en-US" b="0">
                <a:sym typeface="Symbol" panose="05050102010706020507" pitchFamily="18" charset="2"/>
              </a:endParaRPr>
            </a:p>
          </p:txBody>
        </p:sp>
        <p:sp>
          <p:nvSpPr>
            <p:cNvPr id="90135" name="Oval 24">
              <a:extLst>
                <a:ext uri="{FF2B5EF4-FFF2-40B4-BE49-F238E27FC236}">
                  <a16:creationId xmlns:a16="http://schemas.microsoft.com/office/drawing/2014/main" id="{38ADD9FF-3B56-78A5-0239-26AC00168E63}"/>
                </a:ext>
              </a:extLst>
            </p:cNvPr>
            <p:cNvSpPr>
              <a:spLocks noChangeArrowheads="1"/>
            </p:cNvSpPr>
            <p:nvPr/>
          </p:nvSpPr>
          <p:spPr bwMode="auto">
            <a:xfrm>
              <a:off x="5575300" y="3187700"/>
              <a:ext cx="431800" cy="406400"/>
            </a:xfrm>
            <a:prstGeom prst="ellipse">
              <a:avLst/>
            </a:prstGeom>
            <a:solidFill>
              <a:schemeClr val="accent1">
                <a:lumMod val="20000"/>
                <a:lumOff val="80000"/>
              </a:schemeClr>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v1</a:t>
              </a:r>
              <a:endParaRPr lang="ru-RU" altLang="en-US" sz="2000" b="0"/>
            </a:p>
          </p:txBody>
        </p:sp>
        <p:sp>
          <p:nvSpPr>
            <p:cNvPr id="90136" name="Line 25">
              <a:extLst>
                <a:ext uri="{FF2B5EF4-FFF2-40B4-BE49-F238E27FC236}">
                  <a16:creationId xmlns:a16="http://schemas.microsoft.com/office/drawing/2014/main" id="{8B3A0B8A-64EA-6B0B-89F6-7CF31D02947B}"/>
                </a:ext>
              </a:extLst>
            </p:cNvPr>
            <p:cNvSpPr>
              <a:spLocks noChangeShapeType="1"/>
            </p:cNvSpPr>
            <p:nvPr/>
          </p:nvSpPr>
          <p:spPr bwMode="auto">
            <a:xfrm flipH="1">
              <a:off x="5308600" y="3556000"/>
              <a:ext cx="342900" cy="5461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0137" name="Line 26">
              <a:extLst>
                <a:ext uri="{FF2B5EF4-FFF2-40B4-BE49-F238E27FC236}">
                  <a16:creationId xmlns:a16="http://schemas.microsoft.com/office/drawing/2014/main" id="{69E62010-CC0C-FFEE-EA9F-7243268EE50E}"/>
                </a:ext>
              </a:extLst>
            </p:cNvPr>
            <p:cNvSpPr>
              <a:spLocks noChangeShapeType="1"/>
            </p:cNvSpPr>
            <p:nvPr/>
          </p:nvSpPr>
          <p:spPr bwMode="auto">
            <a:xfrm>
              <a:off x="5905500" y="3568700"/>
              <a:ext cx="341313" cy="54768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78" name="AutoShape 27">
              <a:extLst>
                <a:ext uri="{FF2B5EF4-FFF2-40B4-BE49-F238E27FC236}">
                  <a16:creationId xmlns:a16="http://schemas.microsoft.com/office/drawing/2014/main" id="{F73A8B04-6429-4074-8BF1-5E47BB2C8651}"/>
                </a:ext>
              </a:extLst>
            </p:cNvPr>
            <p:cNvSpPr>
              <a:spLocks noChangeArrowheads="1"/>
            </p:cNvSpPr>
            <p:nvPr/>
          </p:nvSpPr>
          <p:spPr bwMode="auto">
            <a:xfrm>
              <a:off x="5041901" y="4089400"/>
              <a:ext cx="579437" cy="590550"/>
            </a:xfrm>
            <a:prstGeom prst="triangle">
              <a:avLst>
                <a:gd name="adj" fmla="val 50000"/>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p0</a:t>
              </a:r>
              <a:endParaRPr lang="ru-RU" sz="2000">
                <a:latin typeface="Arial" charset="0"/>
                <a:cs typeface="Arial" charset="0"/>
              </a:endParaRPr>
            </a:p>
          </p:txBody>
        </p:sp>
        <p:sp>
          <p:nvSpPr>
            <p:cNvPr id="49179" name="AutoShape 28">
              <a:extLst>
                <a:ext uri="{FF2B5EF4-FFF2-40B4-BE49-F238E27FC236}">
                  <a16:creationId xmlns:a16="http://schemas.microsoft.com/office/drawing/2014/main" id="{C2342753-CE3D-4951-8198-1F34C3CCFB28}"/>
                </a:ext>
              </a:extLst>
            </p:cNvPr>
            <p:cNvSpPr>
              <a:spLocks noChangeArrowheads="1"/>
            </p:cNvSpPr>
            <p:nvPr/>
          </p:nvSpPr>
          <p:spPr bwMode="auto">
            <a:xfrm>
              <a:off x="5943601" y="4114800"/>
              <a:ext cx="579437" cy="590550"/>
            </a:xfrm>
            <a:prstGeom prst="triangle">
              <a:avLst>
                <a:gd name="adj" fmla="val 50000"/>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p1</a:t>
              </a:r>
              <a:endParaRPr lang="ru-RU" sz="2000">
                <a:latin typeface="Arial" charset="0"/>
                <a:cs typeface="Arial" charset="0"/>
              </a:endParaRPr>
            </a:p>
          </p:txBody>
        </p:sp>
        <p:sp>
          <p:nvSpPr>
            <p:cNvPr id="90140" name="AutoShape 29">
              <a:extLst>
                <a:ext uri="{FF2B5EF4-FFF2-40B4-BE49-F238E27FC236}">
                  <a16:creationId xmlns:a16="http://schemas.microsoft.com/office/drawing/2014/main" id="{BB56A739-7350-2A4E-6D15-8AF2EB11770F}"/>
                </a:ext>
              </a:extLst>
            </p:cNvPr>
            <p:cNvSpPr>
              <a:spLocks/>
            </p:cNvSpPr>
            <p:nvPr/>
          </p:nvSpPr>
          <p:spPr bwMode="auto">
            <a:xfrm rot="-5400000">
              <a:off x="7292975" y="2324100"/>
              <a:ext cx="352425" cy="1209675"/>
            </a:xfrm>
            <a:prstGeom prst="rightBrace">
              <a:avLst>
                <a:gd name="adj1" fmla="val 28604"/>
                <a:gd name="adj2" fmla="val 50000"/>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90141" name="Text Box 30">
              <a:extLst>
                <a:ext uri="{FF2B5EF4-FFF2-40B4-BE49-F238E27FC236}">
                  <a16:creationId xmlns:a16="http://schemas.microsoft.com/office/drawing/2014/main" id="{866757FE-ADDF-95CC-EB66-06BBD9789CD9}"/>
                </a:ext>
              </a:extLst>
            </p:cNvPr>
            <p:cNvSpPr txBox="1">
              <a:spLocks noChangeArrowheads="1"/>
            </p:cNvSpPr>
            <p:nvPr/>
          </p:nvSpPr>
          <p:spPr bwMode="auto">
            <a:xfrm>
              <a:off x="7353300" y="30734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a:t>
              </a:r>
              <a:endParaRPr lang="ru-RU" altLang="en-US" b="0">
                <a:sym typeface="Symbol" panose="05050102010706020507" pitchFamily="18" charset="2"/>
              </a:endParaRPr>
            </a:p>
          </p:txBody>
        </p:sp>
        <p:sp>
          <p:nvSpPr>
            <p:cNvPr id="90142" name="Oval 31">
              <a:extLst>
                <a:ext uri="{FF2B5EF4-FFF2-40B4-BE49-F238E27FC236}">
                  <a16:creationId xmlns:a16="http://schemas.microsoft.com/office/drawing/2014/main" id="{069B1DEC-61F5-0E2F-D41C-2C4CB4BB1371}"/>
                </a:ext>
              </a:extLst>
            </p:cNvPr>
            <p:cNvSpPr>
              <a:spLocks noChangeArrowheads="1"/>
            </p:cNvSpPr>
            <p:nvPr/>
          </p:nvSpPr>
          <p:spPr bwMode="auto">
            <a:xfrm>
              <a:off x="7861300" y="3187700"/>
              <a:ext cx="431800" cy="406400"/>
            </a:xfrm>
            <a:prstGeom prst="ellipse">
              <a:avLst/>
            </a:prstGeom>
            <a:solidFill>
              <a:schemeClr val="accent1">
                <a:lumMod val="20000"/>
                <a:lumOff val="80000"/>
              </a:schemeClr>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v1</a:t>
              </a:r>
              <a:endParaRPr lang="ru-RU" altLang="en-US" sz="2000" b="0"/>
            </a:p>
          </p:txBody>
        </p:sp>
        <p:sp>
          <p:nvSpPr>
            <p:cNvPr id="90143" name="Line 32">
              <a:extLst>
                <a:ext uri="{FF2B5EF4-FFF2-40B4-BE49-F238E27FC236}">
                  <a16:creationId xmlns:a16="http://schemas.microsoft.com/office/drawing/2014/main" id="{AFA4A631-35C3-06F1-D828-97112859220B}"/>
                </a:ext>
              </a:extLst>
            </p:cNvPr>
            <p:cNvSpPr>
              <a:spLocks noChangeShapeType="1"/>
            </p:cNvSpPr>
            <p:nvPr/>
          </p:nvSpPr>
          <p:spPr bwMode="auto">
            <a:xfrm flipH="1">
              <a:off x="7594600" y="3556000"/>
              <a:ext cx="342900" cy="5461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0144" name="Line 33">
              <a:extLst>
                <a:ext uri="{FF2B5EF4-FFF2-40B4-BE49-F238E27FC236}">
                  <a16:creationId xmlns:a16="http://schemas.microsoft.com/office/drawing/2014/main" id="{18340776-2F2E-C70A-941A-ED62D9B4BF52}"/>
                </a:ext>
              </a:extLst>
            </p:cNvPr>
            <p:cNvSpPr>
              <a:spLocks noChangeShapeType="1"/>
            </p:cNvSpPr>
            <p:nvPr/>
          </p:nvSpPr>
          <p:spPr bwMode="auto">
            <a:xfrm>
              <a:off x="8191500" y="3568700"/>
              <a:ext cx="341313" cy="54768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85" name="AutoShape 34">
              <a:extLst>
                <a:ext uri="{FF2B5EF4-FFF2-40B4-BE49-F238E27FC236}">
                  <a16:creationId xmlns:a16="http://schemas.microsoft.com/office/drawing/2014/main" id="{72E0399A-82E3-4AA4-819E-B32019302A46}"/>
                </a:ext>
              </a:extLst>
            </p:cNvPr>
            <p:cNvSpPr>
              <a:spLocks noChangeArrowheads="1"/>
            </p:cNvSpPr>
            <p:nvPr/>
          </p:nvSpPr>
          <p:spPr bwMode="auto">
            <a:xfrm>
              <a:off x="7327901" y="4089400"/>
              <a:ext cx="579437" cy="590550"/>
            </a:xfrm>
            <a:prstGeom prst="triangle">
              <a:avLst>
                <a:gd name="adj" fmla="val 50000"/>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p0</a:t>
              </a:r>
              <a:endParaRPr lang="ru-RU" sz="2000">
                <a:latin typeface="Arial" charset="0"/>
                <a:cs typeface="Arial" charset="0"/>
              </a:endParaRPr>
            </a:p>
          </p:txBody>
        </p:sp>
        <p:sp>
          <p:nvSpPr>
            <p:cNvPr id="49186" name="AutoShape 35">
              <a:extLst>
                <a:ext uri="{FF2B5EF4-FFF2-40B4-BE49-F238E27FC236}">
                  <a16:creationId xmlns:a16="http://schemas.microsoft.com/office/drawing/2014/main" id="{CAEA5C3A-D40D-4646-B09D-C55F1AABB5D7}"/>
                </a:ext>
              </a:extLst>
            </p:cNvPr>
            <p:cNvSpPr>
              <a:spLocks noChangeArrowheads="1"/>
            </p:cNvSpPr>
            <p:nvPr/>
          </p:nvSpPr>
          <p:spPr bwMode="auto">
            <a:xfrm>
              <a:off x="8229601" y="4114800"/>
              <a:ext cx="579437" cy="590550"/>
            </a:xfrm>
            <a:prstGeom prst="triangle">
              <a:avLst>
                <a:gd name="adj" fmla="val 50000"/>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p1</a:t>
              </a:r>
              <a:endParaRPr lang="ru-RU" sz="2000">
                <a:latin typeface="Arial" charset="0"/>
                <a:cs typeface="Arial" charset="0"/>
              </a:endParaRPr>
            </a:p>
          </p:txBody>
        </p:sp>
        <p:sp>
          <p:nvSpPr>
            <p:cNvPr id="90147" name="Text Box 7">
              <a:extLst>
                <a:ext uri="{FF2B5EF4-FFF2-40B4-BE49-F238E27FC236}">
                  <a16:creationId xmlns:a16="http://schemas.microsoft.com/office/drawing/2014/main" id="{F5974D3D-F78D-7C89-59F3-9C9838F6992D}"/>
                </a:ext>
              </a:extLst>
            </p:cNvPr>
            <p:cNvSpPr txBox="1">
              <a:spLocks noChangeArrowheads="1"/>
            </p:cNvSpPr>
            <p:nvPr/>
          </p:nvSpPr>
          <p:spPr bwMode="auto">
            <a:xfrm>
              <a:off x="254000" y="3911600"/>
              <a:ext cx="3911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Index  v1 &gt; index v2</a:t>
              </a:r>
              <a:endParaRPr lang="ru-RU" altLang="en-US" b="0">
                <a:sym typeface="Symbol" panose="05050102010706020507" pitchFamily="18" charset="2"/>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a:extLst>
              <a:ext uri="{FF2B5EF4-FFF2-40B4-BE49-F238E27FC236}">
                <a16:creationId xmlns:a16="http://schemas.microsoft.com/office/drawing/2014/main" id="{6C3850E6-91A8-43FE-2788-78E4FAFE265E}"/>
              </a:ext>
            </a:extLst>
          </p:cNvPr>
          <p:cNvSpPr>
            <a:spLocks noGrp="1" noChangeArrowheads="1"/>
          </p:cNvSpPr>
          <p:nvPr>
            <p:ph type="title"/>
          </p:nvPr>
        </p:nvSpPr>
        <p:spPr>
          <a:xfrm>
            <a:off x="-1" y="183402"/>
            <a:ext cx="11612880" cy="704088"/>
          </a:xfrm>
        </p:spPr>
        <p:txBody>
          <a:bodyPr/>
          <a:lstStyle/>
          <a:p>
            <a:r>
              <a:rPr lang="en-US" altLang="en-US"/>
              <a:t>Apply Operator</a:t>
            </a:r>
            <a:endParaRPr lang="ru-RU" altLang="en-US"/>
          </a:p>
        </p:txBody>
      </p:sp>
      <p:grpSp>
        <p:nvGrpSpPr>
          <p:cNvPr id="91139" name="Group 34">
            <a:extLst>
              <a:ext uri="{FF2B5EF4-FFF2-40B4-BE49-F238E27FC236}">
                <a16:creationId xmlns:a16="http://schemas.microsoft.com/office/drawing/2014/main" id="{6765BEDE-1AA1-AB19-46A0-2DDD73549D6A}"/>
              </a:ext>
            </a:extLst>
          </p:cNvPr>
          <p:cNvGrpSpPr>
            <a:grpSpLocks/>
          </p:cNvGrpSpPr>
          <p:nvPr/>
        </p:nvGrpSpPr>
        <p:grpSpPr bwMode="auto">
          <a:xfrm>
            <a:off x="2324101" y="1824038"/>
            <a:ext cx="7580313" cy="2138362"/>
            <a:chOff x="800100" y="1676400"/>
            <a:chExt cx="7580438" cy="2138300"/>
          </a:xfrm>
        </p:grpSpPr>
        <p:sp>
          <p:nvSpPr>
            <p:cNvPr id="91141" name="Oval 5">
              <a:extLst>
                <a:ext uri="{FF2B5EF4-FFF2-40B4-BE49-F238E27FC236}">
                  <a16:creationId xmlns:a16="http://schemas.microsoft.com/office/drawing/2014/main" id="{152A91A3-EF97-002A-E998-E97B95403BF7}"/>
                </a:ext>
              </a:extLst>
            </p:cNvPr>
            <p:cNvSpPr>
              <a:spLocks noChangeArrowheads="1"/>
            </p:cNvSpPr>
            <p:nvPr/>
          </p:nvSpPr>
          <p:spPr bwMode="auto">
            <a:xfrm>
              <a:off x="1384300" y="1739900"/>
              <a:ext cx="431800" cy="406400"/>
            </a:xfrm>
            <a:prstGeom prst="ellipse">
              <a:avLst/>
            </a:prstGeom>
            <a:solidFill>
              <a:schemeClr val="accent1">
                <a:lumMod val="20000"/>
                <a:lumOff val="80000"/>
              </a:schemeClr>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v1</a:t>
              </a:r>
              <a:endParaRPr lang="ru-RU" altLang="en-US" sz="2000" b="0"/>
            </a:p>
          </p:txBody>
        </p:sp>
        <p:sp>
          <p:nvSpPr>
            <p:cNvPr id="91142" name="Oval 6">
              <a:extLst>
                <a:ext uri="{FF2B5EF4-FFF2-40B4-BE49-F238E27FC236}">
                  <a16:creationId xmlns:a16="http://schemas.microsoft.com/office/drawing/2014/main" id="{9DEF751F-6DE1-A489-DC29-B62A212A8D5C}"/>
                </a:ext>
              </a:extLst>
            </p:cNvPr>
            <p:cNvSpPr>
              <a:spLocks noChangeArrowheads="1"/>
            </p:cNvSpPr>
            <p:nvPr/>
          </p:nvSpPr>
          <p:spPr bwMode="auto">
            <a:xfrm>
              <a:off x="3149600" y="1739900"/>
              <a:ext cx="431800" cy="406400"/>
            </a:xfrm>
            <a:prstGeom prst="ellipse">
              <a:avLst/>
            </a:prstGeom>
            <a:solidFill>
              <a:schemeClr val="accent1">
                <a:lumMod val="20000"/>
                <a:lumOff val="80000"/>
              </a:schemeClr>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v2</a:t>
              </a:r>
              <a:endParaRPr lang="ru-RU" altLang="en-US" sz="2000" b="0"/>
            </a:p>
          </p:txBody>
        </p:sp>
        <p:sp>
          <p:nvSpPr>
            <p:cNvPr id="91143" name="Text Box 7">
              <a:extLst>
                <a:ext uri="{FF2B5EF4-FFF2-40B4-BE49-F238E27FC236}">
                  <a16:creationId xmlns:a16="http://schemas.microsoft.com/office/drawing/2014/main" id="{58C9445B-2576-C6EB-C91F-048993229939}"/>
                </a:ext>
              </a:extLst>
            </p:cNvPr>
            <p:cNvSpPr txBox="1">
              <a:spLocks noChangeArrowheads="1"/>
            </p:cNvSpPr>
            <p:nvPr/>
          </p:nvSpPr>
          <p:spPr bwMode="auto">
            <a:xfrm>
              <a:off x="2324100" y="16764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a:t>
              </a:r>
              <a:endParaRPr lang="ru-RU" altLang="en-US" b="0">
                <a:sym typeface="Symbol" panose="05050102010706020507" pitchFamily="18" charset="2"/>
              </a:endParaRPr>
            </a:p>
          </p:txBody>
        </p:sp>
        <p:sp>
          <p:nvSpPr>
            <p:cNvPr id="91144" name="Line 8">
              <a:extLst>
                <a:ext uri="{FF2B5EF4-FFF2-40B4-BE49-F238E27FC236}">
                  <a16:creationId xmlns:a16="http://schemas.microsoft.com/office/drawing/2014/main" id="{FBF7FC74-8A8D-7074-AC27-57D93826D963}"/>
                </a:ext>
              </a:extLst>
            </p:cNvPr>
            <p:cNvSpPr>
              <a:spLocks noChangeShapeType="1"/>
            </p:cNvSpPr>
            <p:nvPr/>
          </p:nvSpPr>
          <p:spPr bwMode="auto">
            <a:xfrm flipH="1">
              <a:off x="1092200" y="2108200"/>
              <a:ext cx="342900" cy="5461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1145" name="Line 9">
              <a:extLst>
                <a:ext uri="{FF2B5EF4-FFF2-40B4-BE49-F238E27FC236}">
                  <a16:creationId xmlns:a16="http://schemas.microsoft.com/office/drawing/2014/main" id="{9A104718-54BF-681A-A0C2-01EB7B939408}"/>
                </a:ext>
              </a:extLst>
            </p:cNvPr>
            <p:cNvSpPr>
              <a:spLocks noChangeShapeType="1"/>
            </p:cNvSpPr>
            <p:nvPr/>
          </p:nvSpPr>
          <p:spPr bwMode="auto">
            <a:xfrm>
              <a:off x="1739900" y="2095500"/>
              <a:ext cx="341313" cy="54768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146" name="Line 10">
              <a:extLst>
                <a:ext uri="{FF2B5EF4-FFF2-40B4-BE49-F238E27FC236}">
                  <a16:creationId xmlns:a16="http://schemas.microsoft.com/office/drawing/2014/main" id="{A14C0967-0F22-5F21-BEC0-CF75887273F7}"/>
                </a:ext>
              </a:extLst>
            </p:cNvPr>
            <p:cNvSpPr>
              <a:spLocks noChangeShapeType="1"/>
            </p:cNvSpPr>
            <p:nvPr/>
          </p:nvSpPr>
          <p:spPr bwMode="auto">
            <a:xfrm flipH="1">
              <a:off x="2882900" y="2108200"/>
              <a:ext cx="342900" cy="5461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1147" name="Line 11">
              <a:extLst>
                <a:ext uri="{FF2B5EF4-FFF2-40B4-BE49-F238E27FC236}">
                  <a16:creationId xmlns:a16="http://schemas.microsoft.com/office/drawing/2014/main" id="{7DA91901-ED6F-33EF-F41B-D85C98636097}"/>
                </a:ext>
              </a:extLst>
            </p:cNvPr>
            <p:cNvSpPr>
              <a:spLocks noChangeShapeType="1"/>
            </p:cNvSpPr>
            <p:nvPr/>
          </p:nvSpPr>
          <p:spPr bwMode="auto">
            <a:xfrm>
              <a:off x="3479800" y="2120900"/>
              <a:ext cx="341313" cy="54768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188" name="AutoShape 12">
              <a:extLst>
                <a:ext uri="{FF2B5EF4-FFF2-40B4-BE49-F238E27FC236}">
                  <a16:creationId xmlns:a16="http://schemas.microsoft.com/office/drawing/2014/main" id="{275D7FC6-2894-4DDB-A323-1C97E9F41009}"/>
                </a:ext>
              </a:extLst>
            </p:cNvPr>
            <p:cNvSpPr>
              <a:spLocks noChangeArrowheads="1"/>
            </p:cNvSpPr>
            <p:nvPr/>
          </p:nvSpPr>
          <p:spPr bwMode="auto">
            <a:xfrm>
              <a:off x="800100" y="2641572"/>
              <a:ext cx="579448" cy="590533"/>
            </a:xfrm>
            <a:prstGeom prst="triangle">
              <a:avLst>
                <a:gd name="adj" fmla="val 50000"/>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dirty="0">
                  <a:latin typeface="Arial" charset="0"/>
                  <a:cs typeface="Arial" charset="0"/>
                </a:rPr>
                <a:t>p0</a:t>
              </a:r>
              <a:endParaRPr lang="ru-RU" sz="2000" dirty="0">
                <a:latin typeface="Arial" charset="0"/>
                <a:cs typeface="Arial" charset="0"/>
              </a:endParaRPr>
            </a:p>
          </p:txBody>
        </p:sp>
        <p:sp>
          <p:nvSpPr>
            <p:cNvPr id="50189" name="AutoShape 13">
              <a:extLst>
                <a:ext uri="{FF2B5EF4-FFF2-40B4-BE49-F238E27FC236}">
                  <a16:creationId xmlns:a16="http://schemas.microsoft.com/office/drawing/2014/main" id="{980CB716-5723-40C3-A235-38C7F91DE961}"/>
                </a:ext>
              </a:extLst>
            </p:cNvPr>
            <p:cNvSpPr>
              <a:spLocks noChangeArrowheads="1"/>
            </p:cNvSpPr>
            <p:nvPr/>
          </p:nvSpPr>
          <p:spPr bwMode="auto">
            <a:xfrm>
              <a:off x="1790716" y="2641572"/>
              <a:ext cx="579448" cy="590533"/>
            </a:xfrm>
            <a:prstGeom prst="triangle">
              <a:avLst>
                <a:gd name="adj" fmla="val 50000"/>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p1</a:t>
              </a:r>
              <a:endParaRPr lang="ru-RU" sz="2000">
                <a:latin typeface="Arial" charset="0"/>
                <a:cs typeface="Arial" charset="0"/>
              </a:endParaRPr>
            </a:p>
          </p:txBody>
        </p:sp>
        <p:sp>
          <p:nvSpPr>
            <p:cNvPr id="50190" name="AutoShape 14">
              <a:extLst>
                <a:ext uri="{FF2B5EF4-FFF2-40B4-BE49-F238E27FC236}">
                  <a16:creationId xmlns:a16="http://schemas.microsoft.com/office/drawing/2014/main" id="{597783B4-F66E-42B0-9A9C-EC33D927F2B0}"/>
                </a:ext>
              </a:extLst>
            </p:cNvPr>
            <p:cNvSpPr>
              <a:spLocks noChangeArrowheads="1"/>
            </p:cNvSpPr>
            <p:nvPr/>
          </p:nvSpPr>
          <p:spPr bwMode="auto">
            <a:xfrm>
              <a:off x="2616230" y="2641572"/>
              <a:ext cx="579448" cy="590533"/>
            </a:xfrm>
            <a:prstGeom prst="triangle">
              <a:avLst>
                <a:gd name="adj" fmla="val 50000"/>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q0</a:t>
              </a:r>
              <a:endParaRPr lang="ru-RU" sz="2000">
                <a:latin typeface="Arial" charset="0"/>
                <a:cs typeface="Arial" charset="0"/>
              </a:endParaRPr>
            </a:p>
          </p:txBody>
        </p:sp>
        <p:sp>
          <p:nvSpPr>
            <p:cNvPr id="50191" name="AutoShape 15">
              <a:extLst>
                <a:ext uri="{FF2B5EF4-FFF2-40B4-BE49-F238E27FC236}">
                  <a16:creationId xmlns:a16="http://schemas.microsoft.com/office/drawing/2014/main" id="{D07CDE13-6BE8-4CB0-9C63-F0F5B88D5B39}"/>
                </a:ext>
              </a:extLst>
            </p:cNvPr>
            <p:cNvSpPr>
              <a:spLocks noChangeArrowheads="1"/>
            </p:cNvSpPr>
            <p:nvPr/>
          </p:nvSpPr>
          <p:spPr bwMode="auto">
            <a:xfrm>
              <a:off x="3517945" y="2666971"/>
              <a:ext cx="579448" cy="590533"/>
            </a:xfrm>
            <a:prstGeom prst="triangle">
              <a:avLst>
                <a:gd name="adj" fmla="val 50000"/>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q1</a:t>
              </a:r>
              <a:endParaRPr lang="ru-RU" sz="2000">
                <a:latin typeface="Arial" charset="0"/>
                <a:cs typeface="Arial" charset="0"/>
              </a:endParaRPr>
            </a:p>
          </p:txBody>
        </p:sp>
        <p:sp>
          <p:nvSpPr>
            <p:cNvPr id="91152" name="Text Box 16">
              <a:extLst>
                <a:ext uri="{FF2B5EF4-FFF2-40B4-BE49-F238E27FC236}">
                  <a16:creationId xmlns:a16="http://schemas.microsoft.com/office/drawing/2014/main" id="{0D185587-6AA0-222C-C0E3-7603CFB6E4D0}"/>
                </a:ext>
              </a:extLst>
            </p:cNvPr>
            <p:cNvSpPr txBox="1">
              <a:spLocks noChangeArrowheads="1"/>
            </p:cNvSpPr>
            <p:nvPr/>
          </p:nvSpPr>
          <p:spPr bwMode="auto">
            <a:xfrm>
              <a:off x="4432300" y="20447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a:t>
              </a:r>
              <a:endParaRPr lang="ru-RU" altLang="en-US" b="0">
                <a:sym typeface="Symbol" panose="05050102010706020507" pitchFamily="18" charset="2"/>
              </a:endParaRPr>
            </a:p>
          </p:txBody>
        </p:sp>
        <p:sp>
          <p:nvSpPr>
            <p:cNvPr id="91153" name="Oval 17">
              <a:extLst>
                <a:ext uri="{FF2B5EF4-FFF2-40B4-BE49-F238E27FC236}">
                  <a16:creationId xmlns:a16="http://schemas.microsoft.com/office/drawing/2014/main" id="{FC919452-9E17-D93E-0BFA-AABF119882BC}"/>
                </a:ext>
              </a:extLst>
            </p:cNvPr>
            <p:cNvSpPr>
              <a:spLocks noChangeArrowheads="1"/>
            </p:cNvSpPr>
            <p:nvPr/>
          </p:nvSpPr>
          <p:spPr bwMode="auto">
            <a:xfrm>
              <a:off x="6096000" y="1765300"/>
              <a:ext cx="431800" cy="406400"/>
            </a:xfrm>
            <a:prstGeom prst="ellipse">
              <a:avLst/>
            </a:prstGeom>
            <a:solidFill>
              <a:schemeClr val="accent1">
                <a:lumMod val="20000"/>
                <a:lumOff val="80000"/>
              </a:schemeClr>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v2</a:t>
              </a:r>
              <a:endParaRPr lang="ru-RU" altLang="en-US" sz="2000" b="0"/>
            </a:p>
          </p:txBody>
        </p:sp>
        <p:sp>
          <p:nvSpPr>
            <p:cNvPr id="91154" name="Line 18">
              <a:extLst>
                <a:ext uri="{FF2B5EF4-FFF2-40B4-BE49-F238E27FC236}">
                  <a16:creationId xmlns:a16="http://schemas.microsoft.com/office/drawing/2014/main" id="{ADB58018-CB21-E2B7-2E3C-9B40977DC22F}"/>
                </a:ext>
              </a:extLst>
            </p:cNvPr>
            <p:cNvSpPr>
              <a:spLocks noChangeShapeType="1"/>
            </p:cNvSpPr>
            <p:nvPr/>
          </p:nvSpPr>
          <p:spPr bwMode="auto">
            <a:xfrm flipH="1">
              <a:off x="5257800" y="2133600"/>
              <a:ext cx="889000" cy="5334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1155" name="Line 19">
              <a:extLst>
                <a:ext uri="{FF2B5EF4-FFF2-40B4-BE49-F238E27FC236}">
                  <a16:creationId xmlns:a16="http://schemas.microsoft.com/office/drawing/2014/main" id="{616CF042-1678-AA1E-3C97-B2ACC7047B81}"/>
                </a:ext>
              </a:extLst>
            </p:cNvPr>
            <p:cNvSpPr>
              <a:spLocks noChangeShapeType="1"/>
            </p:cNvSpPr>
            <p:nvPr/>
          </p:nvSpPr>
          <p:spPr bwMode="auto">
            <a:xfrm>
              <a:off x="6451600" y="2120900"/>
              <a:ext cx="939800" cy="5461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196" name="AutoShape 20">
              <a:extLst>
                <a:ext uri="{FF2B5EF4-FFF2-40B4-BE49-F238E27FC236}">
                  <a16:creationId xmlns:a16="http://schemas.microsoft.com/office/drawing/2014/main" id="{A180C573-1D48-4BF4-894C-0D3C5ACA4457}"/>
                </a:ext>
              </a:extLst>
            </p:cNvPr>
            <p:cNvSpPr>
              <a:spLocks noChangeArrowheads="1"/>
            </p:cNvSpPr>
            <p:nvPr/>
          </p:nvSpPr>
          <p:spPr bwMode="auto">
            <a:xfrm>
              <a:off x="4394259" y="3187656"/>
              <a:ext cx="579448" cy="590533"/>
            </a:xfrm>
            <a:prstGeom prst="triangle">
              <a:avLst>
                <a:gd name="adj" fmla="val 50000"/>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q0</a:t>
              </a:r>
              <a:endParaRPr lang="ru-RU" sz="2000">
                <a:latin typeface="Arial" charset="0"/>
                <a:cs typeface="Arial" charset="0"/>
              </a:endParaRPr>
            </a:p>
          </p:txBody>
        </p:sp>
        <p:sp>
          <p:nvSpPr>
            <p:cNvPr id="50197" name="AutoShape 21">
              <a:extLst>
                <a:ext uri="{FF2B5EF4-FFF2-40B4-BE49-F238E27FC236}">
                  <a16:creationId xmlns:a16="http://schemas.microsoft.com/office/drawing/2014/main" id="{FF822179-EA2D-4C25-A54A-A367FCC3BB56}"/>
                </a:ext>
              </a:extLst>
            </p:cNvPr>
            <p:cNvSpPr>
              <a:spLocks noChangeArrowheads="1"/>
            </p:cNvSpPr>
            <p:nvPr/>
          </p:nvSpPr>
          <p:spPr bwMode="auto">
            <a:xfrm>
              <a:off x="6578695" y="3195593"/>
              <a:ext cx="579448" cy="590533"/>
            </a:xfrm>
            <a:prstGeom prst="triangle">
              <a:avLst>
                <a:gd name="adj" fmla="val 50000"/>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q1</a:t>
              </a:r>
              <a:endParaRPr lang="ru-RU" sz="2000">
                <a:latin typeface="Arial" charset="0"/>
                <a:cs typeface="Arial" charset="0"/>
              </a:endParaRPr>
            </a:p>
          </p:txBody>
        </p:sp>
        <p:sp>
          <p:nvSpPr>
            <p:cNvPr id="91158" name="AutoShape 22">
              <a:extLst>
                <a:ext uri="{FF2B5EF4-FFF2-40B4-BE49-F238E27FC236}">
                  <a16:creationId xmlns:a16="http://schemas.microsoft.com/office/drawing/2014/main" id="{D137E176-1A4C-0F55-45D4-04B3AC33D00B}"/>
                </a:ext>
              </a:extLst>
            </p:cNvPr>
            <p:cNvSpPr>
              <a:spLocks/>
            </p:cNvSpPr>
            <p:nvPr/>
          </p:nvSpPr>
          <p:spPr bwMode="auto">
            <a:xfrm rot="-5400000">
              <a:off x="5121275" y="2311400"/>
              <a:ext cx="352425" cy="1209675"/>
            </a:xfrm>
            <a:prstGeom prst="rightBrace">
              <a:avLst>
                <a:gd name="adj1" fmla="val 28604"/>
                <a:gd name="adj2" fmla="val 50000"/>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91159" name="Text Box 23">
              <a:extLst>
                <a:ext uri="{FF2B5EF4-FFF2-40B4-BE49-F238E27FC236}">
                  <a16:creationId xmlns:a16="http://schemas.microsoft.com/office/drawing/2014/main" id="{42AFC0A1-7FCC-4B4B-3412-0A8E9BB9D634}"/>
                </a:ext>
              </a:extLst>
            </p:cNvPr>
            <p:cNvSpPr txBox="1">
              <a:spLocks noChangeArrowheads="1"/>
            </p:cNvSpPr>
            <p:nvPr/>
          </p:nvSpPr>
          <p:spPr bwMode="auto">
            <a:xfrm>
              <a:off x="5067300" y="30734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a:t>
              </a:r>
              <a:endParaRPr lang="ru-RU" altLang="en-US" b="0">
                <a:sym typeface="Symbol" panose="05050102010706020507" pitchFamily="18" charset="2"/>
              </a:endParaRPr>
            </a:p>
          </p:txBody>
        </p:sp>
        <p:sp>
          <p:nvSpPr>
            <p:cNvPr id="50200" name="AutoShape 27">
              <a:extLst>
                <a:ext uri="{FF2B5EF4-FFF2-40B4-BE49-F238E27FC236}">
                  <a16:creationId xmlns:a16="http://schemas.microsoft.com/office/drawing/2014/main" id="{B1B4B4DF-1511-42C9-9BA9-F5B5C13A456C}"/>
                </a:ext>
              </a:extLst>
            </p:cNvPr>
            <p:cNvSpPr>
              <a:spLocks noChangeArrowheads="1"/>
            </p:cNvSpPr>
            <p:nvPr/>
          </p:nvSpPr>
          <p:spPr bwMode="auto">
            <a:xfrm>
              <a:off x="5610304" y="3205118"/>
              <a:ext cx="579448" cy="590533"/>
            </a:xfrm>
            <a:prstGeom prst="triangle">
              <a:avLst>
                <a:gd name="adj" fmla="val 50000"/>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p0</a:t>
              </a:r>
              <a:endParaRPr lang="ru-RU" sz="2000">
                <a:latin typeface="Arial" charset="0"/>
                <a:cs typeface="Arial" charset="0"/>
              </a:endParaRPr>
            </a:p>
          </p:txBody>
        </p:sp>
        <p:sp>
          <p:nvSpPr>
            <p:cNvPr id="91161" name="AutoShape 29">
              <a:extLst>
                <a:ext uri="{FF2B5EF4-FFF2-40B4-BE49-F238E27FC236}">
                  <a16:creationId xmlns:a16="http://schemas.microsoft.com/office/drawing/2014/main" id="{7F120C62-5DF9-8D47-7BEC-62B48B575800}"/>
                </a:ext>
              </a:extLst>
            </p:cNvPr>
            <p:cNvSpPr>
              <a:spLocks/>
            </p:cNvSpPr>
            <p:nvPr/>
          </p:nvSpPr>
          <p:spPr bwMode="auto">
            <a:xfrm rot="-5400000">
              <a:off x="7292975" y="2324100"/>
              <a:ext cx="352425" cy="1209675"/>
            </a:xfrm>
            <a:prstGeom prst="rightBrace">
              <a:avLst>
                <a:gd name="adj1" fmla="val 28604"/>
                <a:gd name="adj2" fmla="val 50000"/>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91162" name="Text Box 30">
              <a:extLst>
                <a:ext uri="{FF2B5EF4-FFF2-40B4-BE49-F238E27FC236}">
                  <a16:creationId xmlns:a16="http://schemas.microsoft.com/office/drawing/2014/main" id="{50B70FD4-9B6B-E488-B0B5-A5C009F6A249}"/>
                </a:ext>
              </a:extLst>
            </p:cNvPr>
            <p:cNvSpPr txBox="1">
              <a:spLocks noChangeArrowheads="1"/>
            </p:cNvSpPr>
            <p:nvPr/>
          </p:nvSpPr>
          <p:spPr bwMode="auto">
            <a:xfrm>
              <a:off x="7353300" y="313277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a:t>
              </a:r>
              <a:endParaRPr lang="ru-RU" altLang="en-US" b="0">
                <a:sym typeface="Symbol" panose="05050102010706020507" pitchFamily="18" charset="2"/>
              </a:endParaRPr>
            </a:p>
          </p:txBody>
        </p:sp>
        <p:sp>
          <p:nvSpPr>
            <p:cNvPr id="50203" name="AutoShape 35">
              <a:extLst>
                <a:ext uri="{FF2B5EF4-FFF2-40B4-BE49-F238E27FC236}">
                  <a16:creationId xmlns:a16="http://schemas.microsoft.com/office/drawing/2014/main" id="{F56E3D57-1F5E-4ACA-A431-1570D4020F91}"/>
                </a:ext>
              </a:extLst>
            </p:cNvPr>
            <p:cNvSpPr>
              <a:spLocks noChangeArrowheads="1"/>
            </p:cNvSpPr>
            <p:nvPr/>
          </p:nvSpPr>
          <p:spPr bwMode="auto">
            <a:xfrm>
              <a:off x="7801090" y="3224167"/>
              <a:ext cx="579448" cy="590533"/>
            </a:xfrm>
            <a:prstGeom prst="triangle">
              <a:avLst>
                <a:gd name="adj" fmla="val 50000"/>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2000">
                  <a:latin typeface="Arial" charset="0"/>
                  <a:cs typeface="Arial" charset="0"/>
                </a:rPr>
                <a:t>p1</a:t>
              </a:r>
              <a:endParaRPr lang="ru-RU" sz="2000">
                <a:latin typeface="Arial" charset="0"/>
                <a:cs typeface="Arial" charset="0"/>
              </a:endParaRPr>
            </a:p>
          </p:txBody>
        </p:sp>
      </p:grpSp>
      <p:sp>
        <p:nvSpPr>
          <p:cNvPr id="91140" name="Text Box 7">
            <a:extLst>
              <a:ext uri="{FF2B5EF4-FFF2-40B4-BE49-F238E27FC236}">
                <a16:creationId xmlns:a16="http://schemas.microsoft.com/office/drawing/2014/main" id="{051E8F4A-C00D-0B51-123E-4772B5948C3A}"/>
              </a:ext>
            </a:extLst>
          </p:cNvPr>
          <p:cNvSpPr txBox="1">
            <a:spLocks noChangeArrowheads="1"/>
          </p:cNvSpPr>
          <p:nvPr/>
        </p:nvSpPr>
        <p:spPr bwMode="auto">
          <a:xfrm>
            <a:off x="1778000" y="4186238"/>
            <a:ext cx="3911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sym typeface="Symbol" panose="05050102010706020507" pitchFamily="18" charset="2"/>
              </a:rPr>
              <a:t>Index  v1= index v2</a:t>
            </a:r>
            <a:endParaRPr lang="ru-RU" altLang="en-US" b="0">
              <a:sym typeface="Symbol" panose="05050102010706020507" pitchFamily="18" charset="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04FFC2AE-5458-CC70-6344-D7DC8089187B}"/>
              </a:ext>
            </a:extLst>
          </p:cNvPr>
          <p:cNvSpPr>
            <a:spLocks noGrp="1" noChangeArrowheads="1"/>
          </p:cNvSpPr>
          <p:nvPr>
            <p:ph type="title"/>
          </p:nvPr>
        </p:nvSpPr>
        <p:spPr>
          <a:xfrm>
            <a:off x="-1" y="183402"/>
            <a:ext cx="11612880" cy="704088"/>
          </a:xfrm>
        </p:spPr>
        <p:txBody>
          <a:bodyPr/>
          <a:lstStyle/>
          <a:p>
            <a:r>
              <a:rPr lang="ru-RU" altLang="en-US"/>
              <a:t>Representation of Logic Circuit in the Form of BDD </a:t>
            </a:r>
          </a:p>
        </p:txBody>
      </p:sp>
      <p:grpSp>
        <p:nvGrpSpPr>
          <p:cNvPr id="92163" name="Group 3">
            <a:extLst>
              <a:ext uri="{FF2B5EF4-FFF2-40B4-BE49-F238E27FC236}">
                <a16:creationId xmlns:a16="http://schemas.microsoft.com/office/drawing/2014/main" id="{5AA6AAA0-DDD8-7EDD-19C6-5A3CE9CC9A66}"/>
              </a:ext>
            </a:extLst>
          </p:cNvPr>
          <p:cNvGrpSpPr>
            <a:grpSpLocks/>
          </p:cNvGrpSpPr>
          <p:nvPr/>
        </p:nvGrpSpPr>
        <p:grpSpPr bwMode="auto">
          <a:xfrm>
            <a:off x="4716464" y="1358901"/>
            <a:ext cx="3449637" cy="1357313"/>
            <a:chOff x="347" y="908"/>
            <a:chExt cx="2173" cy="855"/>
          </a:xfrm>
        </p:grpSpPr>
        <p:grpSp>
          <p:nvGrpSpPr>
            <p:cNvPr id="92246" name="Group 4">
              <a:extLst>
                <a:ext uri="{FF2B5EF4-FFF2-40B4-BE49-F238E27FC236}">
                  <a16:creationId xmlns:a16="http://schemas.microsoft.com/office/drawing/2014/main" id="{E0890330-2431-F1E9-D305-959D80DC7A14}"/>
                </a:ext>
              </a:extLst>
            </p:cNvPr>
            <p:cNvGrpSpPr>
              <a:grpSpLocks/>
            </p:cNvGrpSpPr>
            <p:nvPr/>
          </p:nvGrpSpPr>
          <p:grpSpPr bwMode="auto">
            <a:xfrm>
              <a:off x="347" y="908"/>
              <a:ext cx="2173" cy="730"/>
              <a:chOff x="347" y="908"/>
              <a:chExt cx="2173" cy="730"/>
            </a:xfrm>
          </p:grpSpPr>
          <p:sp>
            <p:nvSpPr>
              <p:cNvPr id="92252" name="AutoShape 5">
                <a:extLst>
                  <a:ext uri="{FF2B5EF4-FFF2-40B4-BE49-F238E27FC236}">
                    <a16:creationId xmlns:a16="http://schemas.microsoft.com/office/drawing/2014/main" id="{9F80CC24-1468-24E5-0782-8F2326708819}"/>
                  </a:ext>
                </a:extLst>
              </p:cNvPr>
              <p:cNvSpPr>
                <a:spLocks noChangeArrowheads="1"/>
              </p:cNvSpPr>
              <p:nvPr/>
            </p:nvSpPr>
            <p:spPr bwMode="auto">
              <a:xfrm flipH="1">
                <a:off x="1701" y="1206"/>
                <a:ext cx="243" cy="296"/>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92253" name="AutoShape 6">
                <a:extLst>
                  <a:ext uri="{FF2B5EF4-FFF2-40B4-BE49-F238E27FC236}">
                    <a16:creationId xmlns:a16="http://schemas.microsoft.com/office/drawing/2014/main" id="{FDA6C11B-5039-5C84-B0A0-2388C625191A}"/>
                  </a:ext>
                </a:extLst>
              </p:cNvPr>
              <p:cNvSpPr>
                <a:spLocks noChangeArrowheads="1"/>
              </p:cNvSpPr>
              <p:nvPr/>
            </p:nvSpPr>
            <p:spPr bwMode="auto">
              <a:xfrm>
                <a:off x="1167" y="985"/>
                <a:ext cx="244" cy="266"/>
              </a:xfrm>
              <a:prstGeom prst="flowChartDelay">
                <a:avLst/>
              </a:prstGeom>
              <a:solidFill>
                <a:srgbClr val="FFFFFF"/>
              </a:solidFill>
              <a:ln w="2222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92254" name="Line 7">
                <a:extLst>
                  <a:ext uri="{FF2B5EF4-FFF2-40B4-BE49-F238E27FC236}">
                    <a16:creationId xmlns:a16="http://schemas.microsoft.com/office/drawing/2014/main" id="{28F1B32A-E32F-EFB1-13D0-26E76A36AFCD}"/>
                  </a:ext>
                </a:extLst>
              </p:cNvPr>
              <p:cNvSpPr>
                <a:spLocks noChangeShapeType="1"/>
              </p:cNvSpPr>
              <p:nvPr/>
            </p:nvSpPr>
            <p:spPr bwMode="auto">
              <a:xfrm>
                <a:off x="568" y="1040"/>
                <a:ext cx="59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55" name="Line 8">
                <a:extLst>
                  <a:ext uri="{FF2B5EF4-FFF2-40B4-BE49-F238E27FC236}">
                    <a16:creationId xmlns:a16="http://schemas.microsoft.com/office/drawing/2014/main" id="{620782CA-6974-AC28-AEC7-A3FF237D26C0}"/>
                  </a:ext>
                </a:extLst>
              </p:cNvPr>
              <p:cNvSpPr>
                <a:spLocks noChangeShapeType="1"/>
              </p:cNvSpPr>
              <p:nvPr/>
            </p:nvSpPr>
            <p:spPr bwMode="auto">
              <a:xfrm>
                <a:off x="560" y="1188"/>
                <a:ext cx="60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56" name="Line 9">
                <a:extLst>
                  <a:ext uri="{FF2B5EF4-FFF2-40B4-BE49-F238E27FC236}">
                    <a16:creationId xmlns:a16="http://schemas.microsoft.com/office/drawing/2014/main" id="{E02B2081-358A-32AC-5BBC-66DFD1C72970}"/>
                  </a:ext>
                </a:extLst>
              </p:cNvPr>
              <p:cNvSpPr>
                <a:spLocks noChangeShapeType="1"/>
              </p:cNvSpPr>
              <p:nvPr/>
            </p:nvSpPr>
            <p:spPr bwMode="auto">
              <a:xfrm>
                <a:off x="679" y="1189"/>
                <a:ext cx="0" cy="344"/>
              </a:xfrm>
              <a:prstGeom prst="line">
                <a:avLst/>
              </a:prstGeom>
              <a:noFill/>
              <a:ln w="222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2257" name="Line 10">
                <a:extLst>
                  <a:ext uri="{FF2B5EF4-FFF2-40B4-BE49-F238E27FC236}">
                    <a16:creationId xmlns:a16="http://schemas.microsoft.com/office/drawing/2014/main" id="{5C62B1FB-4F04-761D-93B0-5421E0134A75}"/>
                  </a:ext>
                </a:extLst>
              </p:cNvPr>
              <p:cNvSpPr>
                <a:spLocks noChangeShapeType="1"/>
              </p:cNvSpPr>
              <p:nvPr/>
            </p:nvSpPr>
            <p:spPr bwMode="auto">
              <a:xfrm>
                <a:off x="1588" y="1286"/>
                <a:ext cx="1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58" name="Line 11">
                <a:extLst>
                  <a:ext uri="{FF2B5EF4-FFF2-40B4-BE49-F238E27FC236}">
                    <a16:creationId xmlns:a16="http://schemas.microsoft.com/office/drawing/2014/main" id="{74A9F86C-8965-DA20-4690-EA735ED855C8}"/>
                  </a:ext>
                </a:extLst>
              </p:cNvPr>
              <p:cNvSpPr>
                <a:spLocks noChangeShapeType="1"/>
              </p:cNvSpPr>
              <p:nvPr/>
            </p:nvSpPr>
            <p:spPr bwMode="auto">
              <a:xfrm>
                <a:off x="1588" y="1425"/>
                <a:ext cx="1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59" name="Line 12">
                <a:extLst>
                  <a:ext uri="{FF2B5EF4-FFF2-40B4-BE49-F238E27FC236}">
                    <a16:creationId xmlns:a16="http://schemas.microsoft.com/office/drawing/2014/main" id="{34011359-BBCE-A01E-9532-B8D1707238A9}"/>
                  </a:ext>
                </a:extLst>
              </p:cNvPr>
              <p:cNvSpPr>
                <a:spLocks noChangeShapeType="1"/>
              </p:cNvSpPr>
              <p:nvPr/>
            </p:nvSpPr>
            <p:spPr bwMode="auto">
              <a:xfrm>
                <a:off x="1412" y="1129"/>
                <a:ext cx="1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60" name="Line 13">
                <a:extLst>
                  <a:ext uri="{FF2B5EF4-FFF2-40B4-BE49-F238E27FC236}">
                    <a16:creationId xmlns:a16="http://schemas.microsoft.com/office/drawing/2014/main" id="{E4D67F15-B71F-3083-703F-2B0A499F5E90}"/>
                  </a:ext>
                </a:extLst>
              </p:cNvPr>
              <p:cNvSpPr>
                <a:spLocks noChangeShapeType="1"/>
              </p:cNvSpPr>
              <p:nvPr/>
            </p:nvSpPr>
            <p:spPr bwMode="auto">
              <a:xfrm>
                <a:off x="1581" y="1129"/>
                <a:ext cx="0" cy="15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61" name="Line 14">
                <a:extLst>
                  <a:ext uri="{FF2B5EF4-FFF2-40B4-BE49-F238E27FC236}">
                    <a16:creationId xmlns:a16="http://schemas.microsoft.com/office/drawing/2014/main" id="{468368EA-82D5-6C94-947D-8C64F4E95503}"/>
                  </a:ext>
                </a:extLst>
              </p:cNvPr>
              <p:cNvSpPr>
                <a:spLocks noChangeShapeType="1"/>
              </p:cNvSpPr>
              <p:nvPr/>
            </p:nvSpPr>
            <p:spPr bwMode="auto">
              <a:xfrm>
                <a:off x="1581" y="1425"/>
                <a:ext cx="0" cy="15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62" name="Line 15">
                <a:extLst>
                  <a:ext uri="{FF2B5EF4-FFF2-40B4-BE49-F238E27FC236}">
                    <a16:creationId xmlns:a16="http://schemas.microsoft.com/office/drawing/2014/main" id="{F94A5930-FB77-2FAD-5E56-2F87FA864880}"/>
                  </a:ext>
                </a:extLst>
              </p:cNvPr>
              <p:cNvSpPr>
                <a:spLocks noChangeShapeType="1"/>
              </p:cNvSpPr>
              <p:nvPr/>
            </p:nvSpPr>
            <p:spPr bwMode="auto">
              <a:xfrm>
                <a:off x="1939" y="1358"/>
                <a:ext cx="24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63" name="Text Box 16">
                <a:extLst>
                  <a:ext uri="{FF2B5EF4-FFF2-40B4-BE49-F238E27FC236}">
                    <a16:creationId xmlns:a16="http://schemas.microsoft.com/office/drawing/2014/main" id="{EB188B80-DB32-31E7-8000-82132B186B2B}"/>
                  </a:ext>
                </a:extLst>
              </p:cNvPr>
              <p:cNvSpPr txBox="1">
                <a:spLocks noChangeArrowheads="1"/>
              </p:cNvSpPr>
              <p:nvPr/>
            </p:nvSpPr>
            <p:spPr bwMode="auto">
              <a:xfrm>
                <a:off x="347" y="908"/>
                <a:ext cx="324"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a:t>
                </a:r>
                <a:endParaRPr lang="ru-RU" altLang="en-US" sz="1600" b="0"/>
              </a:p>
            </p:txBody>
          </p:sp>
          <p:sp>
            <p:nvSpPr>
              <p:cNvPr id="92264" name="Text Box 17">
                <a:extLst>
                  <a:ext uri="{FF2B5EF4-FFF2-40B4-BE49-F238E27FC236}">
                    <a16:creationId xmlns:a16="http://schemas.microsoft.com/office/drawing/2014/main" id="{27E888D1-D394-9603-FA67-0E2E8ABF6B70}"/>
                  </a:ext>
                </a:extLst>
              </p:cNvPr>
              <p:cNvSpPr txBox="1">
                <a:spLocks noChangeArrowheads="1"/>
              </p:cNvSpPr>
              <p:nvPr/>
            </p:nvSpPr>
            <p:spPr bwMode="auto">
              <a:xfrm>
                <a:off x="348" y="1077"/>
                <a:ext cx="325"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c</a:t>
                </a:r>
                <a:endParaRPr lang="ru-RU" altLang="en-US" sz="1600" b="0"/>
              </a:p>
            </p:txBody>
          </p:sp>
          <p:sp>
            <p:nvSpPr>
              <p:cNvPr id="92265" name="Text Box 18">
                <a:extLst>
                  <a:ext uri="{FF2B5EF4-FFF2-40B4-BE49-F238E27FC236}">
                    <a16:creationId xmlns:a16="http://schemas.microsoft.com/office/drawing/2014/main" id="{A56EF721-C060-70A0-F7AB-07ED2801020C}"/>
                  </a:ext>
                </a:extLst>
              </p:cNvPr>
              <p:cNvSpPr txBox="1">
                <a:spLocks noChangeArrowheads="1"/>
              </p:cNvSpPr>
              <p:nvPr/>
            </p:nvSpPr>
            <p:spPr bwMode="auto">
              <a:xfrm>
                <a:off x="2196" y="1232"/>
                <a:ext cx="324"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z</a:t>
                </a:r>
                <a:endParaRPr lang="ru-RU" altLang="en-US" sz="1600" b="0"/>
              </a:p>
            </p:txBody>
          </p:sp>
          <p:sp>
            <p:nvSpPr>
              <p:cNvPr id="92266" name="Text Box 19">
                <a:extLst>
                  <a:ext uri="{FF2B5EF4-FFF2-40B4-BE49-F238E27FC236}">
                    <a16:creationId xmlns:a16="http://schemas.microsoft.com/office/drawing/2014/main" id="{D9FA0D1D-6F2A-E4F9-A071-E557A02698C1}"/>
                  </a:ext>
                </a:extLst>
              </p:cNvPr>
              <p:cNvSpPr txBox="1">
                <a:spLocks noChangeArrowheads="1"/>
              </p:cNvSpPr>
              <p:nvPr/>
            </p:nvSpPr>
            <p:spPr bwMode="auto">
              <a:xfrm>
                <a:off x="1406" y="919"/>
                <a:ext cx="324"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x</a:t>
                </a:r>
                <a:endParaRPr lang="ru-RU" altLang="en-US" sz="1600" b="0"/>
              </a:p>
            </p:txBody>
          </p:sp>
          <p:sp>
            <p:nvSpPr>
              <p:cNvPr id="92267" name="Text Box 20">
                <a:extLst>
                  <a:ext uri="{FF2B5EF4-FFF2-40B4-BE49-F238E27FC236}">
                    <a16:creationId xmlns:a16="http://schemas.microsoft.com/office/drawing/2014/main" id="{9A5BE426-069F-6398-709D-5CBA899521A3}"/>
                  </a:ext>
                </a:extLst>
              </p:cNvPr>
              <p:cNvSpPr txBox="1">
                <a:spLocks noChangeArrowheads="1"/>
              </p:cNvSpPr>
              <p:nvPr/>
            </p:nvSpPr>
            <p:spPr bwMode="auto">
              <a:xfrm>
                <a:off x="1406" y="1371"/>
                <a:ext cx="252"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y</a:t>
                </a:r>
                <a:endParaRPr lang="ru-RU" altLang="en-US" sz="1600" b="0"/>
              </a:p>
            </p:txBody>
          </p:sp>
        </p:grpSp>
        <p:sp>
          <p:nvSpPr>
            <p:cNvPr id="92247" name="AutoShape 21">
              <a:extLst>
                <a:ext uri="{FF2B5EF4-FFF2-40B4-BE49-F238E27FC236}">
                  <a16:creationId xmlns:a16="http://schemas.microsoft.com/office/drawing/2014/main" id="{C5B76E18-81B1-8812-AB7C-DCEE2657724A}"/>
                </a:ext>
              </a:extLst>
            </p:cNvPr>
            <p:cNvSpPr>
              <a:spLocks noChangeArrowheads="1"/>
            </p:cNvSpPr>
            <p:nvPr/>
          </p:nvSpPr>
          <p:spPr bwMode="auto">
            <a:xfrm>
              <a:off x="1172" y="1447"/>
              <a:ext cx="243" cy="266"/>
            </a:xfrm>
            <a:prstGeom prst="flowChartDelay">
              <a:avLst/>
            </a:prstGeom>
            <a:solidFill>
              <a:srgbClr val="FFFFFF"/>
            </a:solidFill>
            <a:ln w="2222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92248" name="Line 22">
              <a:extLst>
                <a:ext uri="{FF2B5EF4-FFF2-40B4-BE49-F238E27FC236}">
                  <a16:creationId xmlns:a16="http://schemas.microsoft.com/office/drawing/2014/main" id="{6E74DF8F-F2DD-5562-2CD0-C12736E3C5F8}"/>
                </a:ext>
              </a:extLst>
            </p:cNvPr>
            <p:cNvSpPr>
              <a:spLocks noChangeShapeType="1"/>
            </p:cNvSpPr>
            <p:nvPr/>
          </p:nvSpPr>
          <p:spPr bwMode="auto">
            <a:xfrm>
              <a:off x="565" y="1632"/>
              <a:ext cx="59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49" name="Line 23">
              <a:extLst>
                <a:ext uri="{FF2B5EF4-FFF2-40B4-BE49-F238E27FC236}">
                  <a16:creationId xmlns:a16="http://schemas.microsoft.com/office/drawing/2014/main" id="{4C85E5F7-CFF0-D604-CA2D-8595F2A00EBD}"/>
                </a:ext>
              </a:extLst>
            </p:cNvPr>
            <p:cNvSpPr>
              <a:spLocks noChangeShapeType="1"/>
            </p:cNvSpPr>
            <p:nvPr/>
          </p:nvSpPr>
          <p:spPr bwMode="auto">
            <a:xfrm flipH="1">
              <a:off x="675" y="1527"/>
              <a:ext cx="50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50" name="Line 24">
              <a:extLst>
                <a:ext uri="{FF2B5EF4-FFF2-40B4-BE49-F238E27FC236}">
                  <a16:creationId xmlns:a16="http://schemas.microsoft.com/office/drawing/2014/main" id="{E88775B5-C9CC-F0E4-766A-24F15D7B626C}"/>
                </a:ext>
              </a:extLst>
            </p:cNvPr>
            <p:cNvSpPr>
              <a:spLocks noChangeShapeType="1"/>
            </p:cNvSpPr>
            <p:nvPr/>
          </p:nvSpPr>
          <p:spPr bwMode="auto">
            <a:xfrm>
              <a:off x="1419" y="1580"/>
              <a:ext cx="1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51" name="Text Box 25">
              <a:extLst>
                <a:ext uri="{FF2B5EF4-FFF2-40B4-BE49-F238E27FC236}">
                  <a16:creationId xmlns:a16="http://schemas.microsoft.com/office/drawing/2014/main" id="{30EB2038-6CEE-429A-D73F-551599EBE0CE}"/>
                </a:ext>
              </a:extLst>
            </p:cNvPr>
            <p:cNvSpPr txBox="1">
              <a:spLocks noChangeArrowheads="1"/>
            </p:cNvSpPr>
            <p:nvPr/>
          </p:nvSpPr>
          <p:spPr bwMode="auto">
            <a:xfrm>
              <a:off x="357" y="1496"/>
              <a:ext cx="324"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b</a:t>
              </a:r>
              <a:endParaRPr lang="ru-RU" altLang="en-US" sz="1600" b="0"/>
            </a:p>
          </p:txBody>
        </p:sp>
      </p:grpSp>
      <p:sp>
        <p:nvSpPr>
          <p:cNvPr id="92164" name="Oval 26">
            <a:extLst>
              <a:ext uri="{FF2B5EF4-FFF2-40B4-BE49-F238E27FC236}">
                <a16:creationId xmlns:a16="http://schemas.microsoft.com/office/drawing/2014/main" id="{48CCAC42-7FA0-A27B-6F87-263D9ECDD561}"/>
              </a:ext>
            </a:extLst>
          </p:cNvPr>
          <p:cNvSpPr>
            <a:spLocks noChangeArrowheads="1"/>
          </p:cNvSpPr>
          <p:nvPr/>
        </p:nvSpPr>
        <p:spPr bwMode="auto">
          <a:xfrm>
            <a:off x="4013200" y="3200400"/>
            <a:ext cx="431800" cy="4064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b</a:t>
            </a:r>
            <a:endParaRPr lang="ru-RU" altLang="en-US" sz="2000" b="0"/>
          </a:p>
        </p:txBody>
      </p:sp>
      <p:sp>
        <p:nvSpPr>
          <p:cNvPr id="92165" name="Rectangle 27">
            <a:extLst>
              <a:ext uri="{FF2B5EF4-FFF2-40B4-BE49-F238E27FC236}">
                <a16:creationId xmlns:a16="http://schemas.microsoft.com/office/drawing/2014/main" id="{92BF8CE4-4AD7-3CC5-F73B-696109994BD0}"/>
              </a:ext>
            </a:extLst>
          </p:cNvPr>
          <p:cNvSpPr>
            <a:spLocks noChangeArrowheads="1"/>
          </p:cNvSpPr>
          <p:nvPr/>
        </p:nvSpPr>
        <p:spPr bwMode="auto">
          <a:xfrm>
            <a:off x="3721100" y="5156200"/>
            <a:ext cx="6096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0</a:t>
            </a:r>
            <a:endParaRPr lang="en-US" altLang="en-US" sz="2000" b="0">
              <a:sym typeface="Symbol" panose="05050102010706020507" pitchFamily="18" charset="2"/>
            </a:endParaRPr>
          </a:p>
        </p:txBody>
      </p:sp>
      <p:sp>
        <p:nvSpPr>
          <p:cNvPr id="92166" name="Line 28">
            <a:extLst>
              <a:ext uri="{FF2B5EF4-FFF2-40B4-BE49-F238E27FC236}">
                <a16:creationId xmlns:a16="http://schemas.microsoft.com/office/drawing/2014/main" id="{EAE2BB3E-113A-994F-9C52-F67908FCB528}"/>
              </a:ext>
            </a:extLst>
          </p:cNvPr>
          <p:cNvSpPr>
            <a:spLocks noChangeShapeType="1"/>
          </p:cNvSpPr>
          <p:nvPr/>
        </p:nvSpPr>
        <p:spPr bwMode="auto">
          <a:xfrm flipH="1">
            <a:off x="3937001" y="3644900"/>
            <a:ext cx="220663" cy="15113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167" name="Oval 29">
            <a:extLst>
              <a:ext uri="{FF2B5EF4-FFF2-40B4-BE49-F238E27FC236}">
                <a16:creationId xmlns:a16="http://schemas.microsoft.com/office/drawing/2014/main" id="{8131A51D-F7CB-1781-5D55-DE0DA3AA0718}"/>
              </a:ext>
            </a:extLst>
          </p:cNvPr>
          <p:cNvSpPr>
            <a:spLocks noChangeArrowheads="1"/>
          </p:cNvSpPr>
          <p:nvPr/>
        </p:nvSpPr>
        <p:spPr bwMode="auto">
          <a:xfrm>
            <a:off x="4470400" y="4152900"/>
            <a:ext cx="431800" cy="4318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endParaRPr lang="ru-RU" altLang="en-US" sz="2000" b="0"/>
          </a:p>
        </p:txBody>
      </p:sp>
      <p:sp>
        <p:nvSpPr>
          <p:cNvPr id="92168" name="Rectangle 30">
            <a:extLst>
              <a:ext uri="{FF2B5EF4-FFF2-40B4-BE49-F238E27FC236}">
                <a16:creationId xmlns:a16="http://schemas.microsoft.com/office/drawing/2014/main" id="{F011B853-93BE-8A10-912E-7BEAA8F6A404}"/>
              </a:ext>
            </a:extLst>
          </p:cNvPr>
          <p:cNvSpPr>
            <a:spLocks noChangeArrowheads="1"/>
          </p:cNvSpPr>
          <p:nvPr/>
        </p:nvSpPr>
        <p:spPr bwMode="auto">
          <a:xfrm>
            <a:off x="4381500" y="4178300"/>
            <a:ext cx="609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sym typeface="Symbol" panose="05050102010706020507" pitchFamily="18" charset="2"/>
              </a:rPr>
              <a:t>c</a:t>
            </a:r>
          </a:p>
        </p:txBody>
      </p:sp>
      <p:sp>
        <p:nvSpPr>
          <p:cNvPr id="92169" name="Line 31">
            <a:extLst>
              <a:ext uri="{FF2B5EF4-FFF2-40B4-BE49-F238E27FC236}">
                <a16:creationId xmlns:a16="http://schemas.microsoft.com/office/drawing/2014/main" id="{9ED6DB42-15A0-5326-32D9-4BBC3C6ABACB}"/>
              </a:ext>
            </a:extLst>
          </p:cNvPr>
          <p:cNvSpPr>
            <a:spLocks noChangeShapeType="1"/>
          </p:cNvSpPr>
          <p:nvPr/>
        </p:nvSpPr>
        <p:spPr bwMode="auto">
          <a:xfrm>
            <a:off x="4318000" y="3594100"/>
            <a:ext cx="338138" cy="56515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70" name="Line 32">
            <a:extLst>
              <a:ext uri="{FF2B5EF4-FFF2-40B4-BE49-F238E27FC236}">
                <a16:creationId xmlns:a16="http://schemas.microsoft.com/office/drawing/2014/main" id="{EE33B1B4-1931-7D33-275D-85B9008C2E84}"/>
              </a:ext>
            </a:extLst>
          </p:cNvPr>
          <p:cNvSpPr>
            <a:spLocks noChangeShapeType="1"/>
          </p:cNvSpPr>
          <p:nvPr/>
        </p:nvSpPr>
        <p:spPr bwMode="auto">
          <a:xfrm flipH="1">
            <a:off x="4178301" y="4572001"/>
            <a:ext cx="373063" cy="557213"/>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171" name="Rectangle 33">
            <a:extLst>
              <a:ext uri="{FF2B5EF4-FFF2-40B4-BE49-F238E27FC236}">
                <a16:creationId xmlns:a16="http://schemas.microsoft.com/office/drawing/2014/main" id="{BDF656F1-988F-9DB1-C904-74A5B8624565}"/>
              </a:ext>
            </a:extLst>
          </p:cNvPr>
          <p:cNvSpPr>
            <a:spLocks noChangeArrowheads="1"/>
          </p:cNvSpPr>
          <p:nvPr/>
        </p:nvSpPr>
        <p:spPr bwMode="auto">
          <a:xfrm>
            <a:off x="4749800" y="5156200"/>
            <a:ext cx="5334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1</a:t>
            </a:r>
            <a:endParaRPr lang="ru-RU" altLang="en-US" sz="2000" b="0"/>
          </a:p>
        </p:txBody>
      </p:sp>
      <p:sp>
        <p:nvSpPr>
          <p:cNvPr id="92172" name="Line 34">
            <a:extLst>
              <a:ext uri="{FF2B5EF4-FFF2-40B4-BE49-F238E27FC236}">
                <a16:creationId xmlns:a16="http://schemas.microsoft.com/office/drawing/2014/main" id="{8987B34A-DF4B-43B7-9C4A-DD771179831C}"/>
              </a:ext>
            </a:extLst>
          </p:cNvPr>
          <p:cNvSpPr>
            <a:spLocks noChangeShapeType="1"/>
          </p:cNvSpPr>
          <p:nvPr/>
        </p:nvSpPr>
        <p:spPr bwMode="auto">
          <a:xfrm>
            <a:off x="4826000" y="4546601"/>
            <a:ext cx="190500" cy="60801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73" name="Text Box 35">
            <a:extLst>
              <a:ext uri="{FF2B5EF4-FFF2-40B4-BE49-F238E27FC236}">
                <a16:creationId xmlns:a16="http://schemas.microsoft.com/office/drawing/2014/main" id="{CB85592F-0CA3-D71C-19FE-2C545F773F66}"/>
              </a:ext>
            </a:extLst>
          </p:cNvPr>
          <p:cNvSpPr txBox="1">
            <a:spLocks noChangeArrowheads="1"/>
          </p:cNvSpPr>
          <p:nvPr/>
        </p:nvSpPr>
        <p:spPr bwMode="auto">
          <a:xfrm>
            <a:off x="3987800" y="2755901"/>
            <a:ext cx="889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y=b</a:t>
            </a:r>
            <a:r>
              <a:rPr lang="en-US" altLang="en-US" b="0">
                <a:sym typeface="Symbol" panose="05050102010706020507" pitchFamily="18" charset="2"/>
              </a:rPr>
              <a:t></a:t>
            </a:r>
            <a:r>
              <a:rPr lang="en-US" altLang="en-US" sz="2000" b="0">
                <a:sym typeface="Symbol" panose="05050102010706020507" pitchFamily="18" charset="2"/>
              </a:rPr>
              <a:t>c</a:t>
            </a:r>
          </a:p>
        </p:txBody>
      </p:sp>
      <p:sp>
        <p:nvSpPr>
          <p:cNvPr id="92174" name="Oval 36">
            <a:extLst>
              <a:ext uri="{FF2B5EF4-FFF2-40B4-BE49-F238E27FC236}">
                <a16:creationId xmlns:a16="http://schemas.microsoft.com/office/drawing/2014/main" id="{3208B7A9-FDB6-062C-C2A7-F7FAAF535D99}"/>
              </a:ext>
            </a:extLst>
          </p:cNvPr>
          <p:cNvSpPr>
            <a:spLocks noChangeArrowheads="1"/>
          </p:cNvSpPr>
          <p:nvPr/>
        </p:nvSpPr>
        <p:spPr bwMode="auto">
          <a:xfrm>
            <a:off x="2273300" y="3225800"/>
            <a:ext cx="431800" cy="4064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a</a:t>
            </a:r>
            <a:endParaRPr lang="ru-RU" altLang="en-US" sz="2000" b="0"/>
          </a:p>
        </p:txBody>
      </p:sp>
      <p:sp>
        <p:nvSpPr>
          <p:cNvPr id="92175" name="Rectangle 37">
            <a:extLst>
              <a:ext uri="{FF2B5EF4-FFF2-40B4-BE49-F238E27FC236}">
                <a16:creationId xmlns:a16="http://schemas.microsoft.com/office/drawing/2014/main" id="{14C0498A-238A-27F5-788D-D8C5F6091471}"/>
              </a:ext>
            </a:extLst>
          </p:cNvPr>
          <p:cNvSpPr>
            <a:spLocks noChangeArrowheads="1"/>
          </p:cNvSpPr>
          <p:nvPr/>
        </p:nvSpPr>
        <p:spPr bwMode="auto">
          <a:xfrm>
            <a:off x="1981200" y="5181600"/>
            <a:ext cx="6096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0</a:t>
            </a:r>
            <a:endParaRPr lang="en-US" altLang="en-US" sz="2000" b="0">
              <a:sym typeface="Symbol" panose="05050102010706020507" pitchFamily="18" charset="2"/>
            </a:endParaRPr>
          </a:p>
        </p:txBody>
      </p:sp>
      <p:sp>
        <p:nvSpPr>
          <p:cNvPr id="92176" name="Line 38">
            <a:extLst>
              <a:ext uri="{FF2B5EF4-FFF2-40B4-BE49-F238E27FC236}">
                <a16:creationId xmlns:a16="http://schemas.microsoft.com/office/drawing/2014/main" id="{7E6D437F-3C68-4A51-A8C8-28C9A078FFD1}"/>
              </a:ext>
            </a:extLst>
          </p:cNvPr>
          <p:cNvSpPr>
            <a:spLocks noChangeShapeType="1"/>
          </p:cNvSpPr>
          <p:nvPr/>
        </p:nvSpPr>
        <p:spPr bwMode="auto">
          <a:xfrm flipH="1">
            <a:off x="2197101" y="3670300"/>
            <a:ext cx="220663" cy="15113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177" name="Oval 39">
            <a:extLst>
              <a:ext uri="{FF2B5EF4-FFF2-40B4-BE49-F238E27FC236}">
                <a16:creationId xmlns:a16="http://schemas.microsoft.com/office/drawing/2014/main" id="{8CD07852-CE51-542A-A68E-C54C1A27968B}"/>
              </a:ext>
            </a:extLst>
          </p:cNvPr>
          <p:cNvSpPr>
            <a:spLocks noChangeArrowheads="1"/>
          </p:cNvSpPr>
          <p:nvPr/>
        </p:nvSpPr>
        <p:spPr bwMode="auto">
          <a:xfrm>
            <a:off x="2730500" y="4178300"/>
            <a:ext cx="431800" cy="4318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endParaRPr lang="ru-RU" altLang="en-US" sz="2000" b="0"/>
          </a:p>
        </p:txBody>
      </p:sp>
      <p:sp>
        <p:nvSpPr>
          <p:cNvPr id="92178" name="Rectangle 40">
            <a:extLst>
              <a:ext uri="{FF2B5EF4-FFF2-40B4-BE49-F238E27FC236}">
                <a16:creationId xmlns:a16="http://schemas.microsoft.com/office/drawing/2014/main" id="{55ED5CD8-8CC2-55D1-A075-34B6F6F2FF33}"/>
              </a:ext>
            </a:extLst>
          </p:cNvPr>
          <p:cNvSpPr>
            <a:spLocks noChangeArrowheads="1"/>
          </p:cNvSpPr>
          <p:nvPr/>
        </p:nvSpPr>
        <p:spPr bwMode="auto">
          <a:xfrm>
            <a:off x="2641600" y="4229100"/>
            <a:ext cx="609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sym typeface="Symbol" panose="05050102010706020507" pitchFamily="18" charset="2"/>
              </a:rPr>
              <a:t>c</a:t>
            </a:r>
          </a:p>
        </p:txBody>
      </p:sp>
      <p:sp>
        <p:nvSpPr>
          <p:cNvPr id="92179" name="Line 41">
            <a:extLst>
              <a:ext uri="{FF2B5EF4-FFF2-40B4-BE49-F238E27FC236}">
                <a16:creationId xmlns:a16="http://schemas.microsoft.com/office/drawing/2014/main" id="{D32867C3-1784-90DF-3EFE-945BA9B6A353}"/>
              </a:ext>
            </a:extLst>
          </p:cNvPr>
          <p:cNvSpPr>
            <a:spLocks noChangeShapeType="1"/>
          </p:cNvSpPr>
          <p:nvPr/>
        </p:nvSpPr>
        <p:spPr bwMode="auto">
          <a:xfrm>
            <a:off x="2578100" y="3619500"/>
            <a:ext cx="338138" cy="56515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80" name="Line 42">
            <a:extLst>
              <a:ext uri="{FF2B5EF4-FFF2-40B4-BE49-F238E27FC236}">
                <a16:creationId xmlns:a16="http://schemas.microsoft.com/office/drawing/2014/main" id="{7FFD5133-A313-368D-701C-9614D4EB845F}"/>
              </a:ext>
            </a:extLst>
          </p:cNvPr>
          <p:cNvSpPr>
            <a:spLocks noChangeShapeType="1"/>
          </p:cNvSpPr>
          <p:nvPr/>
        </p:nvSpPr>
        <p:spPr bwMode="auto">
          <a:xfrm flipH="1">
            <a:off x="2438401" y="4584701"/>
            <a:ext cx="436563" cy="568325"/>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181" name="Rectangle 43">
            <a:extLst>
              <a:ext uri="{FF2B5EF4-FFF2-40B4-BE49-F238E27FC236}">
                <a16:creationId xmlns:a16="http://schemas.microsoft.com/office/drawing/2014/main" id="{27B3860D-2348-1CBC-7C23-302F2F850A92}"/>
              </a:ext>
            </a:extLst>
          </p:cNvPr>
          <p:cNvSpPr>
            <a:spLocks noChangeArrowheads="1"/>
          </p:cNvSpPr>
          <p:nvPr/>
        </p:nvSpPr>
        <p:spPr bwMode="auto">
          <a:xfrm>
            <a:off x="3009900" y="5156200"/>
            <a:ext cx="5334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1</a:t>
            </a:r>
            <a:endParaRPr lang="ru-RU" altLang="en-US" sz="2000" b="0"/>
          </a:p>
        </p:txBody>
      </p:sp>
      <p:sp>
        <p:nvSpPr>
          <p:cNvPr id="92182" name="Line 44">
            <a:extLst>
              <a:ext uri="{FF2B5EF4-FFF2-40B4-BE49-F238E27FC236}">
                <a16:creationId xmlns:a16="http://schemas.microsoft.com/office/drawing/2014/main" id="{1882DEEB-8B6E-B1A0-196F-4D9CDB648F12}"/>
              </a:ext>
            </a:extLst>
          </p:cNvPr>
          <p:cNvSpPr>
            <a:spLocks noChangeShapeType="1"/>
          </p:cNvSpPr>
          <p:nvPr/>
        </p:nvSpPr>
        <p:spPr bwMode="auto">
          <a:xfrm>
            <a:off x="3086100" y="4572000"/>
            <a:ext cx="190500" cy="5715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83" name="Text Box 45">
            <a:extLst>
              <a:ext uri="{FF2B5EF4-FFF2-40B4-BE49-F238E27FC236}">
                <a16:creationId xmlns:a16="http://schemas.microsoft.com/office/drawing/2014/main" id="{024AF892-324E-A82E-A3D1-641A04A43259}"/>
              </a:ext>
            </a:extLst>
          </p:cNvPr>
          <p:cNvSpPr txBox="1">
            <a:spLocks noChangeArrowheads="1"/>
          </p:cNvSpPr>
          <p:nvPr/>
        </p:nvSpPr>
        <p:spPr bwMode="auto">
          <a:xfrm>
            <a:off x="2260600" y="2768600"/>
            <a:ext cx="952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x=a</a:t>
            </a:r>
            <a:r>
              <a:rPr lang="en-US" altLang="en-US" sz="2000" b="0">
                <a:sym typeface="Symbol" panose="05050102010706020507" pitchFamily="18" charset="2"/>
              </a:rPr>
              <a:t>c</a:t>
            </a:r>
          </a:p>
        </p:txBody>
      </p:sp>
      <p:sp>
        <p:nvSpPr>
          <p:cNvPr id="92184" name="Text Box 46">
            <a:extLst>
              <a:ext uri="{FF2B5EF4-FFF2-40B4-BE49-F238E27FC236}">
                <a16:creationId xmlns:a16="http://schemas.microsoft.com/office/drawing/2014/main" id="{C50C774F-D73D-D84C-251A-38EF1D548D82}"/>
              </a:ext>
            </a:extLst>
          </p:cNvPr>
          <p:cNvSpPr txBox="1">
            <a:spLocks noChangeArrowheads="1"/>
          </p:cNvSpPr>
          <p:nvPr/>
        </p:nvSpPr>
        <p:spPr bwMode="auto">
          <a:xfrm>
            <a:off x="3263900" y="30353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a:t>
            </a:r>
            <a:endParaRPr lang="ru-RU" altLang="en-US" b="0"/>
          </a:p>
        </p:txBody>
      </p:sp>
      <p:sp>
        <p:nvSpPr>
          <p:cNvPr id="92185" name="Text Box 47">
            <a:extLst>
              <a:ext uri="{FF2B5EF4-FFF2-40B4-BE49-F238E27FC236}">
                <a16:creationId xmlns:a16="http://schemas.microsoft.com/office/drawing/2014/main" id="{6D7BB2BA-C3A1-719C-8052-AF61E3DA7FD0}"/>
              </a:ext>
            </a:extLst>
          </p:cNvPr>
          <p:cNvSpPr txBox="1">
            <a:spLocks noChangeArrowheads="1"/>
          </p:cNvSpPr>
          <p:nvPr/>
        </p:nvSpPr>
        <p:spPr bwMode="auto">
          <a:xfrm>
            <a:off x="8140700" y="3022600"/>
            <a:ext cx="774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a:t>
            </a:r>
            <a:endParaRPr lang="ru-RU" altLang="en-US" b="0"/>
          </a:p>
        </p:txBody>
      </p:sp>
      <p:sp>
        <p:nvSpPr>
          <p:cNvPr id="92186" name="Text Box 48">
            <a:extLst>
              <a:ext uri="{FF2B5EF4-FFF2-40B4-BE49-F238E27FC236}">
                <a16:creationId xmlns:a16="http://schemas.microsoft.com/office/drawing/2014/main" id="{B7C55EB8-719F-3697-1519-F46E1BC0AD88}"/>
              </a:ext>
            </a:extLst>
          </p:cNvPr>
          <p:cNvSpPr txBox="1">
            <a:spLocks noChangeArrowheads="1"/>
          </p:cNvSpPr>
          <p:nvPr/>
        </p:nvSpPr>
        <p:spPr bwMode="auto">
          <a:xfrm>
            <a:off x="2895600" y="38735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a2</a:t>
            </a:r>
            <a:endParaRPr lang="ru-RU" altLang="en-US" sz="1800" b="0"/>
          </a:p>
        </p:txBody>
      </p:sp>
      <p:sp>
        <p:nvSpPr>
          <p:cNvPr id="92187" name="Text Box 49">
            <a:extLst>
              <a:ext uri="{FF2B5EF4-FFF2-40B4-BE49-F238E27FC236}">
                <a16:creationId xmlns:a16="http://schemas.microsoft.com/office/drawing/2014/main" id="{C4F781EE-CE31-C0BB-E5EC-1DBB0925E68C}"/>
              </a:ext>
            </a:extLst>
          </p:cNvPr>
          <p:cNvSpPr txBox="1">
            <a:spLocks noChangeArrowheads="1"/>
          </p:cNvSpPr>
          <p:nvPr/>
        </p:nvSpPr>
        <p:spPr bwMode="auto">
          <a:xfrm>
            <a:off x="2667000" y="32258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a1</a:t>
            </a:r>
            <a:endParaRPr lang="ru-RU" altLang="en-US" sz="1800" b="0"/>
          </a:p>
        </p:txBody>
      </p:sp>
      <p:sp>
        <p:nvSpPr>
          <p:cNvPr id="92188" name="Text Box 50">
            <a:extLst>
              <a:ext uri="{FF2B5EF4-FFF2-40B4-BE49-F238E27FC236}">
                <a16:creationId xmlns:a16="http://schemas.microsoft.com/office/drawing/2014/main" id="{E4AA941C-F9D9-7931-2192-AC79BCAE70D2}"/>
              </a:ext>
            </a:extLst>
          </p:cNvPr>
          <p:cNvSpPr txBox="1">
            <a:spLocks noChangeArrowheads="1"/>
          </p:cNvSpPr>
          <p:nvPr/>
        </p:nvSpPr>
        <p:spPr bwMode="auto">
          <a:xfrm>
            <a:off x="4876800" y="4140201"/>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7</a:t>
            </a:r>
            <a:endParaRPr lang="ru-RU" altLang="en-US" sz="2000" b="0"/>
          </a:p>
        </p:txBody>
      </p:sp>
      <p:sp>
        <p:nvSpPr>
          <p:cNvPr id="92189" name="Oval 51">
            <a:extLst>
              <a:ext uri="{FF2B5EF4-FFF2-40B4-BE49-F238E27FC236}">
                <a16:creationId xmlns:a16="http://schemas.microsoft.com/office/drawing/2014/main" id="{D027AE47-428A-3358-804E-7A5835FF2F9E}"/>
              </a:ext>
            </a:extLst>
          </p:cNvPr>
          <p:cNvSpPr>
            <a:spLocks noChangeArrowheads="1"/>
          </p:cNvSpPr>
          <p:nvPr/>
        </p:nvSpPr>
        <p:spPr bwMode="auto">
          <a:xfrm>
            <a:off x="6184900" y="2806700"/>
            <a:ext cx="431800" cy="4064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a</a:t>
            </a:r>
            <a:endParaRPr lang="ru-RU" altLang="en-US" sz="2000" b="0"/>
          </a:p>
        </p:txBody>
      </p:sp>
      <p:sp>
        <p:nvSpPr>
          <p:cNvPr id="92190" name="Line 52">
            <a:extLst>
              <a:ext uri="{FF2B5EF4-FFF2-40B4-BE49-F238E27FC236}">
                <a16:creationId xmlns:a16="http://schemas.microsoft.com/office/drawing/2014/main" id="{38063AF6-8CAB-8753-89D6-309F8F80FBF8}"/>
              </a:ext>
            </a:extLst>
          </p:cNvPr>
          <p:cNvSpPr>
            <a:spLocks noChangeShapeType="1"/>
          </p:cNvSpPr>
          <p:nvPr/>
        </p:nvSpPr>
        <p:spPr bwMode="auto">
          <a:xfrm flipH="1">
            <a:off x="6019800" y="3175000"/>
            <a:ext cx="254000" cy="431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191" name="Oval 53">
            <a:extLst>
              <a:ext uri="{FF2B5EF4-FFF2-40B4-BE49-F238E27FC236}">
                <a16:creationId xmlns:a16="http://schemas.microsoft.com/office/drawing/2014/main" id="{5597D234-B8B9-2621-2CDB-50805BBCFF1C}"/>
              </a:ext>
            </a:extLst>
          </p:cNvPr>
          <p:cNvSpPr>
            <a:spLocks noChangeArrowheads="1"/>
          </p:cNvSpPr>
          <p:nvPr/>
        </p:nvSpPr>
        <p:spPr bwMode="auto">
          <a:xfrm>
            <a:off x="5778500" y="3581400"/>
            <a:ext cx="539750" cy="4064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b+0</a:t>
            </a:r>
            <a:endParaRPr lang="ru-RU" altLang="en-US" sz="2000" b="0"/>
          </a:p>
        </p:txBody>
      </p:sp>
      <p:sp>
        <p:nvSpPr>
          <p:cNvPr id="92192" name="Line 54">
            <a:extLst>
              <a:ext uri="{FF2B5EF4-FFF2-40B4-BE49-F238E27FC236}">
                <a16:creationId xmlns:a16="http://schemas.microsoft.com/office/drawing/2014/main" id="{BC3B3235-5CC1-0867-6399-16A8F5316F9E}"/>
              </a:ext>
            </a:extLst>
          </p:cNvPr>
          <p:cNvSpPr>
            <a:spLocks noChangeShapeType="1"/>
          </p:cNvSpPr>
          <p:nvPr/>
        </p:nvSpPr>
        <p:spPr bwMode="auto">
          <a:xfrm flipH="1">
            <a:off x="5765800" y="3975100"/>
            <a:ext cx="152400" cy="1193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193" name="Rectangle 55">
            <a:extLst>
              <a:ext uri="{FF2B5EF4-FFF2-40B4-BE49-F238E27FC236}">
                <a16:creationId xmlns:a16="http://schemas.microsoft.com/office/drawing/2014/main" id="{644607E6-4AA7-AEFE-7404-659A9C371D08}"/>
              </a:ext>
            </a:extLst>
          </p:cNvPr>
          <p:cNvSpPr>
            <a:spLocks noChangeArrowheads="1"/>
          </p:cNvSpPr>
          <p:nvPr/>
        </p:nvSpPr>
        <p:spPr bwMode="auto">
          <a:xfrm>
            <a:off x="5499100" y="5156200"/>
            <a:ext cx="6096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0</a:t>
            </a:r>
            <a:endParaRPr lang="en-US" altLang="en-US" sz="2000" b="0">
              <a:sym typeface="Symbol" panose="05050102010706020507" pitchFamily="18" charset="2"/>
            </a:endParaRPr>
          </a:p>
        </p:txBody>
      </p:sp>
      <p:sp>
        <p:nvSpPr>
          <p:cNvPr id="92194" name="Oval 57">
            <a:extLst>
              <a:ext uri="{FF2B5EF4-FFF2-40B4-BE49-F238E27FC236}">
                <a16:creationId xmlns:a16="http://schemas.microsoft.com/office/drawing/2014/main" id="{5FCF1DC5-4D74-BE20-9556-63215E6ACD71}"/>
              </a:ext>
            </a:extLst>
          </p:cNvPr>
          <p:cNvSpPr>
            <a:spLocks noChangeArrowheads="1"/>
          </p:cNvSpPr>
          <p:nvPr/>
        </p:nvSpPr>
        <p:spPr bwMode="auto">
          <a:xfrm>
            <a:off x="6172200" y="4318000"/>
            <a:ext cx="431800" cy="4318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c</a:t>
            </a:r>
            <a:endParaRPr lang="ru-RU" altLang="en-US" sz="2000" b="0"/>
          </a:p>
        </p:txBody>
      </p:sp>
      <p:sp>
        <p:nvSpPr>
          <p:cNvPr id="92195" name="Line 58">
            <a:extLst>
              <a:ext uri="{FF2B5EF4-FFF2-40B4-BE49-F238E27FC236}">
                <a16:creationId xmlns:a16="http://schemas.microsoft.com/office/drawing/2014/main" id="{A6B87703-940F-F3C5-AA85-EFC1195BC0E6}"/>
              </a:ext>
            </a:extLst>
          </p:cNvPr>
          <p:cNvSpPr>
            <a:spLocks noChangeShapeType="1"/>
          </p:cNvSpPr>
          <p:nvPr/>
        </p:nvSpPr>
        <p:spPr bwMode="auto">
          <a:xfrm flipH="1">
            <a:off x="5867400" y="4749801"/>
            <a:ext cx="431800" cy="40957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196" name="Rectangle 59">
            <a:extLst>
              <a:ext uri="{FF2B5EF4-FFF2-40B4-BE49-F238E27FC236}">
                <a16:creationId xmlns:a16="http://schemas.microsoft.com/office/drawing/2014/main" id="{8D320EB1-4CEC-CD38-5C4D-D630B7C2A883}"/>
              </a:ext>
            </a:extLst>
          </p:cNvPr>
          <p:cNvSpPr>
            <a:spLocks noChangeArrowheads="1"/>
          </p:cNvSpPr>
          <p:nvPr/>
        </p:nvSpPr>
        <p:spPr bwMode="auto">
          <a:xfrm>
            <a:off x="6667500" y="5194300"/>
            <a:ext cx="5334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1</a:t>
            </a:r>
            <a:endParaRPr lang="ru-RU" altLang="en-US" sz="2000" b="0"/>
          </a:p>
        </p:txBody>
      </p:sp>
      <p:sp>
        <p:nvSpPr>
          <p:cNvPr id="92197" name="Line 60">
            <a:extLst>
              <a:ext uri="{FF2B5EF4-FFF2-40B4-BE49-F238E27FC236}">
                <a16:creationId xmlns:a16="http://schemas.microsoft.com/office/drawing/2014/main" id="{7ECD641E-7221-E975-1474-590E8AA677C0}"/>
              </a:ext>
            </a:extLst>
          </p:cNvPr>
          <p:cNvSpPr>
            <a:spLocks noChangeShapeType="1"/>
          </p:cNvSpPr>
          <p:nvPr/>
        </p:nvSpPr>
        <p:spPr bwMode="auto">
          <a:xfrm>
            <a:off x="6553200" y="4660900"/>
            <a:ext cx="254000" cy="508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98" name="Line 61">
            <a:extLst>
              <a:ext uri="{FF2B5EF4-FFF2-40B4-BE49-F238E27FC236}">
                <a16:creationId xmlns:a16="http://schemas.microsoft.com/office/drawing/2014/main" id="{3C63EEA9-3942-A90E-2E40-793DBEC5F3D0}"/>
              </a:ext>
            </a:extLst>
          </p:cNvPr>
          <p:cNvSpPr>
            <a:spLocks noChangeShapeType="1"/>
          </p:cNvSpPr>
          <p:nvPr/>
        </p:nvSpPr>
        <p:spPr bwMode="auto">
          <a:xfrm>
            <a:off x="6591300" y="3086100"/>
            <a:ext cx="5715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99" name="Oval 62">
            <a:extLst>
              <a:ext uri="{FF2B5EF4-FFF2-40B4-BE49-F238E27FC236}">
                <a16:creationId xmlns:a16="http://schemas.microsoft.com/office/drawing/2014/main" id="{E1FB013B-E71D-115C-80F3-E669A64DA1B1}"/>
              </a:ext>
            </a:extLst>
          </p:cNvPr>
          <p:cNvSpPr>
            <a:spLocks noChangeArrowheads="1"/>
          </p:cNvSpPr>
          <p:nvPr/>
        </p:nvSpPr>
        <p:spPr bwMode="auto">
          <a:xfrm>
            <a:off x="6997701" y="3619500"/>
            <a:ext cx="449263" cy="4064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b</a:t>
            </a:r>
            <a:endParaRPr lang="ru-RU" altLang="en-US" sz="2000" b="0"/>
          </a:p>
        </p:txBody>
      </p:sp>
      <p:sp>
        <p:nvSpPr>
          <p:cNvPr id="92200" name="Line 64">
            <a:extLst>
              <a:ext uri="{FF2B5EF4-FFF2-40B4-BE49-F238E27FC236}">
                <a16:creationId xmlns:a16="http://schemas.microsoft.com/office/drawing/2014/main" id="{D2049D8B-1E68-6937-5AD2-B2A5F6530074}"/>
              </a:ext>
            </a:extLst>
          </p:cNvPr>
          <p:cNvSpPr>
            <a:spLocks noChangeShapeType="1"/>
          </p:cNvSpPr>
          <p:nvPr/>
        </p:nvSpPr>
        <p:spPr bwMode="auto">
          <a:xfrm flipH="1">
            <a:off x="7023100" y="4000500"/>
            <a:ext cx="165100" cy="431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201" name="Oval 65">
            <a:extLst>
              <a:ext uri="{FF2B5EF4-FFF2-40B4-BE49-F238E27FC236}">
                <a16:creationId xmlns:a16="http://schemas.microsoft.com/office/drawing/2014/main" id="{048F316F-0876-4CC5-068B-88D46FFDA2F9}"/>
              </a:ext>
            </a:extLst>
          </p:cNvPr>
          <p:cNvSpPr>
            <a:spLocks noChangeArrowheads="1"/>
          </p:cNvSpPr>
          <p:nvPr/>
        </p:nvSpPr>
        <p:spPr bwMode="auto">
          <a:xfrm>
            <a:off x="6845300" y="4394200"/>
            <a:ext cx="495300" cy="4318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c</a:t>
            </a:r>
            <a:endParaRPr lang="ru-RU" altLang="en-US" sz="2000" b="0"/>
          </a:p>
        </p:txBody>
      </p:sp>
      <p:sp>
        <p:nvSpPr>
          <p:cNvPr id="92202" name="Oval 67">
            <a:extLst>
              <a:ext uri="{FF2B5EF4-FFF2-40B4-BE49-F238E27FC236}">
                <a16:creationId xmlns:a16="http://schemas.microsoft.com/office/drawing/2014/main" id="{7A2B3653-30D4-829B-2EAD-BC74C1D9F428}"/>
              </a:ext>
            </a:extLst>
          </p:cNvPr>
          <p:cNvSpPr>
            <a:spLocks noChangeArrowheads="1"/>
          </p:cNvSpPr>
          <p:nvPr/>
        </p:nvSpPr>
        <p:spPr bwMode="auto">
          <a:xfrm>
            <a:off x="7632700" y="4419600"/>
            <a:ext cx="431800" cy="4318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c</a:t>
            </a:r>
            <a:endParaRPr lang="ru-RU" altLang="en-US" sz="2000" b="0"/>
          </a:p>
        </p:txBody>
      </p:sp>
      <p:sp>
        <p:nvSpPr>
          <p:cNvPr id="92203" name="Oval 68">
            <a:extLst>
              <a:ext uri="{FF2B5EF4-FFF2-40B4-BE49-F238E27FC236}">
                <a16:creationId xmlns:a16="http://schemas.microsoft.com/office/drawing/2014/main" id="{C29C7AF8-7F9E-E1BD-72FD-14B3D2C8E320}"/>
              </a:ext>
            </a:extLst>
          </p:cNvPr>
          <p:cNvSpPr>
            <a:spLocks noChangeArrowheads="1"/>
          </p:cNvSpPr>
          <p:nvPr/>
        </p:nvSpPr>
        <p:spPr bwMode="auto">
          <a:xfrm>
            <a:off x="5969000" y="4178300"/>
            <a:ext cx="2540000" cy="749300"/>
          </a:xfrm>
          <a:prstGeom prst="ellipse">
            <a:avLst/>
          </a:prstGeom>
          <a:noFill/>
          <a:ln w="9525">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92204" name="Line 71">
            <a:extLst>
              <a:ext uri="{FF2B5EF4-FFF2-40B4-BE49-F238E27FC236}">
                <a16:creationId xmlns:a16="http://schemas.microsoft.com/office/drawing/2014/main" id="{A3843205-23D1-17AC-5BE8-1C7F65FD612B}"/>
              </a:ext>
            </a:extLst>
          </p:cNvPr>
          <p:cNvSpPr>
            <a:spLocks noChangeShapeType="1"/>
          </p:cNvSpPr>
          <p:nvPr/>
        </p:nvSpPr>
        <p:spPr bwMode="auto">
          <a:xfrm flipH="1">
            <a:off x="5994400" y="4762500"/>
            <a:ext cx="901700" cy="3683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205" name="Line 72">
            <a:extLst>
              <a:ext uri="{FF2B5EF4-FFF2-40B4-BE49-F238E27FC236}">
                <a16:creationId xmlns:a16="http://schemas.microsoft.com/office/drawing/2014/main" id="{CB00C76F-5247-AEB1-04B5-3CF4272A9A12}"/>
              </a:ext>
            </a:extLst>
          </p:cNvPr>
          <p:cNvSpPr>
            <a:spLocks noChangeShapeType="1"/>
          </p:cNvSpPr>
          <p:nvPr/>
        </p:nvSpPr>
        <p:spPr bwMode="auto">
          <a:xfrm flipH="1">
            <a:off x="6908800" y="4826000"/>
            <a:ext cx="330200" cy="342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6" name="Line 73">
            <a:extLst>
              <a:ext uri="{FF2B5EF4-FFF2-40B4-BE49-F238E27FC236}">
                <a16:creationId xmlns:a16="http://schemas.microsoft.com/office/drawing/2014/main" id="{9520A1C1-3AC8-2555-F128-2FE304B0AA60}"/>
              </a:ext>
            </a:extLst>
          </p:cNvPr>
          <p:cNvSpPr>
            <a:spLocks noChangeShapeType="1"/>
          </p:cNvSpPr>
          <p:nvPr/>
        </p:nvSpPr>
        <p:spPr bwMode="auto">
          <a:xfrm flipH="1">
            <a:off x="6070600" y="4826000"/>
            <a:ext cx="1701800" cy="4572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207" name="Line 74">
            <a:extLst>
              <a:ext uri="{FF2B5EF4-FFF2-40B4-BE49-F238E27FC236}">
                <a16:creationId xmlns:a16="http://schemas.microsoft.com/office/drawing/2014/main" id="{9713725C-3EB8-CDAF-8DAB-F9F56B50F583}"/>
              </a:ext>
            </a:extLst>
          </p:cNvPr>
          <p:cNvSpPr>
            <a:spLocks noChangeShapeType="1"/>
          </p:cNvSpPr>
          <p:nvPr/>
        </p:nvSpPr>
        <p:spPr bwMode="auto">
          <a:xfrm flipH="1">
            <a:off x="7124700" y="4838700"/>
            <a:ext cx="838200" cy="3683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8" name="Line 75">
            <a:extLst>
              <a:ext uri="{FF2B5EF4-FFF2-40B4-BE49-F238E27FC236}">
                <a16:creationId xmlns:a16="http://schemas.microsoft.com/office/drawing/2014/main" id="{B5126B75-EC84-F80A-8C6B-5643DC52C7BA}"/>
              </a:ext>
            </a:extLst>
          </p:cNvPr>
          <p:cNvSpPr>
            <a:spLocks noChangeShapeType="1"/>
          </p:cNvSpPr>
          <p:nvPr/>
        </p:nvSpPr>
        <p:spPr bwMode="auto">
          <a:xfrm>
            <a:off x="6908800" y="3568700"/>
            <a:ext cx="736600" cy="431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9" name="Line 76">
            <a:extLst>
              <a:ext uri="{FF2B5EF4-FFF2-40B4-BE49-F238E27FC236}">
                <a16:creationId xmlns:a16="http://schemas.microsoft.com/office/drawing/2014/main" id="{4E2DC929-624A-18BF-3EB2-D270B87FB4BD}"/>
              </a:ext>
            </a:extLst>
          </p:cNvPr>
          <p:cNvSpPr>
            <a:spLocks noChangeShapeType="1"/>
          </p:cNvSpPr>
          <p:nvPr/>
        </p:nvSpPr>
        <p:spPr bwMode="auto">
          <a:xfrm flipV="1">
            <a:off x="6934200" y="3619500"/>
            <a:ext cx="685800" cy="3937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10" name="Line 77">
            <a:extLst>
              <a:ext uri="{FF2B5EF4-FFF2-40B4-BE49-F238E27FC236}">
                <a16:creationId xmlns:a16="http://schemas.microsoft.com/office/drawing/2014/main" id="{347A5E6E-7C2E-8FF9-9221-45D4519BE516}"/>
              </a:ext>
            </a:extLst>
          </p:cNvPr>
          <p:cNvSpPr>
            <a:spLocks noChangeShapeType="1"/>
          </p:cNvSpPr>
          <p:nvPr/>
        </p:nvSpPr>
        <p:spPr bwMode="auto">
          <a:xfrm flipH="1">
            <a:off x="6019800" y="3175000"/>
            <a:ext cx="254000" cy="4318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211" name="Line 78">
            <a:extLst>
              <a:ext uri="{FF2B5EF4-FFF2-40B4-BE49-F238E27FC236}">
                <a16:creationId xmlns:a16="http://schemas.microsoft.com/office/drawing/2014/main" id="{55BCE1CB-3183-E329-7A61-9C251E24C7D0}"/>
              </a:ext>
            </a:extLst>
          </p:cNvPr>
          <p:cNvSpPr>
            <a:spLocks noChangeShapeType="1"/>
          </p:cNvSpPr>
          <p:nvPr/>
        </p:nvSpPr>
        <p:spPr bwMode="auto">
          <a:xfrm flipH="1">
            <a:off x="5765800" y="3975100"/>
            <a:ext cx="152400" cy="11938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212" name="Line 79">
            <a:extLst>
              <a:ext uri="{FF2B5EF4-FFF2-40B4-BE49-F238E27FC236}">
                <a16:creationId xmlns:a16="http://schemas.microsoft.com/office/drawing/2014/main" id="{5F23989B-8385-B378-9FE7-A2F181C5F13B}"/>
              </a:ext>
            </a:extLst>
          </p:cNvPr>
          <p:cNvSpPr>
            <a:spLocks noChangeShapeType="1"/>
          </p:cNvSpPr>
          <p:nvPr/>
        </p:nvSpPr>
        <p:spPr bwMode="auto">
          <a:xfrm>
            <a:off x="6172200" y="3949700"/>
            <a:ext cx="152400" cy="3937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13" name="Line 80">
            <a:extLst>
              <a:ext uri="{FF2B5EF4-FFF2-40B4-BE49-F238E27FC236}">
                <a16:creationId xmlns:a16="http://schemas.microsoft.com/office/drawing/2014/main" id="{321ACC55-4754-4764-3A28-70BED27BE55E}"/>
              </a:ext>
            </a:extLst>
          </p:cNvPr>
          <p:cNvSpPr>
            <a:spLocks noChangeShapeType="1"/>
          </p:cNvSpPr>
          <p:nvPr/>
        </p:nvSpPr>
        <p:spPr bwMode="auto">
          <a:xfrm flipH="1">
            <a:off x="5867400" y="4749801"/>
            <a:ext cx="431800" cy="409575"/>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214" name="Line 81">
            <a:extLst>
              <a:ext uri="{FF2B5EF4-FFF2-40B4-BE49-F238E27FC236}">
                <a16:creationId xmlns:a16="http://schemas.microsoft.com/office/drawing/2014/main" id="{19CECE67-2E73-D36B-D1FD-B65CAE12764E}"/>
              </a:ext>
            </a:extLst>
          </p:cNvPr>
          <p:cNvSpPr>
            <a:spLocks noChangeShapeType="1"/>
          </p:cNvSpPr>
          <p:nvPr/>
        </p:nvSpPr>
        <p:spPr bwMode="auto">
          <a:xfrm>
            <a:off x="6591300" y="3086100"/>
            <a:ext cx="571500" cy="5334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15" name="Line 82">
            <a:extLst>
              <a:ext uri="{FF2B5EF4-FFF2-40B4-BE49-F238E27FC236}">
                <a16:creationId xmlns:a16="http://schemas.microsoft.com/office/drawing/2014/main" id="{E64BBE1F-0C20-85E2-AA9B-880A30CD0FC1}"/>
              </a:ext>
            </a:extLst>
          </p:cNvPr>
          <p:cNvSpPr>
            <a:spLocks noChangeShapeType="1"/>
          </p:cNvSpPr>
          <p:nvPr/>
        </p:nvSpPr>
        <p:spPr bwMode="auto">
          <a:xfrm flipH="1">
            <a:off x="7023100" y="4000500"/>
            <a:ext cx="165100" cy="4318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216" name="Line 83">
            <a:extLst>
              <a:ext uri="{FF2B5EF4-FFF2-40B4-BE49-F238E27FC236}">
                <a16:creationId xmlns:a16="http://schemas.microsoft.com/office/drawing/2014/main" id="{9FC3AB2F-8C3B-E78D-46A5-EC44955AC43B}"/>
              </a:ext>
            </a:extLst>
          </p:cNvPr>
          <p:cNvSpPr>
            <a:spLocks noChangeShapeType="1"/>
          </p:cNvSpPr>
          <p:nvPr/>
        </p:nvSpPr>
        <p:spPr bwMode="auto">
          <a:xfrm>
            <a:off x="7429500" y="3949700"/>
            <a:ext cx="431800" cy="4826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17" name="Line 84">
            <a:extLst>
              <a:ext uri="{FF2B5EF4-FFF2-40B4-BE49-F238E27FC236}">
                <a16:creationId xmlns:a16="http://schemas.microsoft.com/office/drawing/2014/main" id="{DA6AA68E-2369-1D62-FFB4-00D06D219706}"/>
              </a:ext>
            </a:extLst>
          </p:cNvPr>
          <p:cNvSpPr>
            <a:spLocks noChangeShapeType="1"/>
          </p:cNvSpPr>
          <p:nvPr/>
        </p:nvSpPr>
        <p:spPr bwMode="auto">
          <a:xfrm flipH="1">
            <a:off x="5994400" y="4762500"/>
            <a:ext cx="901700" cy="3683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218" name="Line 85">
            <a:extLst>
              <a:ext uri="{FF2B5EF4-FFF2-40B4-BE49-F238E27FC236}">
                <a16:creationId xmlns:a16="http://schemas.microsoft.com/office/drawing/2014/main" id="{39E286EF-DE2C-61A6-D8F8-B61D9E3A93B9}"/>
              </a:ext>
            </a:extLst>
          </p:cNvPr>
          <p:cNvSpPr>
            <a:spLocks noChangeShapeType="1"/>
          </p:cNvSpPr>
          <p:nvPr/>
        </p:nvSpPr>
        <p:spPr bwMode="auto">
          <a:xfrm flipH="1">
            <a:off x="6908800" y="4826000"/>
            <a:ext cx="330200" cy="3429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19" name="Line 86">
            <a:extLst>
              <a:ext uri="{FF2B5EF4-FFF2-40B4-BE49-F238E27FC236}">
                <a16:creationId xmlns:a16="http://schemas.microsoft.com/office/drawing/2014/main" id="{43049E8B-AE4F-90F6-2D70-F106D3B4652C}"/>
              </a:ext>
            </a:extLst>
          </p:cNvPr>
          <p:cNvSpPr>
            <a:spLocks noChangeShapeType="1"/>
          </p:cNvSpPr>
          <p:nvPr/>
        </p:nvSpPr>
        <p:spPr bwMode="auto">
          <a:xfrm flipH="1">
            <a:off x="6070600" y="4826000"/>
            <a:ext cx="1701800" cy="4572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92220" name="Group 87">
            <a:extLst>
              <a:ext uri="{FF2B5EF4-FFF2-40B4-BE49-F238E27FC236}">
                <a16:creationId xmlns:a16="http://schemas.microsoft.com/office/drawing/2014/main" id="{39C52F53-5C79-3F94-B1FE-32B18C46FDDD}"/>
              </a:ext>
            </a:extLst>
          </p:cNvPr>
          <p:cNvGrpSpPr>
            <a:grpSpLocks/>
          </p:cNvGrpSpPr>
          <p:nvPr/>
        </p:nvGrpSpPr>
        <p:grpSpPr bwMode="auto">
          <a:xfrm>
            <a:off x="8496300" y="2260600"/>
            <a:ext cx="1739900" cy="3403600"/>
            <a:chOff x="1400" y="1208"/>
            <a:chExt cx="1096" cy="2144"/>
          </a:xfrm>
        </p:grpSpPr>
        <p:sp>
          <p:nvSpPr>
            <p:cNvPr id="92234" name="Oval 88">
              <a:extLst>
                <a:ext uri="{FF2B5EF4-FFF2-40B4-BE49-F238E27FC236}">
                  <a16:creationId xmlns:a16="http://schemas.microsoft.com/office/drawing/2014/main" id="{84FCC532-21CB-B2C1-C1AB-6279EF4D0131}"/>
                </a:ext>
              </a:extLst>
            </p:cNvPr>
            <p:cNvSpPr>
              <a:spLocks noChangeArrowheads="1"/>
            </p:cNvSpPr>
            <p:nvPr/>
          </p:nvSpPr>
          <p:spPr bwMode="auto">
            <a:xfrm>
              <a:off x="1672" y="1512"/>
              <a:ext cx="272" cy="256"/>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a</a:t>
              </a:r>
              <a:endParaRPr lang="ru-RU" altLang="en-US" sz="2000" b="0"/>
            </a:p>
          </p:txBody>
        </p:sp>
        <p:sp>
          <p:nvSpPr>
            <p:cNvPr id="92235" name="Line 89">
              <a:extLst>
                <a:ext uri="{FF2B5EF4-FFF2-40B4-BE49-F238E27FC236}">
                  <a16:creationId xmlns:a16="http://schemas.microsoft.com/office/drawing/2014/main" id="{88E0D95E-ABB8-D9AA-A7F6-C2450CE326CE}"/>
                </a:ext>
              </a:extLst>
            </p:cNvPr>
            <p:cNvSpPr>
              <a:spLocks noChangeShapeType="1"/>
            </p:cNvSpPr>
            <p:nvPr/>
          </p:nvSpPr>
          <p:spPr bwMode="auto">
            <a:xfrm flipH="1">
              <a:off x="1568" y="1744"/>
              <a:ext cx="160" cy="272"/>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236" name="Oval 90">
              <a:extLst>
                <a:ext uri="{FF2B5EF4-FFF2-40B4-BE49-F238E27FC236}">
                  <a16:creationId xmlns:a16="http://schemas.microsoft.com/office/drawing/2014/main" id="{9776245E-5DF5-12CA-D701-1BF9B5A3C750}"/>
                </a:ext>
              </a:extLst>
            </p:cNvPr>
            <p:cNvSpPr>
              <a:spLocks noChangeArrowheads="1"/>
            </p:cNvSpPr>
            <p:nvPr/>
          </p:nvSpPr>
          <p:spPr bwMode="auto">
            <a:xfrm>
              <a:off x="1416" y="2000"/>
              <a:ext cx="272" cy="272"/>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b</a:t>
              </a:r>
              <a:endParaRPr lang="ru-RU" altLang="en-US" sz="2000" b="0"/>
            </a:p>
          </p:txBody>
        </p:sp>
        <p:sp>
          <p:nvSpPr>
            <p:cNvPr id="92237" name="Line 91">
              <a:extLst>
                <a:ext uri="{FF2B5EF4-FFF2-40B4-BE49-F238E27FC236}">
                  <a16:creationId xmlns:a16="http://schemas.microsoft.com/office/drawing/2014/main" id="{D41084AB-0349-5740-63F7-648247D85450}"/>
                </a:ext>
              </a:extLst>
            </p:cNvPr>
            <p:cNvSpPr>
              <a:spLocks noChangeShapeType="1"/>
            </p:cNvSpPr>
            <p:nvPr/>
          </p:nvSpPr>
          <p:spPr bwMode="auto">
            <a:xfrm>
              <a:off x="1504" y="2248"/>
              <a:ext cx="8" cy="864"/>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238" name="Rectangle 92">
              <a:extLst>
                <a:ext uri="{FF2B5EF4-FFF2-40B4-BE49-F238E27FC236}">
                  <a16:creationId xmlns:a16="http://schemas.microsoft.com/office/drawing/2014/main" id="{71FC58BE-9A36-B7FB-C9E1-C411AB6047C0}"/>
                </a:ext>
              </a:extLst>
            </p:cNvPr>
            <p:cNvSpPr>
              <a:spLocks noChangeArrowheads="1"/>
            </p:cNvSpPr>
            <p:nvPr/>
          </p:nvSpPr>
          <p:spPr bwMode="auto">
            <a:xfrm>
              <a:off x="1400" y="3104"/>
              <a:ext cx="384" cy="232"/>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0</a:t>
              </a:r>
              <a:endParaRPr lang="en-US" altLang="en-US" sz="2000" b="0">
                <a:sym typeface="Symbol" panose="05050102010706020507" pitchFamily="18" charset="2"/>
              </a:endParaRPr>
            </a:p>
          </p:txBody>
        </p:sp>
        <p:sp>
          <p:nvSpPr>
            <p:cNvPr id="92239" name="Line 93">
              <a:extLst>
                <a:ext uri="{FF2B5EF4-FFF2-40B4-BE49-F238E27FC236}">
                  <a16:creationId xmlns:a16="http://schemas.microsoft.com/office/drawing/2014/main" id="{B9F40D4B-2D74-1585-D63A-B39A5E09C565}"/>
                </a:ext>
              </a:extLst>
            </p:cNvPr>
            <p:cNvSpPr>
              <a:spLocks noChangeShapeType="1"/>
            </p:cNvSpPr>
            <p:nvPr/>
          </p:nvSpPr>
          <p:spPr bwMode="auto">
            <a:xfrm>
              <a:off x="1696" y="2224"/>
              <a:ext cx="416" cy="34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40" name="Line 94">
              <a:extLst>
                <a:ext uri="{FF2B5EF4-FFF2-40B4-BE49-F238E27FC236}">
                  <a16:creationId xmlns:a16="http://schemas.microsoft.com/office/drawing/2014/main" id="{F4C9CDD1-94AD-A1D7-B993-D28504F3611D}"/>
                </a:ext>
              </a:extLst>
            </p:cNvPr>
            <p:cNvSpPr>
              <a:spLocks noChangeShapeType="1"/>
            </p:cNvSpPr>
            <p:nvPr/>
          </p:nvSpPr>
          <p:spPr bwMode="auto">
            <a:xfrm>
              <a:off x="1880" y="1728"/>
              <a:ext cx="352" cy="75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41" name="Oval 95">
              <a:extLst>
                <a:ext uri="{FF2B5EF4-FFF2-40B4-BE49-F238E27FC236}">
                  <a16:creationId xmlns:a16="http://schemas.microsoft.com/office/drawing/2014/main" id="{A8AFE89C-B3F7-355B-AC47-CEBFB2C9E697}"/>
                </a:ext>
              </a:extLst>
            </p:cNvPr>
            <p:cNvSpPr>
              <a:spLocks noChangeArrowheads="1"/>
            </p:cNvSpPr>
            <p:nvPr/>
          </p:nvSpPr>
          <p:spPr bwMode="auto">
            <a:xfrm>
              <a:off x="2112" y="2488"/>
              <a:ext cx="272" cy="272"/>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c</a:t>
              </a:r>
              <a:endParaRPr lang="ru-RU" altLang="en-US" sz="2000" b="0"/>
            </a:p>
          </p:txBody>
        </p:sp>
        <p:sp>
          <p:nvSpPr>
            <p:cNvPr id="92242" name="Rectangle 96">
              <a:extLst>
                <a:ext uri="{FF2B5EF4-FFF2-40B4-BE49-F238E27FC236}">
                  <a16:creationId xmlns:a16="http://schemas.microsoft.com/office/drawing/2014/main" id="{286EEEA7-C924-C33F-17A0-58DDC9FA167D}"/>
                </a:ext>
              </a:extLst>
            </p:cNvPr>
            <p:cNvSpPr>
              <a:spLocks noChangeArrowheads="1"/>
            </p:cNvSpPr>
            <p:nvPr/>
          </p:nvSpPr>
          <p:spPr bwMode="auto">
            <a:xfrm>
              <a:off x="2112" y="3120"/>
              <a:ext cx="384" cy="232"/>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1</a:t>
              </a:r>
              <a:endParaRPr lang="en-US" altLang="en-US" sz="2000" b="0">
                <a:sym typeface="Symbol" panose="05050102010706020507" pitchFamily="18" charset="2"/>
              </a:endParaRPr>
            </a:p>
          </p:txBody>
        </p:sp>
        <p:sp>
          <p:nvSpPr>
            <p:cNvPr id="92243" name="Line 97">
              <a:extLst>
                <a:ext uri="{FF2B5EF4-FFF2-40B4-BE49-F238E27FC236}">
                  <a16:creationId xmlns:a16="http://schemas.microsoft.com/office/drawing/2014/main" id="{FE436377-50B0-35C3-B046-B4FCD0922297}"/>
                </a:ext>
              </a:extLst>
            </p:cNvPr>
            <p:cNvSpPr>
              <a:spLocks noChangeShapeType="1"/>
            </p:cNvSpPr>
            <p:nvPr/>
          </p:nvSpPr>
          <p:spPr bwMode="auto">
            <a:xfrm>
              <a:off x="2272" y="2760"/>
              <a:ext cx="8" cy="37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44" name="Line 98">
              <a:extLst>
                <a:ext uri="{FF2B5EF4-FFF2-40B4-BE49-F238E27FC236}">
                  <a16:creationId xmlns:a16="http://schemas.microsoft.com/office/drawing/2014/main" id="{A4F2DC60-3AAC-BB61-96CB-4AE98658338B}"/>
                </a:ext>
              </a:extLst>
            </p:cNvPr>
            <p:cNvSpPr>
              <a:spLocks noChangeShapeType="1"/>
            </p:cNvSpPr>
            <p:nvPr/>
          </p:nvSpPr>
          <p:spPr bwMode="auto">
            <a:xfrm flipH="1">
              <a:off x="1600" y="2728"/>
              <a:ext cx="560" cy="384"/>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245" name="Text Box 99">
              <a:extLst>
                <a:ext uri="{FF2B5EF4-FFF2-40B4-BE49-F238E27FC236}">
                  <a16:creationId xmlns:a16="http://schemas.microsoft.com/office/drawing/2014/main" id="{8CC03834-92D8-2854-A419-0F81BDE1CA29}"/>
                </a:ext>
              </a:extLst>
            </p:cNvPr>
            <p:cNvSpPr txBox="1">
              <a:spLocks noChangeArrowheads="1"/>
            </p:cNvSpPr>
            <p:nvPr/>
          </p:nvSpPr>
          <p:spPr bwMode="auto">
            <a:xfrm>
              <a:off x="1720" y="1208"/>
              <a:ext cx="2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z</a:t>
              </a:r>
              <a:endParaRPr lang="ru-RU" altLang="en-US" sz="2000" b="0"/>
            </a:p>
          </p:txBody>
        </p:sp>
      </p:grpSp>
      <p:sp>
        <p:nvSpPr>
          <p:cNvPr id="92221" name="Text Box 100">
            <a:extLst>
              <a:ext uri="{FF2B5EF4-FFF2-40B4-BE49-F238E27FC236}">
                <a16:creationId xmlns:a16="http://schemas.microsoft.com/office/drawing/2014/main" id="{9F44126A-BABD-F20A-4B11-AE8910FBCAC5}"/>
              </a:ext>
            </a:extLst>
          </p:cNvPr>
          <p:cNvSpPr txBox="1">
            <a:spLocks noChangeArrowheads="1"/>
          </p:cNvSpPr>
          <p:nvPr/>
        </p:nvSpPr>
        <p:spPr bwMode="auto">
          <a:xfrm>
            <a:off x="2565400" y="49911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a3</a:t>
            </a:r>
            <a:endParaRPr lang="ru-RU" altLang="en-US" sz="1800" b="0"/>
          </a:p>
        </p:txBody>
      </p:sp>
      <p:sp>
        <p:nvSpPr>
          <p:cNvPr id="92222" name="Text Box 101">
            <a:extLst>
              <a:ext uri="{FF2B5EF4-FFF2-40B4-BE49-F238E27FC236}">
                <a16:creationId xmlns:a16="http://schemas.microsoft.com/office/drawing/2014/main" id="{BCABEB63-59A7-30C6-2B70-31ADB4466F6C}"/>
              </a:ext>
            </a:extLst>
          </p:cNvPr>
          <p:cNvSpPr txBox="1">
            <a:spLocks noChangeArrowheads="1"/>
          </p:cNvSpPr>
          <p:nvPr/>
        </p:nvSpPr>
        <p:spPr bwMode="auto">
          <a:xfrm>
            <a:off x="3213100" y="48133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a4</a:t>
            </a:r>
            <a:endParaRPr lang="ru-RU" altLang="en-US" sz="1800" b="0"/>
          </a:p>
        </p:txBody>
      </p:sp>
      <p:sp>
        <p:nvSpPr>
          <p:cNvPr id="92223" name="Text Box 102">
            <a:extLst>
              <a:ext uri="{FF2B5EF4-FFF2-40B4-BE49-F238E27FC236}">
                <a16:creationId xmlns:a16="http://schemas.microsoft.com/office/drawing/2014/main" id="{C08B36BB-1535-868E-F6F5-FCCB12E2F90B}"/>
              </a:ext>
            </a:extLst>
          </p:cNvPr>
          <p:cNvSpPr txBox="1">
            <a:spLocks noChangeArrowheads="1"/>
          </p:cNvSpPr>
          <p:nvPr/>
        </p:nvSpPr>
        <p:spPr bwMode="auto">
          <a:xfrm>
            <a:off x="4470400" y="32385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b1</a:t>
            </a:r>
            <a:endParaRPr lang="ru-RU" altLang="en-US" sz="1800" b="0"/>
          </a:p>
        </p:txBody>
      </p:sp>
      <p:sp>
        <p:nvSpPr>
          <p:cNvPr id="92224" name="Text Box 103">
            <a:extLst>
              <a:ext uri="{FF2B5EF4-FFF2-40B4-BE49-F238E27FC236}">
                <a16:creationId xmlns:a16="http://schemas.microsoft.com/office/drawing/2014/main" id="{A37D93ED-50D6-6DE9-1FCC-0A9993D14C79}"/>
              </a:ext>
            </a:extLst>
          </p:cNvPr>
          <p:cNvSpPr txBox="1">
            <a:spLocks noChangeArrowheads="1"/>
          </p:cNvSpPr>
          <p:nvPr/>
        </p:nvSpPr>
        <p:spPr bwMode="auto">
          <a:xfrm>
            <a:off x="4724400" y="38862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b2</a:t>
            </a:r>
            <a:endParaRPr lang="ru-RU" altLang="en-US" sz="1800" b="0"/>
          </a:p>
        </p:txBody>
      </p:sp>
      <p:sp>
        <p:nvSpPr>
          <p:cNvPr id="92225" name="Text Box 104">
            <a:extLst>
              <a:ext uri="{FF2B5EF4-FFF2-40B4-BE49-F238E27FC236}">
                <a16:creationId xmlns:a16="http://schemas.microsoft.com/office/drawing/2014/main" id="{3DFBC06D-D742-B967-FB2B-1415466D982B}"/>
              </a:ext>
            </a:extLst>
          </p:cNvPr>
          <p:cNvSpPr txBox="1">
            <a:spLocks noChangeArrowheads="1"/>
          </p:cNvSpPr>
          <p:nvPr/>
        </p:nvSpPr>
        <p:spPr bwMode="auto">
          <a:xfrm>
            <a:off x="3886200" y="47498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b3</a:t>
            </a:r>
            <a:endParaRPr lang="ru-RU" altLang="en-US" sz="1800" b="0"/>
          </a:p>
        </p:txBody>
      </p:sp>
      <p:sp>
        <p:nvSpPr>
          <p:cNvPr id="92226" name="Text Box 105">
            <a:extLst>
              <a:ext uri="{FF2B5EF4-FFF2-40B4-BE49-F238E27FC236}">
                <a16:creationId xmlns:a16="http://schemas.microsoft.com/office/drawing/2014/main" id="{F6D84A75-B1AF-1A3F-FDC5-19B1BFF5F15E}"/>
              </a:ext>
            </a:extLst>
          </p:cNvPr>
          <p:cNvSpPr txBox="1">
            <a:spLocks noChangeArrowheads="1"/>
          </p:cNvSpPr>
          <p:nvPr/>
        </p:nvSpPr>
        <p:spPr bwMode="auto">
          <a:xfrm>
            <a:off x="5029200" y="4813301"/>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b4</a:t>
            </a:r>
            <a:endParaRPr lang="ru-RU" altLang="en-US" sz="1800" b="0"/>
          </a:p>
        </p:txBody>
      </p:sp>
      <p:sp>
        <p:nvSpPr>
          <p:cNvPr id="92227" name="Text Box 106">
            <a:extLst>
              <a:ext uri="{FF2B5EF4-FFF2-40B4-BE49-F238E27FC236}">
                <a16:creationId xmlns:a16="http://schemas.microsoft.com/office/drawing/2014/main" id="{4F1A2AEA-EBEA-2D33-F957-781542FBEEFD}"/>
              </a:ext>
            </a:extLst>
          </p:cNvPr>
          <p:cNvSpPr txBox="1">
            <a:spLocks noChangeArrowheads="1"/>
          </p:cNvSpPr>
          <p:nvPr/>
        </p:nvSpPr>
        <p:spPr bwMode="auto">
          <a:xfrm>
            <a:off x="6642100" y="2781301"/>
            <a:ext cx="812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a1,b1</a:t>
            </a:r>
            <a:endParaRPr lang="ru-RU" altLang="en-US" sz="1800" b="0"/>
          </a:p>
        </p:txBody>
      </p:sp>
      <p:sp>
        <p:nvSpPr>
          <p:cNvPr id="92228" name="Text Box 107">
            <a:extLst>
              <a:ext uri="{FF2B5EF4-FFF2-40B4-BE49-F238E27FC236}">
                <a16:creationId xmlns:a16="http://schemas.microsoft.com/office/drawing/2014/main" id="{5C66E936-BF9A-3EB5-041F-A7B1237750F1}"/>
              </a:ext>
            </a:extLst>
          </p:cNvPr>
          <p:cNvSpPr txBox="1">
            <a:spLocks noChangeArrowheads="1"/>
          </p:cNvSpPr>
          <p:nvPr/>
        </p:nvSpPr>
        <p:spPr bwMode="auto">
          <a:xfrm>
            <a:off x="5118100" y="3429001"/>
            <a:ext cx="812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a3,b1</a:t>
            </a:r>
            <a:endParaRPr lang="ru-RU" altLang="en-US" sz="1800" b="0"/>
          </a:p>
        </p:txBody>
      </p:sp>
      <p:sp>
        <p:nvSpPr>
          <p:cNvPr id="92229" name="Text Box 108">
            <a:extLst>
              <a:ext uri="{FF2B5EF4-FFF2-40B4-BE49-F238E27FC236}">
                <a16:creationId xmlns:a16="http://schemas.microsoft.com/office/drawing/2014/main" id="{E91683BC-2285-E4AD-D6BC-EE7ED5A6CC3D}"/>
              </a:ext>
            </a:extLst>
          </p:cNvPr>
          <p:cNvSpPr txBox="1">
            <a:spLocks noChangeArrowheads="1"/>
          </p:cNvSpPr>
          <p:nvPr/>
        </p:nvSpPr>
        <p:spPr bwMode="auto">
          <a:xfrm>
            <a:off x="5270500" y="5486401"/>
            <a:ext cx="78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a3,b3</a:t>
            </a:r>
            <a:endParaRPr lang="ru-RU" altLang="en-US" sz="1800" b="0"/>
          </a:p>
        </p:txBody>
      </p:sp>
      <p:sp>
        <p:nvSpPr>
          <p:cNvPr id="92230" name="Text Box 109">
            <a:extLst>
              <a:ext uri="{FF2B5EF4-FFF2-40B4-BE49-F238E27FC236}">
                <a16:creationId xmlns:a16="http://schemas.microsoft.com/office/drawing/2014/main" id="{4AC71771-2962-565D-63A9-30B95ED9251D}"/>
              </a:ext>
            </a:extLst>
          </p:cNvPr>
          <p:cNvSpPr txBox="1">
            <a:spLocks noChangeArrowheads="1"/>
          </p:cNvSpPr>
          <p:nvPr/>
        </p:nvSpPr>
        <p:spPr bwMode="auto">
          <a:xfrm>
            <a:off x="6299200" y="3949701"/>
            <a:ext cx="850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a3,b2</a:t>
            </a:r>
            <a:endParaRPr lang="ru-RU" altLang="en-US" sz="1800" b="0"/>
          </a:p>
        </p:txBody>
      </p:sp>
      <p:sp>
        <p:nvSpPr>
          <p:cNvPr id="92231" name="Text Box 110">
            <a:extLst>
              <a:ext uri="{FF2B5EF4-FFF2-40B4-BE49-F238E27FC236}">
                <a16:creationId xmlns:a16="http://schemas.microsoft.com/office/drawing/2014/main" id="{4A9E4711-87FF-9273-2850-CA6418F61D7A}"/>
              </a:ext>
            </a:extLst>
          </p:cNvPr>
          <p:cNvSpPr txBox="1">
            <a:spLocks noChangeArrowheads="1"/>
          </p:cNvSpPr>
          <p:nvPr/>
        </p:nvSpPr>
        <p:spPr bwMode="auto">
          <a:xfrm>
            <a:off x="7391400" y="3543301"/>
            <a:ext cx="812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a2,b1</a:t>
            </a:r>
            <a:endParaRPr lang="ru-RU" altLang="en-US" sz="1800" b="0"/>
          </a:p>
        </p:txBody>
      </p:sp>
      <p:sp>
        <p:nvSpPr>
          <p:cNvPr id="92232" name="Text Box 111">
            <a:extLst>
              <a:ext uri="{FF2B5EF4-FFF2-40B4-BE49-F238E27FC236}">
                <a16:creationId xmlns:a16="http://schemas.microsoft.com/office/drawing/2014/main" id="{1BE2F2A5-14CE-DF1C-E335-DEEA8A39A23A}"/>
              </a:ext>
            </a:extLst>
          </p:cNvPr>
          <p:cNvSpPr txBox="1">
            <a:spLocks noChangeArrowheads="1"/>
          </p:cNvSpPr>
          <p:nvPr/>
        </p:nvSpPr>
        <p:spPr bwMode="auto">
          <a:xfrm>
            <a:off x="7023100" y="4102101"/>
            <a:ext cx="850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a2,b3</a:t>
            </a:r>
            <a:endParaRPr lang="ru-RU" altLang="en-US" sz="1800" b="0"/>
          </a:p>
        </p:txBody>
      </p:sp>
      <p:sp>
        <p:nvSpPr>
          <p:cNvPr id="92233" name="Text Box 112">
            <a:extLst>
              <a:ext uri="{FF2B5EF4-FFF2-40B4-BE49-F238E27FC236}">
                <a16:creationId xmlns:a16="http://schemas.microsoft.com/office/drawing/2014/main" id="{208965F4-7405-7F31-BC6F-4C74F51490F6}"/>
              </a:ext>
            </a:extLst>
          </p:cNvPr>
          <p:cNvSpPr txBox="1">
            <a:spLocks noChangeArrowheads="1"/>
          </p:cNvSpPr>
          <p:nvPr/>
        </p:nvSpPr>
        <p:spPr bwMode="auto">
          <a:xfrm>
            <a:off x="7721600" y="4102101"/>
            <a:ext cx="850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a2,b2</a:t>
            </a:r>
            <a:endParaRPr lang="ru-RU" altLang="en-US" sz="1800" b="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C2427ECD-3604-3D64-B580-98AF94698E78}"/>
              </a:ext>
            </a:extLst>
          </p:cNvPr>
          <p:cNvSpPr>
            <a:spLocks noGrp="1" noChangeArrowheads="1"/>
          </p:cNvSpPr>
          <p:nvPr>
            <p:ph type="title"/>
          </p:nvPr>
        </p:nvSpPr>
        <p:spPr>
          <a:xfrm>
            <a:off x="-1" y="183402"/>
            <a:ext cx="11612880" cy="704088"/>
          </a:xfrm>
        </p:spPr>
        <p:txBody>
          <a:bodyPr/>
          <a:lstStyle/>
          <a:p>
            <a:r>
              <a:rPr lang="ru-RU" altLang="en-US"/>
              <a:t>ROBDD Construction</a:t>
            </a:r>
          </a:p>
        </p:txBody>
      </p:sp>
      <p:grpSp>
        <p:nvGrpSpPr>
          <p:cNvPr id="93187" name="Group 3">
            <a:extLst>
              <a:ext uri="{FF2B5EF4-FFF2-40B4-BE49-F238E27FC236}">
                <a16:creationId xmlns:a16="http://schemas.microsoft.com/office/drawing/2014/main" id="{A20BFF47-E37B-311D-DA55-8A40C1A64DC9}"/>
              </a:ext>
            </a:extLst>
          </p:cNvPr>
          <p:cNvGrpSpPr>
            <a:grpSpLocks/>
          </p:cNvGrpSpPr>
          <p:nvPr/>
        </p:nvGrpSpPr>
        <p:grpSpPr bwMode="auto">
          <a:xfrm>
            <a:off x="4121150" y="950913"/>
            <a:ext cx="3117850" cy="1454150"/>
            <a:chOff x="1012" y="903"/>
            <a:chExt cx="1964" cy="916"/>
          </a:xfrm>
        </p:grpSpPr>
        <p:sp>
          <p:nvSpPr>
            <p:cNvPr id="93252" name="AutoShape 4">
              <a:extLst>
                <a:ext uri="{FF2B5EF4-FFF2-40B4-BE49-F238E27FC236}">
                  <a16:creationId xmlns:a16="http://schemas.microsoft.com/office/drawing/2014/main" id="{F7AA29FB-A0C1-A8A4-7F7D-F71738889599}"/>
                </a:ext>
              </a:extLst>
            </p:cNvPr>
            <p:cNvSpPr>
              <a:spLocks noChangeArrowheads="1"/>
            </p:cNvSpPr>
            <p:nvPr/>
          </p:nvSpPr>
          <p:spPr bwMode="auto">
            <a:xfrm flipH="1">
              <a:off x="1597" y="1006"/>
              <a:ext cx="243" cy="296"/>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93253" name="Line 5">
              <a:extLst>
                <a:ext uri="{FF2B5EF4-FFF2-40B4-BE49-F238E27FC236}">
                  <a16:creationId xmlns:a16="http://schemas.microsoft.com/office/drawing/2014/main" id="{1D26EB6B-5FE1-117D-344E-291F93F83872}"/>
                </a:ext>
              </a:extLst>
            </p:cNvPr>
            <p:cNvSpPr>
              <a:spLocks noChangeShapeType="1"/>
            </p:cNvSpPr>
            <p:nvPr/>
          </p:nvSpPr>
          <p:spPr bwMode="auto">
            <a:xfrm>
              <a:off x="1218" y="1080"/>
              <a:ext cx="40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54" name="Line 6">
              <a:extLst>
                <a:ext uri="{FF2B5EF4-FFF2-40B4-BE49-F238E27FC236}">
                  <a16:creationId xmlns:a16="http://schemas.microsoft.com/office/drawing/2014/main" id="{1B0B0183-51EF-00F9-9BE5-4D180BBBA958}"/>
                </a:ext>
              </a:extLst>
            </p:cNvPr>
            <p:cNvSpPr>
              <a:spLocks noChangeShapeType="1"/>
            </p:cNvSpPr>
            <p:nvPr/>
          </p:nvSpPr>
          <p:spPr bwMode="auto">
            <a:xfrm>
              <a:off x="1218" y="1228"/>
              <a:ext cx="40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55" name="Line 7">
              <a:extLst>
                <a:ext uri="{FF2B5EF4-FFF2-40B4-BE49-F238E27FC236}">
                  <a16:creationId xmlns:a16="http://schemas.microsoft.com/office/drawing/2014/main" id="{1F0AD2DF-46BD-E473-39AE-62A1A52AEA29}"/>
                </a:ext>
              </a:extLst>
            </p:cNvPr>
            <p:cNvSpPr>
              <a:spLocks noChangeShapeType="1"/>
            </p:cNvSpPr>
            <p:nvPr/>
          </p:nvSpPr>
          <p:spPr bwMode="auto">
            <a:xfrm>
              <a:off x="1996" y="1302"/>
              <a:ext cx="1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56" name="Line 8">
              <a:extLst>
                <a:ext uri="{FF2B5EF4-FFF2-40B4-BE49-F238E27FC236}">
                  <a16:creationId xmlns:a16="http://schemas.microsoft.com/office/drawing/2014/main" id="{EA0EF180-8454-FABF-4E10-2417304B6B4D}"/>
                </a:ext>
              </a:extLst>
            </p:cNvPr>
            <p:cNvSpPr>
              <a:spLocks noChangeShapeType="1"/>
            </p:cNvSpPr>
            <p:nvPr/>
          </p:nvSpPr>
          <p:spPr bwMode="auto">
            <a:xfrm>
              <a:off x="1996" y="1465"/>
              <a:ext cx="1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57" name="Line 9">
              <a:extLst>
                <a:ext uri="{FF2B5EF4-FFF2-40B4-BE49-F238E27FC236}">
                  <a16:creationId xmlns:a16="http://schemas.microsoft.com/office/drawing/2014/main" id="{7AC402D6-3E91-2342-0007-98BC0CE81C8C}"/>
                </a:ext>
              </a:extLst>
            </p:cNvPr>
            <p:cNvSpPr>
              <a:spLocks noChangeShapeType="1"/>
            </p:cNvSpPr>
            <p:nvPr/>
          </p:nvSpPr>
          <p:spPr bwMode="auto">
            <a:xfrm>
              <a:off x="1836" y="1145"/>
              <a:ext cx="1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58" name="Line 10">
              <a:extLst>
                <a:ext uri="{FF2B5EF4-FFF2-40B4-BE49-F238E27FC236}">
                  <a16:creationId xmlns:a16="http://schemas.microsoft.com/office/drawing/2014/main" id="{5A107943-10D6-7F5F-8FA6-620D2406A780}"/>
                </a:ext>
              </a:extLst>
            </p:cNvPr>
            <p:cNvSpPr>
              <a:spLocks noChangeShapeType="1"/>
            </p:cNvSpPr>
            <p:nvPr/>
          </p:nvSpPr>
          <p:spPr bwMode="auto">
            <a:xfrm>
              <a:off x="2005" y="1145"/>
              <a:ext cx="0" cy="15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59" name="Line 11">
              <a:extLst>
                <a:ext uri="{FF2B5EF4-FFF2-40B4-BE49-F238E27FC236}">
                  <a16:creationId xmlns:a16="http://schemas.microsoft.com/office/drawing/2014/main" id="{4993307F-B681-4306-572E-848ECC7F20BE}"/>
                </a:ext>
              </a:extLst>
            </p:cNvPr>
            <p:cNvSpPr>
              <a:spLocks noChangeShapeType="1"/>
            </p:cNvSpPr>
            <p:nvPr/>
          </p:nvSpPr>
          <p:spPr bwMode="auto">
            <a:xfrm>
              <a:off x="2005" y="1465"/>
              <a:ext cx="0" cy="15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60" name="Line 12">
              <a:extLst>
                <a:ext uri="{FF2B5EF4-FFF2-40B4-BE49-F238E27FC236}">
                  <a16:creationId xmlns:a16="http://schemas.microsoft.com/office/drawing/2014/main" id="{32AE9C11-A0D4-8962-E99F-907AF8D3E87F}"/>
                </a:ext>
              </a:extLst>
            </p:cNvPr>
            <p:cNvSpPr>
              <a:spLocks noChangeShapeType="1"/>
            </p:cNvSpPr>
            <p:nvPr/>
          </p:nvSpPr>
          <p:spPr bwMode="auto">
            <a:xfrm>
              <a:off x="2380" y="1390"/>
              <a:ext cx="24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61" name="Text Box 13">
              <a:extLst>
                <a:ext uri="{FF2B5EF4-FFF2-40B4-BE49-F238E27FC236}">
                  <a16:creationId xmlns:a16="http://schemas.microsoft.com/office/drawing/2014/main" id="{74C1053C-2913-006F-133D-AEC4D8D8852E}"/>
                </a:ext>
              </a:extLst>
            </p:cNvPr>
            <p:cNvSpPr txBox="1">
              <a:spLocks noChangeArrowheads="1"/>
            </p:cNvSpPr>
            <p:nvPr/>
          </p:nvSpPr>
          <p:spPr bwMode="auto">
            <a:xfrm>
              <a:off x="1012" y="948"/>
              <a:ext cx="324"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a:t>
              </a:r>
              <a:endParaRPr lang="ru-RU" altLang="en-US" sz="1600" b="0"/>
            </a:p>
          </p:txBody>
        </p:sp>
        <p:sp>
          <p:nvSpPr>
            <p:cNvPr id="93262" name="Text Box 14">
              <a:extLst>
                <a:ext uri="{FF2B5EF4-FFF2-40B4-BE49-F238E27FC236}">
                  <a16:creationId xmlns:a16="http://schemas.microsoft.com/office/drawing/2014/main" id="{168416E6-2C71-01D2-EA42-B51D9A96DEDC}"/>
                </a:ext>
              </a:extLst>
            </p:cNvPr>
            <p:cNvSpPr txBox="1">
              <a:spLocks noChangeArrowheads="1"/>
            </p:cNvSpPr>
            <p:nvPr/>
          </p:nvSpPr>
          <p:spPr bwMode="auto">
            <a:xfrm>
              <a:off x="1013" y="1117"/>
              <a:ext cx="325"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b</a:t>
              </a:r>
              <a:endParaRPr lang="ru-RU" altLang="en-US" sz="1600" b="0"/>
            </a:p>
          </p:txBody>
        </p:sp>
        <p:sp>
          <p:nvSpPr>
            <p:cNvPr id="93263" name="Text Box 15">
              <a:extLst>
                <a:ext uri="{FF2B5EF4-FFF2-40B4-BE49-F238E27FC236}">
                  <a16:creationId xmlns:a16="http://schemas.microsoft.com/office/drawing/2014/main" id="{3224C756-9AE1-F7D9-D0BF-617460073D1A}"/>
                </a:ext>
              </a:extLst>
            </p:cNvPr>
            <p:cNvSpPr txBox="1">
              <a:spLocks noChangeArrowheads="1"/>
            </p:cNvSpPr>
            <p:nvPr/>
          </p:nvSpPr>
          <p:spPr bwMode="auto">
            <a:xfrm>
              <a:off x="2652" y="1272"/>
              <a:ext cx="324"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z</a:t>
              </a:r>
              <a:endParaRPr lang="ru-RU" altLang="en-US" sz="1600" b="0"/>
            </a:p>
          </p:txBody>
        </p:sp>
        <p:sp>
          <p:nvSpPr>
            <p:cNvPr id="93264" name="Text Box 16">
              <a:extLst>
                <a:ext uri="{FF2B5EF4-FFF2-40B4-BE49-F238E27FC236}">
                  <a16:creationId xmlns:a16="http://schemas.microsoft.com/office/drawing/2014/main" id="{58EB8C64-D672-11A2-A759-55EADA58A8D5}"/>
                </a:ext>
              </a:extLst>
            </p:cNvPr>
            <p:cNvSpPr txBox="1">
              <a:spLocks noChangeArrowheads="1"/>
            </p:cNvSpPr>
            <p:nvPr/>
          </p:nvSpPr>
          <p:spPr bwMode="auto">
            <a:xfrm>
              <a:off x="1870" y="903"/>
              <a:ext cx="324"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x</a:t>
              </a:r>
              <a:endParaRPr lang="ru-RU" altLang="en-US" sz="1600" b="0"/>
            </a:p>
          </p:txBody>
        </p:sp>
        <p:sp>
          <p:nvSpPr>
            <p:cNvPr id="93265" name="Text Box 17">
              <a:extLst>
                <a:ext uri="{FF2B5EF4-FFF2-40B4-BE49-F238E27FC236}">
                  <a16:creationId xmlns:a16="http://schemas.microsoft.com/office/drawing/2014/main" id="{154DDEB8-5E1B-F030-A19C-1604C570047B}"/>
                </a:ext>
              </a:extLst>
            </p:cNvPr>
            <p:cNvSpPr txBox="1">
              <a:spLocks noChangeArrowheads="1"/>
            </p:cNvSpPr>
            <p:nvPr/>
          </p:nvSpPr>
          <p:spPr bwMode="auto">
            <a:xfrm>
              <a:off x="1822" y="1395"/>
              <a:ext cx="252"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y</a:t>
              </a:r>
              <a:endParaRPr lang="ru-RU" altLang="en-US" sz="1600" b="0"/>
            </a:p>
          </p:txBody>
        </p:sp>
        <p:sp>
          <p:nvSpPr>
            <p:cNvPr id="93266" name="AutoShape 18">
              <a:extLst>
                <a:ext uri="{FF2B5EF4-FFF2-40B4-BE49-F238E27FC236}">
                  <a16:creationId xmlns:a16="http://schemas.microsoft.com/office/drawing/2014/main" id="{6E18414D-92CD-E2EC-5545-62C970D7A649}"/>
                </a:ext>
              </a:extLst>
            </p:cNvPr>
            <p:cNvSpPr>
              <a:spLocks noChangeArrowheads="1"/>
            </p:cNvSpPr>
            <p:nvPr/>
          </p:nvSpPr>
          <p:spPr bwMode="auto">
            <a:xfrm>
              <a:off x="2140" y="1247"/>
              <a:ext cx="243" cy="266"/>
            </a:xfrm>
            <a:prstGeom prst="flowChartDelay">
              <a:avLst/>
            </a:prstGeom>
            <a:solidFill>
              <a:srgbClr val="FFFFFF"/>
            </a:solidFill>
            <a:ln w="2222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93267" name="Line 19">
              <a:extLst>
                <a:ext uri="{FF2B5EF4-FFF2-40B4-BE49-F238E27FC236}">
                  <a16:creationId xmlns:a16="http://schemas.microsoft.com/office/drawing/2014/main" id="{15A87AA6-5C2A-F06B-02AF-4FD85869EC54}"/>
                </a:ext>
              </a:extLst>
            </p:cNvPr>
            <p:cNvSpPr>
              <a:spLocks noChangeShapeType="1"/>
            </p:cNvSpPr>
            <p:nvPr/>
          </p:nvSpPr>
          <p:spPr bwMode="auto">
            <a:xfrm>
              <a:off x="1223" y="1672"/>
              <a:ext cx="40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68" name="Line 20">
              <a:extLst>
                <a:ext uri="{FF2B5EF4-FFF2-40B4-BE49-F238E27FC236}">
                  <a16:creationId xmlns:a16="http://schemas.microsoft.com/office/drawing/2014/main" id="{C6717E81-F01E-4C20-EAD3-87B3407F592A}"/>
                </a:ext>
              </a:extLst>
            </p:cNvPr>
            <p:cNvSpPr>
              <a:spLocks noChangeShapeType="1"/>
            </p:cNvSpPr>
            <p:nvPr/>
          </p:nvSpPr>
          <p:spPr bwMode="auto">
            <a:xfrm flipH="1">
              <a:off x="1221" y="1551"/>
              <a:ext cx="40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69" name="Line 21">
              <a:extLst>
                <a:ext uri="{FF2B5EF4-FFF2-40B4-BE49-F238E27FC236}">
                  <a16:creationId xmlns:a16="http://schemas.microsoft.com/office/drawing/2014/main" id="{BB5986C1-C58A-50CB-458E-8F64E2075413}"/>
                </a:ext>
              </a:extLst>
            </p:cNvPr>
            <p:cNvSpPr>
              <a:spLocks noChangeShapeType="1"/>
            </p:cNvSpPr>
            <p:nvPr/>
          </p:nvSpPr>
          <p:spPr bwMode="auto">
            <a:xfrm>
              <a:off x="1858" y="1620"/>
              <a:ext cx="14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70" name="Text Box 22">
              <a:extLst>
                <a:ext uri="{FF2B5EF4-FFF2-40B4-BE49-F238E27FC236}">
                  <a16:creationId xmlns:a16="http://schemas.microsoft.com/office/drawing/2014/main" id="{19651E92-2105-C926-3D74-C4DE63CA6667}"/>
                </a:ext>
              </a:extLst>
            </p:cNvPr>
            <p:cNvSpPr txBox="1">
              <a:spLocks noChangeArrowheads="1"/>
            </p:cNvSpPr>
            <p:nvPr/>
          </p:nvSpPr>
          <p:spPr bwMode="auto">
            <a:xfrm>
              <a:off x="1022" y="1552"/>
              <a:ext cx="324"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a:t>
              </a:r>
              <a:endParaRPr lang="ru-RU" altLang="en-US" sz="1600" b="0"/>
            </a:p>
          </p:txBody>
        </p:sp>
        <p:sp>
          <p:nvSpPr>
            <p:cNvPr id="93271" name="AutoShape 23">
              <a:extLst>
                <a:ext uri="{FF2B5EF4-FFF2-40B4-BE49-F238E27FC236}">
                  <a16:creationId xmlns:a16="http://schemas.microsoft.com/office/drawing/2014/main" id="{ACCBC20F-C6EE-C158-BDFC-813CD2238646}"/>
                </a:ext>
              </a:extLst>
            </p:cNvPr>
            <p:cNvSpPr>
              <a:spLocks noChangeArrowheads="1"/>
            </p:cNvSpPr>
            <p:nvPr/>
          </p:nvSpPr>
          <p:spPr bwMode="auto">
            <a:xfrm flipH="1">
              <a:off x="1608" y="1464"/>
              <a:ext cx="243" cy="296"/>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93272" name="Text Box 24">
              <a:extLst>
                <a:ext uri="{FF2B5EF4-FFF2-40B4-BE49-F238E27FC236}">
                  <a16:creationId xmlns:a16="http://schemas.microsoft.com/office/drawing/2014/main" id="{DC1A1B7F-6C92-B519-9E21-CD1FB7546AE3}"/>
                </a:ext>
              </a:extLst>
            </p:cNvPr>
            <p:cNvSpPr txBox="1">
              <a:spLocks noChangeArrowheads="1"/>
            </p:cNvSpPr>
            <p:nvPr/>
          </p:nvSpPr>
          <p:spPr bwMode="auto">
            <a:xfrm>
              <a:off x="1025" y="1416"/>
              <a:ext cx="325"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c</a:t>
              </a:r>
              <a:endParaRPr lang="ru-RU" altLang="en-US" sz="1600" b="0"/>
            </a:p>
          </p:txBody>
        </p:sp>
      </p:grpSp>
      <p:grpSp>
        <p:nvGrpSpPr>
          <p:cNvPr id="93188" name="Group 87">
            <a:extLst>
              <a:ext uri="{FF2B5EF4-FFF2-40B4-BE49-F238E27FC236}">
                <a16:creationId xmlns:a16="http://schemas.microsoft.com/office/drawing/2014/main" id="{050859C4-23D4-ED9F-B340-10B7D1F37437}"/>
              </a:ext>
            </a:extLst>
          </p:cNvPr>
          <p:cNvGrpSpPr>
            <a:grpSpLocks/>
          </p:cNvGrpSpPr>
          <p:nvPr/>
        </p:nvGrpSpPr>
        <p:grpSpPr bwMode="auto">
          <a:xfrm>
            <a:off x="2146301" y="2330450"/>
            <a:ext cx="7732713" cy="3562350"/>
            <a:chOff x="622300" y="2330450"/>
            <a:chExt cx="7732150" cy="3562350"/>
          </a:xfrm>
        </p:grpSpPr>
        <p:sp>
          <p:nvSpPr>
            <p:cNvPr id="93190" name="Oval 94">
              <a:extLst>
                <a:ext uri="{FF2B5EF4-FFF2-40B4-BE49-F238E27FC236}">
                  <a16:creationId xmlns:a16="http://schemas.microsoft.com/office/drawing/2014/main" id="{5F8F4F1A-38EF-C66E-0A99-FBE5E9C569E5}"/>
                </a:ext>
              </a:extLst>
            </p:cNvPr>
            <p:cNvSpPr>
              <a:spLocks noChangeArrowheads="1"/>
            </p:cNvSpPr>
            <p:nvPr/>
          </p:nvSpPr>
          <p:spPr bwMode="auto">
            <a:xfrm>
              <a:off x="3581400" y="5486400"/>
              <a:ext cx="431800" cy="406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b="0"/>
                <a:t>b4</a:t>
              </a:r>
              <a:endParaRPr lang="ru-RU" altLang="en-US" sz="1800" b="0"/>
            </a:p>
          </p:txBody>
        </p:sp>
        <p:sp>
          <p:nvSpPr>
            <p:cNvPr id="93191" name="Text Box 103">
              <a:extLst>
                <a:ext uri="{FF2B5EF4-FFF2-40B4-BE49-F238E27FC236}">
                  <a16:creationId xmlns:a16="http://schemas.microsoft.com/office/drawing/2014/main" id="{BD99B25A-DDFB-8A65-609A-37DABC4544F3}"/>
                </a:ext>
              </a:extLst>
            </p:cNvPr>
            <p:cNvSpPr txBox="1">
              <a:spLocks noChangeArrowheads="1"/>
            </p:cNvSpPr>
            <p:nvPr/>
          </p:nvSpPr>
          <p:spPr bwMode="auto">
            <a:xfrm>
              <a:off x="990600" y="5486400"/>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a3</a:t>
              </a:r>
              <a:endParaRPr lang="ru-RU" altLang="en-US" sz="1800" b="0"/>
            </a:p>
          </p:txBody>
        </p:sp>
        <p:sp>
          <p:nvSpPr>
            <p:cNvPr id="93192" name="Text Box 104">
              <a:extLst>
                <a:ext uri="{FF2B5EF4-FFF2-40B4-BE49-F238E27FC236}">
                  <a16:creationId xmlns:a16="http://schemas.microsoft.com/office/drawing/2014/main" id="{9815572C-D5EB-DED2-2840-9A0C1F1E8F9F}"/>
                </a:ext>
              </a:extLst>
            </p:cNvPr>
            <p:cNvSpPr txBox="1">
              <a:spLocks noChangeArrowheads="1"/>
            </p:cNvSpPr>
            <p:nvPr/>
          </p:nvSpPr>
          <p:spPr bwMode="auto">
            <a:xfrm>
              <a:off x="1676400" y="5486400"/>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a4</a:t>
              </a:r>
              <a:endParaRPr lang="ru-RU" altLang="en-US" sz="1800" b="0"/>
            </a:p>
          </p:txBody>
        </p:sp>
        <p:sp>
          <p:nvSpPr>
            <p:cNvPr id="93193" name="Text Box 105">
              <a:extLst>
                <a:ext uri="{FF2B5EF4-FFF2-40B4-BE49-F238E27FC236}">
                  <a16:creationId xmlns:a16="http://schemas.microsoft.com/office/drawing/2014/main" id="{7F44B389-158C-F6D4-E356-EF1115633BA4}"/>
                </a:ext>
              </a:extLst>
            </p:cNvPr>
            <p:cNvSpPr txBox="1">
              <a:spLocks noChangeArrowheads="1"/>
            </p:cNvSpPr>
            <p:nvPr/>
          </p:nvSpPr>
          <p:spPr bwMode="auto">
            <a:xfrm>
              <a:off x="2667000" y="5486400"/>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b3</a:t>
              </a:r>
              <a:endParaRPr lang="ru-RU" altLang="en-US" sz="1800" b="0"/>
            </a:p>
          </p:txBody>
        </p:sp>
        <p:sp>
          <p:nvSpPr>
            <p:cNvPr id="93194" name="Text Box 111">
              <a:extLst>
                <a:ext uri="{FF2B5EF4-FFF2-40B4-BE49-F238E27FC236}">
                  <a16:creationId xmlns:a16="http://schemas.microsoft.com/office/drawing/2014/main" id="{896A2062-7F0E-CD5A-1DE3-608451E736B4}"/>
                </a:ext>
              </a:extLst>
            </p:cNvPr>
            <p:cNvSpPr txBox="1">
              <a:spLocks noChangeArrowheads="1"/>
            </p:cNvSpPr>
            <p:nvPr/>
          </p:nvSpPr>
          <p:spPr bwMode="auto">
            <a:xfrm>
              <a:off x="5608638" y="5405438"/>
              <a:ext cx="952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a4,b4</a:t>
              </a:r>
              <a:endParaRPr lang="ru-RU" altLang="en-US" sz="1800" b="0"/>
            </a:p>
          </p:txBody>
        </p:sp>
        <p:sp>
          <p:nvSpPr>
            <p:cNvPr id="93195" name="Text Box 118">
              <a:extLst>
                <a:ext uri="{FF2B5EF4-FFF2-40B4-BE49-F238E27FC236}">
                  <a16:creationId xmlns:a16="http://schemas.microsoft.com/office/drawing/2014/main" id="{7C3548B2-C8DF-C282-9CCE-E3844DC38C1F}"/>
                </a:ext>
              </a:extLst>
            </p:cNvPr>
            <p:cNvSpPr txBox="1">
              <a:spLocks noChangeArrowheads="1"/>
            </p:cNvSpPr>
            <p:nvPr/>
          </p:nvSpPr>
          <p:spPr bwMode="auto">
            <a:xfrm>
              <a:off x="6210300" y="5486400"/>
              <a:ext cx="952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a4,b3</a:t>
              </a:r>
              <a:endParaRPr lang="ru-RU" altLang="en-US" sz="1800" b="0"/>
            </a:p>
          </p:txBody>
        </p:sp>
        <p:sp>
          <p:nvSpPr>
            <p:cNvPr id="93196" name="Text Box 121">
              <a:extLst>
                <a:ext uri="{FF2B5EF4-FFF2-40B4-BE49-F238E27FC236}">
                  <a16:creationId xmlns:a16="http://schemas.microsoft.com/office/drawing/2014/main" id="{2ABCA0BC-65DC-63E9-26C9-0DEFF6DFEE0B}"/>
                </a:ext>
              </a:extLst>
            </p:cNvPr>
            <p:cNvSpPr txBox="1">
              <a:spLocks noChangeArrowheads="1"/>
            </p:cNvSpPr>
            <p:nvPr/>
          </p:nvSpPr>
          <p:spPr bwMode="auto">
            <a:xfrm>
              <a:off x="7401950" y="5493000"/>
              <a:ext cx="952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a4,b4</a:t>
              </a:r>
              <a:endParaRPr lang="ru-RU" altLang="en-US" sz="1800" b="0"/>
            </a:p>
          </p:txBody>
        </p:sp>
        <p:grpSp>
          <p:nvGrpSpPr>
            <p:cNvPr id="93197" name="Group 86">
              <a:extLst>
                <a:ext uri="{FF2B5EF4-FFF2-40B4-BE49-F238E27FC236}">
                  <a16:creationId xmlns:a16="http://schemas.microsoft.com/office/drawing/2014/main" id="{B1B704C1-5EB0-80DE-FDEB-8177A1F404E9}"/>
                </a:ext>
              </a:extLst>
            </p:cNvPr>
            <p:cNvGrpSpPr>
              <a:grpSpLocks/>
            </p:cNvGrpSpPr>
            <p:nvPr/>
          </p:nvGrpSpPr>
          <p:grpSpPr bwMode="auto">
            <a:xfrm>
              <a:off x="622300" y="2330450"/>
              <a:ext cx="7556500" cy="3351213"/>
              <a:chOff x="622300" y="2425700"/>
              <a:chExt cx="7556500" cy="3351213"/>
            </a:xfrm>
          </p:grpSpPr>
          <p:sp>
            <p:nvSpPr>
              <p:cNvPr id="93198" name="Oval 25">
                <a:extLst>
                  <a:ext uri="{FF2B5EF4-FFF2-40B4-BE49-F238E27FC236}">
                    <a16:creationId xmlns:a16="http://schemas.microsoft.com/office/drawing/2014/main" id="{51FA893C-AAD1-FAC1-8DCD-46078CB20E0E}"/>
                  </a:ext>
                </a:extLst>
              </p:cNvPr>
              <p:cNvSpPr>
                <a:spLocks noChangeArrowheads="1"/>
              </p:cNvSpPr>
              <p:nvPr/>
            </p:nvSpPr>
            <p:spPr bwMode="auto">
              <a:xfrm>
                <a:off x="927100" y="3162300"/>
                <a:ext cx="431800" cy="4064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a</a:t>
                </a:r>
                <a:endParaRPr lang="ru-RU" altLang="en-US" sz="2000" b="0"/>
              </a:p>
            </p:txBody>
          </p:sp>
          <p:sp>
            <p:nvSpPr>
              <p:cNvPr id="93199" name="Rectangle 26">
                <a:extLst>
                  <a:ext uri="{FF2B5EF4-FFF2-40B4-BE49-F238E27FC236}">
                    <a16:creationId xmlns:a16="http://schemas.microsoft.com/office/drawing/2014/main" id="{F59C49DD-E7C3-5C67-5E20-A4CF8439EC21}"/>
                  </a:ext>
                </a:extLst>
              </p:cNvPr>
              <p:cNvSpPr>
                <a:spLocks noChangeArrowheads="1"/>
              </p:cNvSpPr>
              <p:nvPr/>
            </p:nvSpPr>
            <p:spPr bwMode="auto">
              <a:xfrm>
                <a:off x="622300" y="5181600"/>
                <a:ext cx="6096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0</a:t>
                </a:r>
                <a:endParaRPr lang="en-US" altLang="en-US" sz="2000" b="0">
                  <a:sym typeface="Symbol" panose="05050102010706020507" pitchFamily="18" charset="2"/>
                </a:endParaRPr>
              </a:p>
            </p:txBody>
          </p:sp>
          <p:sp>
            <p:nvSpPr>
              <p:cNvPr id="93200" name="Line 27">
                <a:extLst>
                  <a:ext uri="{FF2B5EF4-FFF2-40B4-BE49-F238E27FC236}">
                    <a16:creationId xmlns:a16="http://schemas.microsoft.com/office/drawing/2014/main" id="{0184027B-880C-17E7-ADF3-27AABA3A638D}"/>
                  </a:ext>
                </a:extLst>
              </p:cNvPr>
              <p:cNvSpPr>
                <a:spLocks noChangeShapeType="1"/>
              </p:cNvSpPr>
              <p:nvPr/>
            </p:nvSpPr>
            <p:spPr bwMode="auto">
              <a:xfrm flipH="1">
                <a:off x="977900" y="3556000"/>
                <a:ext cx="57150" cy="64135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3201" name="Line 28">
                <a:extLst>
                  <a:ext uri="{FF2B5EF4-FFF2-40B4-BE49-F238E27FC236}">
                    <a16:creationId xmlns:a16="http://schemas.microsoft.com/office/drawing/2014/main" id="{52EF2A92-3F82-9CC7-501E-72F56BB28ADD}"/>
                  </a:ext>
                </a:extLst>
              </p:cNvPr>
              <p:cNvSpPr>
                <a:spLocks noChangeShapeType="1"/>
              </p:cNvSpPr>
              <p:nvPr/>
            </p:nvSpPr>
            <p:spPr bwMode="auto">
              <a:xfrm>
                <a:off x="1231900" y="3556000"/>
                <a:ext cx="693738" cy="156527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02" name="Line 29">
                <a:extLst>
                  <a:ext uri="{FF2B5EF4-FFF2-40B4-BE49-F238E27FC236}">
                    <a16:creationId xmlns:a16="http://schemas.microsoft.com/office/drawing/2014/main" id="{10283B26-D2A2-84DE-3EF0-EB5F4F98417A}"/>
                  </a:ext>
                </a:extLst>
              </p:cNvPr>
              <p:cNvSpPr>
                <a:spLocks noChangeShapeType="1"/>
              </p:cNvSpPr>
              <p:nvPr/>
            </p:nvSpPr>
            <p:spPr bwMode="auto">
              <a:xfrm flipH="1">
                <a:off x="863600" y="4648200"/>
                <a:ext cx="80963" cy="4826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3203" name="Rectangle 30">
                <a:extLst>
                  <a:ext uri="{FF2B5EF4-FFF2-40B4-BE49-F238E27FC236}">
                    <a16:creationId xmlns:a16="http://schemas.microsoft.com/office/drawing/2014/main" id="{80F4AA65-B8B0-8A55-B75F-8DBCDC8E5E1E}"/>
                  </a:ext>
                </a:extLst>
              </p:cNvPr>
              <p:cNvSpPr>
                <a:spLocks noChangeArrowheads="1"/>
              </p:cNvSpPr>
              <p:nvPr/>
            </p:nvSpPr>
            <p:spPr bwMode="auto">
              <a:xfrm>
                <a:off x="1651000" y="5156200"/>
                <a:ext cx="5334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1</a:t>
                </a:r>
                <a:endParaRPr lang="ru-RU" altLang="en-US" sz="2000" b="0"/>
              </a:p>
            </p:txBody>
          </p:sp>
          <p:sp>
            <p:nvSpPr>
              <p:cNvPr id="93204" name="Oval 31">
                <a:extLst>
                  <a:ext uri="{FF2B5EF4-FFF2-40B4-BE49-F238E27FC236}">
                    <a16:creationId xmlns:a16="http://schemas.microsoft.com/office/drawing/2014/main" id="{FBAE6B27-230E-A7F2-D071-09C9E6F4DB05}"/>
                  </a:ext>
                </a:extLst>
              </p:cNvPr>
              <p:cNvSpPr>
                <a:spLocks noChangeArrowheads="1"/>
              </p:cNvSpPr>
              <p:nvPr/>
            </p:nvSpPr>
            <p:spPr bwMode="auto">
              <a:xfrm>
                <a:off x="749300" y="4229100"/>
                <a:ext cx="431800" cy="4318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b</a:t>
                </a:r>
                <a:endParaRPr lang="ru-RU" altLang="en-US" sz="2000" b="0"/>
              </a:p>
            </p:txBody>
          </p:sp>
          <p:sp>
            <p:nvSpPr>
              <p:cNvPr id="93205" name="Line 32">
                <a:extLst>
                  <a:ext uri="{FF2B5EF4-FFF2-40B4-BE49-F238E27FC236}">
                    <a16:creationId xmlns:a16="http://schemas.microsoft.com/office/drawing/2014/main" id="{54409A66-E2D0-1B01-A1D7-DABFCF190DAA}"/>
                  </a:ext>
                </a:extLst>
              </p:cNvPr>
              <p:cNvSpPr>
                <a:spLocks noChangeShapeType="1"/>
              </p:cNvSpPr>
              <p:nvPr/>
            </p:nvSpPr>
            <p:spPr bwMode="auto">
              <a:xfrm>
                <a:off x="1117600" y="4610100"/>
                <a:ext cx="736600" cy="5207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06" name="Text Box 33">
                <a:extLst>
                  <a:ext uri="{FF2B5EF4-FFF2-40B4-BE49-F238E27FC236}">
                    <a16:creationId xmlns:a16="http://schemas.microsoft.com/office/drawing/2014/main" id="{8277DBCA-EC3A-861F-0BD6-2391541FA395}"/>
                  </a:ext>
                </a:extLst>
              </p:cNvPr>
              <p:cNvSpPr txBox="1">
                <a:spLocks noChangeArrowheads="1"/>
              </p:cNvSpPr>
              <p:nvPr/>
            </p:nvSpPr>
            <p:spPr bwMode="auto">
              <a:xfrm>
                <a:off x="812800" y="2825500"/>
                <a:ext cx="660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a:t>a+b</a:t>
                </a:r>
                <a:endParaRPr lang="ru-RU" altLang="en-US" sz="1600" b="0"/>
              </a:p>
            </p:txBody>
          </p:sp>
          <p:sp>
            <p:nvSpPr>
              <p:cNvPr id="93207" name="Oval 34">
                <a:extLst>
                  <a:ext uri="{FF2B5EF4-FFF2-40B4-BE49-F238E27FC236}">
                    <a16:creationId xmlns:a16="http://schemas.microsoft.com/office/drawing/2014/main" id="{69FFBCD7-E7FA-1FD0-3116-DB825A160587}"/>
                  </a:ext>
                </a:extLst>
              </p:cNvPr>
              <p:cNvSpPr>
                <a:spLocks noChangeArrowheads="1"/>
              </p:cNvSpPr>
              <p:nvPr/>
            </p:nvSpPr>
            <p:spPr bwMode="auto">
              <a:xfrm>
                <a:off x="2844800" y="3111500"/>
                <a:ext cx="431800" cy="4064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c</a:t>
                </a:r>
                <a:endParaRPr lang="ru-RU" altLang="en-US" sz="2000" b="0"/>
              </a:p>
            </p:txBody>
          </p:sp>
          <p:sp>
            <p:nvSpPr>
              <p:cNvPr id="93208" name="Rectangle 35">
                <a:extLst>
                  <a:ext uri="{FF2B5EF4-FFF2-40B4-BE49-F238E27FC236}">
                    <a16:creationId xmlns:a16="http://schemas.microsoft.com/office/drawing/2014/main" id="{D0BAACAA-C216-0407-20FB-5AC1CB9160BE}"/>
                  </a:ext>
                </a:extLst>
              </p:cNvPr>
              <p:cNvSpPr>
                <a:spLocks noChangeArrowheads="1"/>
              </p:cNvSpPr>
              <p:nvPr/>
            </p:nvSpPr>
            <p:spPr bwMode="auto">
              <a:xfrm>
                <a:off x="2540000" y="5130800"/>
                <a:ext cx="6096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0</a:t>
                </a:r>
                <a:endParaRPr lang="en-US" altLang="en-US" sz="2000" b="0">
                  <a:sym typeface="Symbol" panose="05050102010706020507" pitchFamily="18" charset="2"/>
                </a:endParaRPr>
              </a:p>
            </p:txBody>
          </p:sp>
          <p:sp>
            <p:nvSpPr>
              <p:cNvPr id="93209" name="Line 36">
                <a:extLst>
                  <a:ext uri="{FF2B5EF4-FFF2-40B4-BE49-F238E27FC236}">
                    <a16:creationId xmlns:a16="http://schemas.microsoft.com/office/drawing/2014/main" id="{7D27717E-19D7-E7AA-8D21-51D4805B6C0E}"/>
                  </a:ext>
                </a:extLst>
              </p:cNvPr>
              <p:cNvSpPr>
                <a:spLocks noChangeShapeType="1"/>
              </p:cNvSpPr>
              <p:nvPr/>
            </p:nvSpPr>
            <p:spPr bwMode="auto">
              <a:xfrm flipH="1">
                <a:off x="2895600" y="3505200"/>
                <a:ext cx="57150" cy="64135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3210" name="Line 37">
                <a:extLst>
                  <a:ext uri="{FF2B5EF4-FFF2-40B4-BE49-F238E27FC236}">
                    <a16:creationId xmlns:a16="http://schemas.microsoft.com/office/drawing/2014/main" id="{5ED7EDF6-B3E8-8FC6-F68B-A41ABF56214A}"/>
                  </a:ext>
                </a:extLst>
              </p:cNvPr>
              <p:cNvSpPr>
                <a:spLocks noChangeShapeType="1"/>
              </p:cNvSpPr>
              <p:nvPr/>
            </p:nvSpPr>
            <p:spPr bwMode="auto">
              <a:xfrm>
                <a:off x="3149600" y="3505200"/>
                <a:ext cx="693738" cy="156527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11" name="Line 38">
                <a:extLst>
                  <a:ext uri="{FF2B5EF4-FFF2-40B4-BE49-F238E27FC236}">
                    <a16:creationId xmlns:a16="http://schemas.microsoft.com/office/drawing/2014/main" id="{2BEBE5C1-9F0B-92B7-1E26-6BA093FD586B}"/>
                  </a:ext>
                </a:extLst>
              </p:cNvPr>
              <p:cNvSpPr>
                <a:spLocks noChangeShapeType="1"/>
              </p:cNvSpPr>
              <p:nvPr/>
            </p:nvSpPr>
            <p:spPr bwMode="auto">
              <a:xfrm flipH="1">
                <a:off x="2781300" y="4597400"/>
                <a:ext cx="80963" cy="48260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3212" name="Rectangle 39">
                <a:extLst>
                  <a:ext uri="{FF2B5EF4-FFF2-40B4-BE49-F238E27FC236}">
                    <a16:creationId xmlns:a16="http://schemas.microsoft.com/office/drawing/2014/main" id="{220FEE67-19B0-AAA4-9936-2176292AC8C9}"/>
                  </a:ext>
                </a:extLst>
              </p:cNvPr>
              <p:cNvSpPr>
                <a:spLocks noChangeArrowheads="1"/>
              </p:cNvSpPr>
              <p:nvPr/>
            </p:nvSpPr>
            <p:spPr bwMode="auto">
              <a:xfrm>
                <a:off x="3568700" y="5105400"/>
                <a:ext cx="5334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1</a:t>
                </a:r>
                <a:endParaRPr lang="ru-RU" altLang="en-US" sz="2000" b="0"/>
              </a:p>
            </p:txBody>
          </p:sp>
          <p:sp>
            <p:nvSpPr>
              <p:cNvPr id="93213" name="Oval 40">
                <a:extLst>
                  <a:ext uri="{FF2B5EF4-FFF2-40B4-BE49-F238E27FC236}">
                    <a16:creationId xmlns:a16="http://schemas.microsoft.com/office/drawing/2014/main" id="{2FB14346-59EC-900D-FC01-5A7F792392EB}"/>
                  </a:ext>
                </a:extLst>
              </p:cNvPr>
              <p:cNvSpPr>
                <a:spLocks noChangeArrowheads="1"/>
              </p:cNvSpPr>
              <p:nvPr/>
            </p:nvSpPr>
            <p:spPr bwMode="auto">
              <a:xfrm>
                <a:off x="2667000" y="4178300"/>
                <a:ext cx="431800" cy="4318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d</a:t>
                </a:r>
                <a:endParaRPr lang="ru-RU" altLang="en-US" sz="2000" b="0"/>
              </a:p>
            </p:txBody>
          </p:sp>
          <p:sp>
            <p:nvSpPr>
              <p:cNvPr id="93214" name="Line 41">
                <a:extLst>
                  <a:ext uri="{FF2B5EF4-FFF2-40B4-BE49-F238E27FC236}">
                    <a16:creationId xmlns:a16="http://schemas.microsoft.com/office/drawing/2014/main" id="{0453D67B-AA90-0AA0-4B26-690113598489}"/>
                  </a:ext>
                </a:extLst>
              </p:cNvPr>
              <p:cNvSpPr>
                <a:spLocks noChangeShapeType="1"/>
              </p:cNvSpPr>
              <p:nvPr/>
            </p:nvSpPr>
            <p:spPr bwMode="auto">
              <a:xfrm>
                <a:off x="3035300" y="4559300"/>
                <a:ext cx="736600" cy="5207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15" name="Text Box 42">
                <a:extLst>
                  <a:ext uri="{FF2B5EF4-FFF2-40B4-BE49-F238E27FC236}">
                    <a16:creationId xmlns:a16="http://schemas.microsoft.com/office/drawing/2014/main" id="{148AF1F7-6F91-C37F-5330-A93D64687351}"/>
                  </a:ext>
                </a:extLst>
              </p:cNvPr>
              <p:cNvSpPr txBox="1">
                <a:spLocks noChangeArrowheads="1"/>
              </p:cNvSpPr>
              <p:nvPr/>
            </p:nvSpPr>
            <p:spPr bwMode="auto">
              <a:xfrm>
                <a:off x="2742375" y="2798450"/>
                <a:ext cx="660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a:t>c+d</a:t>
                </a:r>
                <a:endParaRPr lang="ru-RU" altLang="en-US" sz="1600" b="0"/>
              </a:p>
            </p:txBody>
          </p:sp>
          <p:sp>
            <p:nvSpPr>
              <p:cNvPr id="93216" name="Oval 57">
                <a:extLst>
                  <a:ext uri="{FF2B5EF4-FFF2-40B4-BE49-F238E27FC236}">
                    <a16:creationId xmlns:a16="http://schemas.microsoft.com/office/drawing/2014/main" id="{5E9443A2-00D8-DB42-D3BA-BD9D0BB39A28}"/>
                  </a:ext>
                </a:extLst>
              </p:cNvPr>
              <p:cNvSpPr>
                <a:spLocks noChangeArrowheads="1"/>
              </p:cNvSpPr>
              <p:nvPr/>
            </p:nvSpPr>
            <p:spPr bwMode="auto">
              <a:xfrm>
                <a:off x="5486400" y="2425700"/>
                <a:ext cx="431800" cy="4064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a</a:t>
                </a:r>
                <a:endParaRPr lang="ru-RU" altLang="en-US" sz="2000" b="0"/>
              </a:p>
            </p:txBody>
          </p:sp>
          <p:sp>
            <p:nvSpPr>
              <p:cNvPr id="93217" name="Line 58">
                <a:extLst>
                  <a:ext uri="{FF2B5EF4-FFF2-40B4-BE49-F238E27FC236}">
                    <a16:creationId xmlns:a16="http://schemas.microsoft.com/office/drawing/2014/main" id="{C85C85C3-6E19-F7E9-877E-661F44FBD694}"/>
                  </a:ext>
                </a:extLst>
              </p:cNvPr>
              <p:cNvSpPr>
                <a:spLocks noChangeShapeType="1"/>
              </p:cNvSpPr>
              <p:nvPr/>
            </p:nvSpPr>
            <p:spPr bwMode="auto">
              <a:xfrm flipH="1">
                <a:off x="5308600" y="2794000"/>
                <a:ext cx="228600" cy="4191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3218" name="Oval 72">
                <a:extLst>
                  <a:ext uri="{FF2B5EF4-FFF2-40B4-BE49-F238E27FC236}">
                    <a16:creationId xmlns:a16="http://schemas.microsoft.com/office/drawing/2014/main" id="{C9A677AE-5551-53D5-7A40-1B44999C0065}"/>
                  </a:ext>
                </a:extLst>
              </p:cNvPr>
              <p:cNvSpPr>
                <a:spLocks noChangeArrowheads="1"/>
              </p:cNvSpPr>
              <p:nvPr/>
            </p:nvSpPr>
            <p:spPr bwMode="auto">
              <a:xfrm>
                <a:off x="3276600" y="3124200"/>
                <a:ext cx="431800" cy="406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b="0"/>
                  <a:t>b1</a:t>
                </a:r>
                <a:endParaRPr lang="ru-RU" altLang="en-US" sz="1800" b="0"/>
              </a:p>
            </p:txBody>
          </p:sp>
          <p:sp>
            <p:nvSpPr>
              <p:cNvPr id="93219" name="Oval 73">
                <a:extLst>
                  <a:ext uri="{FF2B5EF4-FFF2-40B4-BE49-F238E27FC236}">
                    <a16:creationId xmlns:a16="http://schemas.microsoft.com/office/drawing/2014/main" id="{85806E22-9C05-1DC0-C0E8-DFAC9B8F6A95}"/>
                  </a:ext>
                </a:extLst>
              </p:cNvPr>
              <p:cNvSpPr>
                <a:spLocks noChangeArrowheads="1"/>
              </p:cNvSpPr>
              <p:nvPr/>
            </p:nvSpPr>
            <p:spPr bwMode="auto">
              <a:xfrm>
                <a:off x="3124200" y="4191000"/>
                <a:ext cx="431800" cy="406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b="0"/>
                  <a:t>b2</a:t>
                </a:r>
                <a:endParaRPr lang="ru-RU" altLang="en-US" sz="1800" b="0"/>
              </a:p>
            </p:txBody>
          </p:sp>
          <p:sp>
            <p:nvSpPr>
              <p:cNvPr id="93220" name="Line 74">
                <a:extLst>
                  <a:ext uri="{FF2B5EF4-FFF2-40B4-BE49-F238E27FC236}">
                    <a16:creationId xmlns:a16="http://schemas.microsoft.com/office/drawing/2014/main" id="{446F1FF4-6493-4A71-136D-DF9DA291A155}"/>
                  </a:ext>
                </a:extLst>
              </p:cNvPr>
              <p:cNvSpPr>
                <a:spLocks noChangeShapeType="1"/>
              </p:cNvSpPr>
              <p:nvPr/>
            </p:nvSpPr>
            <p:spPr bwMode="auto">
              <a:xfrm>
                <a:off x="5905500" y="2730500"/>
                <a:ext cx="12446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21" name="Oval 86">
                <a:extLst>
                  <a:ext uri="{FF2B5EF4-FFF2-40B4-BE49-F238E27FC236}">
                    <a16:creationId xmlns:a16="http://schemas.microsoft.com/office/drawing/2014/main" id="{50CA350B-B1D4-9B84-7FAB-246A9D7E9E49}"/>
                  </a:ext>
                </a:extLst>
              </p:cNvPr>
              <p:cNvSpPr>
                <a:spLocks noChangeArrowheads="1"/>
              </p:cNvSpPr>
              <p:nvPr/>
            </p:nvSpPr>
            <p:spPr bwMode="auto">
              <a:xfrm>
                <a:off x="5080000" y="3086100"/>
                <a:ext cx="431800" cy="4318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b</a:t>
                </a:r>
                <a:endParaRPr lang="ru-RU" altLang="en-US" sz="2000" b="0"/>
              </a:p>
            </p:txBody>
          </p:sp>
          <p:sp>
            <p:nvSpPr>
              <p:cNvPr id="93222" name="Oval 87">
                <a:extLst>
                  <a:ext uri="{FF2B5EF4-FFF2-40B4-BE49-F238E27FC236}">
                    <a16:creationId xmlns:a16="http://schemas.microsoft.com/office/drawing/2014/main" id="{EB2CAD9C-4651-41A1-2624-FA3A7D6E5F3D}"/>
                  </a:ext>
                </a:extLst>
              </p:cNvPr>
              <p:cNvSpPr>
                <a:spLocks noChangeArrowheads="1"/>
              </p:cNvSpPr>
              <p:nvPr/>
            </p:nvSpPr>
            <p:spPr bwMode="auto">
              <a:xfrm>
                <a:off x="4779650" y="2474025"/>
                <a:ext cx="812800" cy="406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b="0"/>
                  <a:t>a1,b1</a:t>
                </a:r>
                <a:endParaRPr lang="ru-RU" altLang="en-US" sz="1600" b="0"/>
              </a:p>
            </p:txBody>
          </p:sp>
          <p:sp>
            <p:nvSpPr>
              <p:cNvPr id="93223" name="Line 89">
                <a:extLst>
                  <a:ext uri="{FF2B5EF4-FFF2-40B4-BE49-F238E27FC236}">
                    <a16:creationId xmlns:a16="http://schemas.microsoft.com/office/drawing/2014/main" id="{E64907F5-3016-A115-6481-31961AB844CA}"/>
                  </a:ext>
                </a:extLst>
              </p:cNvPr>
              <p:cNvSpPr>
                <a:spLocks noChangeShapeType="1"/>
              </p:cNvSpPr>
              <p:nvPr/>
            </p:nvSpPr>
            <p:spPr bwMode="auto">
              <a:xfrm flipH="1">
                <a:off x="4991100" y="3492500"/>
                <a:ext cx="228600" cy="5207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3224" name="Rectangle 90">
                <a:extLst>
                  <a:ext uri="{FF2B5EF4-FFF2-40B4-BE49-F238E27FC236}">
                    <a16:creationId xmlns:a16="http://schemas.microsoft.com/office/drawing/2014/main" id="{72DCE37D-2E27-60F9-5198-3173FF2A06B5}"/>
                  </a:ext>
                </a:extLst>
              </p:cNvPr>
              <p:cNvSpPr>
                <a:spLocks noChangeArrowheads="1"/>
              </p:cNvSpPr>
              <p:nvPr/>
            </p:nvSpPr>
            <p:spPr bwMode="auto">
              <a:xfrm>
                <a:off x="4699000" y="4013200"/>
                <a:ext cx="6096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0</a:t>
                </a:r>
                <a:endParaRPr lang="en-US" altLang="en-US" sz="2000" b="0">
                  <a:sym typeface="Symbol" panose="05050102010706020507" pitchFamily="18" charset="2"/>
                </a:endParaRPr>
              </a:p>
            </p:txBody>
          </p:sp>
          <p:sp>
            <p:nvSpPr>
              <p:cNvPr id="93225" name="Oval 92">
                <a:extLst>
                  <a:ext uri="{FF2B5EF4-FFF2-40B4-BE49-F238E27FC236}">
                    <a16:creationId xmlns:a16="http://schemas.microsoft.com/office/drawing/2014/main" id="{883F7DB3-3B3D-E090-753D-2B7A86C82FBB}"/>
                  </a:ext>
                </a:extLst>
              </p:cNvPr>
              <p:cNvSpPr>
                <a:spLocks noChangeArrowheads="1"/>
              </p:cNvSpPr>
              <p:nvPr/>
            </p:nvSpPr>
            <p:spPr bwMode="auto">
              <a:xfrm>
                <a:off x="4914900" y="4318000"/>
                <a:ext cx="736600" cy="406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b="0"/>
                  <a:t>a4,b2</a:t>
                </a:r>
                <a:endParaRPr lang="ru-RU" altLang="en-US" sz="1800" b="0"/>
              </a:p>
            </p:txBody>
          </p:sp>
          <p:sp>
            <p:nvSpPr>
              <p:cNvPr id="93226" name="Oval 95">
                <a:extLst>
                  <a:ext uri="{FF2B5EF4-FFF2-40B4-BE49-F238E27FC236}">
                    <a16:creationId xmlns:a16="http://schemas.microsoft.com/office/drawing/2014/main" id="{E60933B9-B6D3-3ECA-F0BA-CF91245B27D4}"/>
                  </a:ext>
                </a:extLst>
              </p:cNvPr>
              <p:cNvSpPr>
                <a:spLocks noChangeArrowheads="1"/>
              </p:cNvSpPr>
              <p:nvPr/>
            </p:nvSpPr>
            <p:spPr bwMode="auto">
              <a:xfrm>
                <a:off x="4025900" y="4000500"/>
                <a:ext cx="723900" cy="406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b="0"/>
                  <a:t>a3,b1</a:t>
                </a:r>
                <a:endParaRPr lang="ru-RU" altLang="en-US" sz="1800" b="0"/>
              </a:p>
            </p:txBody>
          </p:sp>
          <p:sp>
            <p:nvSpPr>
              <p:cNvPr id="93227" name="Line 96">
                <a:extLst>
                  <a:ext uri="{FF2B5EF4-FFF2-40B4-BE49-F238E27FC236}">
                    <a16:creationId xmlns:a16="http://schemas.microsoft.com/office/drawing/2014/main" id="{D246C8DE-102E-E6E3-5C29-C856F77BAD60}"/>
                  </a:ext>
                </a:extLst>
              </p:cNvPr>
              <p:cNvSpPr>
                <a:spLocks noChangeShapeType="1"/>
              </p:cNvSpPr>
              <p:nvPr/>
            </p:nvSpPr>
            <p:spPr bwMode="auto">
              <a:xfrm>
                <a:off x="5499100" y="3403600"/>
                <a:ext cx="241300" cy="279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28" name="Oval 97">
                <a:extLst>
                  <a:ext uri="{FF2B5EF4-FFF2-40B4-BE49-F238E27FC236}">
                    <a16:creationId xmlns:a16="http://schemas.microsoft.com/office/drawing/2014/main" id="{F3152C25-56F7-D5A2-A7F1-5D9926CCEA87}"/>
                  </a:ext>
                </a:extLst>
              </p:cNvPr>
              <p:cNvSpPr>
                <a:spLocks noChangeArrowheads="1"/>
              </p:cNvSpPr>
              <p:nvPr/>
            </p:nvSpPr>
            <p:spPr bwMode="auto">
              <a:xfrm>
                <a:off x="5600700" y="3670300"/>
                <a:ext cx="431800" cy="4064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c</a:t>
                </a:r>
                <a:endParaRPr lang="ru-RU" altLang="en-US" sz="2000" b="0"/>
              </a:p>
            </p:txBody>
          </p:sp>
          <p:sp>
            <p:nvSpPr>
              <p:cNvPr id="93229" name="Oval 98">
                <a:extLst>
                  <a:ext uri="{FF2B5EF4-FFF2-40B4-BE49-F238E27FC236}">
                    <a16:creationId xmlns:a16="http://schemas.microsoft.com/office/drawing/2014/main" id="{CE1CF7E0-EEF9-3DDC-2F8A-4DFD134D50AD}"/>
                  </a:ext>
                </a:extLst>
              </p:cNvPr>
              <p:cNvSpPr>
                <a:spLocks noChangeArrowheads="1"/>
              </p:cNvSpPr>
              <p:nvPr/>
            </p:nvSpPr>
            <p:spPr bwMode="auto">
              <a:xfrm>
                <a:off x="5740400" y="3352800"/>
                <a:ext cx="723900" cy="406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b="0"/>
                  <a:t>a4,b1</a:t>
                </a:r>
                <a:endParaRPr lang="ru-RU" altLang="en-US" sz="1600" b="0"/>
              </a:p>
            </p:txBody>
          </p:sp>
          <p:sp>
            <p:nvSpPr>
              <p:cNvPr id="93230" name="Line 99">
                <a:extLst>
                  <a:ext uri="{FF2B5EF4-FFF2-40B4-BE49-F238E27FC236}">
                    <a16:creationId xmlns:a16="http://schemas.microsoft.com/office/drawing/2014/main" id="{72CB47B2-A91A-1265-90FD-B7791FE6C9DE}"/>
                  </a:ext>
                </a:extLst>
              </p:cNvPr>
              <p:cNvSpPr>
                <a:spLocks noChangeShapeType="1"/>
              </p:cNvSpPr>
              <p:nvPr/>
            </p:nvSpPr>
            <p:spPr bwMode="auto">
              <a:xfrm flipH="1">
                <a:off x="5702300" y="4114800"/>
                <a:ext cx="50800" cy="406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3231" name="Oval 100">
                <a:extLst>
                  <a:ext uri="{FF2B5EF4-FFF2-40B4-BE49-F238E27FC236}">
                    <a16:creationId xmlns:a16="http://schemas.microsoft.com/office/drawing/2014/main" id="{151DAF96-2188-52DA-7FBA-49C49017D32F}"/>
                  </a:ext>
                </a:extLst>
              </p:cNvPr>
              <p:cNvSpPr>
                <a:spLocks noChangeArrowheads="1"/>
              </p:cNvSpPr>
              <p:nvPr/>
            </p:nvSpPr>
            <p:spPr bwMode="auto">
              <a:xfrm>
                <a:off x="5524500" y="4495800"/>
                <a:ext cx="431800" cy="4318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d</a:t>
                </a:r>
                <a:endParaRPr lang="ru-RU" altLang="en-US" sz="2000" b="0"/>
              </a:p>
            </p:txBody>
          </p:sp>
          <p:sp>
            <p:nvSpPr>
              <p:cNvPr id="93232" name="Text Box 101">
                <a:extLst>
                  <a:ext uri="{FF2B5EF4-FFF2-40B4-BE49-F238E27FC236}">
                    <a16:creationId xmlns:a16="http://schemas.microsoft.com/office/drawing/2014/main" id="{8C3C32E4-2A06-78A8-D8C9-4E160A3CE7B9}"/>
                  </a:ext>
                </a:extLst>
              </p:cNvPr>
              <p:cNvSpPr txBox="1">
                <a:spLocks noChangeArrowheads="1"/>
              </p:cNvSpPr>
              <p:nvPr/>
            </p:nvSpPr>
            <p:spPr bwMode="auto">
              <a:xfrm>
                <a:off x="1333500" y="3175000"/>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a1</a:t>
                </a:r>
                <a:endParaRPr lang="ru-RU" altLang="en-US" sz="1800" b="0"/>
              </a:p>
            </p:txBody>
          </p:sp>
          <p:sp>
            <p:nvSpPr>
              <p:cNvPr id="93233" name="Text Box 102">
                <a:extLst>
                  <a:ext uri="{FF2B5EF4-FFF2-40B4-BE49-F238E27FC236}">
                    <a16:creationId xmlns:a16="http://schemas.microsoft.com/office/drawing/2014/main" id="{3795FB5D-23DA-18B4-7E8A-29D3AC50215C}"/>
                  </a:ext>
                </a:extLst>
              </p:cNvPr>
              <p:cNvSpPr txBox="1">
                <a:spLocks noChangeArrowheads="1"/>
              </p:cNvSpPr>
              <p:nvPr/>
            </p:nvSpPr>
            <p:spPr bwMode="auto">
              <a:xfrm>
                <a:off x="1143000" y="4267200"/>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a2</a:t>
                </a:r>
                <a:endParaRPr lang="ru-RU" altLang="en-US" sz="1800" b="0"/>
              </a:p>
            </p:txBody>
          </p:sp>
          <p:sp>
            <p:nvSpPr>
              <p:cNvPr id="93234" name="Line 106">
                <a:extLst>
                  <a:ext uri="{FF2B5EF4-FFF2-40B4-BE49-F238E27FC236}">
                    <a16:creationId xmlns:a16="http://schemas.microsoft.com/office/drawing/2014/main" id="{1786D973-3738-F821-4001-9A7A27EDA8FB}"/>
                  </a:ext>
                </a:extLst>
              </p:cNvPr>
              <p:cNvSpPr>
                <a:spLocks noChangeShapeType="1"/>
              </p:cNvSpPr>
              <p:nvPr/>
            </p:nvSpPr>
            <p:spPr bwMode="auto">
              <a:xfrm flipH="1">
                <a:off x="5321300" y="4813300"/>
                <a:ext cx="215900" cy="3810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3235" name="Rectangle 107">
                <a:extLst>
                  <a:ext uri="{FF2B5EF4-FFF2-40B4-BE49-F238E27FC236}">
                    <a16:creationId xmlns:a16="http://schemas.microsoft.com/office/drawing/2014/main" id="{826CD160-0D28-3822-8B82-6B51B44018F8}"/>
                  </a:ext>
                </a:extLst>
              </p:cNvPr>
              <p:cNvSpPr>
                <a:spLocks noChangeArrowheads="1"/>
              </p:cNvSpPr>
              <p:nvPr/>
            </p:nvSpPr>
            <p:spPr bwMode="auto">
              <a:xfrm>
                <a:off x="4991100" y="5105400"/>
                <a:ext cx="6096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0</a:t>
                </a:r>
                <a:endParaRPr lang="en-US" altLang="en-US" sz="2000" b="0">
                  <a:sym typeface="Symbol" panose="05050102010706020507" pitchFamily="18" charset="2"/>
                </a:endParaRPr>
              </a:p>
            </p:txBody>
          </p:sp>
          <p:sp>
            <p:nvSpPr>
              <p:cNvPr id="93236" name="Text Box 108">
                <a:extLst>
                  <a:ext uri="{FF2B5EF4-FFF2-40B4-BE49-F238E27FC236}">
                    <a16:creationId xmlns:a16="http://schemas.microsoft.com/office/drawing/2014/main" id="{63F02971-2419-CFCF-F7E2-70EE8C392111}"/>
                  </a:ext>
                </a:extLst>
              </p:cNvPr>
              <p:cNvSpPr txBox="1">
                <a:spLocks noChangeArrowheads="1"/>
              </p:cNvSpPr>
              <p:nvPr/>
            </p:nvSpPr>
            <p:spPr bwMode="auto">
              <a:xfrm>
                <a:off x="4648200" y="5410200"/>
                <a:ext cx="952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a4,b3</a:t>
                </a:r>
                <a:endParaRPr lang="ru-RU" altLang="en-US" sz="1800" b="0"/>
              </a:p>
            </p:txBody>
          </p:sp>
          <p:sp>
            <p:nvSpPr>
              <p:cNvPr id="93237" name="Line 109">
                <a:extLst>
                  <a:ext uri="{FF2B5EF4-FFF2-40B4-BE49-F238E27FC236}">
                    <a16:creationId xmlns:a16="http://schemas.microsoft.com/office/drawing/2014/main" id="{2E927E1C-DBE8-22CD-7E08-DA09EA4B901A}"/>
                  </a:ext>
                </a:extLst>
              </p:cNvPr>
              <p:cNvSpPr>
                <a:spLocks noChangeShapeType="1"/>
              </p:cNvSpPr>
              <p:nvPr/>
            </p:nvSpPr>
            <p:spPr bwMode="auto">
              <a:xfrm>
                <a:off x="5905500" y="4876800"/>
                <a:ext cx="266700" cy="266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38" name="Rectangle 110">
                <a:extLst>
                  <a:ext uri="{FF2B5EF4-FFF2-40B4-BE49-F238E27FC236}">
                    <a16:creationId xmlns:a16="http://schemas.microsoft.com/office/drawing/2014/main" id="{0C89C270-399D-9E99-BBB0-7B40386EF7A8}"/>
                  </a:ext>
                </a:extLst>
              </p:cNvPr>
              <p:cNvSpPr>
                <a:spLocks noChangeArrowheads="1"/>
              </p:cNvSpPr>
              <p:nvPr/>
            </p:nvSpPr>
            <p:spPr bwMode="auto">
              <a:xfrm>
                <a:off x="5905500" y="5181600"/>
                <a:ext cx="5334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1</a:t>
                </a:r>
                <a:endParaRPr lang="ru-RU" altLang="en-US" sz="2000" b="0"/>
              </a:p>
            </p:txBody>
          </p:sp>
          <p:sp>
            <p:nvSpPr>
              <p:cNvPr id="93239" name="Oval 112">
                <a:extLst>
                  <a:ext uri="{FF2B5EF4-FFF2-40B4-BE49-F238E27FC236}">
                    <a16:creationId xmlns:a16="http://schemas.microsoft.com/office/drawing/2014/main" id="{B2BB7EAF-04CF-C234-82DC-5C695F6993A3}"/>
                  </a:ext>
                </a:extLst>
              </p:cNvPr>
              <p:cNvSpPr>
                <a:spLocks noChangeArrowheads="1"/>
              </p:cNvSpPr>
              <p:nvPr/>
            </p:nvSpPr>
            <p:spPr bwMode="auto">
              <a:xfrm>
                <a:off x="7073900" y="3632200"/>
                <a:ext cx="431800" cy="4064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c</a:t>
                </a:r>
                <a:endParaRPr lang="ru-RU" altLang="en-US" sz="2000" b="0"/>
              </a:p>
            </p:txBody>
          </p:sp>
          <p:sp>
            <p:nvSpPr>
              <p:cNvPr id="93240" name="Oval 113">
                <a:extLst>
                  <a:ext uri="{FF2B5EF4-FFF2-40B4-BE49-F238E27FC236}">
                    <a16:creationId xmlns:a16="http://schemas.microsoft.com/office/drawing/2014/main" id="{8CEA6F32-955A-73C5-A991-7B11BC4F2FA2}"/>
                  </a:ext>
                </a:extLst>
              </p:cNvPr>
              <p:cNvSpPr>
                <a:spLocks noChangeArrowheads="1"/>
              </p:cNvSpPr>
              <p:nvPr/>
            </p:nvSpPr>
            <p:spPr bwMode="auto">
              <a:xfrm>
                <a:off x="7454900" y="3530600"/>
                <a:ext cx="723900" cy="406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b="0"/>
                  <a:t>a4,b1</a:t>
                </a:r>
                <a:endParaRPr lang="ru-RU" altLang="en-US" sz="1600" b="0"/>
              </a:p>
            </p:txBody>
          </p:sp>
          <p:sp>
            <p:nvSpPr>
              <p:cNvPr id="93241" name="Oval 114">
                <a:extLst>
                  <a:ext uri="{FF2B5EF4-FFF2-40B4-BE49-F238E27FC236}">
                    <a16:creationId xmlns:a16="http://schemas.microsoft.com/office/drawing/2014/main" id="{2AF9F702-6D61-CFDA-FE5B-3FB3330D84F6}"/>
                  </a:ext>
                </a:extLst>
              </p:cNvPr>
              <p:cNvSpPr>
                <a:spLocks noChangeArrowheads="1"/>
              </p:cNvSpPr>
              <p:nvPr/>
            </p:nvSpPr>
            <p:spPr bwMode="auto">
              <a:xfrm>
                <a:off x="6553200" y="4394200"/>
                <a:ext cx="736600" cy="406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b="0"/>
                  <a:t>a4,b2</a:t>
                </a:r>
                <a:endParaRPr lang="ru-RU" altLang="en-US" sz="1800" b="0"/>
              </a:p>
            </p:txBody>
          </p:sp>
          <p:sp>
            <p:nvSpPr>
              <p:cNvPr id="93242" name="Oval 115">
                <a:extLst>
                  <a:ext uri="{FF2B5EF4-FFF2-40B4-BE49-F238E27FC236}">
                    <a16:creationId xmlns:a16="http://schemas.microsoft.com/office/drawing/2014/main" id="{F5F80464-FF61-DB6C-7F31-E1C1105ABF98}"/>
                  </a:ext>
                </a:extLst>
              </p:cNvPr>
              <p:cNvSpPr>
                <a:spLocks noChangeArrowheads="1"/>
              </p:cNvSpPr>
              <p:nvPr/>
            </p:nvSpPr>
            <p:spPr bwMode="auto">
              <a:xfrm>
                <a:off x="7162800" y="4572000"/>
                <a:ext cx="431800" cy="431800"/>
              </a:xfrm>
              <a:prstGeom prst="ellipse">
                <a:avLst/>
              </a:prstGeom>
              <a:solidFill>
                <a:srgbClr val="FFFF99"/>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d</a:t>
                </a:r>
                <a:endParaRPr lang="ru-RU" altLang="en-US" sz="2000" b="0"/>
              </a:p>
            </p:txBody>
          </p:sp>
          <p:sp>
            <p:nvSpPr>
              <p:cNvPr id="93243" name="Line 116">
                <a:extLst>
                  <a:ext uri="{FF2B5EF4-FFF2-40B4-BE49-F238E27FC236}">
                    <a16:creationId xmlns:a16="http://schemas.microsoft.com/office/drawing/2014/main" id="{8B44632A-972A-D059-3E54-2F5B701D8983}"/>
                  </a:ext>
                </a:extLst>
              </p:cNvPr>
              <p:cNvSpPr>
                <a:spLocks noChangeShapeType="1"/>
              </p:cNvSpPr>
              <p:nvPr/>
            </p:nvSpPr>
            <p:spPr bwMode="auto">
              <a:xfrm flipH="1">
                <a:off x="6959600" y="4889500"/>
                <a:ext cx="215900" cy="3810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3244" name="Rectangle 117">
                <a:extLst>
                  <a:ext uri="{FF2B5EF4-FFF2-40B4-BE49-F238E27FC236}">
                    <a16:creationId xmlns:a16="http://schemas.microsoft.com/office/drawing/2014/main" id="{1EBBCA43-16C7-2CFF-3033-6B3FF5D05569}"/>
                  </a:ext>
                </a:extLst>
              </p:cNvPr>
              <p:cNvSpPr>
                <a:spLocks noChangeArrowheads="1"/>
              </p:cNvSpPr>
              <p:nvPr/>
            </p:nvSpPr>
            <p:spPr bwMode="auto">
              <a:xfrm>
                <a:off x="6629400" y="5181600"/>
                <a:ext cx="6096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0</a:t>
                </a:r>
                <a:endParaRPr lang="en-US" altLang="en-US" sz="2000" b="0">
                  <a:sym typeface="Symbol" panose="05050102010706020507" pitchFamily="18" charset="2"/>
                </a:endParaRPr>
              </a:p>
            </p:txBody>
          </p:sp>
          <p:sp>
            <p:nvSpPr>
              <p:cNvPr id="93245" name="Line 119">
                <a:extLst>
                  <a:ext uri="{FF2B5EF4-FFF2-40B4-BE49-F238E27FC236}">
                    <a16:creationId xmlns:a16="http://schemas.microsoft.com/office/drawing/2014/main" id="{2AD49E04-5AAB-D04B-16F2-339C1AAE9F0A}"/>
                  </a:ext>
                </a:extLst>
              </p:cNvPr>
              <p:cNvSpPr>
                <a:spLocks noChangeShapeType="1"/>
              </p:cNvSpPr>
              <p:nvPr/>
            </p:nvSpPr>
            <p:spPr bwMode="auto">
              <a:xfrm>
                <a:off x="7543800" y="4953000"/>
                <a:ext cx="266700" cy="266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46" name="Rectangle 120">
                <a:extLst>
                  <a:ext uri="{FF2B5EF4-FFF2-40B4-BE49-F238E27FC236}">
                    <a16:creationId xmlns:a16="http://schemas.microsoft.com/office/drawing/2014/main" id="{A1057A47-C998-2E66-5952-C760463B3D9E}"/>
                  </a:ext>
                </a:extLst>
              </p:cNvPr>
              <p:cNvSpPr>
                <a:spLocks noChangeArrowheads="1"/>
              </p:cNvSpPr>
              <p:nvPr/>
            </p:nvSpPr>
            <p:spPr bwMode="auto">
              <a:xfrm>
                <a:off x="7543800" y="5257800"/>
                <a:ext cx="5334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1</a:t>
                </a:r>
                <a:endParaRPr lang="ru-RU" altLang="en-US" sz="2000" b="0"/>
              </a:p>
            </p:txBody>
          </p:sp>
          <p:sp>
            <p:nvSpPr>
              <p:cNvPr id="93247" name="Line 122">
                <a:extLst>
                  <a:ext uri="{FF2B5EF4-FFF2-40B4-BE49-F238E27FC236}">
                    <a16:creationId xmlns:a16="http://schemas.microsoft.com/office/drawing/2014/main" id="{2D7919F8-29C5-5DE6-E82E-AC252F39B1F7}"/>
                  </a:ext>
                </a:extLst>
              </p:cNvPr>
              <p:cNvSpPr>
                <a:spLocks noChangeShapeType="1"/>
              </p:cNvSpPr>
              <p:nvPr/>
            </p:nvSpPr>
            <p:spPr bwMode="auto">
              <a:xfrm>
                <a:off x="5956300" y="4000500"/>
                <a:ext cx="355600" cy="11557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3248" name="Line 124">
                <a:extLst>
                  <a:ext uri="{FF2B5EF4-FFF2-40B4-BE49-F238E27FC236}">
                    <a16:creationId xmlns:a16="http://schemas.microsoft.com/office/drawing/2014/main" id="{99FD3275-80D2-0906-1606-AE150E1F7D12}"/>
                  </a:ext>
                </a:extLst>
              </p:cNvPr>
              <p:cNvSpPr>
                <a:spLocks noChangeShapeType="1"/>
              </p:cNvSpPr>
              <p:nvPr/>
            </p:nvSpPr>
            <p:spPr bwMode="auto">
              <a:xfrm>
                <a:off x="7454900" y="3949700"/>
                <a:ext cx="495300" cy="1270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49" name="Line 125">
                <a:extLst>
                  <a:ext uri="{FF2B5EF4-FFF2-40B4-BE49-F238E27FC236}">
                    <a16:creationId xmlns:a16="http://schemas.microsoft.com/office/drawing/2014/main" id="{A2080EDB-224C-5B4B-E5F6-E1668F91FB31}"/>
                  </a:ext>
                </a:extLst>
              </p:cNvPr>
              <p:cNvSpPr>
                <a:spLocks noChangeShapeType="1"/>
              </p:cNvSpPr>
              <p:nvPr/>
            </p:nvSpPr>
            <p:spPr bwMode="auto">
              <a:xfrm>
                <a:off x="7277100" y="4025900"/>
                <a:ext cx="50800" cy="558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3250" name="Text Box 126">
                <a:extLst>
                  <a:ext uri="{FF2B5EF4-FFF2-40B4-BE49-F238E27FC236}">
                    <a16:creationId xmlns:a16="http://schemas.microsoft.com/office/drawing/2014/main" id="{FB5D8671-1C67-C827-0CBC-C922BCD8EF6F}"/>
                  </a:ext>
                </a:extLst>
              </p:cNvPr>
              <p:cNvSpPr txBox="1">
                <a:spLocks noChangeArrowheads="1"/>
              </p:cNvSpPr>
              <p:nvPr/>
            </p:nvSpPr>
            <p:spPr bwMode="auto">
              <a:xfrm>
                <a:off x="3848100" y="3454225"/>
                <a:ext cx="774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a:t>
                </a:r>
                <a:endParaRPr lang="ru-RU" altLang="en-US" b="0"/>
              </a:p>
            </p:txBody>
          </p:sp>
          <p:sp>
            <p:nvSpPr>
              <p:cNvPr id="93251" name="Text Box 127">
                <a:extLst>
                  <a:ext uri="{FF2B5EF4-FFF2-40B4-BE49-F238E27FC236}">
                    <a16:creationId xmlns:a16="http://schemas.microsoft.com/office/drawing/2014/main" id="{B4954CC3-D250-B05A-7B32-0C31A0FBCDA2}"/>
                  </a:ext>
                </a:extLst>
              </p:cNvPr>
              <p:cNvSpPr txBox="1">
                <a:spLocks noChangeArrowheads="1"/>
              </p:cNvSpPr>
              <p:nvPr/>
            </p:nvSpPr>
            <p:spPr bwMode="auto">
              <a:xfrm>
                <a:off x="1905000" y="3511125"/>
                <a:ext cx="774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&amp;</a:t>
                </a:r>
                <a:endParaRPr lang="ru-RU" altLang="en-US" b="0"/>
              </a:p>
            </p:txBody>
          </p:sp>
        </p:grpSp>
      </p:grpSp>
      <p:sp>
        <p:nvSpPr>
          <p:cNvPr id="93189" name="Text Box 88">
            <a:extLst>
              <a:ext uri="{FF2B5EF4-FFF2-40B4-BE49-F238E27FC236}">
                <a16:creationId xmlns:a16="http://schemas.microsoft.com/office/drawing/2014/main" id="{C4B06834-75E4-90DE-1BB2-C053A71DB345}"/>
              </a:ext>
            </a:extLst>
          </p:cNvPr>
          <p:cNvSpPr txBox="1">
            <a:spLocks noChangeArrowheads="1"/>
          </p:cNvSpPr>
          <p:nvPr/>
        </p:nvSpPr>
        <p:spPr bwMode="auto">
          <a:xfrm>
            <a:off x="6718300" y="901700"/>
            <a:ext cx="31877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Order a</a:t>
            </a:r>
            <a:r>
              <a:rPr lang="en-US" altLang="en-US" b="0">
                <a:sym typeface="Symbol" panose="05050102010706020507" pitchFamily="18" charset="2"/>
              </a:rPr>
              <a:t>bc d</a:t>
            </a:r>
          </a:p>
          <a:p>
            <a:pPr eaLnBrk="1" hangingPunct="1">
              <a:spcBef>
                <a:spcPct val="50000"/>
              </a:spcBef>
            </a:pPr>
            <a:endParaRPr lang="en-US" altLang="en-US" b="0">
              <a:sym typeface="Symbol" panose="05050102010706020507" pitchFamily="18" charset="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4">
            <a:extLst>
              <a:ext uri="{FF2B5EF4-FFF2-40B4-BE49-F238E27FC236}">
                <a16:creationId xmlns:a16="http://schemas.microsoft.com/office/drawing/2014/main" id="{069B1362-834A-7E62-F56B-55CD88C74DA0}"/>
              </a:ext>
            </a:extLst>
          </p:cNvPr>
          <p:cNvSpPr>
            <a:spLocks noGrp="1" noChangeArrowheads="1"/>
          </p:cNvSpPr>
          <p:nvPr>
            <p:ph type="title"/>
          </p:nvPr>
        </p:nvSpPr>
        <p:spPr>
          <a:xfrm>
            <a:off x="-1" y="183402"/>
            <a:ext cx="11612880" cy="704088"/>
          </a:xfrm>
        </p:spPr>
        <p:txBody>
          <a:bodyPr/>
          <a:lstStyle/>
          <a:p>
            <a:r>
              <a:rPr lang="ru-RU" altLang="en-US"/>
              <a:t>ROBDD Construction</a:t>
            </a:r>
          </a:p>
        </p:txBody>
      </p:sp>
      <p:sp>
        <p:nvSpPr>
          <p:cNvPr id="60437" name="Oval 19">
            <a:extLst>
              <a:ext uri="{FF2B5EF4-FFF2-40B4-BE49-F238E27FC236}">
                <a16:creationId xmlns:a16="http://schemas.microsoft.com/office/drawing/2014/main" id="{423D8BAC-57BD-4B5D-964D-3CCCD026615D}"/>
              </a:ext>
            </a:extLst>
          </p:cNvPr>
          <p:cNvSpPr>
            <a:spLocks noChangeArrowheads="1"/>
          </p:cNvSpPr>
          <p:nvPr/>
        </p:nvSpPr>
        <p:spPr bwMode="auto">
          <a:xfrm>
            <a:off x="3111500" y="2222500"/>
            <a:ext cx="431800" cy="406400"/>
          </a:xfrm>
          <a:prstGeom prst="ellipse">
            <a:avLst/>
          </a:prstGeom>
          <a:solidFill>
            <a:schemeClr val="accent1">
              <a:lumMod val="40000"/>
              <a:lumOff val="60000"/>
            </a:schemeClr>
          </a:solidFill>
          <a:ln w="22225">
            <a:solidFill>
              <a:schemeClr val="tx1"/>
            </a:solidFill>
            <a:round/>
            <a:headEnd/>
            <a:tailEnd/>
          </a:ln>
        </p:spPr>
        <p:txBody>
          <a:bodyPr wrap="none" anchor="ctr"/>
          <a:lstStyle/>
          <a:p>
            <a:pPr algn="ctr" eaLnBrk="1" hangingPunct="1">
              <a:defRPr/>
            </a:pPr>
            <a:r>
              <a:rPr lang="en-US" sz="2000">
                <a:latin typeface="Arial" charset="0"/>
                <a:cs typeface="Arial" charset="0"/>
              </a:rPr>
              <a:t>a</a:t>
            </a:r>
            <a:endParaRPr lang="ru-RU" sz="2000">
              <a:latin typeface="Arial" charset="0"/>
              <a:cs typeface="Arial" charset="0"/>
            </a:endParaRPr>
          </a:p>
        </p:txBody>
      </p:sp>
      <p:sp>
        <p:nvSpPr>
          <p:cNvPr id="94212" name="Line 20">
            <a:extLst>
              <a:ext uri="{FF2B5EF4-FFF2-40B4-BE49-F238E27FC236}">
                <a16:creationId xmlns:a16="http://schemas.microsoft.com/office/drawing/2014/main" id="{1175D37E-1D7F-44AC-9B70-01FDB55E29C5}"/>
              </a:ext>
            </a:extLst>
          </p:cNvPr>
          <p:cNvSpPr>
            <a:spLocks noChangeShapeType="1"/>
          </p:cNvSpPr>
          <p:nvPr/>
        </p:nvSpPr>
        <p:spPr bwMode="auto">
          <a:xfrm flipH="1">
            <a:off x="2933700" y="2590800"/>
            <a:ext cx="228600" cy="4191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13" name="Line 21">
            <a:extLst>
              <a:ext uri="{FF2B5EF4-FFF2-40B4-BE49-F238E27FC236}">
                <a16:creationId xmlns:a16="http://schemas.microsoft.com/office/drawing/2014/main" id="{F411E50E-D3DA-3CB8-DC74-95CF3BF53010}"/>
              </a:ext>
            </a:extLst>
          </p:cNvPr>
          <p:cNvSpPr>
            <a:spLocks noChangeShapeType="1"/>
          </p:cNvSpPr>
          <p:nvPr/>
        </p:nvSpPr>
        <p:spPr bwMode="auto">
          <a:xfrm>
            <a:off x="3530600" y="2527300"/>
            <a:ext cx="12446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40" name="Oval 22">
            <a:extLst>
              <a:ext uri="{FF2B5EF4-FFF2-40B4-BE49-F238E27FC236}">
                <a16:creationId xmlns:a16="http://schemas.microsoft.com/office/drawing/2014/main" id="{638A7A42-9892-42A1-9EBF-0CA6206C35AA}"/>
              </a:ext>
            </a:extLst>
          </p:cNvPr>
          <p:cNvSpPr>
            <a:spLocks noChangeArrowheads="1"/>
          </p:cNvSpPr>
          <p:nvPr/>
        </p:nvSpPr>
        <p:spPr bwMode="auto">
          <a:xfrm>
            <a:off x="2705100" y="2882900"/>
            <a:ext cx="431800" cy="431800"/>
          </a:xfrm>
          <a:prstGeom prst="ellipse">
            <a:avLst/>
          </a:prstGeom>
          <a:solidFill>
            <a:schemeClr val="accent1">
              <a:lumMod val="40000"/>
              <a:lumOff val="60000"/>
            </a:schemeClr>
          </a:solidFill>
          <a:ln w="22225">
            <a:solidFill>
              <a:schemeClr val="tx1"/>
            </a:solidFill>
            <a:round/>
            <a:headEnd/>
            <a:tailEnd/>
          </a:ln>
        </p:spPr>
        <p:txBody>
          <a:bodyPr wrap="none" anchor="ctr"/>
          <a:lstStyle/>
          <a:p>
            <a:pPr algn="ctr" eaLnBrk="1" hangingPunct="1">
              <a:defRPr/>
            </a:pPr>
            <a:r>
              <a:rPr lang="en-US" sz="2000">
                <a:latin typeface="Arial" charset="0"/>
                <a:cs typeface="Arial" charset="0"/>
              </a:rPr>
              <a:t>b</a:t>
            </a:r>
            <a:endParaRPr lang="ru-RU" sz="2000">
              <a:latin typeface="Arial" charset="0"/>
              <a:cs typeface="Arial" charset="0"/>
            </a:endParaRPr>
          </a:p>
        </p:txBody>
      </p:sp>
      <p:sp>
        <p:nvSpPr>
          <p:cNvPr id="94215" name="Line 25">
            <a:extLst>
              <a:ext uri="{FF2B5EF4-FFF2-40B4-BE49-F238E27FC236}">
                <a16:creationId xmlns:a16="http://schemas.microsoft.com/office/drawing/2014/main" id="{9A5FCEF3-C36B-5719-41C6-196CCAAAFBFF}"/>
              </a:ext>
            </a:extLst>
          </p:cNvPr>
          <p:cNvSpPr>
            <a:spLocks noChangeShapeType="1"/>
          </p:cNvSpPr>
          <p:nvPr/>
        </p:nvSpPr>
        <p:spPr bwMode="auto">
          <a:xfrm flipH="1">
            <a:off x="2616200" y="3289300"/>
            <a:ext cx="228600" cy="5207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16" name="Rectangle 26">
            <a:extLst>
              <a:ext uri="{FF2B5EF4-FFF2-40B4-BE49-F238E27FC236}">
                <a16:creationId xmlns:a16="http://schemas.microsoft.com/office/drawing/2014/main" id="{3310248E-588A-204C-62AB-8A13F65D1187}"/>
              </a:ext>
            </a:extLst>
          </p:cNvPr>
          <p:cNvSpPr>
            <a:spLocks noChangeArrowheads="1"/>
          </p:cNvSpPr>
          <p:nvPr/>
        </p:nvSpPr>
        <p:spPr bwMode="auto">
          <a:xfrm>
            <a:off x="2324100" y="3810000"/>
            <a:ext cx="6096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t>0</a:t>
            </a:r>
            <a:endParaRPr lang="en-US" altLang="en-US" sz="2000">
              <a:sym typeface="Symbol" panose="05050102010706020507" pitchFamily="18" charset="2"/>
            </a:endParaRPr>
          </a:p>
        </p:txBody>
      </p:sp>
      <p:sp>
        <p:nvSpPr>
          <p:cNvPr id="94217" name="Line 28">
            <a:extLst>
              <a:ext uri="{FF2B5EF4-FFF2-40B4-BE49-F238E27FC236}">
                <a16:creationId xmlns:a16="http://schemas.microsoft.com/office/drawing/2014/main" id="{8D8CC3EE-0194-2397-E1DD-652535C6CA0A}"/>
              </a:ext>
            </a:extLst>
          </p:cNvPr>
          <p:cNvSpPr>
            <a:spLocks noChangeShapeType="1"/>
          </p:cNvSpPr>
          <p:nvPr/>
        </p:nvSpPr>
        <p:spPr bwMode="auto">
          <a:xfrm>
            <a:off x="3124200" y="3200400"/>
            <a:ext cx="241300" cy="279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44" name="Oval 29">
            <a:extLst>
              <a:ext uri="{FF2B5EF4-FFF2-40B4-BE49-F238E27FC236}">
                <a16:creationId xmlns:a16="http://schemas.microsoft.com/office/drawing/2014/main" id="{639EBFCA-03DA-4A89-AD22-3B03342C1B0A}"/>
              </a:ext>
            </a:extLst>
          </p:cNvPr>
          <p:cNvSpPr>
            <a:spLocks noChangeArrowheads="1"/>
          </p:cNvSpPr>
          <p:nvPr/>
        </p:nvSpPr>
        <p:spPr bwMode="auto">
          <a:xfrm>
            <a:off x="3225800" y="3467100"/>
            <a:ext cx="431800" cy="406400"/>
          </a:xfrm>
          <a:prstGeom prst="ellipse">
            <a:avLst/>
          </a:prstGeom>
          <a:solidFill>
            <a:schemeClr val="accent1">
              <a:lumMod val="40000"/>
              <a:lumOff val="60000"/>
            </a:schemeClr>
          </a:solidFill>
          <a:ln w="22225">
            <a:solidFill>
              <a:schemeClr val="tx1"/>
            </a:solidFill>
            <a:round/>
            <a:headEnd/>
            <a:tailEnd/>
          </a:ln>
        </p:spPr>
        <p:txBody>
          <a:bodyPr wrap="none" anchor="ctr"/>
          <a:lstStyle/>
          <a:p>
            <a:pPr algn="ctr" eaLnBrk="1" hangingPunct="1">
              <a:defRPr/>
            </a:pPr>
            <a:r>
              <a:rPr lang="en-US" sz="2000">
                <a:latin typeface="Arial" charset="0"/>
                <a:cs typeface="Arial" charset="0"/>
              </a:rPr>
              <a:t>c</a:t>
            </a:r>
            <a:endParaRPr lang="ru-RU" sz="2000">
              <a:latin typeface="Arial" charset="0"/>
              <a:cs typeface="Arial" charset="0"/>
            </a:endParaRPr>
          </a:p>
        </p:txBody>
      </p:sp>
      <p:sp>
        <p:nvSpPr>
          <p:cNvPr id="94219" name="Line 31">
            <a:extLst>
              <a:ext uri="{FF2B5EF4-FFF2-40B4-BE49-F238E27FC236}">
                <a16:creationId xmlns:a16="http://schemas.microsoft.com/office/drawing/2014/main" id="{31A5E712-7FF2-C6E6-724D-77F7C0A43FB4}"/>
              </a:ext>
            </a:extLst>
          </p:cNvPr>
          <p:cNvSpPr>
            <a:spLocks noChangeShapeType="1"/>
          </p:cNvSpPr>
          <p:nvPr/>
        </p:nvSpPr>
        <p:spPr bwMode="auto">
          <a:xfrm flipH="1">
            <a:off x="3327400" y="3911600"/>
            <a:ext cx="50800" cy="406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0446" name="Oval 32">
            <a:extLst>
              <a:ext uri="{FF2B5EF4-FFF2-40B4-BE49-F238E27FC236}">
                <a16:creationId xmlns:a16="http://schemas.microsoft.com/office/drawing/2014/main" id="{CAD73CD4-BE60-42AD-A77D-B0F12A828E81}"/>
              </a:ext>
            </a:extLst>
          </p:cNvPr>
          <p:cNvSpPr>
            <a:spLocks noChangeArrowheads="1"/>
          </p:cNvSpPr>
          <p:nvPr/>
        </p:nvSpPr>
        <p:spPr bwMode="auto">
          <a:xfrm>
            <a:off x="3149600" y="4292600"/>
            <a:ext cx="431800" cy="431800"/>
          </a:xfrm>
          <a:prstGeom prst="ellipse">
            <a:avLst/>
          </a:prstGeom>
          <a:solidFill>
            <a:schemeClr val="accent1">
              <a:lumMod val="40000"/>
              <a:lumOff val="60000"/>
            </a:schemeClr>
          </a:solidFill>
          <a:ln w="22225">
            <a:solidFill>
              <a:schemeClr val="tx1"/>
            </a:solidFill>
            <a:round/>
            <a:headEnd/>
            <a:tailEnd/>
          </a:ln>
        </p:spPr>
        <p:txBody>
          <a:bodyPr wrap="none" anchor="ctr"/>
          <a:lstStyle/>
          <a:p>
            <a:pPr algn="ctr" eaLnBrk="1" hangingPunct="1">
              <a:defRPr/>
            </a:pPr>
            <a:r>
              <a:rPr lang="en-US" sz="2000">
                <a:latin typeface="Arial" charset="0"/>
                <a:cs typeface="Arial" charset="0"/>
              </a:rPr>
              <a:t>d</a:t>
            </a:r>
            <a:endParaRPr lang="ru-RU" sz="2000">
              <a:latin typeface="Arial" charset="0"/>
              <a:cs typeface="Arial" charset="0"/>
            </a:endParaRPr>
          </a:p>
        </p:txBody>
      </p:sp>
      <p:sp>
        <p:nvSpPr>
          <p:cNvPr id="94221" name="Line 33">
            <a:extLst>
              <a:ext uri="{FF2B5EF4-FFF2-40B4-BE49-F238E27FC236}">
                <a16:creationId xmlns:a16="http://schemas.microsoft.com/office/drawing/2014/main" id="{351CA05B-3204-AA1B-8157-1793F0A28353}"/>
              </a:ext>
            </a:extLst>
          </p:cNvPr>
          <p:cNvSpPr>
            <a:spLocks noChangeShapeType="1"/>
          </p:cNvSpPr>
          <p:nvPr/>
        </p:nvSpPr>
        <p:spPr bwMode="auto">
          <a:xfrm flipH="1">
            <a:off x="2946400" y="4610100"/>
            <a:ext cx="215900" cy="3952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22" name="Rectangle 34">
            <a:extLst>
              <a:ext uri="{FF2B5EF4-FFF2-40B4-BE49-F238E27FC236}">
                <a16:creationId xmlns:a16="http://schemas.microsoft.com/office/drawing/2014/main" id="{E388783A-26F4-1214-D70E-407CE8213093}"/>
              </a:ext>
            </a:extLst>
          </p:cNvPr>
          <p:cNvSpPr>
            <a:spLocks noChangeArrowheads="1"/>
          </p:cNvSpPr>
          <p:nvPr/>
        </p:nvSpPr>
        <p:spPr bwMode="auto">
          <a:xfrm>
            <a:off x="2616200" y="5021263"/>
            <a:ext cx="6096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t>0</a:t>
            </a:r>
            <a:endParaRPr lang="en-US" altLang="en-US" sz="2000">
              <a:sym typeface="Symbol" panose="05050102010706020507" pitchFamily="18" charset="2"/>
            </a:endParaRPr>
          </a:p>
        </p:txBody>
      </p:sp>
      <p:sp>
        <p:nvSpPr>
          <p:cNvPr id="94223" name="Line 36">
            <a:extLst>
              <a:ext uri="{FF2B5EF4-FFF2-40B4-BE49-F238E27FC236}">
                <a16:creationId xmlns:a16="http://schemas.microsoft.com/office/drawing/2014/main" id="{836413CA-A33C-D622-3340-8529D63F8C9C}"/>
              </a:ext>
            </a:extLst>
          </p:cNvPr>
          <p:cNvSpPr>
            <a:spLocks noChangeShapeType="1"/>
          </p:cNvSpPr>
          <p:nvPr/>
        </p:nvSpPr>
        <p:spPr bwMode="auto">
          <a:xfrm>
            <a:off x="3530601" y="4673600"/>
            <a:ext cx="201613" cy="3254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24" name="Rectangle 37">
            <a:extLst>
              <a:ext uri="{FF2B5EF4-FFF2-40B4-BE49-F238E27FC236}">
                <a16:creationId xmlns:a16="http://schemas.microsoft.com/office/drawing/2014/main" id="{B78B326A-EE90-E248-7F4D-91663B179A96}"/>
              </a:ext>
            </a:extLst>
          </p:cNvPr>
          <p:cNvSpPr>
            <a:spLocks noChangeArrowheads="1"/>
          </p:cNvSpPr>
          <p:nvPr/>
        </p:nvSpPr>
        <p:spPr bwMode="auto">
          <a:xfrm>
            <a:off x="3530600" y="5049838"/>
            <a:ext cx="5334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t>1</a:t>
            </a:r>
            <a:endParaRPr lang="ru-RU" altLang="en-US" sz="2000"/>
          </a:p>
        </p:txBody>
      </p:sp>
      <p:sp>
        <p:nvSpPr>
          <p:cNvPr id="60451" name="Oval 39">
            <a:extLst>
              <a:ext uri="{FF2B5EF4-FFF2-40B4-BE49-F238E27FC236}">
                <a16:creationId xmlns:a16="http://schemas.microsoft.com/office/drawing/2014/main" id="{89DF3DED-6117-4F35-AF20-37C39876D8B6}"/>
              </a:ext>
            </a:extLst>
          </p:cNvPr>
          <p:cNvSpPr>
            <a:spLocks noChangeArrowheads="1"/>
          </p:cNvSpPr>
          <p:nvPr/>
        </p:nvSpPr>
        <p:spPr bwMode="auto">
          <a:xfrm>
            <a:off x="4699000" y="3429000"/>
            <a:ext cx="431800" cy="406400"/>
          </a:xfrm>
          <a:prstGeom prst="ellipse">
            <a:avLst/>
          </a:prstGeom>
          <a:solidFill>
            <a:schemeClr val="accent1">
              <a:lumMod val="40000"/>
              <a:lumOff val="60000"/>
            </a:schemeClr>
          </a:solidFill>
          <a:ln w="22225">
            <a:solidFill>
              <a:schemeClr val="tx1"/>
            </a:solidFill>
            <a:round/>
            <a:headEnd/>
            <a:tailEnd/>
          </a:ln>
        </p:spPr>
        <p:txBody>
          <a:bodyPr wrap="none" anchor="ctr"/>
          <a:lstStyle/>
          <a:p>
            <a:pPr algn="ctr" eaLnBrk="1" hangingPunct="1">
              <a:defRPr/>
            </a:pPr>
            <a:r>
              <a:rPr lang="en-US" sz="2000">
                <a:latin typeface="Arial" charset="0"/>
                <a:cs typeface="Arial" charset="0"/>
              </a:rPr>
              <a:t>c</a:t>
            </a:r>
            <a:endParaRPr lang="ru-RU" sz="2000">
              <a:latin typeface="Arial" charset="0"/>
              <a:cs typeface="Arial" charset="0"/>
            </a:endParaRPr>
          </a:p>
        </p:txBody>
      </p:sp>
      <p:sp>
        <p:nvSpPr>
          <p:cNvPr id="60452" name="Oval 42">
            <a:extLst>
              <a:ext uri="{FF2B5EF4-FFF2-40B4-BE49-F238E27FC236}">
                <a16:creationId xmlns:a16="http://schemas.microsoft.com/office/drawing/2014/main" id="{EFE67A98-C55A-454D-BA5E-1D3973F72BD5}"/>
              </a:ext>
            </a:extLst>
          </p:cNvPr>
          <p:cNvSpPr>
            <a:spLocks noChangeArrowheads="1"/>
          </p:cNvSpPr>
          <p:nvPr/>
        </p:nvSpPr>
        <p:spPr bwMode="auto">
          <a:xfrm>
            <a:off x="4787900" y="4368800"/>
            <a:ext cx="431800" cy="431800"/>
          </a:xfrm>
          <a:prstGeom prst="ellipse">
            <a:avLst/>
          </a:prstGeom>
          <a:solidFill>
            <a:schemeClr val="accent1">
              <a:lumMod val="40000"/>
              <a:lumOff val="60000"/>
            </a:schemeClr>
          </a:solidFill>
          <a:ln w="22225">
            <a:solidFill>
              <a:schemeClr val="tx1"/>
            </a:solidFill>
            <a:round/>
            <a:headEnd/>
            <a:tailEnd/>
          </a:ln>
        </p:spPr>
        <p:txBody>
          <a:bodyPr wrap="none" anchor="ctr"/>
          <a:lstStyle/>
          <a:p>
            <a:pPr algn="ctr" eaLnBrk="1" hangingPunct="1">
              <a:defRPr/>
            </a:pPr>
            <a:r>
              <a:rPr lang="en-US" sz="2000">
                <a:latin typeface="Arial" charset="0"/>
                <a:cs typeface="Arial" charset="0"/>
              </a:rPr>
              <a:t>d</a:t>
            </a:r>
            <a:endParaRPr lang="ru-RU" sz="2000">
              <a:latin typeface="Arial" charset="0"/>
              <a:cs typeface="Arial" charset="0"/>
            </a:endParaRPr>
          </a:p>
        </p:txBody>
      </p:sp>
      <p:sp>
        <p:nvSpPr>
          <p:cNvPr id="94227" name="Line 43">
            <a:extLst>
              <a:ext uri="{FF2B5EF4-FFF2-40B4-BE49-F238E27FC236}">
                <a16:creationId xmlns:a16="http://schemas.microsoft.com/office/drawing/2014/main" id="{3B2E6507-5765-816F-A576-C67D31F29215}"/>
              </a:ext>
            </a:extLst>
          </p:cNvPr>
          <p:cNvSpPr>
            <a:spLocks noChangeShapeType="1"/>
          </p:cNvSpPr>
          <p:nvPr/>
        </p:nvSpPr>
        <p:spPr bwMode="auto">
          <a:xfrm flipH="1">
            <a:off x="4584700" y="4686300"/>
            <a:ext cx="215900" cy="3810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28" name="Rectangle 44">
            <a:extLst>
              <a:ext uri="{FF2B5EF4-FFF2-40B4-BE49-F238E27FC236}">
                <a16:creationId xmlns:a16="http://schemas.microsoft.com/office/drawing/2014/main" id="{3854DD47-87D3-28CB-730D-D6F0D30684BC}"/>
              </a:ext>
            </a:extLst>
          </p:cNvPr>
          <p:cNvSpPr>
            <a:spLocks noChangeArrowheads="1"/>
          </p:cNvSpPr>
          <p:nvPr/>
        </p:nvSpPr>
        <p:spPr bwMode="auto">
          <a:xfrm>
            <a:off x="4254500" y="5060950"/>
            <a:ext cx="6096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t>0</a:t>
            </a:r>
            <a:endParaRPr lang="en-US" altLang="en-US" sz="2000">
              <a:sym typeface="Symbol" panose="05050102010706020507" pitchFamily="18" charset="2"/>
            </a:endParaRPr>
          </a:p>
        </p:txBody>
      </p:sp>
      <p:sp>
        <p:nvSpPr>
          <p:cNvPr id="94229" name="Line 46">
            <a:extLst>
              <a:ext uri="{FF2B5EF4-FFF2-40B4-BE49-F238E27FC236}">
                <a16:creationId xmlns:a16="http://schemas.microsoft.com/office/drawing/2014/main" id="{CFF9BA04-5921-CD5C-9B35-68CD3F95895A}"/>
              </a:ext>
            </a:extLst>
          </p:cNvPr>
          <p:cNvSpPr>
            <a:spLocks noChangeShapeType="1"/>
          </p:cNvSpPr>
          <p:nvPr/>
        </p:nvSpPr>
        <p:spPr bwMode="auto">
          <a:xfrm>
            <a:off x="5168900" y="4749800"/>
            <a:ext cx="266700" cy="266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30" name="Rectangle 47">
            <a:extLst>
              <a:ext uri="{FF2B5EF4-FFF2-40B4-BE49-F238E27FC236}">
                <a16:creationId xmlns:a16="http://schemas.microsoft.com/office/drawing/2014/main" id="{9BBC5946-1952-9287-4198-1827FCAA24EC}"/>
              </a:ext>
            </a:extLst>
          </p:cNvPr>
          <p:cNvSpPr>
            <a:spLocks noChangeArrowheads="1"/>
          </p:cNvSpPr>
          <p:nvPr/>
        </p:nvSpPr>
        <p:spPr bwMode="auto">
          <a:xfrm>
            <a:off x="5168900" y="5054600"/>
            <a:ext cx="5334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t>1</a:t>
            </a:r>
            <a:endParaRPr lang="ru-RU" altLang="en-US" sz="2000"/>
          </a:p>
        </p:txBody>
      </p:sp>
      <p:sp>
        <p:nvSpPr>
          <p:cNvPr id="94231" name="Line 48">
            <a:extLst>
              <a:ext uri="{FF2B5EF4-FFF2-40B4-BE49-F238E27FC236}">
                <a16:creationId xmlns:a16="http://schemas.microsoft.com/office/drawing/2014/main" id="{10F2D6F3-50FD-6BBB-95AC-AB67DB6D69AD}"/>
              </a:ext>
            </a:extLst>
          </p:cNvPr>
          <p:cNvSpPr>
            <a:spLocks noChangeShapeType="1"/>
          </p:cNvSpPr>
          <p:nvPr/>
        </p:nvSpPr>
        <p:spPr bwMode="auto">
          <a:xfrm>
            <a:off x="3581401" y="3821114"/>
            <a:ext cx="377825" cy="12144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32" name="Line 49">
            <a:extLst>
              <a:ext uri="{FF2B5EF4-FFF2-40B4-BE49-F238E27FC236}">
                <a16:creationId xmlns:a16="http://schemas.microsoft.com/office/drawing/2014/main" id="{4958158D-9EFA-E258-AF54-EF4D412A2655}"/>
              </a:ext>
            </a:extLst>
          </p:cNvPr>
          <p:cNvSpPr>
            <a:spLocks noChangeShapeType="1"/>
          </p:cNvSpPr>
          <p:nvPr/>
        </p:nvSpPr>
        <p:spPr bwMode="auto">
          <a:xfrm>
            <a:off x="5080000" y="3746500"/>
            <a:ext cx="495300" cy="1270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33" name="Line 50">
            <a:extLst>
              <a:ext uri="{FF2B5EF4-FFF2-40B4-BE49-F238E27FC236}">
                <a16:creationId xmlns:a16="http://schemas.microsoft.com/office/drawing/2014/main" id="{60C88BEE-D0E9-3D67-EAFE-81671B7914CD}"/>
              </a:ext>
            </a:extLst>
          </p:cNvPr>
          <p:cNvSpPr>
            <a:spLocks noChangeShapeType="1"/>
          </p:cNvSpPr>
          <p:nvPr/>
        </p:nvSpPr>
        <p:spPr bwMode="auto">
          <a:xfrm>
            <a:off x="4902200" y="3822700"/>
            <a:ext cx="50800" cy="558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34" name="Text Box 52">
            <a:extLst>
              <a:ext uri="{FF2B5EF4-FFF2-40B4-BE49-F238E27FC236}">
                <a16:creationId xmlns:a16="http://schemas.microsoft.com/office/drawing/2014/main" id="{50E572B4-867F-F481-BB32-FBA1D3582B4A}"/>
              </a:ext>
            </a:extLst>
          </p:cNvPr>
          <p:cNvSpPr txBox="1">
            <a:spLocks noChangeArrowheads="1"/>
          </p:cNvSpPr>
          <p:nvPr/>
        </p:nvSpPr>
        <p:spPr bwMode="auto">
          <a:xfrm>
            <a:off x="6829425" y="1511300"/>
            <a:ext cx="254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en-US" b="0"/>
              <a:t>After reduction</a:t>
            </a:r>
          </a:p>
        </p:txBody>
      </p:sp>
      <p:sp>
        <p:nvSpPr>
          <p:cNvPr id="94235" name="Text Box 53">
            <a:extLst>
              <a:ext uri="{FF2B5EF4-FFF2-40B4-BE49-F238E27FC236}">
                <a16:creationId xmlns:a16="http://schemas.microsoft.com/office/drawing/2014/main" id="{41802613-FA7E-E68F-C1CB-F7C9A934A505}"/>
              </a:ext>
            </a:extLst>
          </p:cNvPr>
          <p:cNvSpPr txBox="1">
            <a:spLocks noChangeArrowheads="1"/>
          </p:cNvSpPr>
          <p:nvPr/>
        </p:nvSpPr>
        <p:spPr bwMode="auto">
          <a:xfrm>
            <a:off x="1981200" y="1524000"/>
            <a:ext cx="309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New Created Graph</a:t>
            </a:r>
            <a:endParaRPr lang="ru-RU" altLang="en-US" b="0"/>
          </a:p>
        </p:txBody>
      </p:sp>
      <p:sp>
        <p:nvSpPr>
          <p:cNvPr id="60423" name="Oval 55">
            <a:extLst>
              <a:ext uri="{FF2B5EF4-FFF2-40B4-BE49-F238E27FC236}">
                <a16:creationId xmlns:a16="http://schemas.microsoft.com/office/drawing/2014/main" id="{51BE5211-1B7B-45F5-8E75-AFC2BE37E5C4}"/>
              </a:ext>
            </a:extLst>
          </p:cNvPr>
          <p:cNvSpPr>
            <a:spLocks noChangeArrowheads="1"/>
          </p:cNvSpPr>
          <p:nvPr/>
        </p:nvSpPr>
        <p:spPr bwMode="auto">
          <a:xfrm>
            <a:off x="7874000" y="2273300"/>
            <a:ext cx="431800" cy="406400"/>
          </a:xfrm>
          <a:prstGeom prst="ellipse">
            <a:avLst/>
          </a:prstGeom>
          <a:solidFill>
            <a:schemeClr val="accent1">
              <a:lumMod val="40000"/>
              <a:lumOff val="60000"/>
            </a:schemeClr>
          </a:solidFill>
          <a:ln w="22225">
            <a:solidFill>
              <a:schemeClr val="tx1"/>
            </a:solidFill>
            <a:round/>
            <a:headEnd/>
            <a:tailEnd/>
          </a:ln>
        </p:spPr>
        <p:txBody>
          <a:bodyPr wrap="none" anchor="ctr"/>
          <a:lstStyle/>
          <a:p>
            <a:pPr algn="ctr" eaLnBrk="1" hangingPunct="1">
              <a:defRPr/>
            </a:pPr>
            <a:r>
              <a:rPr lang="en-US" sz="2000">
                <a:latin typeface="Arial" charset="0"/>
                <a:cs typeface="Arial" charset="0"/>
              </a:rPr>
              <a:t>a</a:t>
            </a:r>
            <a:endParaRPr lang="ru-RU" sz="2000">
              <a:latin typeface="Arial" charset="0"/>
              <a:cs typeface="Arial" charset="0"/>
            </a:endParaRPr>
          </a:p>
        </p:txBody>
      </p:sp>
      <p:sp>
        <p:nvSpPr>
          <p:cNvPr id="94237" name="Line 56">
            <a:extLst>
              <a:ext uri="{FF2B5EF4-FFF2-40B4-BE49-F238E27FC236}">
                <a16:creationId xmlns:a16="http://schemas.microsoft.com/office/drawing/2014/main" id="{38181A7B-0AC9-2543-E742-317F1F813037}"/>
              </a:ext>
            </a:extLst>
          </p:cNvPr>
          <p:cNvSpPr>
            <a:spLocks noChangeShapeType="1"/>
          </p:cNvSpPr>
          <p:nvPr/>
        </p:nvSpPr>
        <p:spPr bwMode="auto">
          <a:xfrm flipH="1">
            <a:off x="7696200" y="2641600"/>
            <a:ext cx="228600" cy="4191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38" name="Line 57">
            <a:extLst>
              <a:ext uri="{FF2B5EF4-FFF2-40B4-BE49-F238E27FC236}">
                <a16:creationId xmlns:a16="http://schemas.microsoft.com/office/drawing/2014/main" id="{03F39BEF-0754-60CF-C6D2-608DCC86E73B}"/>
              </a:ext>
            </a:extLst>
          </p:cNvPr>
          <p:cNvSpPr>
            <a:spLocks noChangeShapeType="1"/>
          </p:cNvSpPr>
          <p:nvPr/>
        </p:nvSpPr>
        <p:spPr bwMode="auto">
          <a:xfrm flipH="1">
            <a:off x="8280400" y="2578100"/>
            <a:ext cx="12700" cy="927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6" name="Oval 58">
            <a:extLst>
              <a:ext uri="{FF2B5EF4-FFF2-40B4-BE49-F238E27FC236}">
                <a16:creationId xmlns:a16="http://schemas.microsoft.com/office/drawing/2014/main" id="{4011E9DA-9944-448B-91D3-31712F244645}"/>
              </a:ext>
            </a:extLst>
          </p:cNvPr>
          <p:cNvSpPr>
            <a:spLocks noChangeArrowheads="1"/>
          </p:cNvSpPr>
          <p:nvPr/>
        </p:nvSpPr>
        <p:spPr bwMode="auto">
          <a:xfrm>
            <a:off x="7467600" y="2933700"/>
            <a:ext cx="431800" cy="431800"/>
          </a:xfrm>
          <a:prstGeom prst="ellipse">
            <a:avLst/>
          </a:prstGeom>
          <a:solidFill>
            <a:schemeClr val="accent1">
              <a:lumMod val="40000"/>
              <a:lumOff val="60000"/>
            </a:schemeClr>
          </a:solidFill>
          <a:ln w="22225">
            <a:solidFill>
              <a:schemeClr val="tx1"/>
            </a:solidFill>
            <a:round/>
            <a:headEnd/>
            <a:tailEnd/>
          </a:ln>
        </p:spPr>
        <p:txBody>
          <a:bodyPr wrap="none" anchor="ctr"/>
          <a:lstStyle/>
          <a:p>
            <a:pPr algn="ctr" eaLnBrk="1" hangingPunct="1">
              <a:defRPr/>
            </a:pPr>
            <a:r>
              <a:rPr lang="en-US" sz="2000">
                <a:latin typeface="Arial" charset="0"/>
                <a:cs typeface="Arial" charset="0"/>
              </a:rPr>
              <a:t>b</a:t>
            </a:r>
            <a:endParaRPr lang="ru-RU" sz="2000">
              <a:latin typeface="Arial" charset="0"/>
              <a:cs typeface="Arial" charset="0"/>
            </a:endParaRPr>
          </a:p>
        </p:txBody>
      </p:sp>
      <p:sp>
        <p:nvSpPr>
          <p:cNvPr id="94240" name="Line 59">
            <a:extLst>
              <a:ext uri="{FF2B5EF4-FFF2-40B4-BE49-F238E27FC236}">
                <a16:creationId xmlns:a16="http://schemas.microsoft.com/office/drawing/2014/main" id="{14726489-9704-43E2-8F9A-C34A278840DF}"/>
              </a:ext>
            </a:extLst>
          </p:cNvPr>
          <p:cNvSpPr>
            <a:spLocks noChangeShapeType="1"/>
          </p:cNvSpPr>
          <p:nvPr/>
        </p:nvSpPr>
        <p:spPr bwMode="auto">
          <a:xfrm flipH="1">
            <a:off x="7581900" y="3340100"/>
            <a:ext cx="0" cy="16271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41" name="Line 61">
            <a:extLst>
              <a:ext uri="{FF2B5EF4-FFF2-40B4-BE49-F238E27FC236}">
                <a16:creationId xmlns:a16="http://schemas.microsoft.com/office/drawing/2014/main" id="{F2C4DA1F-C803-0801-77F1-60F1C03B8A12}"/>
              </a:ext>
            </a:extLst>
          </p:cNvPr>
          <p:cNvSpPr>
            <a:spLocks noChangeShapeType="1"/>
          </p:cNvSpPr>
          <p:nvPr/>
        </p:nvSpPr>
        <p:spPr bwMode="auto">
          <a:xfrm>
            <a:off x="7886700" y="3251200"/>
            <a:ext cx="241300" cy="279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9" name="Oval 62">
            <a:extLst>
              <a:ext uri="{FF2B5EF4-FFF2-40B4-BE49-F238E27FC236}">
                <a16:creationId xmlns:a16="http://schemas.microsoft.com/office/drawing/2014/main" id="{09D35A56-34A9-46E2-B8FF-969CF6658A1D}"/>
              </a:ext>
            </a:extLst>
          </p:cNvPr>
          <p:cNvSpPr>
            <a:spLocks noChangeArrowheads="1"/>
          </p:cNvSpPr>
          <p:nvPr/>
        </p:nvSpPr>
        <p:spPr bwMode="auto">
          <a:xfrm>
            <a:off x="7988300" y="3517900"/>
            <a:ext cx="431800" cy="406400"/>
          </a:xfrm>
          <a:prstGeom prst="ellipse">
            <a:avLst/>
          </a:prstGeom>
          <a:solidFill>
            <a:schemeClr val="accent1">
              <a:lumMod val="40000"/>
              <a:lumOff val="60000"/>
            </a:schemeClr>
          </a:solidFill>
          <a:ln w="22225">
            <a:solidFill>
              <a:schemeClr val="tx1"/>
            </a:solidFill>
            <a:round/>
            <a:headEnd/>
            <a:tailEnd/>
          </a:ln>
        </p:spPr>
        <p:txBody>
          <a:bodyPr wrap="none" anchor="ctr"/>
          <a:lstStyle/>
          <a:p>
            <a:pPr algn="ctr" eaLnBrk="1" hangingPunct="1">
              <a:defRPr/>
            </a:pPr>
            <a:r>
              <a:rPr lang="en-US" sz="2000">
                <a:latin typeface="Arial" charset="0"/>
                <a:cs typeface="Arial" charset="0"/>
              </a:rPr>
              <a:t>c</a:t>
            </a:r>
            <a:endParaRPr lang="ru-RU" sz="2000">
              <a:latin typeface="Arial" charset="0"/>
              <a:cs typeface="Arial" charset="0"/>
            </a:endParaRPr>
          </a:p>
        </p:txBody>
      </p:sp>
      <p:sp>
        <p:nvSpPr>
          <p:cNvPr id="94243" name="Line 63">
            <a:extLst>
              <a:ext uri="{FF2B5EF4-FFF2-40B4-BE49-F238E27FC236}">
                <a16:creationId xmlns:a16="http://schemas.microsoft.com/office/drawing/2014/main" id="{3B41741C-CB78-F2ED-0B6A-7F5CFEC0B4AC}"/>
              </a:ext>
            </a:extLst>
          </p:cNvPr>
          <p:cNvSpPr>
            <a:spLocks noChangeShapeType="1"/>
          </p:cNvSpPr>
          <p:nvPr/>
        </p:nvSpPr>
        <p:spPr bwMode="auto">
          <a:xfrm flipH="1">
            <a:off x="8089900" y="3962400"/>
            <a:ext cx="50800" cy="406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0431" name="Oval 64">
            <a:extLst>
              <a:ext uri="{FF2B5EF4-FFF2-40B4-BE49-F238E27FC236}">
                <a16:creationId xmlns:a16="http://schemas.microsoft.com/office/drawing/2014/main" id="{8ACCB56D-EB87-4DDE-96B2-8FFFCE7E2A33}"/>
              </a:ext>
            </a:extLst>
          </p:cNvPr>
          <p:cNvSpPr>
            <a:spLocks noChangeArrowheads="1"/>
          </p:cNvSpPr>
          <p:nvPr/>
        </p:nvSpPr>
        <p:spPr bwMode="auto">
          <a:xfrm>
            <a:off x="7912100" y="4343400"/>
            <a:ext cx="431800" cy="431800"/>
          </a:xfrm>
          <a:prstGeom prst="ellipse">
            <a:avLst/>
          </a:prstGeom>
          <a:solidFill>
            <a:schemeClr val="accent1">
              <a:lumMod val="40000"/>
              <a:lumOff val="60000"/>
            </a:schemeClr>
          </a:solidFill>
          <a:ln w="22225">
            <a:solidFill>
              <a:schemeClr val="tx1"/>
            </a:solidFill>
            <a:round/>
            <a:headEnd/>
            <a:tailEnd/>
          </a:ln>
        </p:spPr>
        <p:txBody>
          <a:bodyPr wrap="none" anchor="ctr"/>
          <a:lstStyle/>
          <a:p>
            <a:pPr algn="ctr" eaLnBrk="1" hangingPunct="1">
              <a:defRPr/>
            </a:pPr>
            <a:r>
              <a:rPr lang="en-US" sz="2000">
                <a:latin typeface="Arial" charset="0"/>
                <a:cs typeface="Arial" charset="0"/>
              </a:rPr>
              <a:t>d</a:t>
            </a:r>
            <a:endParaRPr lang="ru-RU" sz="2000">
              <a:latin typeface="Arial" charset="0"/>
              <a:cs typeface="Arial" charset="0"/>
            </a:endParaRPr>
          </a:p>
        </p:txBody>
      </p:sp>
      <p:sp>
        <p:nvSpPr>
          <p:cNvPr id="94245" name="Line 65">
            <a:extLst>
              <a:ext uri="{FF2B5EF4-FFF2-40B4-BE49-F238E27FC236}">
                <a16:creationId xmlns:a16="http://schemas.microsoft.com/office/drawing/2014/main" id="{3BA4F6DA-3FBE-4986-DE64-106A7B56F52A}"/>
              </a:ext>
            </a:extLst>
          </p:cNvPr>
          <p:cNvSpPr>
            <a:spLocks noChangeShapeType="1"/>
          </p:cNvSpPr>
          <p:nvPr/>
        </p:nvSpPr>
        <p:spPr bwMode="auto">
          <a:xfrm flipH="1">
            <a:off x="7708900" y="4660900"/>
            <a:ext cx="215900" cy="3810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46" name="Rectangle 66">
            <a:extLst>
              <a:ext uri="{FF2B5EF4-FFF2-40B4-BE49-F238E27FC236}">
                <a16:creationId xmlns:a16="http://schemas.microsoft.com/office/drawing/2014/main" id="{1939E508-135E-D92A-7392-E49C5E12E228}"/>
              </a:ext>
            </a:extLst>
          </p:cNvPr>
          <p:cNvSpPr>
            <a:spLocks noChangeArrowheads="1"/>
          </p:cNvSpPr>
          <p:nvPr/>
        </p:nvSpPr>
        <p:spPr bwMode="auto">
          <a:xfrm>
            <a:off x="7378700" y="5024438"/>
            <a:ext cx="6096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t>0</a:t>
            </a:r>
            <a:endParaRPr lang="en-US" altLang="en-US" sz="2000">
              <a:sym typeface="Symbol" panose="05050102010706020507" pitchFamily="18" charset="2"/>
            </a:endParaRPr>
          </a:p>
        </p:txBody>
      </p:sp>
      <p:sp>
        <p:nvSpPr>
          <p:cNvPr id="94247" name="Line 67">
            <a:extLst>
              <a:ext uri="{FF2B5EF4-FFF2-40B4-BE49-F238E27FC236}">
                <a16:creationId xmlns:a16="http://schemas.microsoft.com/office/drawing/2014/main" id="{106AA019-4D06-22F1-C0B7-E4CDD695AE3F}"/>
              </a:ext>
            </a:extLst>
          </p:cNvPr>
          <p:cNvSpPr>
            <a:spLocks noChangeShapeType="1"/>
          </p:cNvSpPr>
          <p:nvPr/>
        </p:nvSpPr>
        <p:spPr bwMode="auto">
          <a:xfrm>
            <a:off x="8293100" y="4724400"/>
            <a:ext cx="2413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48" name="Rectangle 68">
            <a:extLst>
              <a:ext uri="{FF2B5EF4-FFF2-40B4-BE49-F238E27FC236}">
                <a16:creationId xmlns:a16="http://schemas.microsoft.com/office/drawing/2014/main" id="{38AB4C35-826B-93FF-29BB-381DA283E8D7}"/>
              </a:ext>
            </a:extLst>
          </p:cNvPr>
          <p:cNvSpPr>
            <a:spLocks noChangeArrowheads="1"/>
          </p:cNvSpPr>
          <p:nvPr/>
        </p:nvSpPr>
        <p:spPr bwMode="auto">
          <a:xfrm>
            <a:off x="8293100" y="5041900"/>
            <a:ext cx="533400" cy="368300"/>
          </a:xfrm>
          <a:prstGeom prst="rect">
            <a:avLst/>
          </a:prstGeom>
          <a:solidFill>
            <a:srgbClr val="CCFFCC"/>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t>1</a:t>
            </a:r>
            <a:endParaRPr lang="ru-RU" altLang="en-US" sz="2000"/>
          </a:p>
        </p:txBody>
      </p:sp>
      <p:sp>
        <p:nvSpPr>
          <p:cNvPr id="94249" name="Line 75">
            <a:extLst>
              <a:ext uri="{FF2B5EF4-FFF2-40B4-BE49-F238E27FC236}">
                <a16:creationId xmlns:a16="http://schemas.microsoft.com/office/drawing/2014/main" id="{9758684E-75ED-BBFF-792C-12F7E02FC2E3}"/>
              </a:ext>
            </a:extLst>
          </p:cNvPr>
          <p:cNvSpPr>
            <a:spLocks noChangeShapeType="1"/>
          </p:cNvSpPr>
          <p:nvPr/>
        </p:nvSpPr>
        <p:spPr bwMode="auto">
          <a:xfrm>
            <a:off x="8343900" y="3848100"/>
            <a:ext cx="342900" cy="1181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50" name="Text Box 126">
            <a:extLst>
              <a:ext uri="{FF2B5EF4-FFF2-40B4-BE49-F238E27FC236}">
                <a16:creationId xmlns:a16="http://schemas.microsoft.com/office/drawing/2014/main" id="{CB85346B-4B6D-9292-F051-F3274503D428}"/>
              </a:ext>
            </a:extLst>
          </p:cNvPr>
          <p:cNvSpPr txBox="1">
            <a:spLocks noChangeArrowheads="1"/>
          </p:cNvSpPr>
          <p:nvPr/>
        </p:nvSpPr>
        <p:spPr bwMode="auto">
          <a:xfrm>
            <a:off x="5980113" y="3095625"/>
            <a:ext cx="774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a:t>
            </a:r>
            <a:endParaRPr lang="ru-RU" altLang="en-US" b="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a:extLst>
              <a:ext uri="{FF2B5EF4-FFF2-40B4-BE49-F238E27FC236}">
                <a16:creationId xmlns:a16="http://schemas.microsoft.com/office/drawing/2014/main" id="{D763D47F-83C9-68C4-A91F-699FCC0A93CC}"/>
              </a:ext>
            </a:extLst>
          </p:cNvPr>
          <p:cNvSpPr>
            <a:spLocks noGrp="1" noChangeArrowheads="1"/>
          </p:cNvSpPr>
          <p:nvPr>
            <p:ph type="title"/>
          </p:nvPr>
        </p:nvSpPr>
        <p:spPr>
          <a:xfrm>
            <a:off x="-1" y="183402"/>
            <a:ext cx="11612880" cy="704088"/>
          </a:xfrm>
        </p:spPr>
        <p:txBody>
          <a:bodyPr/>
          <a:lstStyle/>
          <a:p>
            <a:r>
              <a:rPr lang="en-GB" altLang="en-US"/>
              <a:t>The Transition  from Circuit  to ROBDD</a:t>
            </a:r>
          </a:p>
        </p:txBody>
      </p:sp>
      <p:grpSp>
        <p:nvGrpSpPr>
          <p:cNvPr id="95235" name="Group 3">
            <a:extLst>
              <a:ext uri="{FF2B5EF4-FFF2-40B4-BE49-F238E27FC236}">
                <a16:creationId xmlns:a16="http://schemas.microsoft.com/office/drawing/2014/main" id="{8B6F60D5-3BAF-C183-CB19-865AC8402206}"/>
              </a:ext>
            </a:extLst>
          </p:cNvPr>
          <p:cNvGrpSpPr>
            <a:grpSpLocks/>
          </p:cNvGrpSpPr>
          <p:nvPr/>
        </p:nvGrpSpPr>
        <p:grpSpPr bwMode="auto">
          <a:xfrm>
            <a:off x="5100638" y="1752601"/>
            <a:ext cx="4284662" cy="2519363"/>
            <a:chOff x="2133599" y="2819399"/>
            <a:chExt cx="4284000" cy="2520000"/>
          </a:xfrm>
        </p:grpSpPr>
        <p:sp>
          <p:nvSpPr>
            <p:cNvPr id="95238" name="AutoShape 3">
              <a:extLst>
                <a:ext uri="{FF2B5EF4-FFF2-40B4-BE49-F238E27FC236}">
                  <a16:creationId xmlns:a16="http://schemas.microsoft.com/office/drawing/2014/main" id="{E63493AE-1C58-A0FF-850A-C6089C4D1B4E}"/>
                </a:ext>
              </a:extLst>
            </p:cNvPr>
            <p:cNvSpPr>
              <a:spLocks noChangeArrowheads="1"/>
            </p:cNvSpPr>
            <p:nvPr/>
          </p:nvSpPr>
          <p:spPr bwMode="auto">
            <a:xfrm>
              <a:off x="3506310" y="3143273"/>
              <a:ext cx="405140" cy="549676"/>
            </a:xfrm>
            <a:prstGeom prst="flowChartDelay">
              <a:avLst/>
            </a:prstGeom>
            <a:solidFill>
              <a:schemeClr val="accent1"/>
            </a:solidFill>
            <a:ln w="2857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a:latin typeface="Times New Roman" panose="02020603050405020304" pitchFamily="18" charset="0"/>
                <a:cs typeface="Times New Roman" panose="02020603050405020304" pitchFamily="18" charset="0"/>
              </a:endParaRPr>
            </a:p>
          </p:txBody>
        </p:sp>
        <p:sp>
          <p:nvSpPr>
            <p:cNvPr id="95239" name="Line 4">
              <a:extLst>
                <a:ext uri="{FF2B5EF4-FFF2-40B4-BE49-F238E27FC236}">
                  <a16:creationId xmlns:a16="http://schemas.microsoft.com/office/drawing/2014/main" id="{D62AB360-7552-FBD9-E88E-9F80E0A7CFA0}"/>
                </a:ext>
              </a:extLst>
            </p:cNvPr>
            <p:cNvSpPr>
              <a:spLocks noChangeShapeType="1"/>
            </p:cNvSpPr>
            <p:nvPr/>
          </p:nvSpPr>
          <p:spPr bwMode="auto">
            <a:xfrm>
              <a:off x="2548272" y="3270999"/>
              <a:ext cx="95613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0" name="Line 5">
              <a:extLst>
                <a:ext uri="{FF2B5EF4-FFF2-40B4-BE49-F238E27FC236}">
                  <a16:creationId xmlns:a16="http://schemas.microsoft.com/office/drawing/2014/main" id="{EA7A42FB-3454-E1A2-D2C7-23BB1DF42877}"/>
                </a:ext>
              </a:extLst>
            </p:cNvPr>
            <p:cNvSpPr>
              <a:spLocks noChangeShapeType="1"/>
            </p:cNvSpPr>
            <p:nvPr/>
          </p:nvSpPr>
          <p:spPr bwMode="auto">
            <a:xfrm>
              <a:off x="2571151" y="3500221"/>
              <a:ext cx="92944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1" name="Line 6">
              <a:extLst>
                <a:ext uri="{FF2B5EF4-FFF2-40B4-BE49-F238E27FC236}">
                  <a16:creationId xmlns:a16="http://schemas.microsoft.com/office/drawing/2014/main" id="{DF11167C-F081-6E60-D2FF-FB156BED0F43}"/>
                </a:ext>
              </a:extLst>
            </p:cNvPr>
            <p:cNvSpPr>
              <a:spLocks noChangeShapeType="1"/>
            </p:cNvSpPr>
            <p:nvPr/>
          </p:nvSpPr>
          <p:spPr bwMode="auto">
            <a:xfrm>
              <a:off x="3906683" y="3390742"/>
              <a:ext cx="44702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2" name="AutoShape 7">
              <a:extLst>
                <a:ext uri="{FF2B5EF4-FFF2-40B4-BE49-F238E27FC236}">
                  <a16:creationId xmlns:a16="http://schemas.microsoft.com/office/drawing/2014/main" id="{DCD99CA2-1AAF-ACBB-FB29-6FA4C5003885}"/>
                </a:ext>
              </a:extLst>
            </p:cNvPr>
            <p:cNvSpPr>
              <a:spLocks noChangeArrowheads="1"/>
            </p:cNvSpPr>
            <p:nvPr/>
          </p:nvSpPr>
          <p:spPr bwMode="auto">
            <a:xfrm>
              <a:off x="3506310" y="3936997"/>
              <a:ext cx="405140" cy="549676"/>
            </a:xfrm>
            <a:prstGeom prst="flowChartDelay">
              <a:avLst/>
            </a:prstGeom>
            <a:solidFill>
              <a:schemeClr val="accent1"/>
            </a:solidFill>
            <a:ln w="2857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a:latin typeface="Times New Roman" panose="02020603050405020304" pitchFamily="18" charset="0"/>
                <a:cs typeface="Times New Roman" panose="02020603050405020304" pitchFamily="18" charset="0"/>
              </a:endParaRPr>
            </a:p>
          </p:txBody>
        </p:sp>
        <p:sp>
          <p:nvSpPr>
            <p:cNvPr id="95243" name="Line 8">
              <a:extLst>
                <a:ext uri="{FF2B5EF4-FFF2-40B4-BE49-F238E27FC236}">
                  <a16:creationId xmlns:a16="http://schemas.microsoft.com/office/drawing/2014/main" id="{E3699879-9450-B367-01FC-9F0DBCA8B569}"/>
                </a:ext>
              </a:extLst>
            </p:cNvPr>
            <p:cNvSpPr>
              <a:spLocks noChangeShapeType="1"/>
            </p:cNvSpPr>
            <p:nvPr/>
          </p:nvSpPr>
          <p:spPr bwMode="auto">
            <a:xfrm>
              <a:off x="3903823" y="4184465"/>
              <a:ext cx="24308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4" name="Line 9">
              <a:extLst>
                <a:ext uri="{FF2B5EF4-FFF2-40B4-BE49-F238E27FC236}">
                  <a16:creationId xmlns:a16="http://schemas.microsoft.com/office/drawing/2014/main" id="{5A45593D-B6A5-4158-0D17-895960FA27B3}"/>
                </a:ext>
              </a:extLst>
            </p:cNvPr>
            <p:cNvSpPr>
              <a:spLocks noChangeShapeType="1"/>
            </p:cNvSpPr>
            <p:nvPr/>
          </p:nvSpPr>
          <p:spPr bwMode="auto">
            <a:xfrm>
              <a:off x="3263226" y="4108058"/>
              <a:ext cx="23736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5" name="Line 10">
              <a:extLst>
                <a:ext uri="{FF2B5EF4-FFF2-40B4-BE49-F238E27FC236}">
                  <a16:creationId xmlns:a16="http://schemas.microsoft.com/office/drawing/2014/main" id="{70AD53A1-58E8-8014-85E3-CD9E044E2DB1}"/>
                </a:ext>
              </a:extLst>
            </p:cNvPr>
            <p:cNvSpPr>
              <a:spLocks noChangeShapeType="1"/>
            </p:cNvSpPr>
            <p:nvPr/>
          </p:nvSpPr>
          <p:spPr bwMode="auto">
            <a:xfrm>
              <a:off x="3234627" y="4307629"/>
              <a:ext cx="25357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6" name="AutoShape 11">
              <a:extLst>
                <a:ext uri="{FF2B5EF4-FFF2-40B4-BE49-F238E27FC236}">
                  <a16:creationId xmlns:a16="http://schemas.microsoft.com/office/drawing/2014/main" id="{ED5EC0E1-7A76-7423-CA27-15E1F346E471}"/>
                </a:ext>
              </a:extLst>
            </p:cNvPr>
            <p:cNvSpPr>
              <a:spLocks noChangeArrowheads="1"/>
            </p:cNvSpPr>
            <p:nvPr/>
          </p:nvSpPr>
          <p:spPr bwMode="auto">
            <a:xfrm flipH="1">
              <a:off x="5265094" y="3527591"/>
              <a:ext cx="405140" cy="556519"/>
            </a:xfrm>
            <a:prstGeom prst="moon">
              <a:avLst>
                <a:gd name="adj" fmla="val 84819"/>
              </a:avLst>
            </a:prstGeom>
            <a:solidFill>
              <a:schemeClr val="accent1"/>
            </a:solidFill>
            <a:ln w="28575">
              <a:solidFill>
                <a:srgbClr val="000000"/>
              </a:solidFill>
              <a:miter lim="800000"/>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a:latin typeface="Times New Roman" panose="02020603050405020304" pitchFamily="18" charset="0"/>
                <a:cs typeface="Times New Roman" panose="02020603050405020304" pitchFamily="18" charset="0"/>
              </a:endParaRPr>
            </a:p>
          </p:txBody>
        </p:sp>
        <p:sp>
          <p:nvSpPr>
            <p:cNvPr id="95247" name="Line 12">
              <a:extLst>
                <a:ext uri="{FF2B5EF4-FFF2-40B4-BE49-F238E27FC236}">
                  <a16:creationId xmlns:a16="http://schemas.microsoft.com/office/drawing/2014/main" id="{7E5950F3-4B3E-B04E-3A69-6D76821A6B38}"/>
                </a:ext>
              </a:extLst>
            </p:cNvPr>
            <p:cNvSpPr>
              <a:spLocks noChangeShapeType="1"/>
            </p:cNvSpPr>
            <p:nvPr/>
          </p:nvSpPr>
          <p:spPr bwMode="auto">
            <a:xfrm>
              <a:off x="4347943" y="3390742"/>
              <a:ext cx="0" cy="27825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8" name="Line 13">
              <a:extLst>
                <a:ext uri="{FF2B5EF4-FFF2-40B4-BE49-F238E27FC236}">
                  <a16:creationId xmlns:a16="http://schemas.microsoft.com/office/drawing/2014/main" id="{0787B2D0-40F8-5C46-A369-F934A68122F8}"/>
                </a:ext>
              </a:extLst>
            </p:cNvPr>
            <p:cNvSpPr>
              <a:spLocks noChangeShapeType="1"/>
            </p:cNvSpPr>
            <p:nvPr/>
          </p:nvSpPr>
          <p:spPr bwMode="auto">
            <a:xfrm>
              <a:off x="4360231" y="3667681"/>
              <a:ext cx="9399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9" name="Line 14">
              <a:extLst>
                <a:ext uri="{FF2B5EF4-FFF2-40B4-BE49-F238E27FC236}">
                  <a16:creationId xmlns:a16="http://schemas.microsoft.com/office/drawing/2014/main" id="{C5EA490C-C86D-002E-9B23-79AA903825C4}"/>
                </a:ext>
              </a:extLst>
            </p:cNvPr>
            <p:cNvSpPr>
              <a:spLocks noChangeShapeType="1"/>
            </p:cNvSpPr>
            <p:nvPr/>
          </p:nvSpPr>
          <p:spPr bwMode="auto">
            <a:xfrm>
              <a:off x="5665468" y="3775059"/>
              <a:ext cx="34317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0" name="Text Box 15">
              <a:extLst>
                <a:ext uri="{FF2B5EF4-FFF2-40B4-BE49-F238E27FC236}">
                  <a16:creationId xmlns:a16="http://schemas.microsoft.com/office/drawing/2014/main" id="{1FBC9388-6ACF-9D12-965C-49C8DCF8EB6D}"/>
                </a:ext>
              </a:extLst>
            </p:cNvPr>
            <p:cNvSpPr txBox="1">
              <a:spLocks noChangeArrowheads="1"/>
            </p:cNvSpPr>
            <p:nvPr/>
          </p:nvSpPr>
          <p:spPr bwMode="auto">
            <a:xfrm>
              <a:off x="2147898" y="3057743"/>
              <a:ext cx="380355" cy="468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2000" b="0">
                  <a:latin typeface="Times New Roman" panose="02020603050405020304" pitchFamily="18" charset="0"/>
                  <a:cs typeface="Times New Roman" panose="02020603050405020304" pitchFamily="18" charset="0"/>
                </a:rPr>
                <a:t>a</a:t>
              </a:r>
              <a:endParaRPr lang="ru-RU" altLang="en-US" sz="2000" b="0">
                <a:latin typeface="Times New Roman" panose="02020603050405020304" pitchFamily="18" charset="0"/>
                <a:cs typeface="Times New Roman" panose="02020603050405020304" pitchFamily="18" charset="0"/>
              </a:endParaRPr>
            </a:p>
          </p:txBody>
        </p:sp>
        <p:sp>
          <p:nvSpPr>
            <p:cNvPr id="95251" name="Text Box 16">
              <a:extLst>
                <a:ext uri="{FF2B5EF4-FFF2-40B4-BE49-F238E27FC236}">
                  <a16:creationId xmlns:a16="http://schemas.microsoft.com/office/drawing/2014/main" id="{190F7DD2-10E7-F33D-16FF-6FAE6AD13E67}"/>
                </a:ext>
              </a:extLst>
            </p:cNvPr>
            <p:cNvSpPr txBox="1">
              <a:spLocks noChangeArrowheads="1"/>
            </p:cNvSpPr>
            <p:nvPr/>
          </p:nvSpPr>
          <p:spPr bwMode="auto">
            <a:xfrm>
              <a:off x="2133599" y="3322317"/>
              <a:ext cx="380355" cy="468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2000" b="0">
                  <a:latin typeface="Times New Roman" panose="02020603050405020304" pitchFamily="18" charset="0"/>
                  <a:cs typeface="Times New Roman" panose="02020603050405020304" pitchFamily="18" charset="0"/>
                </a:rPr>
                <a:t>b</a:t>
              </a:r>
              <a:endParaRPr lang="ru-RU" altLang="en-US" sz="2000" b="0">
                <a:latin typeface="Times New Roman" panose="02020603050405020304" pitchFamily="18" charset="0"/>
                <a:cs typeface="Times New Roman" panose="02020603050405020304" pitchFamily="18" charset="0"/>
              </a:endParaRPr>
            </a:p>
          </p:txBody>
        </p:sp>
        <p:sp>
          <p:nvSpPr>
            <p:cNvPr id="95252" name="Text Box 17">
              <a:extLst>
                <a:ext uri="{FF2B5EF4-FFF2-40B4-BE49-F238E27FC236}">
                  <a16:creationId xmlns:a16="http://schemas.microsoft.com/office/drawing/2014/main" id="{11C4C512-7D8E-FF8E-41D1-6FD758B6BAC1}"/>
                </a:ext>
              </a:extLst>
            </p:cNvPr>
            <p:cNvSpPr txBox="1">
              <a:spLocks noChangeArrowheads="1"/>
            </p:cNvSpPr>
            <p:nvPr/>
          </p:nvSpPr>
          <p:spPr bwMode="auto">
            <a:xfrm>
              <a:off x="2184762" y="4357208"/>
              <a:ext cx="380355" cy="468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2000" b="0">
                  <a:latin typeface="Times New Roman" panose="02020603050405020304" pitchFamily="18" charset="0"/>
                  <a:cs typeface="Times New Roman" panose="02020603050405020304" pitchFamily="18" charset="0"/>
                </a:rPr>
                <a:t>c</a:t>
              </a:r>
              <a:endParaRPr lang="ru-RU" altLang="en-US" sz="2000" b="0">
                <a:latin typeface="Times New Roman" panose="02020603050405020304" pitchFamily="18" charset="0"/>
                <a:cs typeface="Times New Roman" panose="02020603050405020304" pitchFamily="18" charset="0"/>
              </a:endParaRPr>
            </a:p>
          </p:txBody>
        </p:sp>
        <p:sp>
          <p:nvSpPr>
            <p:cNvPr id="95253" name="Text Box 18">
              <a:extLst>
                <a:ext uri="{FF2B5EF4-FFF2-40B4-BE49-F238E27FC236}">
                  <a16:creationId xmlns:a16="http://schemas.microsoft.com/office/drawing/2014/main" id="{01358D1C-C049-AABF-04D9-6EB46AC1416C}"/>
                </a:ext>
              </a:extLst>
            </p:cNvPr>
            <p:cNvSpPr txBox="1">
              <a:spLocks noChangeArrowheads="1"/>
            </p:cNvSpPr>
            <p:nvPr/>
          </p:nvSpPr>
          <p:spPr bwMode="auto">
            <a:xfrm>
              <a:off x="6037244" y="3621104"/>
              <a:ext cx="380355" cy="468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2000" b="0">
                  <a:latin typeface="Times New Roman" panose="02020603050405020304" pitchFamily="18" charset="0"/>
                  <a:cs typeface="Times New Roman" panose="02020603050405020304" pitchFamily="18" charset="0"/>
                </a:rPr>
                <a:t>Y</a:t>
              </a:r>
              <a:endParaRPr lang="ru-RU" altLang="en-US" sz="2000" b="0">
                <a:latin typeface="Times New Roman" panose="02020603050405020304" pitchFamily="18" charset="0"/>
                <a:cs typeface="Times New Roman" panose="02020603050405020304" pitchFamily="18" charset="0"/>
              </a:endParaRPr>
            </a:p>
          </p:txBody>
        </p:sp>
        <p:grpSp>
          <p:nvGrpSpPr>
            <p:cNvPr id="95254" name="Group 20">
              <a:extLst>
                <a:ext uri="{FF2B5EF4-FFF2-40B4-BE49-F238E27FC236}">
                  <a16:creationId xmlns:a16="http://schemas.microsoft.com/office/drawing/2014/main" id="{56C97A1E-E9F6-41B6-5121-3B0ADD40D90A}"/>
                </a:ext>
              </a:extLst>
            </p:cNvPr>
            <p:cNvGrpSpPr>
              <a:grpSpLocks/>
            </p:cNvGrpSpPr>
            <p:nvPr/>
          </p:nvGrpSpPr>
          <p:grpSpPr bwMode="auto">
            <a:xfrm>
              <a:off x="2948646" y="3894802"/>
              <a:ext cx="336505" cy="426512"/>
              <a:chOff x="10341" y="2934"/>
              <a:chExt cx="353" cy="374"/>
            </a:xfrm>
          </p:grpSpPr>
          <p:sp>
            <p:nvSpPr>
              <p:cNvPr id="95271" name="AutoShape 20">
                <a:extLst>
                  <a:ext uri="{FF2B5EF4-FFF2-40B4-BE49-F238E27FC236}">
                    <a16:creationId xmlns:a16="http://schemas.microsoft.com/office/drawing/2014/main" id="{C3C47F54-EB66-5394-949F-9BC64D3B9A67}"/>
                  </a:ext>
                </a:extLst>
              </p:cNvPr>
              <p:cNvSpPr>
                <a:spLocks noChangeArrowheads="1"/>
              </p:cNvSpPr>
              <p:nvPr/>
            </p:nvSpPr>
            <p:spPr bwMode="auto">
              <a:xfrm rot="5435204">
                <a:off x="10279" y="2996"/>
                <a:ext cx="374" cy="249"/>
              </a:xfrm>
              <a:prstGeom prst="triangle">
                <a:avLst>
                  <a:gd name="adj" fmla="val 50000"/>
                </a:avLst>
              </a:prstGeom>
              <a:solidFill>
                <a:schemeClr val="accent1"/>
              </a:solidFill>
              <a:ln w="2857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a:latin typeface="Times New Roman" panose="02020603050405020304" pitchFamily="18" charset="0"/>
                  <a:cs typeface="Times New Roman" panose="02020603050405020304" pitchFamily="18" charset="0"/>
                </a:endParaRPr>
              </a:p>
            </p:txBody>
          </p:sp>
          <p:sp>
            <p:nvSpPr>
              <p:cNvPr id="95272" name="Oval 21">
                <a:extLst>
                  <a:ext uri="{FF2B5EF4-FFF2-40B4-BE49-F238E27FC236}">
                    <a16:creationId xmlns:a16="http://schemas.microsoft.com/office/drawing/2014/main" id="{0DE52D12-B0B5-B435-BEB4-CECD55DB45E9}"/>
                  </a:ext>
                </a:extLst>
              </p:cNvPr>
              <p:cNvSpPr>
                <a:spLocks noChangeArrowheads="1"/>
              </p:cNvSpPr>
              <p:nvPr/>
            </p:nvSpPr>
            <p:spPr bwMode="auto">
              <a:xfrm>
                <a:off x="10581" y="3069"/>
                <a:ext cx="113" cy="113"/>
              </a:xfrm>
              <a:prstGeom prst="ellipse">
                <a:avLst/>
              </a:prstGeom>
              <a:solidFill>
                <a:srgbClr val="FFFFFF"/>
              </a:solidFill>
              <a:ln w="2857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a:latin typeface="Times New Roman" panose="02020603050405020304" pitchFamily="18" charset="0"/>
                  <a:cs typeface="Times New Roman" panose="02020603050405020304" pitchFamily="18" charset="0"/>
                </a:endParaRPr>
              </a:p>
            </p:txBody>
          </p:sp>
        </p:grpSp>
        <p:sp>
          <p:nvSpPr>
            <p:cNvPr id="95255" name="Line 22">
              <a:extLst>
                <a:ext uri="{FF2B5EF4-FFF2-40B4-BE49-F238E27FC236}">
                  <a16:creationId xmlns:a16="http://schemas.microsoft.com/office/drawing/2014/main" id="{CB6661BE-4D1B-E5DD-666A-18B894B49A4A}"/>
                </a:ext>
              </a:extLst>
            </p:cNvPr>
            <p:cNvSpPr>
              <a:spLocks noChangeShapeType="1"/>
            </p:cNvSpPr>
            <p:nvPr/>
          </p:nvSpPr>
          <p:spPr bwMode="auto">
            <a:xfrm>
              <a:off x="2762758" y="4073846"/>
              <a:ext cx="17158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6" name="Line 23">
              <a:extLst>
                <a:ext uri="{FF2B5EF4-FFF2-40B4-BE49-F238E27FC236}">
                  <a16:creationId xmlns:a16="http://schemas.microsoft.com/office/drawing/2014/main" id="{BF7B4BF9-C04A-2169-43DB-8AAD0A81F2C7}"/>
                </a:ext>
              </a:extLst>
            </p:cNvPr>
            <p:cNvSpPr>
              <a:spLocks noChangeShapeType="1"/>
            </p:cNvSpPr>
            <p:nvPr/>
          </p:nvSpPr>
          <p:spPr bwMode="auto">
            <a:xfrm flipV="1">
              <a:off x="2771773" y="3270999"/>
              <a:ext cx="0" cy="789161"/>
            </a:xfrm>
            <a:prstGeom prst="line">
              <a:avLst/>
            </a:prstGeom>
            <a:noFill/>
            <a:ln w="2857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95257" name="Line 24">
              <a:extLst>
                <a:ext uri="{FF2B5EF4-FFF2-40B4-BE49-F238E27FC236}">
                  <a16:creationId xmlns:a16="http://schemas.microsoft.com/office/drawing/2014/main" id="{9F38D909-8FDC-A1D7-DB6D-61211B461350}"/>
                </a:ext>
              </a:extLst>
            </p:cNvPr>
            <p:cNvSpPr>
              <a:spLocks noChangeShapeType="1"/>
            </p:cNvSpPr>
            <p:nvPr/>
          </p:nvSpPr>
          <p:spPr bwMode="auto">
            <a:xfrm>
              <a:off x="2645079" y="4502725"/>
              <a:ext cx="56719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8" name="Line 25">
              <a:extLst>
                <a:ext uri="{FF2B5EF4-FFF2-40B4-BE49-F238E27FC236}">
                  <a16:creationId xmlns:a16="http://schemas.microsoft.com/office/drawing/2014/main" id="{A48A507F-A067-25DC-AEFA-D4A7640D16CC}"/>
                </a:ext>
              </a:extLst>
            </p:cNvPr>
            <p:cNvSpPr>
              <a:spLocks noChangeShapeType="1"/>
            </p:cNvSpPr>
            <p:nvPr/>
          </p:nvSpPr>
          <p:spPr bwMode="auto">
            <a:xfrm flipV="1">
              <a:off x="3218317" y="4304208"/>
              <a:ext cx="0" cy="20527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9" name="AutoShape 26">
              <a:extLst>
                <a:ext uri="{FF2B5EF4-FFF2-40B4-BE49-F238E27FC236}">
                  <a16:creationId xmlns:a16="http://schemas.microsoft.com/office/drawing/2014/main" id="{766FA476-0DFF-F5A5-C787-1F8F63C5D093}"/>
                </a:ext>
              </a:extLst>
            </p:cNvPr>
            <p:cNvSpPr>
              <a:spLocks noChangeArrowheads="1"/>
            </p:cNvSpPr>
            <p:nvPr/>
          </p:nvSpPr>
          <p:spPr bwMode="auto">
            <a:xfrm>
              <a:off x="4329935" y="4345262"/>
              <a:ext cx="405140" cy="549676"/>
            </a:xfrm>
            <a:prstGeom prst="flowChartDelay">
              <a:avLst/>
            </a:prstGeom>
            <a:solidFill>
              <a:schemeClr val="accent1"/>
            </a:solidFill>
            <a:ln w="2857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a:latin typeface="Times New Roman" panose="02020603050405020304" pitchFamily="18" charset="0"/>
                <a:cs typeface="Times New Roman" panose="02020603050405020304" pitchFamily="18" charset="0"/>
              </a:endParaRPr>
            </a:p>
          </p:txBody>
        </p:sp>
        <p:sp>
          <p:nvSpPr>
            <p:cNvPr id="95260" name="Line 27">
              <a:extLst>
                <a:ext uri="{FF2B5EF4-FFF2-40B4-BE49-F238E27FC236}">
                  <a16:creationId xmlns:a16="http://schemas.microsoft.com/office/drawing/2014/main" id="{02F03390-951F-42A7-A87A-F4D9F148C660}"/>
                </a:ext>
              </a:extLst>
            </p:cNvPr>
            <p:cNvSpPr>
              <a:spLocks noChangeShapeType="1"/>
            </p:cNvSpPr>
            <p:nvPr/>
          </p:nvSpPr>
          <p:spPr bwMode="auto">
            <a:xfrm>
              <a:off x="2605468" y="4739843"/>
              <a:ext cx="17158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1" name="Text Box 28">
              <a:extLst>
                <a:ext uri="{FF2B5EF4-FFF2-40B4-BE49-F238E27FC236}">
                  <a16:creationId xmlns:a16="http://schemas.microsoft.com/office/drawing/2014/main" id="{FBE508D8-D127-A9EB-7234-F27707AFFACB}"/>
                </a:ext>
              </a:extLst>
            </p:cNvPr>
            <p:cNvSpPr txBox="1">
              <a:spLocks noChangeArrowheads="1"/>
            </p:cNvSpPr>
            <p:nvPr/>
          </p:nvSpPr>
          <p:spPr bwMode="auto">
            <a:xfrm>
              <a:off x="2156477" y="4613379"/>
              <a:ext cx="380355" cy="468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2000" b="0">
                  <a:latin typeface="Times New Roman" panose="02020603050405020304" pitchFamily="18" charset="0"/>
                  <a:cs typeface="Times New Roman" panose="02020603050405020304" pitchFamily="18" charset="0"/>
                </a:rPr>
                <a:t>d</a:t>
              </a:r>
              <a:endParaRPr lang="ru-RU" altLang="en-US" sz="2000" b="0">
                <a:latin typeface="Times New Roman" panose="02020603050405020304" pitchFamily="18" charset="0"/>
                <a:cs typeface="Times New Roman" panose="02020603050405020304" pitchFamily="18" charset="0"/>
              </a:endParaRPr>
            </a:p>
          </p:txBody>
        </p:sp>
        <p:sp>
          <p:nvSpPr>
            <p:cNvPr id="95262" name="Line 29">
              <a:extLst>
                <a:ext uri="{FF2B5EF4-FFF2-40B4-BE49-F238E27FC236}">
                  <a16:creationId xmlns:a16="http://schemas.microsoft.com/office/drawing/2014/main" id="{4F511083-525A-F9B0-F52E-9F7750CCA7F4}"/>
                </a:ext>
              </a:extLst>
            </p:cNvPr>
            <p:cNvSpPr>
              <a:spLocks noChangeShapeType="1"/>
            </p:cNvSpPr>
            <p:nvPr/>
          </p:nvSpPr>
          <p:spPr bwMode="auto">
            <a:xfrm>
              <a:off x="4146907" y="4184465"/>
              <a:ext cx="0" cy="30334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3" name="Line 30">
              <a:extLst>
                <a:ext uri="{FF2B5EF4-FFF2-40B4-BE49-F238E27FC236}">
                  <a16:creationId xmlns:a16="http://schemas.microsoft.com/office/drawing/2014/main" id="{EC91BB0D-7AF7-5F0C-EB75-49E2D356CF15}"/>
                </a:ext>
              </a:extLst>
            </p:cNvPr>
            <p:cNvSpPr>
              <a:spLocks noChangeShapeType="1"/>
            </p:cNvSpPr>
            <p:nvPr/>
          </p:nvSpPr>
          <p:spPr bwMode="auto">
            <a:xfrm>
              <a:off x="4149767" y="4500358"/>
              <a:ext cx="17158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4" name="Line 31">
              <a:extLst>
                <a:ext uri="{FF2B5EF4-FFF2-40B4-BE49-F238E27FC236}">
                  <a16:creationId xmlns:a16="http://schemas.microsoft.com/office/drawing/2014/main" id="{73D77B1B-6CBB-13DE-40BD-81E8014AB40F}"/>
                </a:ext>
              </a:extLst>
            </p:cNvPr>
            <p:cNvSpPr>
              <a:spLocks noChangeShapeType="1"/>
            </p:cNvSpPr>
            <p:nvPr/>
          </p:nvSpPr>
          <p:spPr bwMode="auto">
            <a:xfrm>
              <a:off x="4736029" y="4602995"/>
              <a:ext cx="29170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5" name="Line 32">
              <a:extLst>
                <a:ext uri="{FF2B5EF4-FFF2-40B4-BE49-F238E27FC236}">
                  <a16:creationId xmlns:a16="http://schemas.microsoft.com/office/drawing/2014/main" id="{8BA13715-317B-9D6D-AF58-0A4CE84FA61F}"/>
                </a:ext>
              </a:extLst>
            </p:cNvPr>
            <p:cNvSpPr>
              <a:spLocks noChangeShapeType="1"/>
            </p:cNvSpPr>
            <p:nvPr/>
          </p:nvSpPr>
          <p:spPr bwMode="auto">
            <a:xfrm>
              <a:off x="5022010" y="3885679"/>
              <a:ext cx="28121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6" name="Line 33">
              <a:extLst>
                <a:ext uri="{FF2B5EF4-FFF2-40B4-BE49-F238E27FC236}">
                  <a16:creationId xmlns:a16="http://schemas.microsoft.com/office/drawing/2014/main" id="{B6388632-71D4-33A8-FCDA-4721BD79C1C3}"/>
                </a:ext>
              </a:extLst>
            </p:cNvPr>
            <p:cNvSpPr>
              <a:spLocks noChangeShapeType="1"/>
            </p:cNvSpPr>
            <p:nvPr/>
          </p:nvSpPr>
          <p:spPr bwMode="auto">
            <a:xfrm>
              <a:off x="5022010" y="3883235"/>
              <a:ext cx="0" cy="7200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7" name="Text Box 34">
              <a:extLst>
                <a:ext uri="{FF2B5EF4-FFF2-40B4-BE49-F238E27FC236}">
                  <a16:creationId xmlns:a16="http://schemas.microsoft.com/office/drawing/2014/main" id="{39F906AC-2841-794D-5587-B76D8B091E41}"/>
                </a:ext>
              </a:extLst>
            </p:cNvPr>
            <p:cNvSpPr txBox="1">
              <a:spLocks noChangeArrowheads="1"/>
            </p:cNvSpPr>
            <p:nvPr/>
          </p:nvSpPr>
          <p:spPr bwMode="auto">
            <a:xfrm>
              <a:off x="3868310" y="2819399"/>
              <a:ext cx="689215" cy="476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2000" b="0">
                  <a:latin typeface="Times New Roman" panose="02020603050405020304" pitchFamily="18" charset="0"/>
                  <a:cs typeface="Times New Roman" panose="02020603050405020304" pitchFamily="18" charset="0"/>
                </a:rPr>
                <a:t>y2</a:t>
              </a:r>
              <a:endParaRPr lang="ru-RU" altLang="en-US" sz="2000" b="0">
                <a:latin typeface="Times New Roman" panose="02020603050405020304" pitchFamily="18" charset="0"/>
                <a:cs typeface="Times New Roman" panose="02020603050405020304" pitchFamily="18" charset="0"/>
              </a:endParaRPr>
            </a:p>
          </p:txBody>
        </p:sp>
        <p:sp>
          <p:nvSpPr>
            <p:cNvPr id="95268" name="Text Box 35">
              <a:extLst>
                <a:ext uri="{FF2B5EF4-FFF2-40B4-BE49-F238E27FC236}">
                  <a16:creationId xmlns:a16="http://schemas.microsoft.com/office/drawing/2014/main" id="{09E55543-7F9C-D14F-ECE2-6CF54B715450}"/>
                </a:ext>
              </a:extLst>
            </p:cNvPr>
            <p:cNvSpPr txBox="1">
              <a:spLocks noChangeArrowheads="1"/>
            </p:cNvSpPr>
            <p:nvPr/>
          </p:nvSpPr>
          <p:spPr bwMode="auto">
            <a:xfrm>
              <a:off x="3025861" y="3569785"/>
              <a:ext cx="689215" cy="615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2000" b="0">
                  <a:latin typeface="Times New Roman" panose="02020603050405020304" pitchFamily="18" charset="0"/>
                  <a:cs typeface="Times New Roman" panose="02020603050405020304" pitchFamily="18" charset="0"/>
                </a:rPr>
                <a:t>y1</a:t>
              </a:r>
              <a:endParaRPr lang="ru-RU" altLang="en-US" sz="2000" b="0">
                <a:latin typeface="Times New Roman" panose="02020603050405020304" pitchFamily="18" charset="0"/>
                <a:cs typeface="Times New Roman" panose="02020603050405020304" pitchFamily="18" charset="0"/>
              </a:endParaRPr>
            </a:p>
          </p:txBody>
        </p:sp>
        <p:sp>
          <p:nvSpPr>
            <p:cNvPr id="95269" name="Text Box 36">
              <a:extLst>
                <a:ext uri="{FF2B5EF4-FFF2-40B4-BE49-F238E27FC236}">
                  <a16:creationId xmlns:a16="http://schemas.microsoft.com/office/drawing/2014/main" id="{E95E4DBD-6036-9853-313E-C4500382C9F5}"/>
                </a:ext>
              </a:extLst>
            </p:cNvPr>
            <p:cNvSpPr txBox="1">
              <a:spLocks noChangeArrowheads="1"/>
            </p:cNvSpPr>
            <p:nvPr/>
          </p:nvSpPr>
          <p:spPr bwMode="auto">
            <a:xfrm>
              <a:off x="4735664" y="4723580"/>
              <a:ext cx="689215" cy="615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2000" b="0">
                  <a:latin typeface="Times New Roman" panose="02020603050405020304" pitchFamily="18" charset="0"/>
                  <a:cs typeface="Times New Roman" panose="02020603050405020304" pitchFamily="18" charset="0"/>
                </a:rPr>
                <a:t>y4</a:t>
              </a:r>
              <a:endParaRPr lang="ru-RU" altLang="en-US" sz="2000" b="0">
                <a:latin typeface="Times New Roman" panose="02020603050405020304" pitchFamily="18" charset="0"/>
                <a:cs typeface="Times New Roman" panose="02020603050405020304" pitchFamily="18" charset="0"/>
              </a:endParaRPr>
            </a:p>
          </p:txBody>
        </p:sp>
        <p:sp>
          <p:nvSpPr>
            <p:cNvPr id="95270" name="Text Box 37">
              <a:extLst>
                <a:ext uri="{FF2B5EF4-FFF2-40B4-BE49-F238E27FC236}">
                  <a16:creationId xmlns:a16="http://schemas.microsoft.com/office/drawing/2014/main" id="{337A60AD-D1CB-1C18-A215-5901087D43DE}"/>
                </a:ext>
              </a:extLst>
            </p:cNvPr>
            <p:cNvSpPr txBox="1">
              <a:spLocks noChangeArrowheads="1"/>
            </p:cNvSpPr>
            <p:nvPr/>
          </p:nvSpPr>
          <p:spPr bwMode="auto">
            <a:xfrm>
              <a:off x="3806590" y="3662159"/>
              <a:ext cx="689215" cy="615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2000" b="0">
                  <a:latin typeface="Times New Roman" panose="02020603050405020304" pitchFamily="18" charset="0"/>
                  <a:cs typeface="Times New Roman" panose="02020603050405020304" pitchFamily="18" charset="0"/>
                </a:rPr>
                <a:t>y3</a:t>
              </a:r>
              <a:endParaRPr lang="ru-RU" altLang="en-US" sz="2000" b="0">
                <a:latin typeface="Times New Roman" panose="02020603050405020304" pitchFamily="18" charset="0"/>
                <a:cs typeface="Times New Roman" panose="02020603050405020304" pitchFamily="18" charset="0"/>
              </a:endParaRPr>
            </a:p>
          </p:txBody>
        </p:sp>
      </p:grpSp>
      <p:sp>
        <p:nvSpPr>
          <p:cNvPr id="95236" name="TextBox 39">
            <a:extLst>
              <a:ext uri="{FF2B5EF4-FFF2-40B4-BE49-F238E27FC236}">
                <a16:creationId xmlns:a16="http://schemas.microsoft.com/office/drawing/2014/main" id="{306B1619-D415-9521-18A3-425A1016FF90}"/>
              </a:ext>
            </a:extLst>
          </p:cNvPr>
          <p:cNvSpPr txBox="1">
            <a:spLocks noChangeArrowheads="1"/>
          </p:cNvSpPr>
          <p:nvPr/>
        </p:nvSpPr>
        <p:spPr bwMode="auto">
          <a:xfrm>
            <a:off x="1879600" y="4332288"/>
            <a:ext cx="8242300"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2000" b="0"/>
              <a:t>BDD is constructed for all intermediate functions y1, y2, y3, y4 scheme using operator Apply.</a:t>
            </a:r>
            <a:br>
              <a:rPr lang="en-GB" altLang="en-US" sz="2000" b="0"/>
            </a:br>
            <a:r>
              <a:rPr lang="en-GB" altLang="en-US" sz="2000" b="0"/>
              <a:t> Obtain BDD, matching function Y.</a:t>
            </a:r>
            <a:endParaRPr lang="ru-RU" altLang="en-US" sz="2000" b="0"/>
          </a:p>
        </p:txBody>
      </p:sp>
      <p:sp>
        <p:nvSpPr>
          <p:cNvPr id="95237" name="TextBox 41">
            <a:extLst>
              <a:ext uri="{FF2B5EF4-FFF2-40B4-BE49-F238E27FC236}">
                <a16:creationId xmlns:a16="http://schemas.microsoft.com/office/drawing/2014/main" id="{BADB4662-E688-7B41-F644-ED299DF35A80}"/>
              </a:ext>
            </a:extLst>
          </p:cNvPr>
          <p:cNvSpPr txBox="1">
            <a:spLocks noChangeArrowheads="1"/>
          </p:cNvSpPr>
          <p:nvPr/>
        </p:nvSpPr>
        <p:spPr bwMode="auto">
          <a:xfrm>
            <a:off x="1785938" y="1401764"/>
            <a:ext cx="2836862"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2000" b="0"/>
              <a:t>Need to check whether a given circuit implements the function</a:t>
            </a:r>
            <a:r>
              <a:rPr lang="ru-RU" altLang="en-US" sz="2000" b="0"/>
              <a:t> Y= a</a:t>
            </a:r>
            <a:r>
              <a:rPr lang="ru-RU" altLang="en-US" sz="2000" b="0">
                <a:sym typeface="Symbol" panose="05050102010706020507" pitchFamily="18" charset="2"/>
              </a:rPr>
              <a:t></a:t>
            </a:r>
            <a:r>
              <a:rPr lang="ru-RU" altLang="en-US" sz="2000" b="0"/>
              <a:t>b + </a:t>
            </a:r>
            <a:r>
              <a:rPr lang="ru-RU" altLang="en-US" sz="2000" b="0">
                <a:sym typeface="Symbol" panose="05050102010706020507" pitchFamily="18" charset="2"/>
              </a:rPr>
              <a:t></a:t>
            </a:r>
            <a:r>
              <a:rPr lang="ru-RU" altLang="en-US" sz="2000" b="0"/>
              <a:t>a</a:t>
            </a:r>
            <a:r>
              <a:rPr lang="ru-RU" altLang="en-US" sz="2000" b="0">
                <a:sym typeface="Symbol" panose="05050102010706020507" pitchFamily="18" charset="2"/>
              </a:rPr>
              <a:t></a:t>
            </a:r>
            <a:r>
              <a:rPr lang="ru-RU" altLang="en-US" sz="2000" b="0"/>
              <a:t>c</a:t>
            </a:r>
            <a:r>
              <a:rPr lang="ru-RU" altLang="en-US" sz="2000" b="0">
                <a:sym typeface="Symbol" panose="05050102010706020507" pitchFamily="18" charset="2"/>
              </a:rPr>
              <a:t></a:t>
            </a:r>
            <a:r>
              <a:rPr lang="ru-RU" altLang="en-US" sz="2000" b="0"/>
              <a:t>d</a:t>
            </a:r>
            <a:endParaRPr lang="en-GB" altLang="en-US" sz="2000" b="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2C123E48-4781-20C7-5CC7-D063653CE607}"/>
              </a:ext>
            </a:extLst>
          </p:cNvPr>
          <p:cNvSpPr>
            <a:spLocks noGrp="1" noChangeArrowheads="1"/>
          </p:cNvSpPr>
          <p:nvPr>
            <p:ph type="title"/>
          </p:nvPr>
        </p:nvSpPr>
        <p:spPr>
          <a:xfrm>
            <a:off x="-1" y="183402"/>
            <a:ext cx="11612880" cy="704088"/>
          </a:xfrm>
        </p:spPr>
        <p:txBody>
          <a:bodyPr/>
          <a:lstStyle/>
          <a:p>
            <a:r>
              <a:rPr lang="en-US" altLang="en-US"/>
              <a:t>BDD for  y1, y2, y3</a:t>
            </a:r>
            <a:endParaRPr lang="ru-RU" altLang="en-US"/>
          </a:p>
        </p:txBody>
      </p:sp>
      <p:grpSp>
        <p:nvGrpSpPr>
          <p:cNvPr id="96259" name="Group 36">
            <a:extLst>
              <a:ext uri="{FF2B5EF4-FFF2-40B4-BE49-F238E27FC236}">
                <a16:creationId xmlns:a16="http://schemas.microsoft.com/office/drawing/2014/main" id="{C5A6B434-D306-BF85-9B40-C79F2F41A983}"/>
              </a:ext>
            </a:extLst>
          </p:cNvPr>
          <p:cNvGrpSpPr>
            <a:grpSpLocks/>
          </p:cNvGrpSpPr>
          <p:nvPr/>
        </p:nvGrpSpPr>
        <p:grpSpPr bwMode="auto">
          <a:xfrm>
            <a:off x="2927351" y="1797051"/>
            <a:ext cx="6149975" cy="3013075"/>
            <a:chOff x="1403274" y="2082148"/>
            <a:chExt cx="6149431" cy="3012366"/>
          </a:xfrm>
        </p:grpSpPr>
        <p:sp>
          <p:nvSpPr>
            <p:cNvPr id="2051" name="Oval 3">
              <a:extLst>
                <a:ext uri="{FF2B5EF4-FFF2-40B4-BE49-F238E27FC236}">
                  <a16:creationId xmlns:a16="http://schemas.microsoft.com/office/drawing/2014/main" id="{094996ED-7F42-4208-9030-9B0808318AD4}"/>
                </a:ext>
              </a:extLst>
            </p:cNvPr>
            <p:cNvSpPr>
              <a:spLocks noChangeArrowheads="1"/>
            </p:cNvSpPr>
            <p:nvPr/>
          </p:nvSpPr>
          <p:spPr bwMode="auto">
            <a:xfrm>
              <a:off x="1833449" y="2729696"/>
              <a:ext cx="520654" cy="472964"/>
            </a:xfrm>
            <a:prstGeom prst="ellipse">
              <a:avLst/>
            </a:prstGeom>
            <a:solidFill>
              <a:schemeClr val="accent5"/>
            </a:solidFill>
            <a:ln w="28575">
              <a:solidFill>
                <a:srgbClr val="000000"/>
              </a:solidFill>
              <a:round/>
              <a:headEnd/>
              <a:tailEnd/>
            </a:ln>
          </p:spPr>
          <p:txBody>
            <a:bodyPr/>
            <a:lstStyle/>
            <a:p>
              <a:pPr eaLnBrk="1" hangingPunct="1">
                <a:defRPr/>
              </a:pPr>
              <a:endParaRPr lang="ru-RU" sz="2000">
                <a:latin typeface="Times New Roman" pitchFamily="18" charset="0"/>
                <a:cs typeface="Times New Roman" pitchFamily="18" charset="0"/>
              </a:endParaRPr>
            </a:p>
          </p:txBody>
        </p:sp>
        <p:sp>
          <p:nvSpPr>
            <p:cNvPr id="96261" name="Text Box 4">
              <a:extLst>
                <a:ext uri="{FF2B5EF4-FFF2-40B4-BE49-F238E27FC236}">
                  <a16:creationId xmlns:a16="http://schemas.microsoft.com/office/drawing/2014/main" id="{D6FC5383-A52A-A958-A1E4-07D006A8BB7C}"/>
                </a:ext>
              </a:extLst>
            </p:cNvPr>
            <p:cNvSpPr txBox="1">
              <a:spLocks noChangeArrowheads="1"/>
            </p:cNvSpPr>
            <p:nvPr/>
          </p:nvSpPr>
          <p:spPr bwMode="auto">
            <a:xfrm>
              <a:off x="1917610" y="2719017"/>
              <a:ext cx="551600" cy="333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2000" b="0">
                  <a:latin typeface="Times New Roman" panose="02020603050405020304" pitchFamily="18" charset="0"/>
                  <a:cs typeface="Times New Roman" panose="02020603050405020304" pitchFamily="18" charset="0"/>
                </a:rPr>
                <a:t>a</a:t>
              </a:r>
              <a:endParaRPr lang="ru-RU" altLang="en-US" sz="2000" b="0">
                <a:latin typeface="Times New Roman" panose="02020603050405020304" pitchFamily="18" charset="0"/>
                <a:cs typeface="Times New Roman" panose="02020603050405020304" pitchFamily="18" charset="0"/>
              </a:endParaRPr>
            </a:p>
          </p:txBody>
        </p:sp>
        <p:sp>
          <p:nvSpPr>
            <p:cNvPr id="96262" name="Line 5">
              <a:extLst>
                <a:ext uri="{FF2B5EF4-FFF2-40B4-BE49-F238E27FC236}">
                  <a16:creationId xmlns:a16="http://schemas.microsoft.com/office/drawing/2014/main" id="{A2C45C7F-5970-3499-A4DE-5CA15641FCD4}"/>
                </a:ext>
              </a:extLst>
            </p:cNvPr>
            <p:cNvSpPr>
              <a:spLocks noChangeShapeType="1"/>
            </p:cNvSpPr>
            <p:nvPr/>
          </p:nvSpPr>
          <p:spPr bwMode="auto">
            <a:xfrm flipH="1">
              <a:off x="1675801" y="3173994"/>
              <a:ext cx="302457" cy="440739"/>
            </a:xfrm>
            <a:prstGeom prst="line">
              <a:avLst/>
            </a:prstGeom>
            <a:noFill/>
            <a:ln w="28575">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054" name="Rectangle 6">
              <a:extLst>
                <a:ext uri="{FF2B5EF4-FFF2-40B4-BE49-F238E27FC236}">
                  <a16:creationId xmlns:a16="http://schemas.microsoft.com/office/drawing/2014/main" id="{925AD20A-1676-471E-AD2D-C6DD6B798575}"/>
                </a:ext>
              </a:extLst>
            </p:cNvPr>
            <p:cNvSpPr>
              <a:spLocks noChangeArrowheads="1"/>
            </p:cNvSpPr>
            <p:nvPr/>
          </p:nvSpPr>
          <p:spPr bwMode="auto">
            <a:xfrm>
              <a:off x="1403274" y="3631183"/>
              <a:ext cx="550814" cy="409479"/>
            </a:xfrm>
            <a:prstGeom prst="rect">
              <a:avLst/>
            </a:prstGeom>
            <a:solidFill>
              <a:schemeClr val="accent3">
                <a:lumMod val="75000"/>
              </a:schemeClr>
            </a:solidFill>
            <a:ln w="28575">
              <a:solidFill>
                <a:srgbClr val="000000"/>
              </a:solidFill>
              <a:miter lim="800000"/>
              <a:headEnd/>
              <a:tailEnd/>
            </a:ln>
          </p:spPr>
          <p:txBody>
            <a:bodyPr/>
            <a:lstStyle/>
            <a:p>
              <a:pPr algn="ctr">
                <a:spcAft>
                  <a:spcPts val="1000"/>
                </a:spcAft>
                <a:defRPr/>
              </a:pPr>
              <a:r>
                <a:rPr lang="en-US" sz="2000" dirty="0">
                  <a:latin typeface="Times New Roman" pitchFamily="18" charset="0"/>
                  <a:cs typeface="Times New Roman" pitchFamily="18" charset="0"/>
                </a:rPr>
                <a:t>1</a:t>
              </a:r>
              <a:endParaRPr lang="ru-RU" sz="2000" dirty="0">
                <a:latin typeface="Times New Roman" pitchFamily="18" charset="0"/>
                <a:cs typeface="Times New Roman" pitchFamily="18" charset="0"/>
              </a:endParaRPr>
            </a:p>
          </p:txBody>
        </p:sp>
        <p:sp>
          <p:nvSpPr>
            <p:cNvPr id="2055" name="Rectangle 7">
              <a:extLst>
                <a:ext uri="{FF2B5EF4-FFF2-40B4-BE49-F238E27FC236}">
                  <a16:creationId xmlns:a16="http://schemas.microsoft.com/office/drawing/2014/main" id="{4FE69A7E-AA65-41B9-B75B-05FF57339F9C}"/>
                </a:ext>
              </a:extLst>
            </p:cNvPr>
            <p:cNvSpPr>
              <a:spLocks noChangeArrowheads="1"/>
            </p:cNvSpPr>
            <p:nvPr/>
          </p:nvSpPr>
          <p:spPr bwMode="auto">
            <a:xfrm>
              <a:off x="2360452" y="3631183"/>
              <a:ext cx="550813" cy="409479"/>
            </a:xfrm>
            <a:prstGeom prst="rect">
              <a:avLst/>
            </a:prstGeom>
            <a:solidFill>
              <a:schemeClr val="accent3">
                <a:lumMod val="75000"/>
              </a:schemeClr>
            </a:solidFill>
            <a:ln w="28575">
              <a:solidFill>
                <a:srgbClr val="000000"/>
              </a:solidFill>
              <a:miter lim="800000"/>
              <a:headEnd/>
              <a:tailEnd/>
            </a:ln>
          </p:spPr>
          <p:txBody>
            <a:bodyPr/>
            <a:lstStyle/>
            <a:p>
              <a:pPr algn="ctr">
                <a:spcAft>
                  <a:spcPts val="1000"/>
                </a:spcAft>
                <a:defRPr/>
              </a:pPr>
              <a:r>
                <a:rPr lang="en-US" sz="2000">
                  <a:latin typeface="Times New Roman" pitchFamily="18" charset="0"/>
                  <a:cs typeface="Times New Roman" pitchFamily="18" charset="0"/>
                </a:rPr>
                <a:t>0</a:t>
              </a:r>
              <a:endParaRPr lang="ru-RU" sz="2000">
                <a:latin typeface="Times New Roman" pitchFamily="18" charset="0"/>
                <a:cs typeface="Times New Roman" pitchFamily="18" charset="0"/>
              </a:endParaRPr>
            </a:p>
          </p:txBody>
        </p:sp>
        <p:sp>
          <p:nvSpPr>
            <p:cNvPr id="96265" name="Line 8">
              <a:extLst>
                <a:ext uri="{FF2B5EF4-FFF2-40B4-BE49-F238E27FC236}">
                  <a16:creationId xmlns:a16="http://schemas.microsoft.com/office/drawing/2014/main" id="{A2C47AA0-8423-4B75-1CE6-F01BF723B240}"/>
                </a:ext>
              </a:extLst>
            </p:cNvPr>
            <p:cNvSpPr>
              <a:spLocks noChangeShapeType="1"/>
            </p:cNvSpPr>
            <p:nvPr/>
          </p:nvSpPr>
          <p:spPr bwMode="auto">
            <a:xfrm>
              <a:off x="2271685" y="3150429"/>
              <a:ext cx="337316" cy="500069"/>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266" name="Text Box 9">
              <a:extLst>
                <a:ext uri="{FF2B5EF4-FFF2-40B4-BE49-F238E27FC236}">
                  <a16:creationId xmlns:a16="http://schemas.microsoft.com/office/drawing/2014/main" id="{F095E249-6853-CD05-E938-5E9F1D0C5BA6}"/>
                </a:ext>
              </a:extLst>
            </p:cNvPr>
            <p:cNvSpPr txBox="1">
              <a:spLocks noChangeArrowheads="1"/>
            </p:cNvSpPr>
            <p:nvPr/>
          </p:nvSpPr>
          <p:spPr bwMode="auto">
            <a:xfrm>
              <a:off x="1628679" y="2159918"/>
              <a:ext cx="863524" cy="41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2000" b="0">
                  <a:latin typeface="Times New Roman" panose="02020603050405020304" pitchFamily="18" charset="0"/>
                  <a:cs typeface="Times New Roman" panose="02020603050405020304" pitchFamily="18" charset="0"/>
                </a:rPr>
                <a:t>y1=</a:t>
              </a:r>
              <a:r>
                <a:rPr lang="en-US" altLang="en-US" sz="2000" b="0">
                  <a:latin typeface="Times New Roman" panose="02020603050405020304" pitchFamily="18" charset="0"/>
                  <a:cs typeface="Times New Roman" panose="02020603050405020304" pitchFamily="18" charset="0"/>
                  <a:sym typeface="Symbol" panose="05050102010706020507" pitchFamily="18" charset="2"/>
                </a:rPr>
                <a:t></a:t>
              </a:r>
              <a:r>
                <a:rPr lang="en-US" altLang="en-US" sz="2000" b="0">
                  <a:latin typeface="Times New Roman" panose="02020603050405020304" pitchFamily="18" charset="0"/>
                  <a:cs typeface="Times New Roman" panose="02020603050405020304" pitchFamily="18" charset="0"/>
                </a:rPr>
                <a:t>a</a:t>
              </a:r>
              <a:endParaRPr lang="ru-RU" altLang="en-US" sz="2000" b="0">
                <a:latin typeface="Times New Roman" panose="02020603050405020304" pitchFamily="18" charset="0"/>
                <a:cs typeface="Times New Roman" panose="02020603050405020304" pitchFamily="18" charset="0"/>
              </a:endParaRPr>
            </a:p>
          </p:txBody>
        </p:sp>
        <p:grpSp>
          <p:nvGrpSpPr>
            <p:cNvPr id="96267" name="Group 10">
              <a:extLst>
                <a:ext uri="{FF2B5EF4-FFF2-40B4-BE49-F238E27FC236}">
                  <a16:creationId xmlns:a16="http://schemas.microsoft.com/office/drawing/2014/main" id="{93A77FCA-C900-94A2-D0D0-296261B6B8A0}"/>
                </a:ext>
              </a:extLst>
            </p:cNvPr>
            <p:cNvGrpSpPr>
              <a:grpSpLocks/>
            </p:cNvGrpSpPr>
            <p:nvPr/>
          </p:nvGrpSpPr>
          <p:grpSpPr bwMode="auto">
            <a:xfrm>
              <a:off x="3796685" y="2628138"/>
              <a:ext cx="627192" cy="496859"/>
              <a:chOff x="4725" y="2031"/>
              <a:chExt cx="614" cy="536"/>
            </a:xfrm>
          </p:grpSpPr>
          <p:sp>
            <p:nvSpPr>
              <p:cNvPr id="2059" name="Oval 11">
                <a:extLst>
                  <a:ext uri="{FF2B5EF4-FFF2-40B4-BE49-F238E27FC236}">
                    <a16:creationId xmlns:a16="http://schemas.microsoft.com/office/drawing/2014/main" id="{4308AADF-D592-4EEC-BDE9-7A5A7B5A9E58}"/>
                  </a:ext>
                </a:extLst>
              </p:cNvPr>
              <p:cNvSpPr>
                <a:spLocks noChangeArrowheads="1"/>
              </p:cNvSpPr>
              <p:nvPr/>
            </p:nvSpPr>
            <p:spPr bwMode="auto">
              <a:xfrm>
                <a:off x="4725" y="2057"/>
                <a:ext cx="510" cy="510"/>
              </a:xfrm>
              <a:prstGeom prst="ellipse">
                <a:avLst/>
              </a:prstGeom>
              <a:solidFill>
                <a:schemeClr val="accent5"/>
              </a:solidFill>
              <a:ln w="28575">
                <a:solidFill>
                  <a:srgbClr val="000000"/>
                </a:solidFill>
                <a:round/>
                <a:headEnd/>
                <a:tailEnd/>
              </a:ln>
            </p:spPr>
            <p:txBody>
              <a:bodyPr/>
              <a:lstStyle/>
              <a:p>
                <a:pPr eaLnBrk="1" hangingPunct="1">
                  <a:defRPr/>
                </a:pPr>
                <a:endParaRPr lang="ru-RU" sz="2000">
                  <a:latin typeface="Times New Roman" pitchFamily="18" charset="0"/>
                  <a:cs typeface="Times New Roman" pitchFamily="18" charset="0"/>
                </a:endParaRPr>
              </a:p>
            </p:txBody>
          </p:sp>
          <p:sp>
            <p:nvSpPr>
              <p:cNvPr id="96291" name="Text Box 12">
                <a:extLst>
                  <a:ext uri="{FF2B5EF4-FFF2-40B4-BE49-F238E27FC236}">
                    <a16:creationId xmlns:a16="http://schemas.microsoft.com/office/drawing/2014/main" id="{A83BCA21-DCF6-7175-AA53-1513A8CABC67}"/>
                  </a:ext>
                </a:extLst>
              </p:cNvPr>
              <p:cNvSpPr txBox="1">
                <a:spLocks noChangeArrowheads="1"/>
              </p:cNvSpPr>
              <p:nvPr/>
            </p:nvSpPr>
            <p:spPr bwMode="auto">
              <a:xfrm>
                <a:off x="4799" y="2031"/>
                <a:ext cx="5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2000" b="0">
                    <a:latin typeface="Times New Roman" panose="02020603050405020304" pitchFamily="18" charset="0"/>
                    <a:cs typeface="Times New Roman" panose="02020603050405020304" pitchFamily="18" charset="0"/>
                  </a:rPr>
                  <a:t>a</a:t>
                </a:r>
                <a:endParaRPr lang="ru-RU" altLang="en-US" sz="2000" b="0">
                  <a:latin typeface="Times New Roman" panose="02020603050405020304" pitchFamily="18" charset="0"/>
                  <a:cs typeface="Times New Roman" panose="02020603050405020304" pitchFamily="18" charset="0"/>
                </a:endParaRPr>
              </a:p>
            </p:txBody>
          </p:sp>
        </p:grpSp>
        <p:sp>
          <p:nvSpPr>
            <p:cNvPr id="96268" name="Line 13">
              <a:extLst>
                <a:ext uri="{FF2B5EF4-FFF2-40B4-BE49-F238E27FC236}">
                  <a16:creationId xmlns:a16="http://schemas.microsoft.com/office/drawing/2014/main" id="{904145B2-F8DE-A08C-5331-302D6A165449}"/>
                </a:ext>
              </a:extLst>
            </p:cNvPr>
            <p:cNvSpPr>
              <a:spLocks noChangeShapeType="1"/>
            </p:cNvSpPr>
            <p:nvPr/>
          </p:nvSpPr>
          <p:spPr bwMode="auto">
            <a:xfrm flipH="1">
              <a:off x="3673241" y="3071559"/>
              <a:ext cx="197780" cy="1619572"/>
            </a:xfrm>
            <a:prstGeom prst="line">
              <a:avLst/>
            </a:prstGeom>
            <a:noFill/>
            <a:ln w="28575">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062" name="Rectangle 14">
              <a:extLst>
                <a:ext uri="{FF2B5EF4-FFF2-40B4-BE49-F238E27FC236}">
                  <a16:creationId xmlns:a16="http://schemas.microsoft.com/office/drawing/2014/main" id="{7E51E689-2BAD-4657-9A7E-45AC752AE9B1}"/>
                </a:ext>
              </a:extLst>
            </p:cNvPr>
            <p:cNvSpPr>
              <a:spLocks noChangeArrowheads="1"/>
            </p:cNvSpPr>
            <p:nvPr/>
          </p:nvSpPr>
          <p:spPr bwMode="auto">
            <a:xfrm>
              <a:off x="3474779" y="4699320"/>
              <a:ext cx="550813" cy="371388"/>
            </a:xfrm>
            <a:prstGeom prst="rect">
              <a:avLst/>
            </a:prstGeom>
            <a:solidFill>
              <a:schemeClr val="accent3">
                <a:lumMod val="75000"/>
              </a:schemeClr>
            </a:solidFill>
            <a:ln w="28575">
              <a:solidFill>
                <a:srgbClr val="000000"/>
              </a:solidFill>
              <a:miter lim="800000"/>
              <a:headEnd/>
              <a:tailEnd/>
            </a:ln>
          </p:spPr>
          <p:txBody>
            <a:bodyPr/>
            <a:lstStyle/>
            <a:p>
              <a:pPr algn="ctr">
                <a:spcAft>
                  <a:spcPts val="1000"/>
                </a:spcAft>
                <a:defRPr/>
              </a:pPr>
              <a:r>
                <a:rPr lang="en-US" sz="2000" dirty="0">
                  <a:latin typeface="Times New Roman" pitchFamily="18" charset="0"/>
                  <a:cs typeface="Times New Roman" pitchFamily="18" charset="0"/>
                </a:rPr>
                <a:t>0</a:t>
              </a:r>
              <a:endParaRPr lang="ru-RU" sz="2000" dirty="0">
                <a:latin typeface="Times New Roman" pitchFamily="18" charset="0"/>
                <a:cs typeface="Times New Roman" pitchFamily="18" charset="0"/>
              </a:endParaRPr>
            </a:p>
          </p:txBody>
        </p:sp>
        <p:sp>
          <p:nvSpPr>
            <p:cNvPr id="2063" name="Rectangle 15">
              <a:extLst>
                <a:ext uri="{FF2B5EF4-FFF2-40B4-BE49-F238E27FC236}">
                  <a16:creationId xmlns:a16="http://schemas.microsoft.com/office/drawing/2014/main" id="{F2D97350-841D-4F51-BC86-DFE83654A8E8}"/>
                </a:ext>
              </a:extLst>
            </p:cNvPr>
            <p:cNvSpPr>
              <a:spLocks noChangeArrowheads="1"/>
            </p:cNvSpPr>
            <p:nvPr/>
          </p:nvSpPr>
          <p:spPr bwMode="auto">
            <a:xfrm>
              <a:off x="4458942" y="4685035"/>
              <a:ext cx="587323" cy="409479"/>
            </a:xfrm>
            <a:prstGeom prst="rect">
              <a:avLst/>
            </a:prstGeom>
            <a:solidFill>
              <a:schemeClr val="accent3">
                <a:lumMod val="75000"/>
              </a:schemeClr>
            </a:solidFill>
            <a:ln w="28575">
              <a:solidFill>
                <a:srgbClr val="000000"/>
              </a:solidFill>
              <a:miter lim="800000"/>
              <a:headEnd/>
              <a:tailEnd/>
            </a:ln>
          </p:spPr>
          <p:txBody>
            <a:bodyPr/>
            <a:lstStyle/>
            <a:p>
              <a:pPr algn="ctr">
                <a:spcAft>
                  <a:spcPts val="1000"/>
                </a:spcAft>
                <a:defRPr/>
              </a:pPr>
              <a:r>
                <a:rPr lang="en-US" sz="2000">
                  <a:latin typeface="Times New Roman" pitchFamily="18" charset="0"/>
                  <a:cs typeface="Times New Roman" pitchFamily="18" charset="0"/>
                </a:rPr>
                <a:t>1</a:t>
              </a:r>
              <a:endParaRPr lang="ru-RU" sz="2000">
                <a:latin typeface="Times New Roman" pitchFamily="18" charset="0"/>
                <a:cs typeface="Times New Roman" pitchFamily="18" charset="0"/>
              </a:endParaRPr>
            </a:p>
          </p:txBody>
        </p:sp>
        <p:sp>
          <p:nvSpPr>
            <p:cNvPr id="96271" name="Line 16">
              <a:extLst>
                <a:ext uri="{FF2B5EF4-FFF2-40B4-BE49-F238E27FC236}">
                  <a16:creationId xmlns:a16="http://schemas.microsoft.com/office/drawing/2014/main" id="{4FE8303A-18E9-984B-4718-68B4CE12EDE8}"/>
                </a:ext>
              </a:extLst>
            </p:cNvPr>
            <p:cNvSpPr>
              <a:spLocks noChangeShapeType="1"/>
            </p:cNvSpPr>
            <p:nvPr/>
          </p:nvSpPr>
          <p:spPr bwMode="auto">
            <a:xfrm>
              <a:off x="4259701" y="3047733"/>
              <a:ext cx="337316" cy="501011"/>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66" name="Oval 18">
              <a:extLst>
                <a:ext uri="{FF2B5EF4-FFF2-40B4-BE49-F238E27FC236}">
                  <a16:creationId xmlns:a16="http://schemas.microsoft.com/office/drawing/2014/main" id="{3781989C-0038-484B-8E5B-02CBE8C87E2D}"/>
                </a:ext>
              </a:extLst>
            </p:cNvPr>
            <p:cNvSpPr>
              <a:spLocks noChangeArrowheads="1"/>
            </p:cNvSpPr>
            <p:nvPr/>
          </p:nvSpPr>
          <p:spPr bwMode="auto">
            <a:xfrm>
              <a:off x="4366875" y="3547066"/>
              <a:ext cx="522241" cy="472964"/>
            </a:xfrm>
            <a:prstGeom prst="ellipse">
              <a:avLst/>
            </a:prstGeom>
            <a:solidFill>
              <a:schemeClr val="accent1">
                <a:lumMod val="60000"/>
                <a:lumOff val="40000"/>
              </a:schemeClr>
            </a:solidFill>
            <a:ln w="28575">
              <a:solidFill>
                <a:schemeClr val="tx1"/>
              </a:solidFill>
              <a:round/>
              <a:headEnd/>
              <a:tailEnd/>
            </a:ln>
          </p:spPr>
          <p:txBody>
            <a:bodyPr/>
            <a:lstStyle/>
            <a:p>
              <a:pPr algn="ctr" eaLnBrk="1" hangingPunct="1">
                <a:defRPr/>
              </a:pPr>
              <a:endParaRPr lang="ru-RU" sz="2000">
                <a:latin typeface="Times New Roman" pitchFamily="18" charset="0"/>
                <a:cs typeface="Times New Roman" pitchFamily="18" charset="0"/>
              </a:endParaRPr>
            </a:p>
          </p:txBody>
        </p:sp>
        <p:sp>
          <p:nvSpPr>
            <p:cNvPr id="96273" name="Text Box 19">
              <a:extLst>
                <a:ext uri="{FF2B5EF4-FFF2-40B4-BE49-F238E27FC236}">
                  <a16:creationId xmlns:a16="http://schemas.microsoft.com/office/drawing/2014/main" id="{1FF5FCF2-2516-A8CA-2FDD-D3F1D8912D77}"/>
                </a:ext>
              </a:extLst>
            </p:cNvPr>
            <p:cNvSpPr txBox="1">
              <a:spLocks noChangeArrowheads="1"/>
            </p:cNvSpPr>
            <p:nvPr/>
          </p:nvSpPr>
          <p:spPr bwMode="auto">
            <a:xfrm>
              <a:off x="4464578" y="3555248"/>
              <a:ext cx="552727" cy="33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2000" b="0">
                  <a:latin typeface="Times New Roman" panose="02020603050405020304" pitchFamily="18" charset="0"/>
                  <a:cs typeface="Times New Roman" panose="02020603050405020304" pitchFamily="18" charset="0"/>
                </a:rPr>
                <a:t>b</a:t>
              </a:r>
              <a:endParaRPr lang="ru-RU" altLang="en-US" sz="2000" b="0">
                <a:latin typeface="Times New Roman" panose="02020603050405020304" pitchFamily="18" charset="0"/>
                <a:cs typeface="Times New Roman" panose="02020603050405020304" pitchFamily="18" charset="0"/>
              </a:endParaRPr>
            </a:p>
          </p:txBody>
        </p:sp>
        <p:sp>
          <p:nvSpPr>
            <p:cNvPr id="96274" name="Line 20">
              <a:extLst>
                <a:ext uri="{FF2B5EF4-FFF2-40B4-BE49-F238E27FC236}">
                  <a16:creationId xmlns:a16="http://schemas.microsoft.com/office/drawing/2014/main" id="{9D2826ED-6BC1-3B00-441C-C5F5957F1CAC}"/>
                </a:ext>
              </a:extLst>
            </p:cNvPr>
            <p:cNvSpPr>
              <a:spLocks noChangeShapeType="1"/>
            </p:cNvSpPr>
            <p:nvPr/>
          </p:nvSpPr>
          <p:spPr bwMode="auto">
            <a:xfrm flipH="1">
              <a:off x="3857792" y="3965043"/>
              <a:ext cx="607990" cy="719498"/>
            </a:xfrm>
            <a:prstGeom prst="line">
              <a:avLst/>
            </a:prstGeom>
            <a:noFill/>
            <a:ln w="28575">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275" name="Line 21">
              <a:extLst>
                <a:ext uri="{FF2B5EF4-FFF2-40B4-BE49-F238E27FC236}">
                  <a16:creationId xmlns:a16="http://schemas.microsoft.com/office/drawing/2014/main" id="{AFEDAB21-02C1-D90B-1E87-C5E2BE894D8E}"/>
                </a:ext>
              </a:extLst>
            </p:cNvPr>
            <p:cNvSpPr>
              <a:spLocks noChangeShapeType="1"/>
            </p:cNvSpPr>
            <p:nvPr/>
          </p:nvSpPr>
          <p:spPr bwMode="auto">
            <a:xfrm>
              <a:off x="4728253" y="4006480"/>
              <a:ext cx="0" cy="666759"/>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276" name="Text Box 22">
              <a:extLst>
                <a:ext uri="{FF2B5EF4-FFF2-40B4-BE49-F238E27FC236}">
                  <a16:creationId xmlns:a16="http://schemas.microsoft.com/office/drawing/2014/main" id="{5E683E11-02CE-1D1C-7815-99FE7099C28D}"/>
                </a:ext>
              </a:extLst>
            </p:cNvPr>
            <p:cNvSpPr txBox="1">
              <a:spLocks noChangeArrowheads="1"/>
            </p:cNvSpPr>
            <p:nvPr/>
          </p:nvSpPr>
          <p:spPr bwMode="auto">
            <a:xfrm>
              <a:off x="3566846" y="2147221"/>
              <a:ext cx="988925" cy="41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2000" b="0">
                  <a:latin typeface="Times New Roman" panose="02020603050405020304" pitchFamily="18" charset="0"/>
                  <a:cs typeface="Times New Roman" panose="02020603050405020304" pitchFamily="18" charset="0"/>
                </a:rPr>
                <a:t>y2=a</a:t>
              </a:r>
              <a:r>
                <a:rPr lang="en-US" altLang="en-US" sz="2000" b="0">
                  <a:latin typeface="Times New Roman" panose="02020603050405020304" pitchFamily="18" charset="0"/>
                  <a:cs typeface="Times New Roman" panose="02020603050405020304" pitchFamily="18" charset="0"/>
                  <a:sym typeface="Symbol" panose="05050102010706020507" pitchFamily="18" charset="2"/>
                </a:rPr>
                <a:t></a:t>
              </a:r>
              <a:r>
                <a:rPr lang="en-US" altLang="en-US" sz="2000" b="0">
                  <a:latin typeface="Times New Roman" panose="02020603050405020304" pitchFamily="18" charset="0"/>
                  <a:cs typeface="Times New Roman" panose="02020603050405020304" pitchFamily="18" charset="0"/>
                </a:rPr>
                <a:t>b</a:t>
              </a:r>
              <a:endParaRPr lang="ru-RU" altLang="en-US" sz="2000" b="0">
                <a:latin typeface="Times New Roman" panose="02020603050405020304" pitchFamily="18" charset="0"/>
                <a:cs typeface="Times New Roman" panose="02020603050405020304" pitchFamily="18" charset="0"/>
              </a:endParaRPr>
            </a:p>
          </p:txBody>
        </p:sp>
        <p:sp>
          <p:nvSpPr>
            <p:cNvPr id="96277" name="Text Box 23">
              <a:extLst>
                <a:ext uri="{FF2B5EF4-FFF2-40B4-BE49-F238E27FC236}">
                  <a16:creationId xmlns:a16="http://schemas.microsoft.com/office/drawing/2014/main" id="{832B8237-3C4E-FCE5-B366-D5944F7A08F9}"/>
                </a:ext>
              </a:extLst>
            </p:cNvPr>
            <p:cNvSpPr txBox="1">
              <a:spLocks noChangeArrowheads="1"/>
            </p:cNvSpPr>
            <p:nvPr/>
          </p:nvSpPr>
          <p:spPr bwMode="auto">
            <a:xfrm>
              <a:off x="6343137" y="2082148"/>
              <a:ext cx="1055595" cy="41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2000" b="0">
                  <a:latin typeface="Times New Roman" panose="02020603050405020304" pitchFamily="18" charset="0"/>
                  <a:cs typeface="Times New Roman" panose="02020603050405020304" pitchFamily="18" charset="0"/>
                </a:rPr>
                <a:t>y3=y1</a:t>
              </a:r>
              <a:r>
                <a:rPr lang="en-US" altLang="en-US" sz="2000" b="0">
                  <a:latin typeface="Times New Roman" panose="02020603050405020304" pitchFamily="18" charset="0"/>
                  <a:cs typeface="Times New Roman" panose="02020603050405020304" pitchFamily="18" charset="0"/>
                  <a:sym typeface="Symbol" panose="05050102010706020507" pitchFamily="18" charset="2"/>
                </a:rPr>
                <a:t></a:t>
              </a:r>
              <a:r>
                <a:rPr lang="en-US" altLang="en-US" sz="2000" b="0">
                  <a:latin typeface="Times New Roman" panose="02020603050405020304" pitchFamily="18" charset="0"/>
                  <a:cs typeface="Times New Roman" panose="02020603050405020304" pitchFamily="18" charset="0"/>
                </a:rPr>
                <a:t>c</a:t>
              </a:r>
              <a:endParaRPr lang="ru-RU" altLang="en-US" sz="2000" b="0">
                <a:latin typeface="Times New Roman" panose="02020603050405020304" pitchFamily="18" charset="0"/>
                <a:cs typeface="Times New Roman" panose="02020603050405020304" pitchFamily="18" charset="0"/>
              </a:endParaRPr>
            </a:p>
          </p:txBody>
        </p:sp>
        <p:grpSp>
          <p:nvGrpSpPr>
            <p:cNvPr id="96278" name="Group 24">
              <a:extLst>
                <a:ext uri="{FF2B5EF4-FFF2-40B4-BE49-F238E27FC236}">
                  <a16:creationId xmlns:a16="http://schemas.microsoft.com/office/drawing/2014/main" id="{54984E20-3585-526F-8F4A-EFE266DD6220}"/>
                </a:ext>
              </a:extLst>
            </p:cNvPr>
            <p:cNvGrpSpPr>
              <a:grpSpLocks/>
            </p:cNvGrpSpPr>
            <p:nvPr/>
          </p:nvGrpSpPr>
          <p:grpSpPr bwMode="auto">
            <a:xfrm>
              <a:off x="6653535" y="2628721"/>
              <a:ext cx="552625" cy="472758"/>
              <a:chOff x="4725" y="2057"/>
              <a:chExt cx="540" cy="510"/>
            </a:xfrm>
          </p:grpSpPr>
          <p:sp>
            <p:nvSpPr>
              <p:cNvPr id="2073" name="Oval 25">
                <a:extLst>
                  <a:ext uri="{FF2B5EF4-FFF2-40B4-BE49-F238E27FC236}">
                    <a16:creationId xmlns:a16="http://schemas.microsoft.com/office/drawing/2014/main" id="{4EC6B5F5-B72F-4535-9C7C-DC48426C062A}"/>
                  </a:ext>
                </a:extLst>
              </p:cNvPr>
              <p:cNvSpPr>
                <a:spLocks noChangeArrowheads="1"/>
              </p:cNvSpPr>
              <p:nvPr/>
            </p:nvSpPr>
            <p:spPr bwMode="auto">
              <a:xfrm>
                <a:off x="4727" y="2055"/>
                <a:ext cx="509" cy="510"/>
              </a:xfrm>
              <a:prstGeom prst="ellipse">
                <a:avLst/>
              </a:prstGeom>
              <a:solidFill>
                <a:schemeClr val="accent5"/>
              </a:solidFill>
              <a:ln w="28575">
                <a:solidFill>
                  <a:srgbClr val="000000"/>
                </a:solidFill>
                <a:round/>
                <a:headEnd/>
                <a:tailEnd/>
              </a:ln>
            </p:spPr>
            <p:txBody>
              <a:bodyPr/>
              <a:lstStyle/>
              <a:p>
                <a:pPr algn="ctr" eaLnBrk="1" hangingPunct="1">
                  <a:defRPr/>
                </a:pPr>
                <a:endParaRPr lang="ru-RU" sz="2000">
                  <a:latin typeface="Times New Roman" pitchFamily="18" charset="0"/>
                  <a:cs typeface="Times New Roman" pitchFamily="18" charset="0"/>
                </a:endParaRPr>
              </a:p>
            </p:txBody>
          </p:sp>
          <p:sp>
            <p:nvSpPr>
              <p:cNvPr id="96289" name="Text Box 26">
                <a:extLst>
                  <a:ext uri="{FF2B5EF4-FFF2-40B4-BE49-F238E27FC236}">
                    <a16:creationId xmlns:a16="http://schemas.microsoft.com/office/drawing/2014/main" id="{5131CBF4-D7E5-9E94-7580-671544746CAB}"/>
                  </a:ext>
                </a:extLst>
              </p:cNvPr>
              <p:cNvSpPr txBox="1">
                <a:spLocks noChangeArrowheads="1"/>
              </p:cNvSpPr>
              <p:nvPr/>
            </p:nvSpPr>
            <p:spPr bwMode="auto">
              <a:xfrm>
                <a:off x="4725" y="2098"/>
                <a:ext cx="5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a:spcAft>
                    <a:spcPts val="1000"/>
                  </a:spcAft>
                </a:pPr>
                <a:r>
                  <a:rPr lang="en-US" altLang="en-US" sz="2000" b="0">
                    <a:latin typeface="Times New Roman" panose="02020603050405020304" pitchFamily="18" charset="0"/>
                    <a:cs typeface="Times New Roman" panose="02020603050405020304" pitchFamily="18" charset="0"/>
                  </a:rPr>
                  <a:t>a</a:t>
                </a:r>
                <a:endParaRPr lang="ru-RU" altLang="en-US" sz="2000" b="0">
                  <a:latin typeface="Times New Roman" panose="02020603050405020304" pitchFamily="18" charset="0"/>
                  <a:cs typeface="Times New Roman" panose="02020603050405020304" pitchFamily="18" charset="0"/>
                </a:endParaRPr>
              </a:p>
            </p:txBody>
          </p:sp>
        </p:grpSp>
        <p:sp>
          <p:nvSpPr>
            <p:cNvPr id="96279" name="Line 27">
              <a:extLst>
                <a:ext uri="{FF2B5EF4-FFF2-40B4-BE49-F238E27FC236}">
                  <a16:creationId xmlns:a16="http://schemas.microsoft.com/office/drawing/2014/main" id="{53B505C9-8053-966A-8342-08A336F91868}"/>
                </a:ext>
              </a:extLst>
            </p:cNvPr>
            <p:cNvSpPr>
              <a:spLocks noChangeShapeType="1"/>
            </p:cNvSpPr>
            <p:nvPr/>
          </p:nvSpPr>
          <p:spPr bwMode="auto">
            <a:xfrm flipH="1">
              <a:off x="6386963" y="3028001"/>
              <a:ext cx="301432" cy="440739"/>
            </a:xfrm>
            <a:prstGeom prst="line">
              <a:avLst/>
            </a:prstGeom>
            <a:noFill/>
            <a:ln w="28575">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076" name="Oval 28">
              <a:extLst>
                <a:ext uri="{FF2B5EF4-FFF2-40B4-BE49-F238E27FC236}">
                  <a16:creationId xmlns:a16="http://schemas.microsoft.com/office/drawing/2014/main" id="{2FB153C0-BCEC-4865-88BA-980632CA8D10}"/>
                </a:ext>
              </a:extLst>
            </p:cNvPr>
            <p:cNvSpPr>
              <a:spLocks noChangeArrowheads="1"/>
            </p:cNvSpPr>
            <p:nvPr/>
          </p:nvSpPr>
          <p:spPr bwMode="auto">
            <a:xfrm>
              <a:off x="6114557" y="3469297"/>
              <a:ext cx="522242" cy="472964"/>
            </a:xfrm>
            <a:prstGeom prst="ellipse">
              <a:avLst/>
            </a:prstGeom>
            <a:solidFill>
              <a:schemeClr val="accent1">
                <a:lumMod val="60000"/>
                <a:lumOff val="40000"/>
              </a:schemeClr>
            </a:solidFill>
            <a:ln w="28575">
              <a:solidFill>
                <a:srgbClr val="000000"/>
              </a:solidFill>
              <a:round/>
              <a:headEnd/>
              <a:tailEnd/>
            </a:ln>
          </p:spPr>
          <p:txBody>
            <a:bodyPr/>
            <a:lstStyle/>
            <a:p>
              <a:pPr algn="ctr">
                <a:spcAft>
                  <a:spcPts val="1000"/>
                </a:spcAft>
                <a:defRPr/>
              </a:pPr>
              <a:endParaRPr lang="ru-RU" sz="2000" dirty="0">
                <a:latin typeface="Times New Roman" pitchFamily="18" charset="0"/>
                <a:cs typeface="Times New Roman" pitchFamily="18" charset="0"/>
              </a:endParaRPr>
            </a:p>
          </p:txBody>
        </p:sp>
        <p:sp>
          <p:nvSpPr>
            <p:cNvPr id="96281" name="Text Box 29">
              <a:extLst>
                <a:ext uri="{FF2B5EF4-FFF2-40B4-BE49-F238E27FC236}">
                  <a16:creationId xmlns:a16="http://schemas.microsoft.com/office/drawing/2014/main" id="{D766EB55-3FA8-647D-8783-CFC0CE1B4990}"/>
                </a:ext>
              </a:extLst>
            </p:cNvPr>
            <p:cNvSpPr txBox="1">
              <a:spLocks noChangeArrowheads="1"/>
            </p:cNvSpPr>
            <p:nvPr/>
          </p:nvSpPr>
          <p:spPr bwMode="auto">
            <a:xfrm>
              <a:off x="6175755" y="3507352"/>
              <a:ext cx="551600" cy="333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latin typeface="Times New Roman" panose="02020603050405020304" pitchFamily="18" charset="0"/>
                <a:cs typeface="Times New Roman" panose="02020603050405020304" pitchFamily="18" charset="0"/>
              </a:endParaRPr>
            </a:p>
          </p:txBody>
        </p:sp>
        <p:sp>
          <p:nvSpPr>
            <p:cNvPr id="96282" name="Line 30">
              <a:extLst>
                <a:ext uri="{FF2B5EF4-FFF2-40B4-BE49-F238E27FC236}">
                  <a16:creationId xmlns:a16="http://schemas.microsoft.com/office/drawing/2014/main" id="{F4ADDC0C-3BD6-536C-71AD-A55135103C0F}"/>
                </a:ext>
              </a:extLst>
            </p:cNvPr>
            <p:cNvSpPr>
              <a:spLocks noChangeShapeType="1"/>
            </p:cNvSpPr>
            <p:nvPr/>
          </p:nvSpPr>
          <p:spPr bwMode="auto">
            <a:xfrm>
              <a:off x="6368507" y="3942440"/>
              <a:ext cx="0" cy="666759"/>
            </a:xfrm>
            <a:prstGeom prst="line">
              <a:avLst/>
            </a:prstGeom>
            <a:noFill/>
            <a:ln w="28575">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079" name="Rectangle 31">
              <a:extLst>
                <a:ext uri="{FF2B5EF4-FFF2-40B4-BE49-F238E27FC236}">
                  <a16:creationId xmlns:a16="http://schemas.microsoft.com/office/drawing/2014/main" id="{9238B6FB-DF7E-4DE6-9B8A-C608E238E3B4}"/>
                </a:ext>
              </a:extLst>
            </p:cNvPr>
            <p:cNvSpPr>
              <a:spLocks noChangeArrowheads="1"/>
            </p:cNvSpPr>
            <p:nvPr/>
          </p:nvSpPr>
          <p:spPr bwMode="auto">
            <a:xfrm>
              <a:off x="6111383" y="4608853"/>
              <a:ext cx="550814" cy="371388"/>
            </a:xfrm>
            <a:prstGeom prst="rect">
              <a:avLst/>
            </a:prstGeom>
            <a:solidFill>
              <a:schemeClr val="accent3">
                <a:lumMod val="75000"/>
              </a:schemeClr>
            </a:solidFill>
            <a:ln w="28575">
              <a:solidFill>
                <a:srgbClr val="000000"/>
              </a:solidFill>
              <a:miter lim="800000"/>
              <a:headEnd/>
              <a:tailEnd/>
            </a:ln>
          </p:spPr>
          <p:txBody>
            <a:bodyPr/>
            <a:lstStyle/>
            <a:p>
              <a:pPr>
                <a:spcAft>
                  <a:spcPts val="1000"/>
                </a:spcAft>
                <a:defRPr/>
              </a:pPr>
              <a:r>
                <a:rPr lang="en-US" sz="2000" dirty="0">
                  <a:latin typeface="Times New Roman" pitchFamily="18" charset="0"/>
                  <a:cs typeface="Times New Roman" pitchFamily="18" charset="0"/>
                </a:rPr>
                <a:t>  0</a:t>
              </a:r>
              <a:endParaRPr lang="ru-RU" sz="2000" dirty="0">
                <a:latin typeface="Times New Roman" pitchFamily="18" charset="0"/>
                <a:cs typeface="Times New Roman" pitchFamily="18" charset="0"/>
              </a:endParaRPr>
            </a:p>
          </p:txBody>
        </p:sp>
        <p:sp>
          <p:nvSpPr>
            <p:cNvPr id="2080" name="Rectangle 32">
              <a:extLst>
                <a:ext uri="{FF2B5EF4-FFF2-40B4-BE49-F238E27FC236}">
                  <a16:creationId xmlns:a16="http://schemas.microsoft.com/office/drawing/2014/main" id="{FD0AE296-C96C-4B8C-A77E-BE372C82E495}"/>
                </a:ext>
              </a:extLst>
            </p:cNvPr>
            <p:cNvSpPr>
              <a:spLocks noChangeArrowheads="1"/>
            </p:cNvSpPr>
            <p:nvPr/>
          </p:nvSpPr>
          <p:spPr bwMode="auto">
            <a:xfrm>
              <a:off x="7001892" y="4607267"/>
              <a:ext cx="550813" cy="371388"/>
            </a:xfrm>
            <a:prstGeom prst="rect">
              <a:avLst/>
            </a:prstGeom>
            <a:solidFill>
              <a:schemeClr val="accent3">
                <a:lumMod val="75000"/>
              </a:schemeClr>
            </a:solidFill>
            <a:ln w="28575">
              <a:solidFill>
                <a:srgbClr val="000000"/>
              </a:solidFill>
              <a:miter lim="800000"/>
              <a:headEnd/>
              <a:tailEnd/>
            </a:ln>
          </p:spPr>
          <p:txBody>
            <a:bodyPr/>
            <a:lstStyle/>
            <a:p>
              <a:pPr>
                <a:spcAft>
                  <a:spcPts val="1000"/>
                </a:spcAft>
                <a:defRPr/>
              </a:pPr>
              <a:r>
                <a:rPr lang="en-US" sz="2000" dirty="0">
                  <a:latin typeface="Times New Roman" pitchFamily="18" charset="0"/>
                  <a:cs typeface="Times New Roman" pitchFamily="18" charset="0"/>
                </a:rPr>
                <a:t>  1</a:t>
              </a:r>
              <a:endParaRPr lang="ru-RU" sz="2000" dirty="0">
                <a:latin typeface="Times New Roman" pitchFamily="18" charset="0"/>
                <a:cs typeface="Times New Roman" pitchFamily="18" charset="0"/>
              </a:endParaRPr>
            </a:p>
          </p:txBody>
        </p:sp>
        <p:sp>
          <p:nvSpPr>
            <p:cNvPr id="96285" name="Line 33">
              <a:extLst>
                <a:ext uri="{FF2B5EF4-FFF2-40B4-BE49-F238E27FC236}">
                  <a16:creationId xmlns:a16="http://schemas.microsoft.com/office/drawing/2014/main" id="{DDC2D37D-54DE-8019-6A02-EFA8163FF3D1}"/>
                </a:ext>
              </a:extLst>
            </p:cNvPr>
            <p:cNvSpPr>
              <a:spLocks noChangeShapeType="1"/>
            </p:cNvSpPr>
            <p:nvPr/>
          </p:nvSpPr>
          <p:spPr bwMode="auto">
            <a:xfrm>
              <a:off x="6593043" y="3839790"/>
              <a:ext cx="668482" cy="744924"/>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286" name="Line 34">
              <a:extLst>
                <a:ext uri="{FF2B5EF4-FFF2-40B4-BE49-F238E27FC236}">
                  <a16:creationId xmlns:a16="http://schemas.microsoft.com/office/drawing/2014/main" id="{DB921203-B60A-2E32-156E-2C9F9A2A6B52}"/>
                </a:ext>
              </a:extLst>
            </p:cNvPr>
            <p:cNvSpPr>
              <a:spLocks noChangeShapeType="1"/>
            </p:cNvSpPr>
            <p:nvPr/>
          </p:nvSpPr>
          <p:spPr bwMode="auto">
            <a:xfrm flipH="1">
              <a:off x="6577664" y="3089215"/>
              <a:ext cx="368075" cy="1500208"/>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287" name="Rectangle 31">
              <a:extLst>
                <a:ext uri="{FF2B5EF4-FFF2-40B4-BE49-F238E27FC236}">
                  <a16:creationId xmlns:a16="http://schemas.microsoft.com/office/drawing/2014/main" id="{30D4A5C3-B10E-DD5F-9146-9402423F178A}"/>
                </a:ext>
              </a:extLst>
            </p:cNvPr>
            <p:cNvSpPr>
              <a:spLocks noChangeArrowheads="1"/>
            </p:cNvSpPr>
            <p:nvPr/>
          </p:nvSpPr>
          <p:spPr bwMode="auto">
            <a:xfrm>
              <a:off x="6093609" y="3483085"/>
              <a:ext cx="551600" cy="507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a:spcAft>
                  <a:spcPts val="1000"/>
                </a:spcAft>
              </a:pPr>
              <a:r>
                <a:rPr lang="en-US" altLang="en-US" sz="2000" b="0">
                  <a:latin typeface="Times New Roman" panose="02020603050405020304" pitchFamily="18" charset="0"/>
                  <a:cs typeface="Times New Roman" panose="02020603050405020304" pitchFamily="18" charset="0"/>
                </a:rPr>
                <a:t>c</a:t>
              </a:r>
              <a:endParaRPr lang="ru-RU" altLang="en-US" sz="2000" b="0">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EA878182-2E5D-4ACF-1C18-B23CBB8EB239}"/>
              </a:ext>
            </a:extLst>
          </p:cNvPr>
          <p:cNvSpPr>
            <a:spLocks noGrp="1" noChangeArrowheads="1"/>
          </p:cNvSpPr>
          <p:nvPr>
            <p:ph type="title"/>
          </p:nvPr>
        </p:nvSpPr>
        <p:spPr>
          <a:xfrm>
            <a:off x="-1" y="183402"/>
            <a:ext cx="11612880" cy="704088"/>
          </a:xfrm>
        </p:spPr>
        <p:txBody>
          <a:bodyPr/>
          <a:lstStyle/>
          <a:p>
            <a:r>
              <a:rPr lang="en-US" altLang="en-US"/>
              <a:t>BDD for y4, Y</a:t>
            </a:r>
            <a:endParaRPr lang="ru-RU" altLang="en-US"/>
          </a:p>
        </p:txBody>
      </p:sp>
      <p:grpSp>
        <p:nvGrpSpPr>
          <p:cNvPr id="97283" name="Group 71">
            <a:extLst>
              <a:ext uri="{FF2B5EF4-FFF2-40B4-BE49-F238E27FC236}">
                <a16:creationId xmlns:a16="http://schemas.microsoft.com/office/drawing/2014/main" id="{38DFA38F-C995-AD38-3C81-BFA66DF186F9}"/>
              </a:ext>
            </a:extLst>
          </p:cNvPr>
          <p:cNvGrpSpPr>
            <a:grpSpLocks/>
          </p:cNvGrpSpPr>
          <p:nvPr/>
        </p:nvGrpSpPr>
        <p:grpSpPr bwMode="auto">
          <a:xfrm>
            <a:off x="2344739" y="1208088"/>
            <a:ext cx="7405687" cy="3473450"/>
            <a:chOff x="1295400" y="2133600"/>
            <a:chExt cx="6592200" cy="3124200"/>
          </a:xfrm>
        </p:grpSpPr>
        <p:sp>
          <p:nvSpPr>
            <p:cNvPr id="3122" name="AutoShape 50">
              <a:extLst>
                <a:ext uri="{FF2B5EF4-FFF2-40B4-BE49-F238E27FC236}">
                  <a16:creationId xmlns:a16="http://schemas.microsoft.com/office/drawing/2014/main" id="{6B6031F7-57D5-4D1F-BABA-B04FF5DA58A5}"/>
                </a:ext>
              </a:extLst>
            </p:cNvPr>
            <p:cNvSpPr>
              <a:spLocks noChangeArrowheads="1"/>
            </p:cNvSpPr>
            <p:nvPr/>
          </p:nvSpPr>
          <p:spPr bwMode="auto">
            <a:xfrm>
              <a:off x="1295400" y="3203081"/>
              <a:ext cx="1704222" cy="2054719"/>
            </a:xfrm>
            <a:prstGeom prst="roundRect">
              <a:avLst>
                <a:gd name="adj" fmla="val 16667"/>
              </a:avLst>
            </a:prstGeom>
            <a:solidFill>
              <a:schemeClr val="accent1">
                <a:lumMod val="40000"/>
                <a:lumOff val="60000"/>
              </a:schemeClr>
            </a:solidFill>
            <a:ln w="9525">
              <a:solidFill>
                <a:srgbClr val="000000"/>
              </a:solidFill>
              <a:prstDash val="dash"/>
              <a:round/>
              <a:headEnd/>
              <a:tailEnd/>
            </a:ln>
          </p:spPr>
          <p:txBody>
            <a:bodyPr/>
            <a:lstStyle/>
            <a:p>
              <a:pPr eaLnBrk="1" hangingPunct="1">
                <a:defRPr/>
              </a:pPr>
              <a:endParaRPr lang="ru-RU" sz="2000">
                <a:latin typeface="+mj-lt"/>
                <a:cs typeface="Arial" charset="0"/>
              </a:endParaRPr>
            </a:p>
          </p:txBody>
        </p:sp>
        <p:sp>
          <p:nvSpPr>
            <p:cNvPr id="3075" name="Text Box 3">
              <a:extLst>
                <a:ext uri="{FF2B5EF4-FFF2-40B4-BE49-F238E27FC236}">
                  <a16:creationId xmlns:a16="http://schemas.microsoft.com/office/drawing/2014/main" id="{0516E5B8-0150-4CFD-9E52-CF4CF40F56AC}"/>
                </a:ext>
              </a:extLst>
            </p:cNvPr>
            <p:cNvSpPr txBox="1">
              <a:spLocks noChangeArrowheads="1"/>
            </p:cNvSpPr>
            <p:nvPr/>
          </p:nvSpPr>
          <p:spPr bwMode="auto">
            <a:xfrm>
              <a:off x="1869126" y="2133600"/>
              <a:ext cx="1042882" cy="421224"/>
            </a:xfrm>
            <a:prstGeom prst="rect">
              <a:avLst/>
            </a:prstGeom>
            <a:noFill/>
            <a:ln w="9525">
              <a:noFill/>
              <a:miter lim="800000"/>
              <a:headEnd/>
              <a:tailEnd/>
            </a:ln>
          </p:spPr>
          <p:txBody>
            <a:bodyPr/>
            <a:lstStyle/>
            <a:p>
              <a:pPr>
                <a:spcAft>
                  <a:spcPts val="1000"/>
                </a:spcAft>
                <a:defRPr/>
              </a:pPr>
              <a:r>
                <a:rPr lang="en-US" sz="2000" dirty="0">
                  <a:latin typeface="+mj-lt"/>
                </a:rPr>
                <a:t>y4=y3</a:t>
              </a:r>
              <a:r>
                <a:rPr lang="en-US" sz="2000" dirty="0">
                  <a:latin typeface="+mj-lt"/>
                  <a:sym typeface="Symbol" pitchFamily="18" charset="2"/>
                </a:rPr>
                <a:t></a:t>
              </a:r>
              <a:r>
                <a:rPr lang="en-US" sz="2000" dirty="0">
                  <a:latin typeface="+mj-lt"/>
                </a:rPr>
                <a:t>d</a:t>
              </a:r>
              <a:endParaRPr lang="ru-RU" sz="2000" dirty="0">
                <a:latin typeface="+mj-lt"/>
              </a:endParaRPr>
            </a:p>
          </p:txBody>
        </p:sp>
        <p:grpSp>
          <p:nvGrpSpPr>
            <p:cNvPr id="97287" name="Group 4">
              <a:extLst>
                <a:ext uri="{FF2B5EF4-FFF2-40B4-BE49-F238E27FC236}">
                  <a16:creationId xmlns:a16="http://schemas.microsoft.com/office/drawing/2014/main" id="{46E931D0-2AD0-B65C-568C-EDA9C0F279DC}"/>
                </a:ext>
              </a:extLst>
            </p:cNvPr>
            <p:cNvGrpSpPr>
              <a:grpSpLocks/>
            </p:cNvGrpSpPr>
            <p:nvPr/>
          </p:nvGrpSpPr>
          <p:grpSpPr bwMode="auto">
            <a:xfrm>
              <a:off x="1905677" y="2487388"/>
              <a:ext cx="548145" cy="446534"/>
              <a:chOff x="4725" y="2057"/>
              <a:chExt cx="638" cy="477"/>
            </a:xfrm>
          </p:grpSpPr>
          <p:sp>
            <p:nvSpPr>
              <p:cNvPr id="3077" name="Oval 5">
                <a:extLst>
                  <a:ext uri="{FF2B5EF4-FFF2-40B4-BE49-F238E27FC236}">
                    <a16:creationId xmlns:a16="http://schemas.microsoft.com/office/drawing/2014/main" id="{DCBE9FC0-9632-45E2-B4A0-3DFC662E4482}"/>
                  </a:ext>
                </a:extLst>
              </p:cNvPr>
              <p:cNvSpPr>
                <a:spLocks noChangeArrowheads="1"/>
              </p:cNvSpPr>
              <p:nvPr/>
            </p:nvSpPr>
            <p:spPr bwMode="auto">
              <a:xfrm>
                <a:off x="4725" y="2057"/>
                <a:ext cx="510" cy="470"/>
              </a:xfrm>
              <a:prstGeom prst="ellipse">
                <a:avLst/>
              </a:prstGeom>
              <a:solidFill>
                <a:schemeClr val="accent1">
                  <a:lumMod val="60000"/>
                  <a:lumOff val="40000"/>
                </a:schemeClr>
              </a:solidFill>
              <a:ln w="19050">
                <a:solidFill>
                  <a:srgbClr val="000000"/>
                </a:solidFill>
                <a:round/>
                <a:headEnd/>
                <a:tailEnd/>
              </a:ln>
            </p:spPr>
            <p:txBody>
              <a:bodyPr/>
              <a:lstStyle/>
              <a:p>
                <a:pPr eaLnBrk="1" hangingPunct="1">
                  <a:defRPr/>
                </a:pPr>
                <a:endParaRPr lang="ru-RU" sz="2000">
                  <a:latin typeface="+mj-lt"/>
                  <a:cs typeface="Arial" charset="0"/>
                </a:endParaRPr>
              </a:p>
            </p:txBody>
          </p:sp>
          <p:sp>
            <p:nvSpPr>
              <p:cNvPr id="3078" name="Text Box 6">
                <a:extLst>
                  <a:ext uri="{FF2B5EF4-FFF2-40B4-BE49-F238E27FC236}">
                    <a16:creationId xmlns:a16="http://schemas.microsoft.com/office/drawing/2014/main" id="{19E50F3A-7677-4CF9-A36E-F7A02098EB53}"/>
                  </a:ext>
                </a:extLst>
              </p:cNvPr>
              <p:cNvSpPr txBox="1">
                <a:spLocks noChangeArrowheads="1"/>
              </p:cNvSpPr>
              <p:nvPr/>
            </p:nvSpPr>
            <p:spPr bwMode="auto">
              <a:xfrm>
                <a:off x="4824" y="2099"/>
                <a:ext cx="539" cy="358"/>
              </a:xfrm>
              <a:prstGeom prst="rect">
                <a:avLst/>
              </a:prstGeom>
              <a:noFill/>
              <a:ln w="9525">
                <a:noFill/>
                <a:miter lim="800000"/>
                <a:headEnd/>
                <a:tailEnd/>
              </a:ln>
            </p:spPr>
            <p:txBody>
              <a:bodyPr/>
              <a:lstStyle/>
              <a:p>
                <a:pPr>
                  <a:spcAft>
                    <a:spcPts val="1000"/>
                  </a:spcAft>
                  <a:defRPr/>
                </a:pPr>
                <a:r>
                  <a:rPr lang="en-US" sz="2000" dirty="0">
                    <a:latin typeface="+mj-lt"/>
                  </a:rPr>
                  <a:t>a</a:t>
                </a:r>
                <a:endParaRPr lang="ru-RU" sz="2000" dirty="0">
                  <a:latin typeface="+mj-lt"/>
                </a:endParaRPr>
              </a:p>
            </p:txBody>
          </p:sp>
        </p:grpSp>
        <p:sp>
          <p:nvSpPr>
            <p:cNvPr id="3079" name="Line 7">
              <a:extLst>
                <a:ext uri="{FF2B5EF4-FFF2-40B4-BE49-F238E27FC236}">
                  <a16:creationId xmlns:a16="http://schemas.microsoft.com/office/drawing/2014/main" id="{ECB7AB52-5E34-46EC-BABC-0626C1E52F1E}"/>
                </a:ext>
              </a:extLst>
            </p:cNvPr>
            <p:cNvSpPr>
              <a:spLocks noChangeShapeType="1"/>
            </p:cNvSpPr>
            <p:nvPr/>
          </p:nvSpPr>
          <p:spPr bwMode="auto">
            <a:xfrm flipH="1">
              <a:off x="1681181" y="2901799"/>
              <a:ext cx="254361" cy="445498"/>
            </a:xfrm>
            <a:prstGeom prst="line">
              <a:avLst/>
            </a:prstGeom>
            <a:noFill/>
            <a:ln w="19050">
              <a:solidFill>
                <a:srgbClr val="000000"/>
              </a:solidFill>
              <a:prstDash val="dash"/>
              <a:round/>
              <a:headEnd/>
              <a:tailEnd type="triangle" w="lg" len="lg"/>
            </a:ln>
          </p:spPr>
          <p:txBody>
            <a:bodyPr/>
            <a:lstStyle/>
            <a:p>
              <a:pPr eaLnBrk="1" hangingPunct="1">
                <a:defRPr/>
              </a:pPr>
              <a:endParaRPr lang="ru-RU" sz="2000">
                <a:latin typeface="+mj-lt"/>
                <a:cs typeface="Arial" charset="0"/>
              </a:endParaRPr>
            </a:p>
          </p:txBody>
        </p:sp>
        <p:sp>
          <p:nvSpPr>
            <p:cNvPr id="3080" name="Oval 8">
              <a:extLst>
                <a:ext uri="{FF2B5EF4-FFF2-40B4-BE49-F238E27FC236}">
                  <a16:creationId xmlns:a16="http://schemas.microsoft.com/office/drawing/2014/main" id="{037349C8-B535-473A-B8D1-2325143E7095}"/>
                </a:ext>
              </a:extLst>
            </p:cNvPr>
            <p:cNvSpPr>
              <a:spLocks noChangeArrowheads="1"/>
            </p:cNvSpPr>
            <p:nvPr/>
          </p:nvSpPr>
          <p:spPr bwMode="auto">
            <a:xfrm>
              <a:off x="1452256" y="3348725"/>
              <a:ext cx="439480" cy="445498"/>
            </a:xfrm>
            <a:prstGeom prst="ellipse">
              <a:avLst/>
            </a:prstGeom>
            <a:solidFill>
              <a:schemeClr val="accent1">
                <a:lumMod val="60000"/>
                <a:lumOff val="40000"/>
              </a:schemeClr>
            </a:solidFill>
            <a:ln w="19050">
              <a:solidFill>
                <a:srgbClr val="000000"/>
              </a:solidFill>
              <a:round/>
              <a:headEnd/>
              <a:tailEnd/>
            </a:ln>
          </p:spPr>
          <p:txBody>
            <a:bodyPr/>
            <a:lstStyle/>
            <a:p>
              <a:pPr>
                <a:spcAft>
                  <a:spcPts val="1000"/>
                </a:spcAft>
                <a:defRPr/>
              </a:pPr>
              <a:endParaRPr lang="ru-RU" sz="2000" dirty="0">
                <a:latin typeface="+mj-lt"/>
              </a:endParaRPr>
            </a:p>
          </p:txBody>
        </p:sp>
        <p:sp>
          <p:nvSpPr>
            <p:cNvPr id="3081" name="Text Box 9">
              <a:extLst>
                <a:ext uri="{FF2B5EF4-FFF2-40B4-BE49-F238E27FC236}">
                  <a16:creationId xmlns:a16="http://schemas.microsoft.com/office/drawing/2014/main" id="{7ADAD5D9-9598-4176-B174-C9944BAF8D0F}"/>
                </a:ext>
              </a:extLst>
            </p:cNvPr>
            <p:cNvSpPr txBox="1">
              <a:spLocks noChangeArrowheads="1"/>
            </p:cNvSpPr>
            <p:nvPr/>
          </p:nvSpPr>
          <p:spPr bwMode="auto">
            <a:xfrm>
              <a:off x="1514433" y="3365859"/>
              <a:ext cx="463503" cy="336980"/>
            </a:xfrm>
            <a:prstGeom prst="rect">
              <a:avLst/>
            </a:prstGeom>
            <a:noFill/>
            <a:ln w="9525">
              <a:noFill/>
              <a:miter lim="800000"/>
              <a:headEnd/>
              <a:tailEnd/>
            </a:ln>
          </p:spPr>
          <p:txBody>
            <a:bodyPr/>
            <a:lstStyle/>
            <a:p>
              <a:pPr eaLnBrk="1" hangingPunct="1">
                <a:defRPr/>
              </a:pPr>
              <a:r>
                <a:rPr lang="en-US" sz="2000" dirty="0">
                  <a:latin typeface="+mj-lt"/>
                </a:rPr>
                <a:t>c</a:t>
              </a:r>
              <a:endParaRPr lang="ru-RU" sz="2000" dirty="0">
                <a:latin typeface="+mj-lt"/>
              </a:endParaRPr>
            </a:p>
          </p:txBody>
        </p:sp>
        <p:sp>
          <p:nvSpPr>
            <p:cNvPr id="3082" name="Line 10">
              <a:extLst>
                <a:ext uri="{FF2B5EF4-FFF2-40B4-BE49-F238E27FC236}">
                  <a16:creationId xmlns:a16="http://schemas.microsoft.com/office/drawing/2014/main" id="{0738EB30-C933-4B38-8C02-C5408CE1E0D7}"/>
                </a:ext>
              </a:extLst>
            </p:cNvPr>
            <p:cNvSpPr>
              <a:spLocks noChangeShapeType="1"/>
            </p:cNvSpPr>
            <p:nvPr/>
          </p:nvSpPr>
          <p:spPr bwMode="auto">
            <a:xfrm flipH="1">
              <a:off x="1570958" y="3827065"/>
              <a:ext cx="96092" cy="952395"/>
            </a:xfrm>
            <a:prstGeom prst="line">
              <a:avLst/>
            </a:prstGeom>
            <a:noFill/>
            <a:ln w="19050">
              <a:solidFill>
                <a:srgbClr val="000000"/>
              </a:solidFill>
              <a:prstDash val="dash"/>
              <a:round/>
              <a:headEnd/>
              <a:tailEnd type="triangle" w="lg" len="lg"/>
            </a:ln>
          </p:spPr>
          <p:txBody>
            <a:bodyPr/>
            <a:lstStyle/>
            <a:p>
              <a:pPr eaLnBrk="1" hangingPunct="1">
                <a:defRPr/>
              </a:pPr>
              <a:endParaRPr lang="ru-RU" sz="2000">
                <a:latin typeface="+mj-lt"/>
                <a:cs typeface="Arial" charset="0"/>
              </a:endParaRPr>
            </a:p>
          </p:txBody>
        </p:sp>
        <p:sp>
          <p:nvSpPr>
            <p:cNvPr id="3083" name="Rectangle 11">
              <a:extLst>
                <a:ext uri="{FF2B5EF4-FFF2-40B4-BE49-F238E27FC236}">
                  <a16:creationId xmlns:a16="http://schemas.microsoft.com/office/drawing/2014/main" id="{90268AAB-F35D-4539-8F65-659259F59981}"/>
                </a:ext>
              </a:extLst>
            </p:cNvPr>
            <p:cNvSpPr>
              <a:spLocks noChangeArrowheads="1"/>
            </p:cNvSpPr>
            <p:nvPr/>
          </p:nvSpPr>
          <p:spPr bwMode="auto">
            <a:xfrm>
              <a:off x="1501715" y="4763754"/>
              <a:ext cx="463503" cy="336980"/>
            </a:xfrm>
            <a:prstGeom prst="rect">
              <a:avLst/>
            </a:prstGeom>
            <a:solidFill>
              <a:schemeClr val="accent1">
                <a:lumMod val="20000"/>
                <a:lumOff val="80000"/>
              </a:schemeClr>
            </a:solidFill>
            <a:ln w="19050">
              <a:solidFill>
                <a:srgbClr val="000000"/>
              </a:solidFill>
              <a:miter lim="800000"/>
              <a:headEnd/>
              <a:tailEnd/>
            </a:ln>
          </p:spPr>
          <p:txBody>
            <a:bodyPr/>
            <a:lstStyle/>
            <a:p>
              <a:pPr algn="ctr">
                <a:spcAft>
                  <a:spcPts val="1000"/>
                </a:spcAft>
                <a:defRPr/>
              </a:pPr>
              <a:r>
                <a:rPr lang="en-US" sz="2000">
                  <a:latin typeface="+mj-lt"/>
                </a:rPr>
                <a:t>0</a:t>
              </a:r>
              <a:endParaRPr lang="ru-RU" sz="2000">
                <a:latin typeface="+mj-lt"/>
              </a:endParaRPr>
            </a:p>
          </p:txBody>
        </p:sp>
        <p:sp>
          <p:nvSpPr>
            <p:cNvPr id="3084" name="Rectangle 12">
              <a:extLst>
                <a:ext uri="{FF2B5EF4-FFF2-40B4-BE49-F238E27FC236}">
                  <a16:creationId xmlns:a16="http://schemas.microsoft.com/office/drawing/2014/main" id="{14389261-C907-4F80-9175-C1FAC2E0E7D0}"/>
                </a:ext>
              </a:extLst>
            </p:cNvPr>
            <p:cNvSpPr>
              <a:spLocks noChangeArrowheads="1"/>
            </p:cNvSpPr>
            <p:nvPr/>
          </p:nvSpPr>
          <p:spPr bwMode="auto">
            <a:xfrm>
              <a:off x="2326977" y="4785171"/>
              <a:ext cx="462089" cy="336980"/>
            </a:xfrm>
            <a:prstGeom prst="rect">
              <a:avLst/>
            </a:prstGeom>
            <a:solidFill>
              <a:schemeClr val="accent1">
                <a:lumMod val="20000"/>
                <a:lumOff val="80000"/>
              </a:schemeClr>
            </a:solidFill>
            <a:ln w="19050">
              <a:solidFill>
                <a:srgbClr val="000000"/>
              </a:solidFill>
              <a:miter lim="800000"/>
              <a:headEnd/>
              <a:tailEnd/>
            </a:ln>
          </p:spPr>
          <p:txBody>
            <a:bodyPr/>
            <a:lstStyle/>
            <a:p>
              <a:pPr algn="ctr">
                <a:spcAft>
                  <a:spcPts val="1000"/>
                </a:spcAft>
                <a:defRPr/>
              </a:pPr>
              <a:r>
                <a:rPr lang="en-US" sz="2000">
                  <a:latin typeface="+mj-lt"/>
                </a:rPr>
                <a:t>1</a:t>
              </a:r>
              <a:endParaRPr lang="ru-RU" sz="2000">
                <a:latin typeface="+mj-lt"/>
              </a:endParaRPr>
            </a:p>
          </p:txBody>
        </p:sp>
        <p:sp>
          <p:nvSpPr>
            <p:cNvPr id="3085" name="Line 13">
              <a:extLst>
                <a:ext uri="{FF2B5EF4-FFF2-40B4-BE49-F238E27FC236}">
                  <a16:creationId xmlns:a16="http://schemas.microsoft.com/office/drawing/2014/main" id="{C1C077F2-9FE6-4B29-B96B-EBBB1E6BDC9F}"/>
                </a:ext>
              </a:extLst>
            </p:cNvPr>
            <p:cNvSpPr>
              <a:spLocks noChangeShapeType="1"/>
            </p:cNvSpPr>
            <p:nvPr/>
          </p:nvSpPr>
          <p:spPr bwMode="auto">
            <a:xfrm>
              <a:off x="1854995" y="3722829"/>
              <a:ext cx="370237" cy="336980"/>
            </a:xfrm>
            <a:prstGeom prst="line">
              <a:avLst/>
            </a:prstGeom>
            <a:noFill/>
            <a:ln w="19050">
              <a:solidFill>
                <a:srgbClr val="000000"/>
              </a:solidFill>
              <a:round/>
              <a:headEnd/>
              <a:tailEnd type="triangle" w="med" len="med"/>
            </a:ln>
          </p:spPr>
          <p:txBody>
            <a:bodyPr/>
            <a:lstStyle/>
            <a:p>
              <a:pPr eaLnBrk="1" hangingPunct="1">
                <a:defRPr/>
              </a:pPr>
              <a:endParaRPr lang="ru-RU" sz="2000">
                <a:latin typeface="+mj-lt"/>
                <a:cs typeface="Arial" charset="0"/>
              </a:endParaRPr>
            </a:p>
          </p:txBody>
        </p:sp>
        <p:grpSp>
          <p:nvGrpSpPr>
            <p:cNvPr id="97295" name="Group 14">
              <a:extLst>
                <a:ext uri="{FF2B5EF4-FFF2-40B4-BE49-F238E27FC236}">
                  <a16:creationId xmlns:a16="http://schemas.microsoft.com/office/drawing/2014/main" id="{FB13989B-BA3C-236F-5BFA-01BC9A46C1E3}"/>
                </a:ext>
              </a:extLst>
            </p:cNvPr>
            <p:cNvGrpSpPr>
              <a:grpSpLocks/>
            </p:cNvGrpSpPr>
            <p:nvPr/>
          </p:nvGrpSpPr>
          <p:grpSpPr bwMode="auto">
            <a:xfrm>
              <a:off x="2173373" y="3931088"/>
              <a:ext cx="506046" cy="446535"/>
              <a:chOff x="4725" y="2057"/>
              <a:chExt cx="589" cy="477"/>
            </a:xfrm>
          </p:grpSpPr>
          <p:sp>
            <p:nvSpPr>
              <p:cNvPr id="3087" name="Oval 15">
                <a:extLst>
                  <a:ext uri="{FF2B5EF4-FFF2-40B4-BE49-F238E27FC236}">
                    <a16:creationId xmlns:a16="http://schemas.microsoft.com/office/drawing/2014/main" id="{D3A6C256-9C55-4F5A-B7DD-D35D236DB5C1}"/>
                  </a:ext>
                </a:extLst>
              </p:cNvPr>
              <p:cNvSpPr>
                <a:spLocks noChangeArrowheads="1"/>
              </p:cNvSpPr>
              <p:nvPr/>
            </p:nvSpPr>
            <p:spPr bwMode="auto">
              <a:xfrm>
                <a:off x="4725" y="2057"/>
                <a:ext cx="510" cy="477"/>
              </a:xfrm>
              <a:prstGeom prst="ellipse">
                <a:avLst/>
              </a:prstGeom>
              <a:solidFill>
                <a:schemeClr val="accent1"/>
              </a:solidFill>
              <a:ln w="19050">
                <a:solidFill>
                  <a:srgbClr val="000000"/>
                </a:solidFill>
                <a:round/>
                <a:headEnd/>
                <a:tailEnd/>
              </a:ln>
            </p:spPr>
            <p:txBody>
              <a:bodyPr/>
              <a:lstStyle/>
              <a:p>
                <a:pPr eaLnBrk="1" hangingPunct="1">
                  <a:defRPr/>
                </a:pPr>
                <a:endParaRPr lang="ru-RU" sz="2000">
                  <a:latin typeface="+mj-lt"/>
                  <a:cs typeface="Arial" charset="0"/>
                </a:endParaRPr>
              </a:p>
            </p:txBody>
          </p:sp>
          <p:sp>
            <p:nvSpPr>
              <p:cNvPr id="3088" name="Text Box 16">
                <a:extLst>
                  <a:ext uri="{FF2B5EF4-FFF2-40B4-BE49-F238E27FC236}">
                    <a16:creationId xmlns:a16="http://schemas.microsoft.com/office/drawing/2014/main" id="{EF6A5731-2FBE-45B6-A392-538AB4649BA0}"/>
                  </a:ext>
                </a:extLst>
              </p:cNvPr>
              <p:cNvSpPr txBox="1">
                <a:spLocks noChangeArrowheads="1"/>
              </p:cNvSpPr>
              <p:nvPr/>
            </p:nvSpPr>
            <p:spPr bwMode="auto">
              <a:xfrm>
                <a:off x="4774" y="2098"/>
                <a:ext cx="538" cy="360"/>
              </a:xfrm>
              <a:prstGeom prst="rect">
                <a:avLst/>
              </a:prstGeom>
              <a:noFill/>
              <a:ln w="9525">
                <a:noFill/>
                <a:miter lim="800000"/>
                <a:headEnd/>
                <a:tailEnd/>
              </a:ln>
            </p:spPr>
            <p:txBody>
              <a:bodyPr/>
              <a:lstStyle/>
              <a:p>
                <a:pPr>
                  <a:spcAft>
                    <a:spcPts val="1000"/>
                  </a:spcAft>
                  <a:defRPr/>
                </a:pPr>
                <a:r>
                  <a:rPr lang="en-US" sz="2000" dirty="0">
                    <a:latin typeface="+mj-lt"/>
                  </a:rPr>
                  <a:t>d</a:t>
                </a:r>
                <a:endParaRPr lang="ru-RU" sz="2000" dirty="0">
                  <a:latin typeface="+mj-lt"/>
                </a:endParaRPr>
              </a:p>
            </p:txBody>
          </p:sp>
        </p:grpSp>
        <p:sp>
          <p:nvSpPr>
            <p:cNvPr id="3089" name="Line 17">
              <a:extLst>
                <a:ext uri="{FF2B5EF4-FFF2-40B4-BE49-F238E27FC236}">
                  <a16:creationId xmlns:a16="http://schemas.microsoft.com/office/drawing/2014/main" id="{F7FECCCC-C75A-44FB-AE28-755E392D1CFD}"/>
                </a:ext>
              </a:extLst>
            </p:cNvPr>
            <p:cNvSpPr>
              <a:spLocks noChangeShapeType="1"/>
            </p:cNvSpPr>
            <p:nvPr/>
          </p:nvSpPr>
          <p:spPr bwMode="auto">
            <a:xfrm flipH="1">
              <a:off x="1879018" y="4336817"/>
              <a:ext cx="340562" cy="432648"/>
            </a:xfrm>
            <a:prstGeom prst="line">
              <a:avLst/>
            </a:prstGeom>
            <a:noFill/>
            <a:ln w="19050">
              <a:solidFill>
                <a:srgbClr val="000000"/>
              </a:solidFill>
              <a:prstDash val="dash"/>
              <a:round/>
              <a:headEnd/>
              <a:tailEnd type="triangle" w="lg" len="lg"/>
            </a:ln>
          </p:spPr>
          <p:txBody>
            <a:bodyPr/>
            <a:lstStyle/>
            <a:p>
              <a:pPr eaLnBrk="1" hangingPunct="1">
                <a:defRPr/>
              </a:pPr>
              <a:endParaRPr lang="ru-RU" sz="2000">
                <a:latin typeface="+mj-lt"/>
                <a:cs typeface="Arial" charset="0"/>
              </a:endParaRPr>
            </a:p>
          </p:txBody>
        </p:sp>
        <p:sp>
          <p:nvSpPr>
            <p:cNvPr id="3090" name="Line 18">
              <a:extLst>
                <a:ext uri="{FF2B5EF4-FFF2-40B4-BE49-F238E27FC236}">
                  <a16:creationId xmlns:a16="http://schemas.microsoft.com/office/drawing/2014/main" id="{C8BB88DA-2678-4E2D-BD5B-6DC2AAD99F45}"/>
                </a:ext>
              </a:extLst>
            </p:cNvPr>
            <p:cNvSpPr>
              <a:spLocks noChangeShapeType="1"/>
            </p:cNvSpPr>
            <p:nvPr/>
          </p:nvSpPr>
          <p:spPr bwMode="auto">
            <a:xfrm>
              <a:off x="2502204" y="4358236"/>
              <a:ext cx="91852" cy="419797"/>
            </a:xfrm>
            <a:prstGeom prst="line">
              <a:avLst/>
            </a:prstGeom>
            <a:noFill/>
            <a:ln w="19050">
              <a:solidFill>
                <a:srgbClr val="000000"/>
              </a:solidFill>
              <a:round/>
              <a:headEnd/>
              <a:tailEnd type="triangle" w="lg" len="lg"/>
            </a:ln>
          </p:spPr>
          <p:txBody>
            <a:bodyPr/>
            <a:lstStyle/>
            <a:p>
              <a:pPr eaLnBrk="1" hangingPunct="1">
                <a:defRPr/>
              </a:pPr>
              <a:endParaRPr lang="ru-RU" sz="2000">
                <a:latin typeface="+mj-lt"/>
                <a:cs typeface="Arial" charset="0"/>
              </a:endParaRPr>
            </a:p>
          </p:txBody>
        </p:sp>
        <p:sp>
          <p:nvSpPr>
            <p:cNvPr id="3091" name="Freeform 19">
              <a:extLst>
                <a:ext uri="{FF2B5EF4-FFF2-40B4-BE49-F238E27FC236}">
                  <a16:creationId xmlns:a16="http://schemas.microsoft.com/office/drawing/2014/main" id="{51920CA1-76E6-43C0-B0F1-FF6CAD171769}"/>
                </a:ext>
              </a:extLst>
            </p:cNvPr>
            <p:cNvSpPr>
              <a:spLocks/>
            </p:cNvSpPr>
            <p:nvPr/>
          </p:nvSpPr>
          <p:spPr bwMode="auto">
            <a:xfrm>
              <a:off x="1734880" y="2946063"/>
              <a:ext cx="493179" cy="1821974"/>
            </a:xfrm>
            <a:custGeom>
              <a:avLst/>
              <a:gdLst/>
              <a:ahLst/>
              <a:cxnLst>
                <a:cxn ang="0">
                  <a:pos x="540" y="0"/>
                </a:cxn>
                <a:cxn ang="0">
                  <a:pos x="540" y="720"/>
                </a:cxn>
                <a:cxn ang="0">
                  <a:pos x="0" y="1800"/>
                </a:cxn>
              </a:cxnLst>
              <a:rect l="0" t="0" r="r" b="b"/>
              <a:pathLst>
                <a:path w="630" h="1800">
                  <a:moveTo>
                    <a:pt x="540" y="0"/>
                  </a:moveTo>
                  <a:cubicBezTo>
                    <a:pt x="585" y="210"/>
                    <a:pt x="630" y="420"/>
                    <a:pt x="540" y="720"/>
                  </a:cubicBezTo>
                  <a:cubicBezTo>
                    <a:pt x="450" y="1020"/>
                    <a:pt x="90" y="1620"/>
                    <a:pt x="0" y="1800"/>
                  </a:cubicBezTo>
                </a:path>
              </a:pathLst>
            </a:custGeom>
            <a:noFill/>
            <a:ln w="19050">
              <a:solidFill>
                <a:srgbClr val="000000"/>
              </a:solidFill>
              <a:round/>
              <a:headEnd/>
              <a:tailEnd type="triangle" w="lg" len="lg"/>
            </a:ln>
          </p:spPr>
          <p:txBody>
            <a:bodyPr/>
            <a:lstStyle/>
            <a:p>
              <a:pPr eaLnBrk="1" hangingPunct="1">
                <a:defRPr/>
              </a:pPr>
              <a:endParaRPr lang="ru-RU" sz="2000">
                <a:latin typeface="+mj-lt"/>
                <a:cs typeface="Arial" charset="0"/>
              </a:endParaRPr>
            </a:p>
          </p:txBody>
        </p:sp>
        <p:sp>
          <p:nvSpPr>
            <p:cNvPr id="3092" name="Rectangle 20">
              <a:extLst>
                <a:ext uri="{FF2B5EF4-FFF2-40B4-BE49-F238E27FC236}">
                  <a16:creationId xmlns:a16="http://schemas.microsoft.com/office/drawing/2014/main" id="{1549000F-F25B-493A-ABB4-F10EFAC86A68}"/>
                </a:ext>
              </a:extLst>
            </p:cNvPr>
            <p:cNvSpPr>
              <a:spLocks noChangeArrowheads="1"/>
            </p:cNvSpPr>
            <p:nvPr/>
          </p:nvSpPr>
          <p:spPr bwMode="auto">
            <a:xfrm>
              <a:off x="3334530" y="3325879"/>
              <a:ext cx="463503" cy="336980"/>
            </a:xfrm>
            <a:prstGeom prst="rect">
              <a:avLst/>
            </a:prstGeom>
            <a:noFill/>
            <a:ln w="9525">
              <a:noFill/>
              <a:miter lim="800000"/>
              <a:headEnd/>
              <a:tailEnd/>
            </a:ln>
          </p:spPr>
          <p:txBody>
            <a:bodyPr/>
            <a:lstStyle/>
            <a:p>
              <a:pPr>
                <a:spcAft>
                  <a:spcPts val="1000"/>
                </a:spcAft>
                <a:defRPr/>
              </a:pPr>
              <a:r>
                <a:rPr lang="en-US" sz="2000" dirty="0">
                  <a:latin typeface="+mj-lt"/>
                </a:rPr>
                <a:t>+</a:t>
              </a:r>
              <a:endParaRPr lang="ru-RU" sz="2000" dirty="0">
                <a:latin typeface="+mj-lt"/>
              </a:endParaRPr>
            </a:p>
          </p:txBody>
        </p:sp>
        <p:sp>
          <p:nvSpPr>
            <p:cNvPr id="3093" name="Rectangle 21">
              <a:extLst>
                <a:ext uri="{FF2B5EF4-FFF2-40B4-BE49-F238E27FC236}">
                  <a16:creationId xmlns:a16="http://schemas.microsoft.com/office/drawing/2014/main" id="{2220C807-85BB-418B-B11B-4D8C334DFEC3}"/>
                </a:ext>
              </a:extLst>
            </p:cNvPr>
            <p:cNvSpPr>
              <a:spLocks noChangeArrowheads="1"/>
            </p:cNvSpPr>
            <p:nvPr/>
          </p:nvSpPr>
          <p:spPr bwMode="auto">
            <a:xfrm>
              <a:off x="5656285" y="3197370"/>
              <a:ext cx="462089" cy="336980"/>
            </a:xfrm>
            <a:prstGeom prst="rect">
              <a:avLst/>
            </a:prstGeom>
            <a:noFill/>
            <a:ln w="9525">
              <a:noFill/>
              <a:miter lim="800000"/>
              <a:headEnd/>
              <a:tailEnd/>
            </a:ln>
          </p:spPr>
          <p:txBody>
            <a:bodyPr/>
            <a:lstStyle/>
            <a:p>
              <a:pPr>
                <a:spcAft>
                  <a:spcPts val="1000"/>
                </a:spcAft>
                <a:defRPr/>
              </a:pPr>
              <a:r>
                <a:rPr lang="en-US" sz="2000">
                  <a:latin typeface="+mj-lt"/>
                </a:rPr>
                <a:t>=</a:t>
              </a:r>
              <a:endParaRPr lang="ru-RU" sz="2000">
                <a:latin typeface="+mj-lt"/>
              </a:endParaRPr>
            </a:p>
          </p:txBody>
        </p:sp>
        <p:grpSp>
          <p:nvGrpSpPr>
            <p:cNvPr id="97301" name="Group 26">
              <a:extLst>
                <a:ext uri="{FF2B5EF4-FFF2-40B4-BE49-F238E27FC236}">
                  <a16:creationId xmlns:a16="http://schemas.microsoft.com/office/drawing/2014/main" id="{AB591CDA-7535-7053-E957-48791BC36762}"/>
                </a:ext>
              </a:extLst>
            </p:cNvPr>
            <p:cNvGrpSpPr>
              <a:grpSpLocks/>
            </p:cNvGrpSpPr>
            <p:nvPr/>
          </p:nvGrpSpPr>
          <p:grpSpPr bwMode="auto">
            <a:xfrm>
              <a:off x="4052400" y="2485487"/>
              <a:ext cx="463087" cy="446534"/>
              <a:chOff x="4725" y="2057"/>
              <a:chExt cx="540" cy="477"/>
            </a:xfrm>
          </p:grpSpPr>
          <p:sp>
            <p:nvSpPr>
              <p:cNvPr id="3099" name="Oval 27">
                <a:extLst>
                  <a:ext uri="{FF2B5EF4-FFF2-40B4-BE49-F238E27FC236}">
                    <a16:creationId xmlns:a16="http://schemas.microsoft.com/office/drawing/2014/main" id="{AA46F5C8-8FCA-4E2B-9C55-9D19559B1A93}"/>
                  </a:ext>
                </a:extLst>
              </p:cNvPr>
              <p:cNvSpPr>
                <a:spLocks noChangeArrowheads="1"/>
              </p:cNvSpPr>
              <p:nvPr/>
            </p:nvSpPr>
            <p:spPr bwMode="auto">
              <a:xfrm>
                <a:off x="4725" y="2055"/>
                <a:ext cx="511" cy="477"/>
              </a:xfrm>
              <a:prstGeom prst="ellipse">
                <a:avLst/>
              </a:prstGeom>
              <a:solidFill>
                <a:schemeClr val="accent1">
                  <a:lumMod val="60000"/>
                  <a:lumOff val="40000"/>
                </a:schemeClr>
              </a:solidFill>
              <a:ln w="19050">
                <a:solidFill>
                  <a:srgbClr val="000000"/>
                </a:solidFill>
                <a:round/>
                <a:headEnd/>
                <a:tailEnd/>
              </a:ln>
            </p:spPr>
            <p:txBody>
              <a:bodyPr/>
              <a:lstStyle/>
              <a:p>
                <a:pPr eaLnBrk="1" hangingPunct="1">
                  <a:defRPr/>
                </a:pPr>
                <a:endParaRPr lang="ru-RU" sz="2000">
                  <a:latin typeface="+mj-lt"/>
                  <a:cs typeface="Arial" charset="0"/>
                </a:endParaRPr>
              </a:p>
            </p:txBody>
          </p:sp>
          <p:sp>
            <p:nvSpPr>
              <p:cNvPr id="3100" name="Text Box 28">
                <a:extLst>
                  <a:ext uri="{FF2B5EF4-FFF2-40B4-BE49-F238E27FC236}">
                    <a16:creationId xmlns:a16="http://schemas.microsoft.com/office/drawing/2014/main" id="{1FCC0360-05E0-4DC1-BEE6-22178BCE1804}"/>
                  </a:ext>
                </a:extLst>
              </p:cNvPr>
              <p:cNvSpPr txBox="1">
                <a:spLocks noChangeArrowheads="1"/>
              </p:cNvSpPr>
              <p:nvPr/>
            </p:nvSpPr>
            <p:spPr bwMode="auto">
              <a:xfrm>
                <a:off x="4725" y="2098"/>
                <a:ext cx="540" cy="360"/>
              </a:xfrm>
              <a:prstGeom prst="rect">
                <a:avLst/>
              </a:prstGeom>
              <a:noFill/>
              <a:ln w="9525">
                <a:noFill/>
                <a:miter lim="800000"/>
                <a:headEnd/>
                <a:tailEnd/>
              </a:ln>
            </p:spPr>
            <p:txBody>
              <a:bodyPr/>
              <a:lstStyle/>
              <a:p>
                <a:pPr>
                  <a:spcAft>
                    <a:spcPts val="1000"/>
                  </a:spcAft>
                  <a:defRPr/>
                </a:pPr>
                <a:r>
                  <a:rPr lang="en-US" sz="2000">
                    <a:latin typeface="+mj-lt"/>
                  </a:rPr>
                  <a:t>a</a:t>
                </a:r>
                <a:endParaRPr lang="ru-RU" sz="2000">
                  <a:latin typeface="+mj-lt"/>
                </a:endParaRPr>
              </a:p>
            </p:txBody>
          </p:sp>
        </p:grpSp>
        <p:sp>
          <p:nvSpPr>
            <p:cNvPr id="3101" name="Line 29">
              <a:extLst>
                <a:ext uri="{FF2B5EF4-FFF2-40B4-BE49-F238E27FC236}">
                  <a16:creationId xmlns:a16="http://schemas.microsoft.com/office/drawing/2014/main" id="{3F54AD58-A765-442E-A1EF-503E55ABDB3E}"/>
                </a:ext>
              </a:extLst>
            </p:cNvPr>
            <p:cNvSpPr>
              <a:spLocks noChangeShapeType="1"/>
            </p:cNvSpPr>
            <p:nvPr/>
          </p:nvSpPr>
          <p:spPr bwMode="auto">
            <a:xfrm flipH="1">
              <a:off x="3928040" y="2920361"/>
              <a:ext cx="137073" cy="1623499"/>
            </a:xfrm>
            <a:prstGeom prst="line">
              <a:avLst/>
            </a:prstGeom>
            <a:noFill/>
            <a:ln w="19050">
              <a:solidFill>
                <a:srgbClr val="000000"/>
              </a:solidFill>
              <a:prstDash val="dash"/>
              <a:round/>
              <a:headEnd/>
              <a:tailEnd type="triangle" w="lg" len="lg"/>
            </a:ln>
          </p:spPr>
          <p:txBody>
            <a:bodyPr/>
            <a:lstStyle/>
            <a:p>
              <a:pPr eaLnBrk="1" hangingPunct="1">
                <a:defRPr/>
              </a:pPr>
              <a:endParaRPr lang="ru-RU" sz="2000">
                <a:latin typeface="+mj-lt"/>
                <a:cs typeface="Arial" charset="0"/>
              </a:endParaRPr>
            </a:p>
          </p:txBody>
        </p:sp>
        <p:sp>
          <p:nvSpPr>
            <p:cNvPr id="3102" name="Rectangle 30">
              <a:extLst>
                <a:ext uri="{FF2B5EF4-FFF2-40B4-BE49-F238E27FC236}">
                  <a16:creationId xmlns:a16="http://schemas.microsoft.com/office/drawing/2014/main" id="{744EE128-B807-4FC4-BE3D-355B2B32348F}"/>
                </a:ext>
              </a:extLst>
            </p:cNvPr>
            <p:cNvSpPr>
              <a:spLocks noChangeArrowheads="1"/>
            </p:cNvSpPr>
            <p:nvPr/>
          </p:nvSpPr>
          <p:spPr bwMode="auto">
            <a:xfrm>
              <a:off x="3761292" y="4541005"/>
              <a:ext cx="463503" cy="336980"/>
            </a:xfrm>
            <a:prstGeom prst="rect">
              <a:avLst/>
            </a:prstGeom>
            <a:solidFill>
              <a:schemeClr val="accent1">
                <a:lumMod val="20000"/>
                <a:lumOff val="80000"/>
              </a:schemeClr>
            </a:solidFill>
            <a:ln w="19050">
              <a:solidFill>
                <a:srgbClr val="000000"/>
              </a:solidFill>
              <a:miter lim="800000"/>
              <a:headEnd/>
              <a:tailEnd/>
            </a:ln>
          </p:spPr>
          <p:txBody>
            <a:bodyPr/>
            <a:lstStyle/>
            <a:p>
              <a:pPr algn="ctr">
                <a:spcAft>
                  <a:spcPts val="1000"/>
                </a:spcAft>
                <a:defRPr/>
              </a:pPr>
              <a:r>
                <a:rPr lang="en-US" sz="2000">
                  <a:latin typeface="+mj-lt"/>
                </a:rPr>
                <a:t>0</a:t>
              </a:r>
              <a:endParaRPr lang="ru-RU" sz="2000">
                <a:latin typeface="+mj-lt"/>
              </a:endParaRPr>
            </a:p>
          </p:txBody>
        </p:sp>
        <p:sp>
          <p:nvSpPr>
            <p:cNvPr id="3103" name="Rectangle 31">
              <a:extLst>
                <a:ext uri="{FF2B5EF4-FFF2-40B4-BE49-F238E27FC236}">
                  <a16:creationId xmlns:a16="http://schemas.microsoft.com/office/drawing/2014/main" id="{FF556380-B2D5-4F52-A9F0-E18BD4AFD879}"/>
                </a:ext>
              </a:extLst>
            </p:cNvPr>
            <p:cNvSpPr>
              <a:spLocks noChangeArrowheads="1"/>
            </p:cNvSpPr>
            <p:nvPr/>
          </p:nvSpPr>
          <p:spPr bwMode="auto">
            <a:xfrm>
              <a:off x="4597859" y="4526726"/>
              <a:ext cx="463503" cy="336980"/>
            </a:xfrm>
            <a:prstGeom prst="rect">
              <a:avLst/>
            </a:prstGeom>
            <a:solidFill>
              <a:schemeClr val="accent1">
                <a:lumMod val="20000"/>
                <a:lumOff val="80000"/>
              </a:schemeClr>
            </a:solidFill>
            <a:ln w="19050">
              <a:solidFill>
                <a:srgbClr val="000000"/>
              </a:solidFill>
              <a:miter lim="800000"/>
              <a:headEnd/>
              <a:tailEnd/>
            </a:ln>
          </p:spPr>
          <p:txBody>
            <a:bodyPr/>
            <a:lstStyle/>
            <a:p>
              <a:pPr algn="ctr">
                <a:spcAft>
                  <a:spcPts val="1000"/>
                </a:spcAft>
                <a:defRPr/>
              </a:pPr>
              <a:r>
                <a:rPr lang="en-US" sz="2000">
                  <a:latin typeface="+mj-lt"/>
                </a:rPr>
                <a:t>1</a:t>
              </a:r>
              <a:endParaRPr lang="ru-RU" sz="2000">
                <a:latin typeface="+mj-lt"/>
              </a:endParaRPr>
            </a:p>
          </p:txBody>
        </p:sp>
        <p:sp>
          <p:nvSpPr>
            <p:cNvPr id="3104" name="Line 32">
              <a:extLst>
                <a:ext uri="{FF2B5EF4-FFF2-40B4-BE49-F238E27FC236}">
                  <a16:creationId xmlns:a16="http://schemas.microsoft.com/office/drawing/2014/main" id="{7A5EF284-69FE-45DC-AFCA-AA340E1DFEEA}"/>
                </a:ext>
              </a:extLst>
            </p:cNvPr>
            <p:cNvSpPr>
              <a:spLocks noChangeShapeType="1"/>
            </p:cNvSpPr>
            <p:nvPr/>
          </p:nvSpPr>
          <p:spPr bwMode="auto">
            <a:xfrm>
              <a:off x="4421219" y="2910366"/>
              <a:ext cx="282624" cy="505469"/>
            </a:xfrm>
            <a:prstGeom prst="line">
              <a:avLst/>
            </a:prstGeom>
            <a:noFill/>
            <a:ln w="19050">
              <a:solidFill>
                <a:srgbClr val="000000"/>
              </a:solidFill>
              <a:round/>
              <a:headEnd/>
              <a:tailEnd type="triangle" w="lg" len="lg"/>
            </a:ln>
          </p:spPr>
          <p:txBody>
            <a:bodyPr/>
            <a:lstStyle/>
            <a:p>
              <a:pPr eaLnBrk="1" hangingPunct="1">
                <a:defRPr/>
              </a:pPr>
              <a:endParaRPr lang="ru-RU" sz="2000">
                <a:latin typeface="+mj-lt"/>
                <a:cs typeface="Arial" charset="0"/>
              </a:endParaRPr>
            </a:p>
          </p:txBody>
        </p:sp>
        <p:grpSp>
          <p:nvGrpSpPr>
            <p:cNvPr id="97306" name="Group 33">
              <a:extLst>
                <a:ext uri="{FF2B5EF4-FFF2-40B4-BE49-F238E27FC236}">
                  <a16:creationId xmlns:a16="http://schemas.microsoft.com/office/drawing/2014/main" id="{1DDC9375-D6F4-E6BA-D6E2-B0CBA1FD9047}"/>
                </a:ext>
              </a:extLst>
            </p:cNvPr>
            <p:cNvGrpSpPr>
              <a:grpSpLocks/>
            </p:cNvGrpSpPr>
            <p:nvPr/>
          </p:nvGrpSpPr>
          <p:grpSpPr bwMode="auto">
            <a:xfrm>
              <a:off x="4510323" y="3388985"/>
              <a:ext cx="515593" cy="446534"/>
              <a:chOff x="5259" y="3023"/>
              <a:chExt cx="600" cy="477"/>
            </a:xfrm>
          </p:grpSpPr>
          <p:sp>
            <p:nvSpPr>
              <p:cNvPr id="3106" name="Oval 34">
                <a:extLst>
                  <a:ext uri="{FF2B5EF4-FFF2-40B4-BE49-F238E27FC236}">
                    <a16:creationId xmlns:a16="http://schemas.microsoft.com/office/drawing/2014/main" id="{ADAF7C25-0B53-4437-9D6F-179C15E2194F}"/>
                  </a:ext>
                </a:extLst>
              </p:cNvPr>
              <p:cNvSpPr>
                <a:spLocks noChangeArrowheads="1"/>
              </p:cNvSpPr>
              <p:nvPr/>
            </p:nvSpPr>
            <p:spPr bwMode="auto">
              <a:xfrm>
                <a:off x="5259" y="3023"/>
                <a:ext cx="510" cy="477"/>
              </a:xfrm>
              <a:prstGeom prst="ellipse">
                <a:avLst/>
              </a:prstGeom>
              <a:solidFill>
                <a:schemeClr val="accent1"/>
              </a:solidFill>
              <a:ln w="19050">
                <a:solidFill>
                  <a:srgbClr val="000000"/>
                </a:solidFill>
                <a:round/>
                <a:headEnd/>
                <a:tailEnd/>
              </a:ln>
            </p:spPr>
            <p:txBody>
              <a:bodyPr/>
              <a:lstStyle/>
              <a:p>
                <a:pPr eaLnBrk="1" hangingPunct="1">
                  <a:defRPr/>
                </a:pPr>
                <a:endParaRPr lang="ru-RU" sz="2000">
                  <a:latin typeface="+mj-lt"/>
                  <a:cs typeface="Arial" charset="0"/>
                </a:endParaRPr>
              </a:p>
            </p:txBody>
          </p:sp>
          <p:sp>
            <p:nvSpPr>
              <p:cNvPr id="3107" name="Text Box 35">
                <a:extLst>
                  <a:ext uri="{FF2B5EF4-FFF2-40B4-BE49-F238E27FC236}">
                    <a16:creationId xmlns:a16="http://schemas.microsoft.com/office/drawing/2014/main" id="{6882C515-B393-436C-B318-F2C0E3A05EA2}"/>
                  </a:ext>
                </a:extLst>
              </p:cNvPr>
              <p:cNvSpPr txBox="1">
                <a:spLocks noChangeArrowheads="1"/>
              </p:cNvSpPr>
              <p:nvPr/>
            </p:nvSpPr>
            <p:spPr bwMode="auto">
              <a:xfrm>
                <a:off x="5320" y="3064"/>
                <a:ext cx="539" cy="360"/>
              </a:xfrm>
              <a:prstGeom prst="rect">
                <a:avLst/>
              </a:prstGeom>
              <a:noFill/>
              <a:ln w="19050">
                <a:noFill/>
                <a:miter lim="800000"/>
                <a:headEnd/>
                <a:tailEnd/>
              </a:ln>
            </p:spPr>
            <p:txBody>
              <a:bodyPr/>
              <a:lstStyle/>
              <a:p>
                <a:pPr>
                  <a:spcAft>
                    <a:spcPts val="1000"/>
                  </a:spcAft>
                  <a:defRPr/>
                </a:pPr>
                <a:r>
                  <a:rPr lang="en-US" sz="2000">
                    <a:latin typeface="+mj-lt"/>
                  </a:rPr>
                  <a:t>b</a:t>
                </a:r>
                <a:endParaRPr lang="ru-RU" sz="2000">
                  <a:latin typeface="+mj-lt"/>
                </a:endParaRPr>
              </a:p>
            </p:txBody>
          </p:sp>
        </p:grpSp>
        <p:sp>
          <p:nvSpPr>
            <p:cNvPr id="3108" name="Line 36">
              <a:extLst>
                <a:ext uri="{FF2B5EF4-FFF2-40B4-BE49-F238E27FC236}">
                  <a16:creationId xmlns:a16="http://schemas.microsoft.com/office/drawing/2014/main" id="{6743478C-4A83-4B21-8DBB-8BC3B17E1949}"/>
                </a:ext>
              </a:extLst>
            </p:cNvPr>
            <p:cNvSpPr>
              <a:spLocks noChangeShapeType="1"/>
            </p:cNvSpPr>
            <p:nvPr/>
          </p:nvSpPr>
          <p:spPr bwMode="auto">
            <a:xfrm flipH="1">
              <a:off x="4083483" y="3811358"/>
              <a:ext cx="510136" cy="726791"/>
            </a:xfrm>
            <a:prstGeom prst="line">
              <a:avLst/>
            </a:prstGeom>
            <a:noFill/>
            <a:ln w="19050">
              <a:solidFill>
                <a:srgbClr val="000000"/>
              </a:solidFill>
              <a:prstDash val="dash"/>
              <a:round/>
              <a:headEnd/>
              <a:tailEnd type="triangle" w="lg" len="lg"/>
            </a:ln>
          </p:spPr>
          <p:txBody>
            <a:bodyPr/>
            <a:lstStyle/>
            <a:p>
              <a:pPr eaLnBrk="1" hangingPunct="1">
                <a:defRPr/>
              </a:pPr>
              <a:endParaRPr lang="ru-RU" sz="2000">
                <a:latin typeface="+mj-lt"/>
                <a:cs typeface="Arial" charset="0"/>
              </a:endParaRPr>
            </a:p>
          </p:txBody>
        </p:sp>
        <p:sp>
          <p:nvSpPr>
            <p:cNvPr id="3109" name="Line 37">
              <a:extLst>
                <a:ext uri="{FF2B5EF4-FFF2-40B4-BE49-F238E27FC236}">
                  <a16:creationId xmlns:a16="http://schemas.microsoft.com/office/drawing/2014/main" id="{B65E3586-423C-4236-9C7F-4E7D4EAD6403}"/>
                </a:ext>
              </a:extLst>
            </p:cNvPr>
            <p:cNvSpPr>
              <a:spLocks noChangeShapeType="1"/>
            </p:cNvSpPr>
            <p:nvPr/>
          </p:nvSpPr>
          <p:spPr bwMode="auto">
            <a:xfrm>
              <a:off x="4814066" y="3852767"/>
              <a:ext cx="0" cy="673959"/>
            </a:xfrm>
            <a:prstGeom prst="line">
              <a:avLst/>
            </a:prstGeom>
            <a:noFill/>
            <a:ln w="19050">
              <a:solidFill>
                <a:srgbClr val="000000"/>
              </a:solidFill>
              <a:round/>
              <a:headEnd/>
              <a:tailEnd type="triangle" w="lg" len="lg"/>
            </a:ln>
          </p:spPr>
          <p:txBody>
            <a:bodyPr/>
            <a:lstStyle/>
            <a:p>
              <a:pPr eaLnBrk="1" hangingPunct="1">
                <a:defRPr/>
              </a:pPr>
              <a:endParaRPr lang="ru-RU" sz="2000">
                <a:latin typeface="+mj-lt"/>
                <a:cs typeface="Arial" charset="0"/>
              </a:endParaRPr>
            </a:p>
          </p:txBody>
        </p:sp>
        <p:sp>
          <p:nvSpPr>
            <p:cNvPr id="3110" name="Text Box 38">
              <a:extLst>
                <a:ext uri="{FF2B5EF4-FFF2-40B4-BE49-F238E27FC236}">
                  <a16:creationId xmlns:a16="http://schemas.microsoft.com/office/drawing/2014/main" id="{AC38E204-D4F9-48D1-BFBF-F4073E05DBD8}"/>
                </a:ext>
              </a:extLst>
            </p:cNvPr>
            <p:cNvSpPr txBox="1">
              <a:spLocks noChangeArrowheads="1"/>
            </p:cNvSpPr>
            <p:nvPr/>
          </p:nvSpPr>
          <p:spPr bwMode="auto">
            <a:xfrm>
              <a:off x="4052395" y="2160729"/>
              <a:ext cx="914288" cy="421225"/>
            </a:xfrm>
            <a:prstGeom prst="rect">
              <a:avLst/>
            </a:prstGeom>
            <a:noFill/>
            <a:ln w="9525">
              <a:noFill/>
              <a:miter lim="800000"/>
              <a:headEnd/>
              <a:tailEnd/>
            </a:ln>
          </p:spPr>
          <p:txBody>
            <a:bodyPr/>
            <a:lstStyle/>
            <a:p>
              <a:pPr>
                <a:spcAft>
                  <a:spcPts val="1000"/>
                </a:spcAft>
                <a:defRPr/>
              </a:pPr>
              <a:r>
                <a:rPr lang="en-US" sz="2000" dirty="0">
                  <a:latin typeface="+mj-lt"/>
                </a:rPr>
                <a:t>y2=</a:t>
              </a:r>
              <a:r>
                <a:rPr lang="en-US" sz="2000" dirty="0" err="1">
                  <a:latin typeface="+mj-lt"/>
                </a:rPr>
                <a:t>a</a:t>
              </a:r>
              <a:r>
                <a:rPr lang="en-US" sz="2000" dirty="0" err="1">
                  <a:latin typeface="+mj-lt"/>
                  <a:sym typeface="Symbol" pitchFamily="18" charset="2"/>
                </a:rPr>
                <a:t></a:t>
              </a:r>
              <a:r>
                <a:rPr lang="en-US" sz="2000" dirty="0" err="1">
                  <a:latin typeface="+mj-lt"/>
                </a:rPr>
                <a:t>b</a:t>
              </a:r>
              <a:endParaRPr lang="ru-RU" sz="2000" dirty="0">
                <a:latin typeface="+mj-lt"/>
              </a:endParaRPr>
            </a:p>
          </p:txBody>
        </p:sp>
        <p:sp>
          <p:nvSpPr>
            <p:cNvPr id="3123" name="Line 51">
              <a:extLst>
                <a:ext uri="{FF2B5EF4-FFF2-40B4-BE49-F238E27FC236}">
                  <a16:creationId xmlns:a16="http://schemas.microsoft.com/office/drawing/2014/main" id="{18ED1CBF-ACCA-4639-9450-F000A5B12856}"/>
                </a:ext>
              </a:extLst>
            </p:cNvPr>
            <p:cNvSpPr>
              <a:spLocks noChangeShapeType="1"/>
            </p:cNvSpPr>
            <p:nvPr/>
          </p:nvSpPr>
          <p:spPr bwMode="auto">
            <a:xfrm flipV="1">
              <a:off x="2237950" y="2888948"/>
              <a:ext cx="309474" cy="171346"/>
            </a:xfrm>
            <a:prstGeom prst="line">
              <a:avLst/>
            </a:prstGeom>
            <a:noFill/>
            <a:ln w="9525">
              <a:solidFill>
                <a:srgbClr val="000000"/>
              </a:solidFill>
              <a:round/>
              <a:headEnd/>
              <a:tailEnd/>
            </a:ln>
          </p:spPr>
          <p:txBody>
            <a:bodyPr/>
            <a:lstStyle/>
            <a:p>
              <a:pPr eaLnBrk="1" hangingPunct="1">
                <a:defRPr/>
              </a:pPr>
              <a:endParaRPr lang="ru-RU" sz="2000">
                <a:latin typeface="+mj-lt"/>
                <a:cs typeface="Arial" charset="0"/>
              </a:endParaRPr>
            </a:p>
          </p:txBody>
        </p:sp>
        <p:sp>
          <p:nvSpPr>
            <p:cNvPr id="3125" name="Rectangle 53">
              <a:extLst>
                <a:ext uri="{FF2B5EF4-FFF2-40B4-BE49-F238E27FC236}">
                  <a16:creationId xmlns:a16="http://schemas.microsoft.com/office/drawing/2014/main" id="{8F22A97D-CDAA-488E-8FDA-C0C555958A23}"/>
                </a:ext>
              </a:extLst>
            </p:cNvPr>
            <p:cNvSpPr>
              <a:spLocks noChangeArrowheads="1"/>
            </p:cNvSpPr>
            <p:nvPr/>
          </p:nvSpPr>
          <p:spPr bwMode="auto">
            <a:xfrm>
              <a:off x="2521987" y="2689045"/>
              <a:ext cx="1081036" cy="514037"/>
            </a:xfrm>
            <a:prstGeom prst="rect">
              <a:avLst/>
            </a:prstGeom>
            <a:noFill/>
            <a:ln w="9525">
              <a:noFill/>
              <a:miter lim="800000"/>
              <a:headEnd/>
              <a:tailEnd/>
            </a:ln>
          </p:spPr>
          <p:txBody>
            <a:bodyPr/>
            <a:lstStyle/>
            <a:p>
              <a:pPr>
                <a:spcAft>
                  <a:spcPts val="1000"/>
                </a:spcAft>
                <a:defRPr/>
              </a:pPr>
              <a:r>
                <a:rPr lang="en-US" sz="2000" dirty="0">
                  <a:latin typeface="+mj-lt"/>
                </a:rPr>
                <a:t>High v1</a:t>
              </a:r>
              <a:endParaRPr lang="ru-RU" sz="2000" dirty="0">
                <a:latin typeface="+mj-lt"/>
              </a:endParaRPr>
            </a:p>
          </p:txBody>
        </p:sp>
        <p:sp>
          <p:nvSpPr>
            <p:cNvPr id="3126" name="Rectangle 54">
              <a:extLst>
                <a:ext uri="{FF2B5EF4-FFF2-40B4-BE49-F238E27FC236}">
                  <a16:creationId xmlns:a16="http://schemas.microsoft.com/office/drawing/2014/main" id="{6E2EE986-83D0-4DAC-AEC4-6C1341279CC5}"/>
                </a:ext>
              </a:extLst>
            </p:cNvPr>
            <p:cNvSpPr>
              <a:spLocks noChangeArrowheads="1"/>
            </p:cNvSpPr>
            <p:nvPr/>
          </p:nvSpPr>
          <p:spPr bwMode="auto">
            <a:xfrm>
              <a:off x="2999622" y="3717118"/>
              <a:ext cx="929832" cy="336980"/>
            </a:xfrm>
            <a:prstGeom prst="rect">
              <a:avLst/>
            </a:prstGeom>
            <a:noFill/>
            <a:ln w="9525">
              <a:noFill/>
              <a:miter lim="800000"/>
              <a:headEnd/>
              <a:tailEnd/>
            </a:ln>
          </p:spPr>
          <p:txBody>
            <a:bodyPr/>
            <a:lstStyle/>
            <a:p>
              <a:pPr>
                <a:spcAft>
                  <a:spcPts val="1000"/>
                </a:spcAft>
                <a:defRPr/>
              </a:pPr>
              <a:r>
                <a:rPr lang="en-US" sz="2000">
                  <a:latin typeface="+mj-lt"/>
                </a:rPr>
                <a:t>Low v1</a:t>
              </a:r>
              <a:endParaRPr lang="ru-RU" sz="2000">
                <a:latin typeface="+mj-lt"/>
              </a:endParaRPr>
            </a:p>
          </p:txBody>
        </p:sp>
        <p:sp>
          <p:nvSpPr>
            <p:cNvPr id="3127" name="Line 55">
              <a:extLst>
                <a:ext uri="{FF2B5EF4-FFF2-40B4-BE49-F238E27FC236}">
                  <a16:creationId xmlns:a16="http://schemas.microsoft.com/office/drawing/2014/main" id="{308BB64E-52FD-4F52-A716-3BE1294EBB7B}"/>
                </a:ext>
              </a:extLst>
            </p:cNvPr>
            <p:cNvSpPr>
              <a:spLocks noChangeShapeType="1"/>
            </p:cNvSpPr>
            <p:nvPr/>
          </p:nvSpPr>
          <p:spPr bwMode="auto">
            <a:xfrm>
              <a:off x="2753739" y="3888463"/>
              <a:ext cx="310886" cy="0"/>
            </a:xfrm>
            <a:prstGeom prst="line">
              <a:avLst/>
            </a:prstGeom>
            <a:noFill/>
            <a:ln w="9525">
              <a:solidFill>
                <a:srgbClr val="000000"/>
              </a:solidFill>
              <a:round/>
              <a:headEnd/>
              <a:tailEnd/>
            </a:ln>
          </p:spPr>
          <p:txBody>
            <a:bodyPr/>
            <a:lstStyle/>
            <a:p>
              <a:pPr eaLnBrk="1" hangingPunct="1">
                <a:defRPr/>
              </a:pPr>
              <a:endParaRPr lang="ru-RU" sz="2000">
                <a:latin typeface="+mj-lt"/>
                <a:cs typeface="Arial" charset="0"/>
              </a:endParaRPr>
            </a:p>
          </p:txBody>
        </p:sp>
        <p:sp>
          <p:nvSpPr>
            <p:cNvPr id="3128" name="Text Box 56">
              <a:extLst>
                <a:ext uri="{FF2B5EF4-FFF2-40B4-BE49-F238E27FC236}">
                  <a16:creationId xmlns:a16="http://schemas.microsoft.com/office/drawing/2014/main" id="{0413C6E1-3B0D-4F90-A6D0-AD137ABBD64C}"/>
                </a:ext>
              </a:extLst>
            </p:cNvPr>
            <p:cNvSpPr txBox="1">
              <a:spLocks noChangeArrowheads="1"/>
            </p:cNvSpPr>
            <p:nvPr/>
          </p:nvSpPr>
          <p:spPr bwMode="auto">
            <a:xfrm>
              <a:off x="1450843" y="2514843"/>
              <a:ext cx="618946" cy="342691"/>
            </a:xfrm>
            <a:prstGeom prst="rect">
              <a:avLst/>
            </a:prstGeom>
            <a:noFill/>
            <a:ln w="9525">
              <a:noFill/>
              <a:miter lim="800000"/>
              <a:headEnd/>
              <a:tailEnd/>
            </a:ln>
          </p:spPr>
          <p:txBody>
            <a:bodyPr/>
            <a:lstStyle/>
            <a:p>
              <a:pPr>
                <a:spcAft>
                  <a:spcPts val="1000"/>
                </a:spcAft>
                <a:defRPr/>
              </a:pPr>
              <a:r>
                <a:rPr lang="en-US" sz="2000">
                  <a:latin typeface="+mj-lt"/>
                </a:rPr>
                <a:t>v1</a:t>
              </a:r>
              <a:endParaRPr lang="ru-RU" sz="2000">
                <a:latin typeface="+mj-lt"/>
              </a:endParaRPr>
            </a:p>
          </p:txBody>
        </p:sp>
        <p:sp>
          <p:nvSpPr>
            <p:cNvPr id="3129" name="Text Box 57">
              <a:extLst>
                <a:ext uri="{FF2B5EF4-FFF2-40B4-BE49-F238E27FC236}">
                  <a16:creationId xmlns:a16="http://schemas.microsoft.com/office/drawing/2014/main" id="{7A17AEF9-4534-45FA-A89E-159484D6C74B}"/>
                </a:ext>
              </a:extLst>
            </p:cNvPr>
            <p:cNvSpPr txBox="1">
              <a:spLocks noChangeArrowheads="1"/>
            </p:cNvSpPr>
            <p:nvPr/>
          </p:nvSpPr>
          <p:spPr bwMode="auto">
            <a:xfrm>
              <a:off x="4510245" y="2517699"/>
              <a:ext cx="620360" cy="342691"/>
            </a:xfrm>
            <a:prstGeom prst="rect">
              <a:avLst/>
            </a:prstGeom>
            <a:noFill/>
            <a:ln w="9525">
              <a:noFill/>
              <a:miter lim="800000"/>
              <a:headEnd/>
              <a:tailEnd/>
            </a:ln>
          </p:spPr>
          <p:txBody>
            <a:bodyPr/>
            <a:lstStyle/>
            <a:p>
              <a:pPr>
                <a:spcAft>
                  <a:spcPts val="1000"/>
                </a:spcAft>
                <a:defRPr/>
              </a:pPr>
              <a:r>
                <a:rPr lang="en-US" sz="2000">
                  <a:latin typeface="+mj-lt"/>
                </a:rPr>
                <a:t>v2</a:t>
              </a:r>
              <a:endParaRPr lang="ru-RU" sz="2000">
                <a:latin typeface="+mj-lt"/>
              </a:endParaRPr>
            </a:p>
          </p:txBody>
        </p:sp>
        <p:sp>
          <p:nvSpPr>
            <p:cNvPr id="3130" name="Rectangle 58">
              <a:extLst>
                <a:ext uri="{FF2B5EF4-FFF2-40B4-BE49-F238E27FC236}">
                  <a16:creationId xmlns:a16="http://schemas.microsoft.com/office/drawing/2014/main" id="{8D5BC958-4849-4562-AB29-9F5D8CA187A8}"/>
                </a:ext>
              </a:extLst>
            </p:cNvPr>
            <p:cNvSpPr>
              <a:spLocks noChangeArrowheads="1"/>
            </p:cNvSpPr>
            <p:nvPr/>
          </p:nvSpPr>
          <p:spPr bwMode="auto">
            <a:xfrm>
              <a:off x="3218655" y="2917505"/>
              <a:ext cx="929832" cy="336980"/>
            </a:xfrm>
            <a:prstGeom prst="rect">
              <a:avLst/>
            </a:prstGeom>
            <a:noFill/>
            <a:ln w="9525">
              <a:noFill/>
              <a:miter lim="800000"/>
              <a:headEnd/>
              <a:tailEnd/>
            </a:ln>
          </p:spPr>
          <p:txBody>
            <a:bodyPr/>
            <a:lstStyle/>
            <a:p>
              <a:pPr>
                <a:spcAft>
                  <a:spcPts val="1000"/>
                </a:spcAft>
                <a:defRPr/>
              </a:pPr>
              <a:r>
                <a:rPr lang="en-US" sz="2000" dirty="0">
                  <a:latin typeface="+mj-lt"/>
                </a:rPr>
                <a:t>Low v2</a:t>
              </a:r>
              <a:endParaRPr lang="ru-RU" sz="2000" dirty="0">
                <a:latin typeface="+mj-lt"/>
              </a:endParaRPr>
            </a:p>
          </p:txBody>
        </p:sp>
        <p:sp>
          <p:nvSpPr>
            <p:cNvPr id="3131" name="Line 59">
              <a:extLst>
                <a:ext uri="{FF2B5EF4-FFF2-40B4-BE49-F238E27FC236}">
                  <a16:creationId xmlns:a16="http://schemas.microsoft.com/office/drawing/2014/main" id="{07F677EE-0320-4777-9871-0E68C5F723D5}"/>
                </a:ext>
              </a:extLst>
            </p:cNvPr>
            <p:cNvSpPr>
              <a:spLocks noChangeShapeType="1"/>
            </p:cNvSpPr>
            <p:nvPr/>
          </p:nvSpPr>
          <p:spPr bwMode="auto">
            <a:xfrm>
              <a:off x="3864450" y="3231639"/>
              <a:ext cx="155443" cy="171346"/>
            </a:xfrm>
            <a:prstGeom prst="line">
              <a:avLst/>
            </a:prstGeom>
            <a:noFill/>
            <a:ln w="9525">
              <a:solidFill>
                <a:srgbClr val="000000"/>
              </a:solidFill>
              <a:round/>
              <a:headEnd/>
              <a:tailEnd/>
            </a:ln>
          </p:spPr>
          <p:txBody>
            <a:bodyPr/>
            <a:lstStyle/>
            <a:p>
              <a:pPr eaLnBrk="1" hangingPunct="1">
                <a:defRPr/>
              </a:pPr>
              <a:endParaRPr lang="ru-RU" sz="2000">
                <a:latin typeface="+mj-lt"/>
                <a:cs typeface="Arial" charset="0"/>
              </a:endParaRPr>
            </a:p>
          </p:txBody>
        </p:sp>
        <p:sp>
          <p:nvSpPr>
            <p:cNvPr id="3132" name="Rectangle 60">
              <a:extLst>
                <a:ext uri="{FF2B5EF4-FFF2-40B4-BE49-F238E27FC236}">
                  <a16:creationId xmlns:a16="http://schemas.microsoft.com/office/drawing/2014/main" id="{1C74DC50-141C-4B20-923F-0E626B8019A8}"/>
                </a:ext>
              </a:extLst>
            </p:cNvPr>
            <p:cNvSpPr>
              <a:spLocks noChangeArrowheads="1"/>
            </p:cNvSpPr>
            <p:nvPr/>
          </p:nvSpPr>
          <p:spPr bwMode="auto">
            <a:xfrm>
              <a:off x="4587967" y="2860390"/>
              <a:ext cx="1075383" cy="514037"/>
            </a:xfrm>
            <a:prstGeom prst="rect">
              <a:avLst/>
            </a:prstGeom>
            <a:noFill/>
            <a:ln w="9525">
              <a:noFill/>
              <a:miter lim="800000"/>
              <a:headEnd/>
              <a:tailEnd/>
            </a:ln>
          </p:spPr>
          <p:txBody>
            <a:bodyPr/>
            <a:lstStyle/>
            <a:p>
              <a:pPr>
                <a:spcAft>
                  <a:spcPts val="1000"/>
                </a:spcAft>
                <a:defRPr/>
              </a:pPr>
              <a:r>
                <a:rPr lang="en-US" sz="2000" dirty="0">
                  <a:latin typeface="+mj-lt"/>
                </a:rPr>
                <a:t>High v2</a:t>
              </a:r>
              <a:endParaRPr lang="ru-RU" sz="2000" dirty="0">
                <a:latin typeface="+mj-lt"/>
              </a:endParaRPr>
            </a:p>
          </p:txBody>
        </p:sp>
        <p:sp>
          <p:nvSpPr>
            <p:cNvPr id="3139" name="Line 67">
              <a:extLst>
                <a:ext uri="{FF2B5EF4-FFF2-40B4-BE49-F238E27FC236}">
                  <a16:creationId xmlns:a16="http://schemas.microsoft.com/office/drawing/2014/main" id="{622C6940-ECAA-4F64-872A-5593002A2785}"/>
                </a:ext>
              </a:extLst>
            </p:cNvPr>
            <p:cNvSpPr>
              <a:spLocks noChangeShapeType="1"/>
            </p:cNvSpPr>
            <p:nvPr/>
          </p:nvSpPr>
          <p:spPr bwMode="auto">
            <a:xfrm flipH="1">
              <a:off x="4548400" y="3031736"/>
              <a:ext cx="108810" cy="119942"/>
            </a:xfrm>
            <a:prstGeom prst="line">
              <a:avLst/>
            </a:prstGeom>
            <a:noFill/>
            <a:ln w="9525">
              <a:solidFill>
                <a:srgbClr val="000000"/>
              </a:solidFill>
              <a:round/>
              <a:headEnd/>
              <a:tailEnd/>
            </a:ln>
          </p:spPr>
          <p:txBody>
            <a:bodyPr/>
            <a:lstStyle/>
            <a:p>
              <a:pPr eaLnBrk="1" hangingPunct="1">
                <a:defRPr/>
              </a:pPr>
              <a:endParaRPr lang="ru-RU" sz="2000">
                <a:latin typeface="+mj-lt"/>
                <a:cs typeface="Arial" charset="0"/>
              </a:endParaRPr>
            </a:p>
          </p:txBody>
        </p:sp>
        <p:grpSp>
          <p:nvGrpSpPr>
            <p:cNvPr id="97320" name="Group 70">
              <a:extLst>
                <a:ext uri="{FF2B5EF4-FFF2-40B4-BE49-F238E27FC236}">
                  <a16:creationId xmlns:a16="http://schemas.microsoft.com/office/drawing/2014/main" id="{262BF8F4-4553-DDF7-496B-43172F4203C2}"/>
                </a:ext>
              </a:extLst>
            </p:cNvPr>
            <p:cNvGrpSpPr>
              <a:grpSpLocks/>
            </p:cNvGrpSpPr>
            <p:nvPr/>
          </p:nvGrpSpPr>
          <p:grpSpPr bwMode="auto">
            <a:xfrm>
              <a:off x="6246010" y="2192755"/>
              <a:ext cx="1641590" cy="2836445"/>
              <a:chOff x="6246010" y="2394636"/>
              <a:chExt cx="1641590" cy="2836445"/>
            </a:xfrm>
          </p:grpSpPr>
          <p:grpSp>
            <p:nvGrpSpPr>
              <p:cNvPr id="97322" name="Group 22">
                <a:extLst>
                  <a:ext uri="{FF2B5EF4-FFF2-40B4-BE49-F238E27FC236}">
                    <a16:creationId xmlns:a16="http://schemas.microsoft.com/office/drawing/2014/main" id="{DC29F514-CA61-0D88-73AA-481A61A1DBB1}"/>
                  </a:ext>
                </a:extLst>
              </p:cNvPr>
              <p:cNvGrpSpPr>
                <a:grpSpLocks/>
              </p:cNvGrpSpPr>
              <p:nvPr/>
            </p:nvGrpSpPr>
            <p:grpSpPr bwMode="auto">
              <a:xfrm>
                <a:off x="6787821" y="2761887"/>
                <a:ext cx="465768" cy="407875"/>
                <a:chOff x="4725" y="2057"/>
                <a:chExt cx="540" cy="510"/>
              </a:xfrm>
            </p:grpSpPr>
            <p:sp>
              <p:nvSpPr>
                <p:cNvPr id="3095" name="Oval 23">
                  <a:extLst>
                    <a:ext uri="{FF2B5EF4-FFF2-40B4-BE49-F238E27FC236}">
                      <a16:creationId xmlns:a16="http://schemas.microsoft.com/office/drawing/2014/main" id="{2D3AD4F4-5898-4B6B-98DC-A6A55B8AD432}"/>
                    </a:ext>
                  </a:extLst>
                </p:cNvPr>
                <p:cNvSpPr>
                  <a:spLocks noChangeArrowheads="1"/>
                </p:cNvSpPr>
                <p:nvPr/>
              </p:nvSpPr>
              <p:spPr bwMode="auto">
                <a:xfrm>
                  <a:off x="4725" y="2051"/>
                  <a:ext cx="510" cy="512"/>
                </a:xfrm>
                <a:prstGeom prst="ellipse">
                  <a:avLst/>
                </a:prstGeom>
                <a:solidFill>
                  <a:schemeClr val="accent1">
                    <a:lumMod val="60000"/>
                    <a:lumOff val="40000"/>
                  </a:schemeClr>
                </a:solidFill>
                <a:ln w="19050">
                  <a:solidFill>
                    <a:srgbClr val="000000"/>
                  </a:solidFill>
                  <a:round/>
                  <a:headEnd/>
                  <a:tailEnd/>
                </a:ln>
              </p:spPr>
              <p:txBody>
                <a:bodyPr/>
                <a:lstStyle/>
                <a:p>
                  <a:pPr eaLnBrk="1" hangingPunct="1">
                    <a:defRPr/>
                  </a:pPr>
                  <a:endParaRPr lang="ru-RU" sz="2000">
                    <a:latin typeface="+mj-lt"/>
                    <a:cs typeface="Arial" charset="0"/>
                  </a:endParaRPr>
                </a:p>
              </p:txBody>
            </p:sp>
            <p:sp>
              <p:nvSpPr>
                <p:cNvPr id="3096" name="Text Box 24">
                  <a:extLst>
                    <a:ext uri="{FF2B5EF4-FFF2-40B4-BE49-F238E27FC236}">
                      <a16:creationId xmlns:a16="http://schemas.microsoft.com/office/drawing/2014/main" id="{94E17C57-7A8C-4C71-8773-8404A1DFD9FF}"/>
                    </a:ext>
                  </a:extLst>
                </p:cNvPr>
                <p:cNvSpPr txBox="1">
                  <a:spLocks noChangeArrowheads="1"/>
                </p:cNvSpPr>
                <p:nvPr/>
              </p:nvSpPr>
              <p:spPr bwMode="auto">
                <a:xfrm>
                  <a:off x="4725" y="2092"/>
                  <a:ext cx="536" cy="362"/>
                </a:xfrm>
                <a:prstGeom prst="rect">
                  <a:avLst/>
                </a:prstGeom>
                <a:noFill/>
                <a:ln w="19050">
                  <a:noFill/>
                  <a:miter lim="800000"/>
                  <a:headEnd/>
                  <a:tailEnd/>
                </a:ln>
              </p:spPr>
              <p:txBody>
                <a:bodyPr/>
                <a:lstStyle/>
                <a:p>
                  <a:pPr>
                    <a:spcAft>
                      <a:spcPts val="1000"/>
                    </a:spcAft>
                    <a:defRPr/>
                  </a:pPr>
                  <a:r>
                    <a:rPr lang="en-US" sz="2000" dirty="0">
                      <a:latin typeface="+mj-lt"/>
                    </a:rPr>
                    <a:t>a</a:t>
                  </a:r>
                  <a:endParaRPr lang="ru-RU" sz="2000" dirty="0">
                    <a:latin typeface="+mj-lt"/>
                  </a:endParaRPr>
                </a:p>
              </p:txBody>
            </p:sp>
          </p:grpSp>
          <p:sp>
            <p:nvSpPr>
              <p:cNvPr id="3097" name="Line 25">
                <a:extLst>
                  <a:ext uri="{FF2B5EF4-FFF2-40B4-BE49-F238E27FC236}">
                    <a16:creationId xmlns:a16="http://schemas.microsoft.com/office/drawing/2014/main" id="{C1C67C18-00E7-4A22-B47F-EE59EDE00A4C}"/>
                  </a:ext>
                </a:extLst>
              </p:cNvPr>
              <p:cNvSpPr>
                <a:spLocks noChangeShapeType="1"/>
              </p:cNvSpPr>
              <p:nvPr/>
            </p:nvSpPr>
            <p:spPr bwMode="auto">
              <a:xfrm flipH="1">
                <a:off x="6481547" y="3162223"/>
                <a:ext cx="397086" cy="551161"/>
              </a:xfrm>
              <a:prstGeom prst="line">
                <a:avLst/>
              </a:prstGeom>
              <a:noFill/>
              <a:ln w="19050">
                <a:solidFill>
                  <a:srgbClr val="000000"/>
                </a:solidFill>
                <a:prstDash val="dash"/>
                <a:round/>
                <a:headEnd/>
                <a:tailEnd type="triangle" w="lg" len="lg"/>
              </a:ln>
            </p:spPr>
            <p:txBody>
              <a:bodyPr/>
              <a:lstStyle/>
              <a:p>
                <a:pPr eaLnBrk="1" hangingPunct="1">
                  <a:defRPr/>
                </a:pPr>
                <a:endParaRPr lang="ru-RU" sz="2000">
                  <a:latin typeface="+mj-lt"/>
                  <a:cs typeface="Arial" charset="0"/>
                </a:endParaRPr>
              </a:p>
            </p:txBody>
          </p:sp>
          <p:sp>
            <p:nvSpPr>
              <p:cNvPr id="3111" name="Oval 39">
                <a:extLst>
                  <a:ext uri="{FF2B5EF4-FFF2-40B4-BE49-F238E27FC236}">
                    <a16:creationId xmlns:a16="http://schemas.microsoft.com/office/drawing/2014/main" id="{73EDB96D-E170-490C-9C56-E81C94252CC7}"/>
                  </a:ext>
                </a:extLst>
              </p:cNvPr>
              <p:cNvSpPr>
                <a:spLocks noChangeArrowheads="1"/>
              </p:cNvSpPr>
              <p:nvPr/>
            </p:nvSpPr>
            <p:spPr bwMode="auto">
              <a:xfrm>
                <a:off x="6245556" y="3714812"/>
                <a:ext cx="439480" cy="408374"/>
              </a:xfrm>
              <a:prstGeom prst="ellipse">
                <a:avLst/>
              </a:prstGeom>
              <a:solidFill>
                <a:schemeClr val="accent1">
                  <a:lumMod val="60000"/>
                  <a:lumOff val="40000"/>
                </a:schemeClr>
              </a:solidFill>
              <a:ln w="19050">
                <a:solidFill>
                  <a:srgbClr val="000000"/>
                </a:solidFill>
                <a:round/>
                <a:headEnd/>
                <a:tailEnd/>
              </a:ln>
            </p:spPr>
            <p:txBody>
              <a:bodyPr/>
              <a:lstStyle/>
              <a:p>
                <a:pPr>
                  <a:spcAft>
                    <a:spcPts val="1000"/>
                  </a:spcAft>
                  <a:defRPr/>
                </a:pPr>
                <a:endParaRPr lang="ru-RU" sz="2000" dirty="0">
                  <a:latin typeface="+mj-lt"/>
                </a:endParaRPr>
              </a:p>
            </p:txBody>
          </p:sp>
          <p:sp>
            <p:nvSpPr>
              <p:cNvPr id="3112" name="Text Box 40">
                <a:extLst>
                  <a:ext uri="{FF2B5EF4-FFF2-40B4-BE49-F238E27FC236}">
                    <a16:creationId xmlns:a16="http://schemas.microsoft.com/office/drawing/2014/main" id="{68638AB8-4151-453D-A762-1AF120BFEE17}"/>
                  </a:ext>
                </a:extLst>
              </p:cNvPr>
              <p:cNvSpPr txBox="1">
                <a:spLocks noChangeArrowheads="1"/>
              </p:cNvSpPr>
              <p:nvPr/>
            </p:nvSpPr>
            <p:spPr bwMode="auto">
              <a:xfrm>
                <a:off x="6297842" y="3749082"/>
                <a:ext cx="464916" cy="287003"/>
              </a:xfrm>
              <a:prstGeom prst="rect">
                <a:avLst/>
              </a:prstGeom>
              <a:noFill/>
              <a:ln w="19050">
                <a:noFill/>
                <a:miter lim="800000"/>
                <a:headEnd/>
                <a:tailEnd/>
              </a:ln>
            </p:spPr>
            <p:txBody>
              <a:bodyPr/>
              <a:lstStyle/>
              <a:p>
                <a:pPr eaLnBrk="1" hangingPunct="1">
                  <a:defRPr/>
                </a:pPr>
                <a:endParaRPr lang="ru-RU" sz="2000">
                  <a:latin typeface="+mj-lt"/>
                </a:endParaRPr>
              </a:p>
            </p:txBody>
          </p:sp>
          <p:sp>
            <p:nvSpPr>
              <p:cNvPr id="3113" name="Line 41">
                <a:extLst>
                  <a:ext uri="{FF2B5EF4-FFF2-40B4-BE49-F238E27FC236}">
                    <a16:creationId xmlns:a16="http://schemas.microsoft.com/office/drawing/2014/main" id="{F0768CDD-7DA5-425B-8039-E112A5769E64}"/>
                  </a:ext>
                </a:extLst>
              </p:cNvPr>
              <p:cNvSpPr>
                <a:spLocks noChangeShapeType="1"/>
              </p:cNvSpPr>
              <p:nvPr/>
            </p:nvSpPr>
            <p:spPr bwMode="auto">
              <a:xfrm flipH="1">
                <a:off x="6364258" y="4124613"/>
                <a:ext cx="96092" cy="813891"/>
              </a:xfrm>
              <a:prstGeom prst="line">
                <a:avLst/>
              </a:prstGeom>
              <a:noFill/>
              <a:ln w="19050">
                <a:solidFill>
                  <a:srgbClr val="000000"/>
                </a:solidFill>
                <a:prstDash val="dash"/>
                <a:round/>
                <a:headEnd/>
                <a:tailEnd type="triangle" w="lg" len="lg"/>
              </a:ln>
            </p:spPr>
            <p:txBody>
              <a:bodyPr/>
              <a:lstStyle/>
              <a:p>
                <a:pPr eaLnBrk="1" hangingPunct="1">
                  <a:defRPr/>
                </a:pPr>
                <a:endParaRPr lang="ru-RU" sz="2000">
                  <a:latin typeface="+mj-lt"/>
                  <a:cs typeface="Arial" charset="0"/>
                </a:endParaRPr>
              </a:p>
            </p:txBody>
          </p:sp>
          <p:sp>
            <p:nvSpPr>
              <p:cNvPr id="3114" name="Rectangle 42">
                <a:extLst>
                  <a:ext uri="{FF2B5EF4-FFF2-40B4-BE49-F238E27FC236}">
                    <a16:creationId xmlns:a16="http://schemas.microsoft.com/office/drawing/2014/main" id="{B3C0D472-35CC-4BC3-8625-D843E069378B}"/>
                  </a:ext>
                </a:extLst>
              </p:cNvPr>
              <p:cNvSpPr>
                <a:spLocks noChangeArrowheads="1"/>
              </p:cNvSpPr>
              <p:nvPr/>
            </p:nvSpPr>
            <p:spPr bwMode="auto">
              <a:xfrm>
                <a:off x="6295016" y="4925654"/>
                <a:ext cx="464916" cy="287003"/>
              </a:xfrm>
              <a:prstGeom prst="rect">
                <a:avLst/>
              </a:prstGeom>
              <a:solidFill>
                <a:schemeClr val="accent1">
                  <a:lumMod val="20000"/>
                  <a:lumOff val="80000"/>
                </a:schemeClr>
              </a:solidFill>
              <a:ln w="19050">
                <a:solidFill>
                  <a:srgbClr val="000000"/>
                </a:solidFill>
                <a:miter lim="800000"/>
                <a:headEnd/>
                <a:tailEnd/>
              </a:ln>
            </p:spPr>
            <p:txBody>
              <a:bodyPr/>
              <a:lstStyle/>
              <a:p>
                <a:pPr algn="ctr">
                  <a:spcAft>
                    <a:spcPts val="1000"/>
                  </a:spcAft>
                  <a:defRPr/>
                </a:pPr>
                <a:r>
                  <a:rPr lang="en-US" sz="2000">
                    <a:latin typeface="+mj-lt"/>
                  </a:rPr>
                  <a:t>0</a:t>
                </a:r>
                <a:endParaRPr lang="ru-RU" sz="2000">
                  <a:latin typeface="+mj-lt"/>
                </a:endParaRPr>
              </a:p>
            </p:txBody>
          </p:sp>
          <p:sp>
            <p:nvSpPr>
              <p:cNvPr id="3115" name="Rectangle 43">
                <a:extLst>
                  <a:ext uri="{FF2B5EF4-FFF2-40B4-BE49-F238E27FC236}">
                    <a16:creationId xmlns:a16="http://schemas.microsoft.com/office/drawing/2014/main" id="{02E41AE8-B714-4975-BDBC-DA6B04748CFC}"/>
                  </a:ext>
                </a:extLst>
              </p:cNvPr>
              <p:cNvSpPr>
                <a:spLocks noChangeArrowheads="1"/>
              </p:cNvSpPr>
              <p:nvPr/>
            </p:nvSpPr>
            <p:spPr bwMode="auto">
              <a:xfrm>
                <a:off x="7148539" y="4944216"/>
                <a:ext cx="464916" cy="287004"/>
              </a:xfrm>
              <a:prstGeom prst="rect">
                <a:avLst/>
              </a:prstGeom>
              <a:solidFill>
                <a:schemeClr val="accent1">
                  <a:lumMod val="20000"/>
                  <a:lumOff val="80000"/>
                </a:schemeClr>
              </a:solidFill>
              <a:ln w="19050">
                <a:solidFill>
                  <a:srgbClr val="000000"/>
                </a:solidFill>
                <a:miter lim="800000"/>
                <a:headEnd/>
                <a:tailEnd/>
              </a:ln>
            </p:spPr>
            <p:txBody>
              <a:bodyPr/>
              <a:lstStyle/>
              <a:p>
                <a:pPr algn="ctr">
                  <a:spcAft>
                    <a:spcPts val="1000"/>
                  </a:spcAft>
                  <a:defRPr/>
                </a:pPr>
                <a:r>
                  <a:rPr lang="en-US" sz="2000">
                    <a:latin typeface="+mj-lt"/>
                  </a:rPr>
                  <a:t>1</a:t>
                </a:r>
                <a:endParaRPr lang="ru-RU" sz="2000">
                  <a:latin typeface="+mj-lt"/>
                </a:endParaRPr>
              </a:p>
            </p:txBody>
          </p:sp>
          <p:sp>
            <p:nvSpPr>
              <p:cNvPr id="3116" name="Line 44">
                <a:extLst>
                  <a:ext uri="{FF2B5EF4-FFF2-40B4-BE49-F238E27FC236}">
                    <a16:creationId xmlns:a16="http://schemas.microsoft.com/office/drawing/2014/main" id="{0ECC62FA-28DF-4621-BEAF-D4850108F880}"/>
                  </a:ext>
                </a:extLst>
              </p:cNvPr>
              <p:cNvSpPr>
                <a:spLocks noChangeShapeType="1"/>
              </p:cNvSpPr>
              <p:nvPr/>
            </p:nvSpPr>
            <p:spPr bwMode="auto">
              <a:xfrm>
                <a:off x="6649708" y="4036085"/>
                <a:ext cx="371651" cy="287004"/>
              </a:xfrm>
              <a:prstGeom prst="line">
                <a:avLst/>
              </a:prstGeom>
              <a:noFill/>
              <a:ln w="19050">
                <a:solidFill>
                  <a:srgbClr val="000000"/>
                </a:solidFill>
                <a:round/>
                <a:headEnd/>
                <a:tailEnd type="triangle" w="lg" len="lg"/>
              </a:ln>
            </p:spPr>
            <p:txBody>
              <a:bodyPr/>
              <a:lstStyle/>
              <a:p>
                <a:pPr eaLnBrk="1" hangingPunct="1">
                  <a:defRPr/>
                </a:pPr>
                <a:endParaRPr lang="ru-RU" sz="2000">
                  <a:latin typeface="+mj-lt"/>
                  <a:cs typeface="Arial" charset="0"/>
                </a:endParaRPr>
              </a:p>
            </p:txBody>
          </p:sp>
          <p:grpSp>
            <p:nvGrpSpPr>
              <p:cNvPr id="97330" name="Group 45">
                <a:extLst>
                  <a:ext uri="{FF2B5EF4-FFF2-40B4-BE49-F238E27FC236}">
                    <a16:creationId xmlns:a16="http://schemas.microsoft.com/office/drawing/2014/main" id="{1ADC6E9E-D908-EF35-0F59-538501E60222}"/>
                  </a:ext>
                </a:extLst>
              </p:cNvPr>
              <p:cNvGrpSpPr>
                <a:grpSpLocks/>
              </p:cNvGrpSpPr>
              <p:nvPr/>
            </p:nvGrpSpPr>
            <p:grpSpPr bwMode="auto">
              <a:xfrm>
                <a:off x="6947726" y="4213829"/>
                <a:ext cx="465768" cy="407875"/>
                <a:chOff x="4700" y="2057"/>
                <a:chExt cx="540" cy="510"/>
              </a:xfrm>
            </p:grpSpPr>
            <p:sp>
              <p:nvSpPr>
                <p:cNvPr id="3118" name="Oval 46">
                  <a:extLst>
                    <a:ext uri="{FF2B5EF4-FFF2-40B4-BE49-F238E27FC236}">
                      <a16:creationId xmlns:a16="http://schemas.microsoft.com/office/drawing/2014/main" id="{E8629850-5384-4BC6-AAB9-E3DE4C87643E}"/>
                    </a:ext>
                  </a:extLst>
                </p:cNvPr>
                <p:cNvSpPr>
                  <a:spLocks noChangeArrowheads="1"/>
                </p:cNvSpPr>
                <p:nvPr/>
              </p:nvSpPr>
              <p:spPr bwMode="auto">
                <a:xfrm>
                  <a:off x="4725" y="2053"/>
                  <a:ext cx="510" cy="512"/>
                </a:xfrm>
                <a:prstGeom prst="ellipse">
                  <a:avLst/>
                </a:prstGeom>
                <a:solidFill>
                  <a:schemeClr val="accent1"/>
                </a:solidFill>
                <a:ln w="19050">
                  <a:solidFill>
                    <a:srgbClr val="000000"/>
                  </a:solidFill>
                  <a:round/>
                  <a:headEnd/>
                  <a:tailEnd/>
                </a:ln>
              </p:spPr>
              <p:txBody>
                <a:bodyPr/>
                <a:lstStyle/>
                <a:p>
                  <a:pPr eaLnBrk="1" hangingPunct="1">
                    <a:defRPr/>
                  </a:pPr>
                  <a:endParaRPr lang="ru-RU" sz="2000">
                    <a:latin typeface="+mj-lt"/>
                    <a:cs typeface="Arial" charset="0"/>
                  </a:endParaRPr>
                </a:p>
              </p:txBody>
            </p:sp>
            <p:sp>
              <p:nvSpPr>
                <p:cNvPr id="3119" name="Text Box 47">
                  <a:extLst>
                    <a:ext uri="{FF2B5EF4-FFF2-40B4-BE49-F238E27FC236}">
                      <a16:creationId xmlns:a16="http://schemas.microsoft.com/office/drawing/2014/main" id="{854F5DAC-6596-455B-8244-7740560357FC}"/>
                    </a:ext>
                  </a:extLst>
                </p:cNvPr>
                <p:cNvSpPr txBox="1">
                  <a:spLocks noChangeArrowheads="1"/>
                </p:cNvSpPr>
                <p:nvPr/>
              </p:nvSpPr>
              <p:spPr bwMode="auto">
                <a:xfrm>
                  <a:off x="4700" y="2069"/>
                  <a:ext cx="536" cy="362"/>
                </a:xfrm>
                <a:prstGeom prst="rect">
                  <a:avLst/>
                </a:prstGeom>
                <a:noFill/>
                <a:ln w="9525">
                  <a:noFill/>
                  <a:miter lim="800000"/>
                  <a:headEnd/>
                  <a:tailEnd/>
                </a:ln>
              </p:spPr>
              <p:txBody>
                <a:bodyPr/>
                <a:lstStyle/>
                <a:p>
                  <a:pPr algn="ctr">
                    <a:spcAft>
                      <a:spcPts val="1000"/>
                    </a:spcAft>
                    <a:defRPr/>
                  </a:pPr>
                  <a:r>
                    <a:rPr lang="en-US" sz="2000" dirty="0">
                      <a:latin typeface="+mj-lt"/>
                    </a:rPr>
                    <a:t>d</a:t>
                  </a:r>
                  <a:endParaRPr lang="ru-RU" sz="2000" dirty="0">
                    <a:latin typeface="+mj-lt"/>
                  </a:endParaRPr>
                </a:p>
              </p:txBody>
            </p:sp>
          </p:grpSp>
          <p:sp>
            <p:nvSpPr>
              <p:cNvPr id="3120" name="Line 48">
                <a:extLst>
                  <a:ext uri="{FF2B5EF4-FFF2-40B4-BE49-F238E27FC236}">
                    <a16:creationId xmlns:a16="http://schemas.microsoft.com/office/drawing/2014/main" id="{8427C54B-21EC-46D8-8691-B0ABE4E5736F}"/>
                  </a:ext>
                </a:extLst>
              </p:cNvPr>
              <p:cNvSpPr>
                <a:spLocks noChangeShapeType="1"/>
              </p:cNvSpPr>
              <p:nvPr/>
            </p:nvSpPr>
            <p:spPr bwMode="auto">
              <a:xfrm flipH="1">
                <a:off x="6673731" y="4560117"/>
                <a:ext cx="341975" cy="369820"/>
              </a:xfrm>
              <a:prstGeom prst="line">
                <a:avLst/>
              </a:prstGeom>
              <a:noFill/>
              <a:ln w="19050">
                <a:solidFill>
                  <a:srgbClr val="000000"/>
                </a:solidFill>
                <a:prstDash val="dash"/>
                <a:round/>
                <a:headEnd/>
                <a:tailEnd type="triangle" w="lg" len="lg"/>
              </a:ln>
            </p:spPr>
            <p:txBody>
              <a:bodyPr/>
              <a:lstStyle/>
              <a:p>
                <a:pPr eaLnBrk="1" hangingPunct="1">
                  <a:defRPr/>
                </a:pPr>
                <a:endParaRPr lang="ru-RU" sz="2000">
                  <a:latin typeface="+mj-lt"/>
                  <a:cs typeface="Arial" charset="0"/>
                </a:endParaRPr>
              </a:p>
            </p:txBody>
          </p:sp>
          <p:sp>
            <p:nvSpPr>
              <p:cNvPr id="3121" name="Line 49">
                <a:extLst>
                  <a:ext uri="{FF2B5EF4-FFF2-40B4-BE49-F238E27FC236}">
                    <a16:creationId xmlns:a16="http://schemas.microsoft.com/office/drawing/2014/main" id="{049F3B4F-E6EB-42F7-B2C0-2FE9B269D0B1}"/>
                  </a:ext>
                </a:extLst>
              </p:cNvPr>
              <p:cNvSpPr>
                <a:spLocks noChangeShapeType="1"/>
              </p:cNvSpPr>
              <p:nvPr/>
            </p:nvSpPr>
            <p:spPr bwMode="auto">
              <a:xfrm>
                <a:off x="7238979" y="4630083"/>
                <a:ext cx="46632" cy="309850"/>
              </a:xfrm>
              <a:prstGeom prst="line">
                <a:avLst/>
              </a:prstGeom>
              <a:noFill/>
              <a:ln w="19050">
                <a:solidFill>
                  <a:srgbClr val="000000"/>
                </a:solidFill>
                <a:round/>
                <a:headEnd/>
                <a:tailEnd type="triangle" w="lg" len="lg"/>
              </a:ln>
            </p:spPr>
            <p:txBody>
              <a:bodyPr/>
              <a:lstStyle/>
              <a:p>
                <a:pPr eaLnBrk="1" hangingPunct="1">
                  <a:defRPr/>
                </a:pPr>
                <a:endParaRPr lang="ru-RU" sz="2000">
                  <a:latin typeface="+mj-lt"/>
                  <a:cs typeface="Arial" charset="0"/>
                </a:endParaRPr>
              </a:p>
            </p:txBody>
          </p:sp>
          <p:sp>
            <p:nvSpPr>
              <p:cNvPr id="3133" name="Line 61">
                <a:extLst>
                  <a:ext uri="{FF2B5EF4-FFF2-40B4-BE49-F238E27FC236}">
                    <a16:creationId xmlns:a16="http://schemas.microsoft.com/office/drawing/2014/main" id="{9BCCCC3E-B095-4994-AF69-447CDA51DB58}"/>
                  </a:ext>
                </a:extLst>
              </p:cNvPr>
              <p:cNvSpPr>
                <a:spLocks noChangeShapeType="1"/>
              </p:cNvSpPr>
              <p:nvPr/>
            </p:nvSpPr>
            <p:spPr bwMode="auto">
              <a:xfrm>
                <a:off x="7155604" y="3096540"/>
                <a:ext cx="234578" cy="249879"/>
              </a:xfrm>
              <a:prstGeom prst="line">
                <a:avLst/>
              </a:prstGeom>
              <a:noFill/>
              <a:ln w="19050">
                <a:solidFill>
                  <a:srgbClr val="000000"/>
                </a:solidFill>
                <a:round/>
                <a:headEnd/>
                <a:tailEnd type="triangle" w="lg" len="lg"/>
              </a:ln>
            </p:spPr>
            <p:txBody>
              <a:bodyPr/>
              <a:lstStyle/>
              <a:p>
                <a:pPr eaLnBrk="1" hangingPunct="1">
                  <a:defRPr/>
                </a:pPr>
                <a:endParaRPr lang="ru-RU" sz="2000">
                  <a:latin typeface="+mj-lt"/>
                  <a:cs typeface="Arial" charset="0"/>
                </a:endParaRPr>
              </a:p>
            </p:txBody>
          </p:sp>
          <p:grpSp>
            <p:nvGrpSpPr>
              <p:cNvPr id="97334" name="Group 62">
                <a:extLst>
                  <a:ext uri="{FF2B5EF4-FFF2-40B4-BE49-F238E27FC236}">
                    <a16:creationId xmlns:a16="http://schemas.microsoft.com/office/drawing/2014/main" id="{BDF90415-F537-3CBF-01DF-FBAC9901CDD5}"/>
                  </a:ext>
                </a:extLst>
              </p:cNvPr>
              <p:cNvGrpSpPr>
                <a:grpSpLocks/>
              </p:cNvGrpSpPr>
              <p:nvPr/>
            </p:nvGrpSpPr>
            <p:grpSpPr bwMode="auto">
              <a:xfrm>
                <a:off x="7246675" y="3329826"/>
                <a:ext cx="517616" cy="407875"/>
                <a:chOff x="5259" y="3023"/>
                <a:chExt cx="600" cy="510"/>
              </a:xfrm>
            </p:grpSpPr>
            <p:sp>
              <p:nvSpPr>
                <p:cNvPr id="3135" name="Oval 63">
                  <a:extLst>
                    <a:ext uri="{FF2B5EF4-FFF2-40B4-BE49-F238E27FC236}">
                      <a16:creationId xmlns:a16="http://schemas.microsoft.com/office/drawing/2014/main" id="{29D42809-FF80-494F-A0A6-83D3C6C0538F}"/>
                    </a:ext>
                  </a:extLst>
                </p:cNvPr>
                <p:cNvSpPr>
                  <a:spLocks noChangeArrowheads="1"/>
                </p:cNvSpPr>
                <p:nvPr/>
              </p:nvSpPr>
              <p:spPr bwMode="auto">
                <a:xfrm>
                  <a:off x="5257" y="3021"/>
                  <a:ext cx="514" cy="512"/>
                </a:xfrm>
                <a:prstGeom prst="ellipse">
                  <a:avLst/>
                </a:prstGeom>
                <a:solidFill>
                  <a:schemeClr val="accent1"/>
                </a:solidFill>
                <a:ln w="19050">
                  <a:solidFill>
                    <a:srgbClr val="000000"/>
                  </a:solidFill>
                  <a:round/>
                  <a:headEnd/>
                  <a:tailEnd/>
                </a:ln>
              </p:spPr>
              <p:txBody>
                <a:bodyPr/>
                <a:lstStyle/>
                <a:p>
                  <a:pPr eaLnBrk="1" hangingPunct="1">
                    <a:defRPr/>
                  </a:pPr>
                  <a:endParaRPr lang="ru-RU" sz="2000">
                    <a:latin typeface="+mj-lt"/>
                    <a:cs typeface="Arial" charset="0"/>
                  </a:endParaRPr>
                </a:p>
              </p:txBody>
            </p:sp>
            <p:sp>
              <p:nvSpPr>
                <p:cNvPr id="3136" name="Text Box 64">
                  <a:extLst>
                    <a:ext uri="{FF2B5EF4-FFF2-40B4-BE49-F238E27FC236}">
                      <a16:creationId xmlns:a16="http://schemas.microsoft.com/office/drawing/2014/main" id="{18497A2C-1295-44AE-BACB-84089143AADE}"/>
                    </a:ext>
                  </a:extLst>
                </p:cNvPr>
                <p:cNvSpPr txBox="1">
                  <a:spLocks noChangeArrowheads="1"/>
                </p:cNvSpPr>
                <p:nvPr/>
              </p:nvSpPr>
              <p:spPr bwMode="auto">
                <a:xfrm>
                  <a:off x="5319" y="3062"/>
                  <a:ext cx="542" cy="362"/>
                </a:xfrm>
                <a:prstGeom prst="rect">
                  <a:avLst/>
                </a:prstGeom>
                <a:noFill/>
                <a:ln w="19050">
                  <a:noFill/>
                  <a:miter lim="800000"/>
                  <a:headEnd/>
                  <a:tailEnd/>
                </a:ln>
              </p:spPr>
              <p:txBody>
                <a:bodyPr/>
                <a:lstStyle/>
                <a:p>
                  <a:pPr>
                    <a:spcAft>
                      <a:spcPts val="1000"/>
                    </a:spcAft>
                    <a:defRPr/>
                  </a:pPr>
                  <a:r>
                    <a:rPr lang="en-US" sz="2000">
                      <a:latin typeface="+mj-lt"/>
                    </a:rPr>
                    <a:t>b</a:t>
                  </a:r>
                  <a:endParaRPr lang="ru-RU" sz="2000">
                    <a:latin typeface="+mj-lt"/>
                  </a:endParaRPr>
                </a:p>
              </p:txBody>
            </p:sp>
          </p:grpSp>
          <p:sp>
            <p:nvSpPr>
              <p:cNvPr id="3137" name="Line 65">
                <a:extLst>
                  <a:ext uri="{FF2B5EF4-FFF2-40B4-BE49-F238E27FC236}">
                    <a16:creationId xmlns:a16="http://schemas.microsoft.com/office/drawing/2014/main" id="{8687CE49-B036-4CC0-A735-C67457E344DB}"/>
                  </a:ext>
                </a:extLst>
              </p:cNvPr>
              <p:cNvSpPr>
                <a:spLocks noChangeShapeType="1"/>
              </p:cNvSpPr>
              <p:nvPr/>
            </p:nvSpPr>
            <p:spPr bwMode="auto">
              <a:xfrm flipH="1">
                <a:off x="6515462" y="3539183"/>
                <a:ext cx="717864" cy="1370764"/>
              </a:xfrm>
              <a:prstGeom prst="line">
                <a:avLst/>
              </a:prstGeom>
              <a:noFill/>
              <a:ln w="19050">
                <a:solidFill>
                  <a:srgbClr val="000000"/>
                </a:solidFill>
                <a:prstDash val="dash"/>
                <a:round/>
                <a:headEnd/>
                <a:tailEnd type="triangle" w="lg" len="lg"/>
              </a:ln>
            </p:spPr>
            <p:txBody>
              <a:bodyPr/>
              <a:lstStyle/>
              <a:p>
                <a:pPr eaLnBrk="1" hangingPunct="1">
                  <a:defRPr/>
                </a:pPr>
                <a:endParaRPr lang="ru-RU" sz="2000">
                  <a:latin typeface="+mj-lt"/>
                  <a:cs typeface="Arial" charset="0"/>
                </a:endParaRPr>
              </a:p>
            </p:txBody>
          </p:sp>
          <p:sp>
            <p:nvSpPr>
              <p:cNvPr id="3138" name="Line 66">
                <a:extLst>
                  <a:ext uri="{FF2B5EF4-FFF2-40B4-BE49-F238E27FC236}">
                    <a16:creationId xmlns:a16="http://schemas.microsoft.com/office/drawing/2014/main" id="{E4C3B7FD-C430-453A-AE98-3CFBEF0579A9}"/>
                  </a:ext>
                </a:extLst>
              </p:cNvPr>
              <p:cNvSpPr>
                <a:spLocks noChangeShapeType="1"/>
              </p:cNvSpPr>
              <p:nvPr/>
            </p:nvSpPr>
            <p:spPr bwMode="auto">
              <a:xfrm flipH="1">
                <a:off x="7500405" y="3719096"/>
                <a:ext cx="43807" cy="1236544"/>
              </a:xfrm>
              <a:prstGeom prst="line">
                <a:avLst/>
              </a:prstGeom>
              <a:noFill/>
              <a:ln w="19050">
                <a:solidFill>
                  <a:srgbClr val="000000"/>
                </a:solidFill>
                <a:round/>
                <a:headEnd/>
                <a:tailEnd type="triangle" w="lg" len="lg"/>
              </a:ln>
            </p:spPr>
            <p:txBody>
              <a:bodyPr/>
              <a:lstStyle/>
              <a:p>
                <a:pPr eaLnBrk="1" hangingPunct="1">
                  <a:defRPr/>
                </a:pPr>
                <a:endParaRPr lang="ru-RU" sz="2000">
                  <a:latin typeface="+mj-lt"/>
                  <a:cs typeface="Arial" charset="0"/>
                </a:endParaRPr>
              </a:p>
            </p:txBody>
          </p:sp>
          <p:sp>
            <p:nvSpPr>
              <p:cNvPr id="3140" name="Text Box 68">
                <a:extLst>
                  <a:ext uri="{FF2B5EF4-FFF2-40B4-BE49-F238E27FC236}">
                    <a16:creationId xmlns:a16="http://schemas.microsoft.com/office/drawing/2014/main" id="{985669A9-BAFA-4009-94BD-DC669F5A4FAC}"/>
                  </a:ext>
                </a:extLst>
              </p:cNvPr>
              <p:cNvSpPr txBox="1">
                <a:spLocks noChangeArrowheads="1"/>
              </p:cNvSpPr>
              <p:nvPr/>
            </p:nvSpPr>
            <p:spPr bwMode="auto">
              <a:xfrm>
                <a:off x="6611554" y="2394023"/>
                <a:ext cx="1276046" cy="359826"/>
              </a:xfrm>
              <a:prstGeom prst="rect">
                <a:avLst/>
              </a:prstGeom>
              <a:noFill/>
              <a:ln w="9525">
                <a:noFill/>
                <a:miter lim="800000"/>
                <a:headEnd/>
                <a:tailEnd/>
              </a:ln>
            </p:spPr>
            <p:txBody>
              <a:bodyPr/>
              <a:lstStyle/>
              <a:p>
                <a:pPr algn="just">
                  <a:spcAft>
                    <a:spcPts val="1000"/>
                  </a:spcAft>
                  <a:defRPr/>
                </a:pPr>
                <a:r>
                  <a:rPr lang="en-US" sz="2000" dirty="0">
                    <a:latin typeface="+mj-lt"/>
                  </a:rPr>
                  <a:t>Y</a:t>
                </a:r>
                <a:r>
                  <a:rPr lang="ru-RU" sz="2000" dirty="0">
                    <a:latin typeface="+mj-lt"/>
                  </a:rPr>
                  <a:t>=</a:t>
                </a:r>
                <a:r>
                  <a:rPr lang="en-US" sz="2000" dirty="0">
                    <a:latin typeface="+mj-lt"/>
                  </a:rPr>
                  <a:t>y</a:t>
                </a:r>
                <a:r>
                  <a:rPr lang="ru-RU" sz="2000" dirty="0">
                    <a:latin typeface="+mj-lt"/>
                  </a:rPr>
                  <a:t>2+ </a:t>
                </a:r>
                <a:r>
                  <a:rPr lang="en-US" sz="2000" dirty="0">
                    <a:latin typeface="+mj-lt"/>
                  </a:rPr>
                  <a:t>y</a:t>
                </a:r>
                <a:r>
                  <a:rPr lang="ru-RU" sz="2000" dirty="0">
                    <a:latin typeface="+mj-lt"/>
                  </a:rPr>
                  <a:t>4</a:t>
                </a:r>
              </a:p>
              <a:p>
                <a:pPr eaLnBrk="1" hangingPunct="1">
                  <a:defRPr/>
                </a:pPr>
                <a:endParaRPr lang="ru-RU" sz="2000" dirty="0">
                  <a:latin typeface="+mj-lt"/>
                </a:endParaRPr>
              </a:p>
            </p:txBody>
          </p:sp>
        </p:grpSp>
        <p:sp>
          <p:nvSpPr>
            <p:cNvPr id="72" name="Text Box 9">
              <a:extLst>
                <a:ext uri="{FF2B5EF4-FFF2-40B4-BE49-F238E27FC236}">
                  <a16:creationId xmlns:a16="http://schemas.microsoft.com/office/drawing/2014/main" id="{763E6838-5159-47B8-ABC5-CE42ECD14CDE}"/>
                </a:ext>
              </a:extLst>
            </p:cNvPr>
            <p:cNvSpPr txBox="1">
              <a:spLocks noChangeArrowheads="1"/>
            </p:cNvSpPr>
            <p:nvPr/>
          </p:nvSpPr>
          <p:spPr bwMode="auto">
            <a:xfrm>
              <a:off x="6292189" y="3515787"/>
              <a:ext cx="463503" cy="335551"/>
            </a:xfrm>
            <a:prstGeom prst="rect">
              <a:avLst/>
            </a:prstGeom>
            <a:noFill/>
            <a:ln w="9525">
              <a:noFill/>
              <a:miter lim="800000"/>
              <a:headEnd/>
              <a:tailEnd/>
            </a:ln>
          </p:spPr>
          <p:txBody>
            <a:bodyPr/>
            <a:lstStyle/>
            <a:p>
              <a:pPr eaLnBrk="1" hangingPunct="1">
                <a:defRPr/>
              </a:pPr>
              <a:r>
                <a:rPr lang="en-US" sz="2000" dirty="0">
                  <a:latin typeface="+mj-lt"/>
                </a:rPr>
                <a:t>c</a:t>
              </a:r>
              <a:endParaRPr lang="ru-RU" sz="2000" dirty="0">
                <a:latin typeface="+mj-lt"/>
              </a:endParaRPr>
            </a:p>
          </p:txBody>
        </p:sp>
      </p:grpSp>
      <p:sp>
        <p:nvSpPr>
          <p:cNvPr id="97284" name="TextBox 72">
            <a:extLst>
              <a:ext uri="{FF2B5EF4-FFF2-40B4-BE49-F238E27FC236}">
                <a16:creationId xmlns:a16="http://schemas.microsoft.com/office/drawing/2014/main" id="{F58288F9-F47B-4FB4-6AE0-12F146ED5C5A}"/>
              </a:ext>
            </a:extLst>
          </p:cNvPr>
          <p:cNvSpPr txBox="1">
            <a:spLocks noChangeArrowheads="1"/>
          </p:cNvSpPr>
          <p:nvPr/>
        </p:nvSpPr>
        <p:spPr bwMode="auto">
          <a:xfrm>
            <a:off x="2058988" y="4916488"/>
            <a:ext cx="78613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800" b="0"/>
              <a:t>If R</a:t>
            </a:r>
            <a:r>
              <a:rPr lang="en-US" altLang="en-US" sz="1800" b="0"/>
              <a:t>OBDD</a:t>
            </a:r>
            <a:r>
              <a:rPr lang="en-GB" altLang="en-US" sz="1800" b="0"/>
              <a:t> function realized by the combinational scheme and given function match, the scheme corresponds its specification</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D223BC91-4BF7-32BD-8727-D228567E3650}"/>
              </a:ext>
            </a:extLst>
          </p:cNvPr>
          <p:cNvSpPr>
            <a:spLocks noGrp="1" noChangeArrowheads="1"/>
          </p:cNvSpPr>
          <p:nvPr>
            <p:ph type="title"/>
          </p:nvPr>
        </p:nvSpPr>
        <p:spPr>
          <a:xfrm>
            <a:off x="-1" y="183402"/>
            <a:ext cx="11612880" cy="704088"/>
          </a:xfrm>
        </p:spPr>
        <p:txBody>
          <a:bodyPr/>
          <a:lstStyle/>
          <a:p>
            <a:r>
              <a:rPr lang="en-US" altLang="en-US"/>
              <a:t>Timing.  Propagation and Contamination  Delay</a:t>
            </a:r>
            <a:endParaRPr lang="en-GB" altLang="en-US"/>
          </a:p>
        </p:txBody>
      </p:sp>
      <p:grpSp>
        <p:nvGrpSpPr>
          <p:cNvPr id="98307" name="Group 38">
            <a:extLst>
              <a:ext uri="{FF2B5EF4-FFF2-40B4-BE49-F238E27FC236}">
                <a16:creationId xmlns:a16="http://schemas.microsoft.com/office/drawing/2014/main" id="{4441A349-4459-2BD7-12E1-609080A7E913}"/>
              </a:ext>
            </a:extLst>
          </p:cNvPr>
          <p:cNvGrpSpPr>
            <a:grpSpLocks/>
          </p:cNvGrpSpPr>
          <p:nvPr/>
        </p:nvGrpSpPr>
        <p:grpSpPr bwMode="auto">
          <a:xfrm>
            <a:off x="6702425" y="1863725"/>
            <a:ext cx="3570288" cy="3005138"/>
            <a:chOff x="5106384" y="1864427"/>
            <a:chExt cx="3571830" cy="3004457"/>
          </a:xfrm>
        </p:grpSpPr>
        <p:sp>
          <p:nvSpPr>
            <p:cNvPr id="1027" name="AutoShape 3">
              <a:extLst>
                <a:ext uri="{FF2B5EF4-FFF2-40B4-BE49-F238E27FC236}">
                  <a16:creationId xmlns:a16="http://schemas.microsoft.com/office/drawing/2014/main" id="{78F24DBA-A068-444D-AEE7-94B949D57E32}"/>
                </a:ext>
              </a:extLst>
            </p:cNvPr>
            <p:cNvSpPr>
              <a:spLocks noChangeArrowheads="1"/>
            </p:cNvSpPr>
            <p:nvPr/>
          </p:nvSpPr>
          <p:spPr bwMode="auto">
            <a:xfrm rot="5435204">
              <a:off x="6101540" y="1863475"/>
              <a:ext cx="480904" cy="482808"/>
            </a:xfrm>
            <a:prstGeom prst="triangle">
              <a:avLst>
                <a:gd name="adj" fmla="val 50000"/>
              </a:avLst>
            </a:prstGeom>
            <a:solidFill>
              <a:schemeClr val="accent1"/>
            </a:solidFill>
            <a:ln w="19050">
              <a:solidFill>
                <a:srgbClr val="000000"/>
              </a:solidFill>
              <a:miter lim="800000"/>
              <a:headEnd/>
              <a:tailEnd/>
            </a:ln>
          </p:spPr>
          <p:txBody>
            <a:bodyPr/>
            <a:lstStyle/>
            <a:p>
              <a:pPr eaLnBrk="1" hangingPunct="1">
                <a:defRPr/>
              </a:pPr>
              <a:endParaRPr lang="en-GB" sz="1600" dirty="0">
                <a:cs typeface="Arial" charset="0"/>
              </a:endParaRPr>
            </a:p>
          </p:txBody>
        </p:sp>
        <p:cxnSp>
          <p:nvCxnSpPr>
            <p:cNvPr id="98310" name="AutoShape 4">
              <a:extLst>
                <a:ext uri="{FF2B5EF4-FFF2-40B4-BE49-F238E27FC236}">
                  <a16:creationId xmlns:a16="http://schemas.microsoft.com/office/drawing/2014/main" id="{BB72477A-8828-68C1-4595-A8851D100379}"/>
                </a:ext>
              </a:extLst>
            </p:cNvPr>
            <p:cNvCxnSpPr>
              <a:cxnSpLocks noChangeShapeType="1"/>
            </p:cNvCxnSpPr>
            <p:nvPr/>
          </p:nvCxnSpPr>
          <p:spPr bwMode="auto">
            <a:xfrm>
              <a:off x="5406687" y="2091425"/>
              <a:ext cx="69353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98311" name="AutoShape 5">
              <a:extLst>
                <a:ext uri="{FF2B5EF4-FFF2-40B4-BE49-F238E27FC236}">
                  <a16:creationId xmlns:a16="http://schemas.microsoft.com/office/drawing/2014/main" id="{C8BD9692-0298-DCC1-A72A-FF0ABF6B71BC}"/>
                </a:ext>
              </a:extLst>
            </p:cNvPr>
            <p:cNvCxnSpPr>
              <a:cxnSpLocks noChangeShapeType="1"/>
            </p:cNvCxnSpPr>
            <p:nvPr/>
          </p:nvCxnSpPr>
          <p:spPr bwMode="auto">
            <a:xfrm>
              <a:off x="6583413" y="2103310"/>
              <a:ext cx="69353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030" name="Text Box 6">
              <a:extLst>
                <a:ext uri="{FF2B5EF4-FFF2-40B4-BE49-F238E27FC236}">
                  <a16:creationId xmlns:a16="http://schemas.microsoft.com/office/drawing/2014/main" id="{CDE0F02D-E30D-42C5-B876-CDC8F35161C4}"/>
                </a:ext>
              </a:extLst>
            </p:cNvPr>
            <p:cNvSpPr txBox="1">
              <a:spLocks noChangeArrowheads="1"/>
            </p:cNvSpPr>
            <p:nvPr/>
          </p:nvSpPr>
          <p:spPr bwMode="auto">
            <a:xfrm>
              <a:off x="5106384" y="1899344"/>
              <a:ext cx="830622" cy="601527"/>
            </a:xfrm>
            <a:prstGeom prst="rect">
              <a:avLst/>
            </a:prstGeom>
            <a:noFill/>
            <a:ln w="9525">
              <a:noFill/>
              <a:miter lim="800000"/>
              <a:headEnd/>
              <a:tailEnd/>
            </a:ln>
          </p:spPr>
          <p:txBody>
            <a:bodyPr/>
            <a:lstStyle/>
            <a:p>
              <a:pPr>
                <a:spcAft>
                  <a:spcPts val="1000"/>
                </a:spcAft>
                <a:defRPr/>
              </a:pPr>
              <a:r>
                <a:rPr lang="en-US" sz="1600" dirty="0"/>
                <a:t>a</a:t>
              </a:r>
            </a:p>
          </p:txBody>
        </p:sp>
        <p:sp>
          <p:nvSpPr>
            <p:cNvPr id="1031" name="Text Box 7">
              <a:extLst>
                <a:ext uri="{FF2B5EF4-FFF2-40B4-BE49-F238E27FC236}">
                  <a16:creationId xmlns:a16="http://schemas.microsoft.com/office/drawing/2014/main" id="{5CDB8D79-B53D-47E2-B87B-ACC9B8CB3033}"/>
                </a:ext>
              </a:extLst>
            </p:cNvPr>
            <p:cNvSpPr txBox="1">
              <a:spLocks noChangeArrowheads="1"/>
            </p:cNvSpPr>
            <p:nvPr/>
          </p:nvSpPr>
          <p:spPr bwMode="auto">
            <a:xfrm>
              <a:off x="7277434" y="1864427"/>
              <a:ext cx="830621" cy="601527"/>
            </a:xfrm>
            <a:prstGeom prst="rect">
              <a:avLst/>
            </a:prstGeom>
            <a:noFill/>
            <a:ln w="9525">
              <a:noFill/>
              <a:miter lim="800000"/>
              <a:headEnd/>
              <a:tailEnd/>
            </a:ln>
          </p:spPr>
          <p:txBody>
            <a:bodyPr/>
            <a:lstStyle/>
            <a:p>
              <a:pPr>
                <a:spcAft>
                  <a:spcPts val="1000"/>
                </a:spcAft>
                <a:defRPr/>
              </a:pPr>
              <a:r>
                <a:rPr lang="en-US" sz="1600"/>
                <a:t>y</a:t>
              </a:r>
            </a:p>
          </p:txBody>
        </p:sp>
        <p:cxnSp>
          <p:nvCxnSpPr>
            <p:cNvPr id="98314" name="AutoShape 8">
              <a:extLst>
                <a:ext uri="{FF2B5EF4-FFF2-40B4-BE49-F238E27FC236}">
                  <a16:creationId xmlns:a16="http://schemas.microsoft.com/office/drawing/2014/main" id="{DFF02484-EBDF-BA9E-47AF-E38B4A06E29A}"/>
                </a:ext>
              </a:extLst>
            </p:cNvPr>
            <p:cNvCxnSpPr>
              <a:cxnSpLocks noChangeShapeType="1"/>
            </p:cNvCxnSpPr>
            <p:nvPr/>
          </p:nvCxnSpPr>
          <p:spPr bwMode="auto">
            <a:xfrm>
              <a:off x="5358367" y="3095684"/>
              <a:ext cx="693530" cy="1188"/>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98315" name="AutoShape 9">
              <a:extLst>
                <a:ext uri="{FF2B5EF4-FFF2-40B4-BE49-F238E27FC236}">
                  <a16:creationId xmlns:a16="http://schemas.microsoft.com/office/drawing/2014/main" id="{939471A1-9FC7-29BA-DCDF-D6ACC5671460}"/>
                </a:ext>
              </a:extLst>
            </p:cNvPr>
            <p:cNvCxnSpPr>
              <a:cxnSpLocks noChangeShapeType="1"/>
            </p:cNvCxnSpPr>
            <p:nvPr/>
          </p:nvCxnSpPr>
          <p:spPr bwMode="auto">
            <a:xfrm flipV="1">
              <a:off x="6057581" y="2626237"/>
              <a:ext cx="201806" cy="47182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98316" name="AutoShape 10">
              <a:extLst>
                <a:ext uri="{FF2B5EF4-FFF2-40B4-BE49-F238E27FC236}">
                  <a16:creationId xmlns:a16="http://schemas.microsoft.com/office/drawing/2014/main" id="{9004CBEE-A39A-0BFA-94B0-5173702B093B}"/>
                </a:ext>
              </a:extLst>
            </p:cNvPr>
            <p:cNvCxnSpPr>
              <a:cxnSpLocks noChangeShapeType="1"/>
            </p:cNvCxnSpPr>
            <p:nvPr/>
          </p:nvCxnSpPr>
          <p:spPr bwMode="auto">
            <a:xfrm>
              <a:off x="6239491" y="2626237"/>
              <a:ext cx="2336399"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98317" name="AutoShape 11">
              <a:extLst>
                <a:ext uri="{FF2B5EF4-FFF2-40B4-BE49-F238E27FC236}">
                  <a16:creationId xmlns:a16="http://schemas.microsoft.com/office/drawing/2014/main" id="{E02229C7-65EB-096F-8E5F-0255AE947AB6}"/>
                </a:ext>
              </a:extLst>
            </p:cNvPr>
            <p:cNvCxnSpPr>
              <a:cxnSpLocks noChangeShapeType="1"/>
            </p:cNvCxnSpPr>
            <p:nvPr/>
          </p:nvCxnSpPr>
          <p:spPr bwMode="auto">
            <a:xfrm>
              <a:off x="5346998" y="2630991"/>
              <a:ext cx="693530" cy="1188"/>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98318" name="AutoShape 12">
              <a:extLst>
                <a:ext uri="{FF2B5EF4-FFF2-40B4-BE49-F238E27FC236}">
                  <a16:creationId xmlns:a16="http://schemas.microsoft.com/office/drawing/2014/main" id="{873C65CE-60C9-30D3-5B60-EDE53A3F85EA}"/>
                </a:ext>
              </a:extLst>
            </p:cNvPr>
            <p:cNvCxnSpPr>
              <a:cxnSpLocks noChangeShapeType="1"/>
            </p:cNvCxnSpPr>
            <p:nvPr/>
          </p:nvCxnSpPr>
          <p:spPr bwMode="auto">
            <a:xfrm>
              <a:off x="6040527" y="2626237"/>
              <a:ext cx="198963" cy="47182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98319" name="AutoShape 13">
              <a:extLst>
                <a:ext uri="{FF2B5EF4-FFF2-40B4-BE49-F238E27FC236}">
                  <a16:creationId xmlns:a16="http://schemas.microsoft.com/office/drawing/2014/main" id="{1D040CC6-F55C-C1FC-0D15-E830DF777187}"/>
                </a:ext>
              </a:extLst>
            </p:cNvPr>
            <p:cNvCxnSpPr>
              <a:cxnSpLocks noChangeShapeType="1"/>
            </p:cNvCxnSpPr>
            <p:nvPr/>
          </p:nvCxnSpPr>
          <p:spPr bwMode="auto">
            <a:xfrm>
              <a:off x="6239491" y="3098061"/>
              <a:ext cx="2336399"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038" name="Text Box 14">
              <a:extLst>
                <a:ext uri="{FF2B5EF4-FFF2-40B4-BE49-F238E27FC236}">
                  <a16:creationId xmlns:a16="http://schemas.microsoft.com/office/drawing/2014/main" id="{F4FB40BC-3D84-415F-81A0-C018A496266C}"/>
                </a:ext>
              </a:extLst>
            </p:cNvPr>
            <p:cNvSpPr txBox="1">
              <a:spLocks noChangeArrowheads="1"/>
            </p:cNvSpPr>
            <p:nvPr/>
          </p:nvSpPr>
          <p:spPr bwMode="auto">
            <a:xfrm>
              <a:off x="5165147" y="2632603"/>
              <a:ext cx="832209" cy="601527"/>
            </a:xfrm>
            <a:prstGeom prst="rect">
              <a:avLst/>
            </a:prstGeom>
            <a:noFill/>
            <a:ln w="9525">
              <a:noFill/>
              <a:miter lim="800000"/>
              <a:headEnd/>
              <a:tailEnd/>
            </a:ln>
          </p:spPr>
          <p:txBody>
            <a:bodyPr/>
            <a:lstStyle/>
            <a:p>
              <a:pPr>
                <a:spcAft>
                  <a:spcPts val="1000"/>
                </a:spcAft>
                <a:defRPr/>
              </a:pPr>
              <a:r>
                <a:rPr lang="en-US" sz="1600" dirty="0"/>
                <a:t>a</a:t>
              </a:r>
            </a:p>
          </p:txBody>
        </p:sp>
        <p:cxnSp>
          <p:nvCxnSpPr>
            <p:cNvPr id="98321" name="AutoShape 15">
              <a:extLst>
                <a:ext uri="{FF2B5EF4-FFF2-40B4-BE49-F238E27FC236}">
                  <a16:creationId xmlns:a16="http://schemas.microsoft.com/office/drawing/2014/main" id="{B82E5E5F-8774-9D8C-80E8-2CA7119CCBC6}"/>
                </a:ext>
              </a:extLst>
            </p:cNvPr>
            <p:cNvCxnSpPr>
              <a:cxnSpLocks noChangeShapeType="1"/>
            </p:cNvCxnSpPr>
            <p:nvPr/>
          </p:nvCxnSpPr>
          <p:spPr bwMode="auto">
            <a:xfrm>
              <a:off x="5385369" y="3998923"/>
              <a:ext cx="1288999" cy="1188"/>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98322" name="AutoShape 16">
              <a:extLst>
                <a:ext uri="{FF2B5EF4-FFF2-40B4-BE49-F238E27FC236}">
                  <a16:creationId xmlns:a16="http://schemas.microsoft.com/office/drawing/2014/main" id="{DFA7D3D7-B9B2-E0AF-9D42-7F852DD8B37D}"/>
                </a:ext>
              </a:extLst>
            </p:cNvPr>
            <p:cNvCxnSpPr>
              <a:cxnSpLocks noChangeShapeType="1"/>
            </p:cNvCxnSpPr>
            <p:nvPr/>
          </p:nvCxnSpPr>
          <p:spPr bwMode="auto">
            <a:xfrm flipV="1">
              <a:off x="6671526" y="3517591"/>
              <a:ext cx="201806" cy="47182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98323" name="AutoShape 17">
              <a:extLst>
                <a:ext uri="{FF2B5EF4-FFF2-40B4-BE49-F238E27FC236}">
                  <a16:creationId xmlns:a16="http://schemas.microsoft.com/office/drawing/2014/main" id="{46512664-4668-3A70-D169-388B36754473}"/>
                </a:ext>
              </a:extLst>
            </p:cNvPr>
            <p:cNvCxnSpPr>
              <a:cxnSpLocks noChangeShapeType="1"/>
            </p:cNvCxnSpPr>
            <p:nvPr/>
          </p:nvCxnSpPr>
          <p:spPr bwMode="auto">
            <a:xfrm>
              <a:off x="6853435" y="3517591"/>
              <a:ext cx="805802"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98324" name="AutoShape 18">
              <a:extLst>
                <a:ext uri="{FF2B5EF4-FFF2-40B4-BE49-F238E27FC236}">
                  <a16:creationId xmlns:a16="http://schemas.microsoft.com/office/drawing/2014/main" id="{DCAE2A1F-BEF8-EA68-D80F-FD04CE9B497E}"/>
                </a:ext>
              </a:extLst>
            </p:cNvPr>
            <p:cNvCxnSpPr>
              <a:cxnSpLocks noChangeShapeType="1"/>
            </p:cNvCxnSpPr>
            <p:nvPr/>
          </p:nvCxnSpPr>
          <p:spPr bwMode="auto">
            <a:xfrm>
              <a:off x="5385369" y="3534230"/>
              <a:ext cx="1288999" cy="1188"/>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98325" name="AutoShape 19">
              <a:extLst>
                <a:ext uri="{FF2B5EF4-FFF2-40B4-BE49-F238E27FC236}">
                  <a16:creationId xmlns:a16="http://schemas.microsoft.com/office/drawing/2014/main" id="{B02EA980-D55F-A78F-EC15-6C67078264E6}"/>
                </a:ext>
              </a:extLst>
            </p:cNvPr>
            <p:cNvCxnSpPr>
              <a:cxnSpLocks noChangeShapeType="1"/>
            </p:cNvCxnSpPr>
            <p:nvPr/>
          </p:nvCxnSpPr>
          <p:spPr bwMode="auto">
            <a:xfrm>
              <a:off x="6654472" y="3517591"/>
              <a:ext cx="198963" cy="47182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98326" name="AutoShape 20">
              <a:extLst>
                <a:ext uri="{FF2B5EF4-FFF2-40B4-BE49-F238E27FC236}">
                  <a16:creationId xmlns:a16="http://schemas.microsoft.com/office/drawing/2014/main" id="{1E4D936D-E862-A367-75F1-961017E3ED1D}"/>
                </a:ext>
              </a:extLst>
            </p:cNvPr>
            <p:cNvCxnSpPr>
              <a:cxnSpLocks noChangeShapeType="1"/>
            </p:cNvCxnSpPr>
            <p:nvPr/>
          </p:nvCxnSpPr>
          <p:spPr bwMode="auto">
            <a:xfrm>
              <a:off x="6853435" y="3989415"/>
              <a:ext cx="805802"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045" name="Text Box 21">
              <a:extLst>
                <a:ext uri="{FF2B5EF4-FFF2-40B4-BE49-F238E27FC236}">
                  <a16:creationId xmlns:a16="http://schemas.microsoft.com/office/drawing/2014/main" id="{C18F09BC-CD8A-4493-BB8E-1B7D3B51B244}"/>
                </a:ext>
              </a:extLst>
            </p:cNvPr>
            <p:cNvSpPr txBox="1">
              <a:spLocks noChangeArrowheads="1"/>
            </p:cNvSpPr>
            <p:nvPr/>
          </p:nvSpPr>
          <p:spPr bwMode="auto">
            <a:xfrm>
              <a:off x="5169911" y="3522989"/>
              <a:ext cx="832209" cy="599939"/>
            </a:xfrm>
            <a:prstGeom prst="rect">
              <a:avLst/>
            </a:prstGeom>
            <a:noFill/>
            <a:ln w="9525">
              <a:noFill/>
              <a:miter lim="800000"/>
              <a:headEnd/>
              <a:tailEnd/>
            </a:ln>
          </p:spPr>
          <p:txBody>
            <a:bodyPr/>
            <a:lstStyle/>
            <a:p>
              <a:pPr>
                <a:spcAft>
                  <a:spcPts val="1000"/>
                </a:spcAft>
                <a:defRPr/>
              </a:pPr>
              <a:r>
                <a:rPr lang="en-US" sz="1600" dirty="0"/>
                <a:t>y</a:t>
              </a:r>
            </a:p>
          </p:txBody>
        </p:sp>
        <p:cxnSp>
          <p:nvCxnSpPr>
            <p:cNvPr id="98328" name="AutoShape 22">
              <a:extLst>
                <a:ext uri="{FF2B5EF4-FFF2-40B4-BE49-F238E27FC236}">
                  <a16:creationId xmlns:a16="http://schemas.microsoft.com/office/drawing/2014/main" id="{27B5EEF4-AC94-3C42-7A45-9B0B1CCEA9FD}"/>
                </a:ext>
              </a:extLst>
            </p:cNvPr>
            <p:cNvCxnSpPr>
              <a:cxnSpLocks noChangeShapeType="1"/>
            </p:cNvCxnSpPr>
            <p:nvPr/>
          </p:nvCxnSpPr>
          <p:spPr bwMode="auto">
            <a:xfrm flipV="1">
              <a:off x="7670606" y="3517591"/>
              <a:ext cx="201806" cy="47182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98329" name="AutoShape 23">
              <a:extLst>
                <a:ext uri="{FF2B5EF4-FFF2-40B4-BE49-F238E27FC236}">
                  <a16:creationId xmlns:a16="http://schemas.microsoft.com/office/drawing/2014/main" id="{6CA1F26F-5B7D-BB36-E047-27BD6CFD5C59}"/>
                </a:ext>
              </a:extLst>
            </p:cNvPr>
            <p:cNvCxnSpPr>
              <a:cxnSpLocks noChangeShapeType="1"/>
            </p:cNvCxnSpPr>
            <p:nvPr/>
          </p:nvCxnSpPr>
          <p:spPr bwMode="auto">
            <a:xfrm>
              <a:off x="7653552" y="3517591"/>
              <a:ext cx="198963" cy="471823"/>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98330" name="AutoShape 24">
              <a:extLst>
                <a:ext uri="{FF2B5EF4-FFF2-40B4-BE49-F238E27FC236}">
                  <a16:creationId xmlns:a16="http://schemas.microsoft.com/office/drawing/2014/main" id="{6013CF64-03CC-8612-1F49-5E8817DE9829}"/>
                </a:ext>
              </a:extLst>
            </p:cNvPr>
            <p:cNvCxnSpPr>
              <a:cxnSpLocks noChangeShapeType="1"/>
            </p:cNvCxnSpPr>
            <p:nvPr/>
          </p:nvCxnSpPr>
          <p:spPr bwMode="auto">
            <a:xfrm>
              <a:off x="7872412" y="3517591"/>
              <a:ext cx="805802"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98331" name="AutoShape 25">
              <a:extLst>
                <a:ext uri="{FF2B5EF4-FFF2-40B4-BE49-F238E27FC236}">
                  <a16:creationId xmlns:a16="http://schemas.microsoft.com/office/drawing/2014/main" id="{F3CCD809-D124-C685-AA4E-36986ECC3E22}"/>
                </a:ext>
              </a:extLst>
            </p:cNvPr>
            <p:cNvCxnSpPr>
              <a:cxnSpLocks noChangeShapeType="1"/>
            </p:cNvCxnSpPr>
            <p:nvPr/>
          </p:nvCxnSpPr>
          <p:spPr bwMode="auto">
            <a:xfrm>
              <a:off x="7852516" y="3989415"/>
              <a:ext cx="805802"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050" name="Freeform 26">
              <a:extLst>
                <a:ext uri="{FF2B5EF4-FFF2-40B4-BE49-F238E27FC236}">
                  <a16:creationId xmlns:a16="http://schemas.microsoft.com/office/drawing/2014/main" id="{A8DC89FD-65DF-4B6D-BD86-A2283B0F3352}"/>
                </a:ext>
              </a:extLst>
            </p:cNvPr>
            <p:cNvSpPr>
              <a:spLocks/>
            </p:cNvSpPr>
            <p:nvPr/>
          </p:nvSpPr>
          <p:spPr bwMode="auto">
            <a:xfrm>
              <a:off x="6164116" y="2875436"/>
              <a:ext cx="563806" cy="918954"/>
            </a:xfrm>
            <a:custGeom>
              <a:avLst/>
              <a:gdLst/>
              <a:ahLst/>
              <a:cxnLst>
                <a:cxn ang="0">
                  <a:pos x="0" y="0"/>
                </a:cxn>
                <a:cxn ang="0">
                  <a:pos x="340" y="176"/>
                </a:cxn>
                <a:cxn ang="0">
                  <a:pos x="232" y="675"/>
                </a:cxn>
                <a:cxn ang="0">
                  <a:pos x="530" y="765"/>
                </a:cxn>
              </a:cxnLst>
              <a:rect l="0" t="0" r="r" b="b"/>
              <a:pathLst>
                <a:path w="530" h="773">
                  <a:moveTo>
                    <a:pt x="0" y="0"/>
                  </a:moveTo>
                  <a:cubicBezTo>
                    <a:pt x="150" y="32"/>
                    <a:pt x="301" y="64"/>
                    <a:pt x="340" y="176"/>
                  </a:cubicBezTo>
                  <a:cubicBezTo>
                    <a:pt x="379" y="288"/>
                    <a:pt x="200" y="577"/>
                    <a:pt x="232" y="675"/>
                  </a:cubicBezTo>
                  <a:cubicBezTo>
                    <a:pt x="264" y="773"/>
                    <a:pt x="480" y="750"/>
                    <a:pt x="530" y="765"/>
                  </a:cubicBezTo>
                </a:path>
              </a:pathLst>
            </a:custGeom>
            <a:noFill/>
            <a:ln w="28575">
              <a:solidFill>
                <a:srgbClr val="FF0000"/>
              </a:solidFill>
              <a:round/>
              <a:headEnd/>
              <a:tailEnd type="triangle" w="med" len="med"/>
            </a:ln>
          </p:spPr>
          <p:txBody>
            <a:bodyPr/>
            <a:lstStyle/>
            <a:p>
              <a:pPr eaLnBrk="1" hangingPunct="1">
                <a:defRPr/>
              </a:pPr>
              <a:endParaRPr lang="en-GB" sz="1600">
                <a:cs typeface="Arial" charset="0"/>
              </a:endParaRPr>
            </a:p>
          </p:txBody>
        </p:sp>
        <p:sp>
          <p:nvSpPr>
            <p:cNvPr id="1051" name="Freeform 27">
              <a:extLst>
                <a:ext uri="{FF2B5EF4-FFF2-40B4-BE49-F238E27FC236}">
                  <a16:creationId xmlns:a16="http://schemas.microsoft.com/office/drawing/2014/main" id="{97543BD2-1A0A-4541-A136-8D648E498F80}"/>
                </a:ext>
              </a:extLst>
            </p:cNvPr>
            <p:cNvSpPr>
              <a:spLocks/>
            </p:cNvSpPr>
            <p:nvPr/>
          </p:nvSpPr>
          <p:spPr bwMode="auto">
            <a:xfrm>
              <a:off x="6164116" y="2832583"/>
              <a:ext cx="1531011" cy="984027"/>
            </a:xfrm>
            <a:custGeom>
              <a:avLst/>
              <a:gdLst/>
              <a:ahLst/>
              <a:cxnLst>
                <a:cxn ang="0">
                  <a:pos x="0" y="37"/>
                </a:cxn>
                <a:cxn ang="0">
                  <a:pos x="607" y="112"/>
                </a:cxn>
                <a:cxn ang="0">
                  <a:pos x="783" y="712"/>
                </a:cxn>
                <a:cxn ang="0">
                  <a:pos x="1060" y="810"/>
                </a:cxn>
              </a:cxnLst>
              <a:rect l="0" t="0" r="r" b="b"/>
              <a:pathLst>
                <a:path w="1060" h="828">
                  <a:moveTo>
                    <a:pt x="0" y="37"/>
                  </a:moveTo>
                  <a:cubicBezTo>
                    <a:pt x="238" y="18"/>
                    <a:pt x="477" y="0"/>
                    <a:pt x="607" y="112"/>
                  </a:cubicBezTo>
                  <a:cubicBezTo>
                    <a:pt x="737" y="224"/>
                    <a:pt x="708" y="596"/>
                    <a:pt x="783" y="712"/>
                  </a:cubicBezTo>
                  <a:cubicBezTo>
                    <a:pt x="858" y="828"/>
                    <a:pt x="1014" y="794"/>
                    <a:pt x="1060" y="810"/>
                  </a:cubicBezTo>
                </a:path>
              </a:pathLst>
            </a:custGeom>
            <a:noFill/>
            <a:ln w="28575">
              <a:solidFill>
                <a:srgbClr val="0000CC"/>
              </a:solidFill>
              <a:round/>
              <a:headEnd/>
              <a:tailEnd type="triangle" w="med" len="med"/>
            </a:ln>
          </p:spPr>
          <p:txBody>
            <a:bodyPr/>
            <a:lstStyle/>
            <a:p>
              <a:pPr eaLnBrk="1" hangingPunct="1">
                <a:defRPr/>
              </a:pPr>
              <a:endParaRPr lang="en-GB" sz="1600">
                <a:cs typeface="Arial" charset="0"/>
              </a:endParaRPr>
            </a:p>
          </p:txBody>
        </p:sp>
        <p:cxnSp>
          <p:nvCxnSpPr>
            <p:cNvPr id="98334" name="AutoShape 28">
              <a:extLst>
                <a:ext uri="{FF2B5EF4-FFF2-40B4-BE49-F238E27FC236}">
                  <a16:creationId xmlns:a16="http://schemas.microsoft.com/office/drawing/2014/main" id="{073B7309-7D19-3FA4-D6B4-C05A8D4BCC05}"/>
                </a:ext>
              </a:extLst>
            </p:cNvPr>
            <p:cNvCxnSpPr>
              <a:cxnSpLocks noChangeShapeType="1"/>
            </p:cNvCxnSpPr>
            <p:nvPr/>
          </p:nvCxnSpPr>
          <p:spPr bwMode="auto">
            <a:xfrm>
              <a:off x="6164169" y="2554929"/>
              <a:ext cx="0" cy="222363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8335" name="AutoShape 29">
              <a:extLst>
                <a:ext uri="{FF2B5EF4-FFF2-40B4-BE49-F238E27FC236}">
                  <a16:creationId xmlns:a16="http://schemas.microsoft.com/office/drawing/2014/main" id="{F2B20F85-16CA-50DC-0B69-50B9CA5B3E6A}"/>
                </a:ext>
              </a:extLst>
            </p:cNvPr>
            <p:cNvCxnSpPr>
              <a:cxnSpLocks noChangeShapeType="1"/>
            </p:cNvCxnSpPr>
            <p:nvPr/>
          </p:nvCxnSpPr>
          <p:spPr bwMode="auto">
            <a:xfrm>
              <a:off x="6749690" y="3490257"/>
              <a:ext cx="0" cy="94364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8336" name="AutoShape 30">
              <a:extLst>
                <a:ext uri="{FF2B5EF4-FFF2-40B4-BE49-F238E27FC236}">
                  <a16:creationId xmlns:a16="http://schemas.microsoft.com/office/drawing/2014/main" id="{0BF5EC47-33A7-7D1B-90A3-9D0F8B1E48FE}"/>
                </a:ext>
              </a:extLst>
            </p:cNvPr>
            <p:cNvCxnSpPr>
              <a:cxnSpLocks noChangeShapeType="1"/>
            </p:cNvCxnSpPr>
            <p:nvPr/>
          </p:nvCxnSpPr>
          <p:spPr bwMode="auto">
            <a:xfrm>
              <a:off x="7755876" y="3486691"/>
              <a:ext cx="0" cy="121224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8337" name="AutoShape 31">
              <a:extLst>
                <a:ext uri="{FF2B5EF4-FFF2-40B4-BE49-F238E27FC236}">
                  <a16:creationId xmlns:a16="http://schemas.microsoft.com/office/drawing/2014/main" id="{D0B964AF-9AED-85AE-DD4E-E580746DFFAC}"/>
                </a:ext>
              </a:extLst>
            </p:cNvPr>
            <p:cNvCxnSpPr>
              <a:cxnSpLocks noChangeShapeType="1"/>
            </p:cNvCxnSpPr>
            <p:nvPr/>
          </p:nvCxnSpPr>
          <p:spPr bwMode="auto">
            <a:xfrm>
              <a:off x="6753953" y="4241371"/>
              <a:ext cx="564203" cy="0"/>
            </a:xfrm>
            <a:prstGeom prst="straightConnector1">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cxnSp>
        <p:cxnSp>
          <p:nvCxnSpPr>
            <p:cNvPr id="98338" name="AutoShape 32">
              <a:extLst>
                <a:ext uri="{FF2B5EF4-FFF2-40B4-BE49-F238E27FC236}">
                  <a16:creationId xmlns:a16="http://schemas.microsoft.com/office/drawing/2014/main" id="{0AA5E7C4-F349-D8FD-925A-A9A835C85051}"/>
                </a:ext>
              </a:extLst>
            </p:cNvPr>
            <p:cNvCxnSpPr>
              <a:cxnSpLocks noChangeShapeType="1"/>
            </p:cNvCxnSpPr>
            <p:nvPr/>
          </p:nvCxnSpPr>
          <p:spPr bwMode="auto">
            <a:xfrm>
              <a:off x="6159905" y="4587216"/>
              <a:ext cx="402190" cy="0"/>
            </a:xfrm>
            <a:prstGeom prst="straightConnector1">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cxnSp>
        <p:cxnSp>
          <p:nvCxnSpPr>
            <p:cNvPr id="98339" name="AutoShape 33">
              <a:extLst>
                <a:ext uri="{FF2B5EF4-FFF2-40B4-BE49-F238E27FC236}">
                  <a16:creationId xmlns:a16="http://schemas.microsoft.com/office/drawing/2014/main" id="{B916AFA4-8C35-59C2-4260-82DF28FEE66C}"/>
                </a:ext>
              </a:extLst>
            </p:cNvPr>
            <p:cNvCxnSpPr>
              <a:cxnSpLocks noChangeShapeType="1"/>
            </p:cNvCxnSpPr>
            <p:nvPr/>
          </p:nvCxnSpPr>
          <p:spPr bwMode="auto">
            <a:xfrm>
              <a:off x="5568700" y="4241371"/>
              <a:ext cx="564203"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58" name="Text Box 34">
              <a:extLst>
                <a:ext uri="{FF2B5EF4-FFF2-40B4-BE49-F238E27FC236}">
                  <a16:creationId xmlns:a16="http://schemas.microsoft.com/office/drawing/2014/main" id="{AC36FD9C-C3CE-49A4-8369-1B5741702E8D}"/>
                </a:ext>
              </a:extLst>
            </p:cNvPr>
            <p:cNvSpPr txBox="1">
              <a:spLocks noChangeArrowheads="1"/>
            </p:cNvSpPr>
            <p:nvPr/>
          </p:nvSpPr>
          <p:spPr bwMode="auto">
            <a:xfrm>
              <a:off x="6149822" y="3999131"/>
              <a:ext cx="832209" cy="434876"/>
            </a:xfrm>
            <a:prstGeom prst="rect">
              <a:avLst/>
            </a:prstGeom>
            <a:noFill/>
            <a:ln w="9525">
              <a:noFill/>
              <a:miter lim="800000"/>
              <a:headEnd/>
              <a:tailEnd/>
            </a:ln>
          </p:spPr>
          <p:txBody>
            <a:bodyPr/>
            <a:lstStyle/>
            <a:p>
              <a:pPr>
                <a:spcAft>
                  <a:spcPts val="1000"/>
                </a:spcAft>
                <a:defRPr/>
              </a:pPr>
              <a:r>
                <a:rPr lang="en-US" sz="1600" dirty="0" err="1"/>
                <a:t>tcd</a:t>
              </a:r>
              <a:endParaRPr lang="en-US" sz="1600" dirty="0"/>
            </a:p>
          </p:txBody>
        </p:sp>
        <p:cxnSp>
          <p:nvCxnSpPr>
            <p:cNvPr id="98341" name="AutoShape 35">
              <a:extLst>
                <a:ext uri="{FF2B5EF4-FFF2-40B4-BE49-F238E27FC236}">
                  <a16:creationId xmlns:a16="http://schemas.microsoft.com/office/drawing/2014/main" id="{B2081A08-4BEA-209F-0A55-C487B0168C74}"/>
                </a:ext>
              </a:extLst>
            </p:cNvPr>
            <p:cNvCxnSpPr>
              <a:cxnSpLocks noChangeShapeType="1"/>
            </p:cNvCxnSpPr>
            <p:nvPr/>
          </p:nvCxnSpPr>
          <p:spPr bwMode="auto">
            <a:xfrm>
              <a:off x="7319578" y="4587216"/>
              <a:ext cx="40219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60" name="Text Box 36">
              <a:extLst>
                <a:ext uri="{FF2B5EF4-FFF2-40B4-BE49-F238E27FC236}">
                  <a16:creationId xmlns:a16="http://schemas.microsoft.com/office/drawing/2014/main" id="{A9B3796C-8BE2-4690-B24B-9A7DC6798665}"/>
                </a:ext>
              </a:extLst>
            </p:cNvPr>
            <p:cNvSpPr txBox="1">
              <a:spLocks noChangeArrowheads="1"/>
            </p:cNvSpPr>
            <p:nvPr/>
          </p:nvSpPr>
          <p:spPr bwMode="auto">
            <a:xfrm>
              <a:off x="6562751" y="4434008"/>
              <a:ext cx="830621" cy="434876"/>
            </a:xfrm>
            <a:prstGeom prst="rect">
              <a:avLst/>
            </a:prstGeom>
            <a:noFill/>
            <a:ln w="9525">
              <a:noFill/>
              <a:miter lim="800000"/>
              <a:headEnd/>
              <a:tailEnd/>
            </a:ln>
          </p:spPr>
          <p:txBody>
            <a:bodyPr/>
            <a:lstStyle/>
            <a:p>
              <a:pPr>
                <a:spcAft>
                  <a:spcPts val="1000"/>
                </a:spcAft>
                <a:defRPr/>
              </a:pPr>
              <a:r>
                <a:rPr lang="en-US" sz="1600"/>
                <a:t>tpd</a:t>
              </a:r>
            </a:p>
          </p:txBody>
        </p:sp>
      </p:grpSp>
      <p:sp>
        <p:nvSpPr>
          <p:cNvPr id="98308" name="TextBox 37">
            <a:extLst>
              <a:ext uri="{FF2B5EF4-FFF2-40B4-BE49-F238E27FC236}">
                <a16:creationId xmlns:a16="http://schemas.microsoft.com/office/drawing/2014/main" id="{396B4216-D2DC-2443-A646-7DA91CA83BA2}"/>
              </a:ext>
            </a:extLst>
          </p:cNvPr>
          <p:cNvSpPr txBox="1">
            <a:spLocks noChangeArrowheads="1"/>
          </p:cNvSpPr>
          <p:nvPr/>
        </p:nvSpPr>
        <p:spPr bwMode="auto">
          <a:xfrm>
            <a:off x="1785939" y="1436689"/>
            <a:ext cx="4903787"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800" b="0">
                <a:solidFill>
                  <a:srgbClr val="0066FF"/>
                </a:solidFill>
              </a:rPr>
              <a:t>The propagation delay </a:t>
            </a:r>
            <a:r>
              <a:rPr lang="en-GB" altLang="en-US" sz="1800">
                <a:solidFill>
                  <a:srgbClr val="0066FF"/>
                </a:solidFill>
              </a:rPr>
              <a:t> </a:t>
            </a:r>
            <a:r>
              <a:rPr lang="en-GB" altLang="en-US" sz="1800"/>
              <a:t>tpd  </a:t>
            </a:r>
            <a:r>
              <a:rPr lang="en-GB" altLang="en-US" sz="1800" b="0"/>
              <a:t>is the maximum time from when an input changes until the output or outputs reach their final value. </a:t>
            </a:r>
          </a:p>
          <a:p>
            <a:pPr eaLnBrk="1" hangingPunct="1"/>
            <a:r>
              <a:rPr lang="en-GB" altLang="en-US" sz="1800" b="0">
                <a:solidFill>
                  <a:srgbClr val="0066FF"/>
                </a:solidFill>
              </a:rPr>
              <a:t>The contamination delay </a:t>
            </a:r>
            <a:r>
              <a:rPr lang="en-GB" altLang="en-US" sz="1800"/>
              <a:t>tcd</a:t>
            </a:r>
            <a:r>
              <a:rPr lang="en-GB" altLang="en-US" sz="1800" b="0"/>
              <a:t> is the minimum time from when an input changes until any output starts to change its value.</a:t>
            </a:r>
          </a:p>
          <a:p>
            <a:pPr eaLnBrk="1" hangingPunct="1"/>
            <a:r>
              <a:rPr lang="en-GB" altLang="en-US" sz="1800" b="0">
                <a:solidFill>
                  <a:srgbClr val="0066FF"/>
                </a:solidFill>
              </a:rPr>
              <a:t>Causes of delays</a:t>
            </a:r>
            <a:endParaRPr lang="ru-RU" altLang="en-US" sz="1800" b="0">
              <a:solidFill>
                <a:srgbClr val="0066FF"/>
              </a:solidFill>
            </a:endParaRPr>
          </a:p>
          <a:p>
            <a:pPr eaLnBrk="1" hangingPunct="1">
              <a:buFont typeface="Arial" panose="020B0604020202020204" pitchFamily="34" charset="0"/>
              <a:buChar char="•"/>
            </a:pPr>
            <a:r>
              <a:rPr lang="ru-RU" altLang="en-US" sz="1800" b="0"/>
              <a:t> </a:t>
            </a:r>
            <a:r>
              <a:rPr lang="en-GB" altLang="en-US" sz="1800" b="0"/>
              <a:t>time required to</a:t>
            </a:r>
            <a:r>
              <a:rPr lang="ru-RU" altLang="en-US" sz="1800" b="0"/>
              <a:t> </a:t>
            </a:r>
            <a:r>
              <a:rPr lang="en-GB" altLang="en-US" sz="1800" b="0"/>
              <a:t>charge the capacitance in a circuit</a:t>
            </a:r>
            <a:endParaRPr lang="ru-RU" altLang="en-US" sz="1800" b="0"/>
          </a:p>
          <a:p>
            <a:pPr eaLnBrk="1" hangingPunct="1">
              <a:buFont typeface="Arial" panose="020B0604020202020204" pitchFamily="34" charset="0"/>
              <a:buChar char="•"/>
            </a:pPr>
            <a:r>
              <a:rPr lang="en-US" altLang="en-US" sz="1800" b="0"/>
              <a:t> </a:t>
            </a:r>
            <a:r>
              <a:rPr lang="en-GB" altLang="en-US" sz="1800" b="0"/>
              <a:t>Different rising and falling delays</a:t>
            </a:r>
          </a:p>
          <a:p>
            <a:pPr eaLnBrk="1" hangingPunct="1">
              <a:buFont typeface="Arial" panose="020B0604020202020204" pitchFamily="34" charset="0"/>
              <a:buChar char="•"/>
            </a:pPr>
            <a:r>
              <a:rPr lang="en-GB" altLang="en-US" sz="1800" b="0"/>
              <a:t> Multiple inputs and outputs, some of which are faster than others</a:t>
            </a:r>
          </a:p>
          <a:p>
            <a:pPr eaLnBrk="1" hangingPunct="1">
              <a:buFont typeface="Arial" panose="020B0604020202020204" pitchFamily="34" charset="0"/>
              <a:buChar char="•"/>
            </a:pPr>
            <a:r>
              <a:rPr lang="en-GB" altLang="en-US" sz="1800" b="0"/>
              <a:t> Circuits slowing down when hot and speeding up when cold</a:t>
            </a:r>
            <a:r>
              <a:rPr lang="ru-RU" altLang="en-US" sz="1800" b="0"/>
              <a:t>.</a:t>
            </a:r>
            <a:endParaRPr lang="en-GB"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6283BD7E-56CA-D58B-DF78-E781D87B8053}"/>
              </a:ext>
            </a:extLst>
          </p:cNvPr>
          <p:cNvSpPr>
            <a:spLocks noGrp="1" noChangeArrowheads="1"/>
          </p:cNvSpPr>
          <p:nvPr>
            <p:ph type="title"/>
          </p:nvPr>
        </p:nvSpPr>
        <p:spPr>
          <a:xfrm>
            <a:off x="-1" y="183402"/>
            <a:ext cx="11612880" cy="704088"/>
          </a:xfrm>
        </p:spPr>
        <p:txBody>
          <a:bodyPr/>
          <a:lstStyle/>
          <a:p>
            <a:r>
              <a:rPr lang="en-US" altLang="en-US"/>
              <a:t>Critical   Path</a:t>
            </a:r>
            <a:endParaRPr lang="en-GB" altLang="en-US"/>
          </a:p>
        </p:txBody>
      </p:sp>
      <p:grpSp>
        <p:nvGrpSpPr>
          <p:cNvPr id="99331" name="Group 3">
            <a:extLst>
              <a:ext uri="{FF2B5EF4-FFF2-40B4-BE49-F238E27FC236}">
                <a16:creationId xmlns:a16="http://schemas.microsoft.com/office/drawing/2014/main" id="{3A301AAA-872D-648F-23DD-9757AEB65E48}"/>
              </a:ext>
            </a:extLst>
          </p:cNvPr>
          <p:cNvGrpSpPr>
            <a:grpSpLocks/>
          </p:cNvGrpSpPr>
          <p:nvPr/>
        </p:nvGrpSpPr>
        <p:grpSpPr bwMode="auto">
          <a:xfrm>
            <a:off x="3351214" y="2020889"/>
            <a:ext cx="498475" cy="541337"/>
            <a:chOff x="10260" y="7044"/>
            <a:chExt cx="544" cy="510"/>
          </a:xfrm>
        </p:grpSpPr>
        <p:sp>
          <p:nvSpPr>
            <p:cNvPr id="1028" name="AutoShape 4">
              <a:extLst>
                <a:ext uri="{FF2B5EF4-FFF2-40B4-BE49-F238E27FC236}">
                  <a16:creationId xmlns:a16="http://schemas.microsoft.com/office/drawing/2014/main" id="{BF0A884A-9B48-41BE-902F-004CEE46FB45}"/>
                </a:ext>
              </a:extLst>
            </p:cNvPr>
            <p:cNvSpPr>
              <a:spLocks noChangeArrowheads="1"/>
            </p:cNvSpPr>
            <p:nvPr/>
          </p:nvSpPr>
          <p:spPr bwMode="auto">
            <a:xfrm flipH="1">
              <a:off x="10260" y="7044"/>
              <a:ext cx="454" cy="510"/>
            </a:xfrm>
            <a:prstGeom prst="moon">
              <a:avLst>
                <a:gd name="adj" fmla="val 84819"/>
              </a:avLst>
            </a:prstGeom>
            <a:noFill/>
            <a:ln w="28575">
              <a:solidFill>
                <a:srgbClr val="000000"/>
              </a:solidFill>
              <a:miter lim="800000"/>
              <a:headEnd/>
              <a:tailEnd/>
            </a:ln>
          </p:spPr>
          <p:txBody>
            <a:bodyPr anchor="ctr"/>
            <a:lstStyle/>
            <a:p>
              <a:pPr eaLnBrk="1" hangingPunct="1">
                <a:defRPr/>
              </a:pPr>
              <a:endParaRPr lang="en-GB">
                <a:cs typeface="Arial" charset="0"/>
              </a:endParaRPr>
            </a:p>
          </p:txBody>
        </p:sp>
        <p:sp>
          <p:nvSpPr>
            <p:cNvPr id="1029" name="AutoShape 5">
              <a:extLst>
                <a:ext uri="{FF2B5EF4-FFF2-40B4-BE49-F238E27FC236}">
                  <a16:creationId xmlns:a16="http://schemas.microsoft.com/office/drawing/2014/main" id="{FCF0085C-A12A-461A-958C-4F07A4ED18C9}"/>
                </a:ext>
              </a:extLst>
            </p:cNvPr>
            <p:cNvSpPr>
              <a:spLocks noChangeArrowheads="1"/>
            </p:cNvSpPr>
            <p:nvPr/>
          </p:nvSpPr>
          <p:spPr bwMode="auto">
            <a:xfrm flipH="1">
              <a:off x="10350" y="7044"/>
              <a:ext cx="454" cy="510"/>
            </a:xfrm>
            <a:prstGeom prst="moon">
              <a:avLst>
                <a:gd name="adj" fmla="val 84819"/>
              </a:avLst>
            </a:prstGeom>
            <a:solidFill>
              <a:srgbClr val="FFFFFF"/>
            </a:solidFill>
            <a:ln w="28575">
              <a:solidFill>
                <a:srgbClr val="000000"/>
              </a:solidFill>
              <a:miter lim="800000"/>
              <a:headEnd/>
              <a:tailEnd/>
            </a:ln>
          </p:spPr>
          <p:txBody>
            <a:bodyPr anchor="ctr"/>
            <a:lstStyle/>
            <a:p>
              <a:pPr eaLnBrk="1" hangingPunct="1">
                <a:defRPr/>
              </a:pPr>
              <a:endParaRPr lang="en-GB">
                <a:cs typeface="Arial" charset="0"/>
              </a:endParaRPr>
            </a:p>
          </p:txBody>
        </p:sp>
      </p:grpSp>
      <p:cxnSp>
        <p:nvCxnSpPr>
          <p:cNvPr id="99332" name="AutoShape 6">
            <a:extLst>
              <a:ext uri="{FF2B5EF4-FFF2-40B4-BE49-F238E27FC236}">
                <a16:creationId xmlns:a16="http://schemas.microsoft.com/office/drawing/2014/main" id="{B09057A6-34D0-4546-C21B-61DEBF958D5B}"/>
              </a:ext>
            </a:extLst>
          </p:cNvPr>
          <p:cNvCxnSpPr>
            <a:cxnSpLocks noChangeShapeType="1"/>
          </p:cNvCxnSpPr>
          <p:nvPr/>
        </p:nvCxnSpPr>
        <p:spPr bwMode="auto">
          <a:xfrm>
            <a:off x="3113088" y="2147888"/>
            <a:ext cx="27305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99333" name="AutoShape 7">
            <a:extLst>
              <a:ext uri="{FF2B5EF4-FFF2-40B4-BE49-F238E27FC236}">
                <a16:creationId xmlns:a16="http://schemas.microsoft.com/office/drawing/2014/main" id="{9D3B4B47-0A31-5620-67CD-97044D05EF3E}"/>
              </a:ext>
            </a:extLst>
          </p:cNvPr>
          <p:cNvCxnSpPr>
            <a:cxnSpLocks noChangeShapeType="1"/>
          </p:cNvCxnSpPr>
          <p:nvPr/>
        </p:nvCxnSpPr>
        <p:spPr bwMode="auto">
          <a:xfrm>
            <a:off x="3114675" y="2414588"/>
            <a:ext cx="274638"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9334" name="AutoShape 8">
            <a:extLst>
              <a:ext uri="{FF2B5EF4-FFF2-40B4-BE49-F238E27FC236}">
                <a16:creationId xmlns:a16="http://schemas.microsoft.com/office/drawing/2014/main" id="{54E00272-CF7F-7F28-5F60-C3FE4508040D}"/>
              </a:ext>
            </a:extLst>
          </p:cNvPr>
          <p:cNvCxnSpPr>
            <a:cxnSpLocks noChangeShapeType="1"/>
          </p:cNvCxnSpPr>
          <p:nvPr/>
        </p:nvCxnSpPr>
        <p:spPr bwMode="auto">
          <a:xfrm>
            <a:off x="3849688" y="2274888"/>
            <a:ext cx="285750" cy="0"/>
          </a:xfrm>
          <a:prstGeom prst="straightConnector1">
            <a:avLst/>
          </a:prstGeom>
          <a:noFill/>
          <a:ln w="38100">
            <a:solidFill>
              <a:srgbClr val="0066FF"/>
            </a:solidFill>
            <a:round/>
            <a:headEnd/>
            <a:tailEnd/>
          </a:ln>
          <a:extLst>
            <a:ext uri="{909E8E84-426E-40DD-AFC4-6F175D3DCCD1}">
              <a14:hiddenFill xmlns:a14="http://schemas.microsoft.com/office/drawing/2010/main">
                <a:noFill/>
              </a14:hiddenFill>
            </a:ext>
          </a:extLst>
        </p:spPr>
      </p:cxnSp>
      <p:cxnSp>
        <p:nvCxnSpPr>
          <p:cNvPr id="99335" name="AutoShape 9">
            <a:extLst>
              <a:ext uri="{FF2B5EF4-FFF2-40B4-BE49-F238E27FC236}">
                <a16:creationId xmlns:a16="http://schemas.microsoft.com/office/drawing/2014/main" id="{BEA301B6-ADD1-D3A9-5FAB-3B34E00B12F5}"/>
              </a:ext>
            </a:extLst>
          </p:cNvPr>
          <p:cNvCxnSpPr>
            <a:cxnSpLocks noChangeShapeType="1"/>
          </p:cNvCxnSpPr>
          <p:nvPr/>
        </p:nvCxnSpPr>
        <p:spPr bwMode="auto">
          <a:xfrm>
            <a:off x="4129088" y="2274888"/>
            <a:ext cx="0" cy="360362"/>
          </a:xfrm>
          <a:prstGeom prst="straightConnector1">
            <a:avLst/>
          </a:prstGeom>
          <a:noFill/>
          <a:ln w="38100">
            <a:solidFill>
              <a:srgbClr val="0066FF"/>
            </a:solidFill>
            <a:round/>
            <a:headEnd/>
            <a:tailEnd/>
          </a:ln>
          <a:extLst>
            <a:ext uri="{909E8E84-426E-40DD-AFC4-6F175D3DCCD1}">
              <a14:hiddenFill xmlns:a14="http://schemas.microsoft.com/office/drawing/2010/main">
                <a:noFill/>
              </a14:hiddenFill>
            </a:ext>
          </a:extLst>
        </p:spPr>
      </p:cxnSp>
      <p:grpSp>
        <p:nvGrpSpPr>
          <p:cNvPr id="99336" name="Group 10">
            <a:extLst>
              <a:ext uri="{FF2B5EF4-FFF2-40B4-BE49-F238E27FC236}">
                <a16:creationId xmlns:a16="http://schemas.microsoft.com/office/drawing/2014/main" id="{7DF47371-D6FD-FA67-2198-33180B9A4097}"/>
              </a:ext>
            </a:extLst>
          </p:cNvPr>
          <p:cNvGrpSpPr>
            <a:grpSpLocks/>
          </p:cNvGrpSpPr>
          <p:nvPr/>
        </p:nvGrpSpPr>
        <p:grpSpPr bwMode="auto">
          <a:xfrm>
            <a:off x="4332289" y="2482850"/>
            <a:ext cx="498475" cy="539750"/>
            <a:chOff x="10260" y="7044"/>
            <a:chExt cx="544" cy="510"/>
          </a:xfrm>
        </p:grpSpPr>
        <p:sp>
          <p:nvSpPr>
            <p:cNvPr id="1035" name="AutoShape 11">
              <a:extLst>
                <a:ext uri="{FF2B5EF4-FFF2-40B4-BE49-F238E27FC236}">
                  <a16:creationId xmlns:a16="http://schemas.microsoft.com/office/drawing/2014/main" id="{82CEFAE5-9DEE-4221-BDB4-EB78D18DE04F}"/>
                </a:ext>
              </a:extLst>
            </p:cNvPr>
            <p:cNvSpPr>
              <a:spLocks noChangeArrowheads="1"/>
            </p:cNvSpPr>
            <p:nvPr/>
          </p:nvSpPr>
          <p:spPr bwMode="auto">
            <a:xfrm flipH="1">
              <a:off x="10260" y="7044"/>
              <a:ext cx="454" cy="510"/>
            </a:xfrm>
            <a:prstGeom prst="moon">
              <a:avLst>
                <a:gd name="adj" fmla="val 84819"/>
              </a:avLst>
            </a:prstGeom>
            <a:noFill/>
            <a:ln w="28575">
              <a:solidFill>
                <a:srgbClr val="000000"/>
              </a:solidFill>
              <a:miter lim="800000"/>
              <a:headEnd/>
              <a:tailEnd/>
            </a:ln>
          </p:spPr>
          <p:txBody>
            <a:bodyPr anchor="ctr"/>
            <a:lstStyle/>
            <a:p>
              <a:pPr eaLnBrk="1" hangingPunct="1">
                <a:defRPr/>
              </a:pPr>
              <a:endParaRPr lang="en-GB">
                <a:cs typeface="Arial" charset="0"/>
              </a:endParaRPr>
            </a:p>
          </p:txBody>
        </p:sp>
        <p:sp>
          <p:nvSpPr>
            <p:cNvPr id="1036" name="AutoShape 12">
              <a:extLst>
                <a:ext uri="{FF2B5EF4-FFF2-40B4-BE49-F238E27FC236}">
                  <a16:creationId xmlns:a16="http://schemas.microsoft.com/office/drawing/2014/main" id="{BA655DCD-6324-4BA2-8807-2E6C5DA8673A}"/>
                </a:ext>
              </a:extLst>
            </p:cNvPr>
            <p:cNvSpPr>
              <a:spLocks noChangeArrowheads="1"/>
            </p:cNvSpPr>
            <p:nvPr/>
          </p:nvSpPr>
          <p:spPr bwMode="auto">
            <a:xfrm flipH="1">
              <a:off x="10350" y="7044"/>
              <a:ext cx="454" cy="510"/>
            </a:xfrm>
            <a:prstGeom prst="moon">
              <a:avLst>
                <a:gd name="adj" fmla="val 84819"/>
              </a:avLst>
            </a:prstGeom>
            <a:solidFill>
              <a:srgbClr val="FFFFFF"/>
            </a:solidFill>
            <a:ln w="28575">
              <a:solidFill>
                <a:srgbClr val="000000"/>
              </a:solidFill>
              <a:miter lim="800000"/>
              <a:headEnd/>
              <a:tailEnd/>
            </a:ln>
          </p:spPr>
          <p:txBody>
            <a:bodyPr anchor="ctr"/>
            <a:lstStyle/>
            <a:p>
              <a:pPr eaLnBrk="1" hangingPunct="1">
                <a:defRPr/>
              </a:pPr>
              <a:endParaRPr lang="en-GB">
                <a:cs typeface="Arial" charset="0"/>
              </a:endParaRPr>
            </a:p>
          </p:txBody>
        </p:sp>
      </p:grpSp>
      <p:cxnSp>
        <p:nvCxnSpPr>
          <p:cNvPr id="99337" name="AutoShape 13">
            <a:extLst>
              <a:ext uri="{FF2B5EF4-FFF2-40B4-BE49-F238E27FC236}">
                <a16:creationId xmlns:a16="http://schemas.microsoft.com/office/drawing/2014/main" id="{384AC064-58DF-D38F-7B5F-A060989D5411}"/>
              </a:ext>
            </a:extLst>
          </p:cNvPr>
          <p:cNvCxnSpPr>
            <a:cxnSpLocks noChangeShapeType="1"/>
          </p:cNvCxnSpPr>
          <p:nvPr/>
        </p:nvCxnSpPr>
        <p:spPr bwMode="auto">
          <a:xfrm>
            <a:off x="4113213" y="2636838"/>
            <a:ext cx="260350" cy="0"/>
          </a:xfrm>
          <a:prstGeom prst="straightConnector1">
            <a:avLst/>
          </a:prstGeom>
          <a:noFill/>
          <a:ln w="38100">
            <a:solidFill>
              <a:srgbClr val="0066FF"/>
            </a:solidFill>
            <a:round/>
            <a:headEnd/>
            <a:tailEnd/>
          </a:ln>
          <a:extLst>
            <a:ext uri="{909E8E84-426E-40DD-AFC4-6F175D3DCCD1}">
              <a14:hiddenFill xmlns:a14="http://schemas.microsoft.com/office/drawing/2010/main">
                <a:noFill/>
              </a14:hiddenFill>
            </a:ext>
          </a:extLst>
        </p:spPr>
      </p:cxnSp>
      <p:cxnSp>
        <p:nvCxnSpPr>
          <p:cNvPr id="99338" name="AutoShape 14">
            <a:extLst>
              <a:ext uri="{FF2B5EF4-FFF2-40B4-BE49-F238E27FC236}">
                <a16:creationId xmlns:a16="http://schemas.microsoft.com/office/drawing/2014/main" id="{BD2250A3-7B17-7157-C73F-4F29ABB40313}"/>
              </a:ext>
            </a:extLst>
          </p:cNvPr>
          <p:cNvCxnSpPr>
            <a:cxnSpLocks noChangeShapeType="1"/>
          </p:cNvCxnSpPr>
          <p:nvPr/>
        </p:nvCxnSpPr>
        <p:spPr bwMode="auto">
          <a:xfrm>
            <a:off x="3186114" y="2863850"/>
            <a:ext cx="1189037"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9339" name="AutoShape 15">
            <a:extLst>
              <a:ext uri="{FF2B5EF4-FFF2-40B4-BE49-F238E27FC236}">
                <a16:creationId xmlns:a16="http://schemas.microsoft.com/office/drawing/2014/main" id="{AE178DAF-3274-B258-504C-4879424CC345}"/>
              </a:ext>
            </a:extLst>
          </p:cNvPr>
          <p:cNvCxnSpPr>
            <a:cxnSpLocks noChangeShapeType="1"/>
          </p:cNvCxnSpPr>
          <p:nvPr/>
        </p:nvCxnSpPr>
        <p:spPr bwMode="auto">
          <a:xfrm>
            <a:off x="4830763" y="2736850"/>
            <a:ext cx="258762" cy="0"/>
          </a:xfrm>
          <a:prstGeom prst="straightConnector1">
            <a:avLst/>
          </a:prstGeom>
          <a:noFill/>
          <a:ln w="38100">
            <a:solidFill>
              <a:srgbClr val="0066FF"/>
            </a:solidFill>
            <a:round/>
            <a:headEnd/>
            <a:tailEnd/>
          </a:ln>
          <a:extLst>
            <a:ext uri="{909E8E84-426E-40DD-AFC4-6F175D3DCCD1}">
              <a14:hiddenFill xmlns:a14="http://schemas.microsoft.com/office/drawing/2010/main">
                <a:noFill/>
              </a14:hiddenFill>
            </a:ext>
          </a:extLst>
        </p:spPr>
      </p:cxnSp>
      <p:cxnSp>
        <p:nvCxnSpPr>
          <p:cNvPr id="99340" name="AutoShape 16">
            <a:extLst>
              <a:ext uri="{FF2B5EF4-FFF2-40B4-BE49-F238E27FC236}">
                <a16:creationId xmlns:a16="http://schemas.microsoft.com/office/drawing/2014/main" id="{A6AACDBF-FADE-4FA2-D5E4-7F860A4E3AAA}"/>
              </a:ext>
            </a:extLst>
          </p:cNvPr>
          <p:cNvCxnSpPr>
            <a:cxnSpLocks noChangeShapeType="1"/>
          </p:cNvCxnSpPr>
          <p:nvPr/>
        </p:nvCxnSpPr>
        <p:spPr bwMode="auto">
          <a:xfrm>
            <a:off x="5095875" y="2736851"/>
            <a:ext cx="0" cy="360363"/>
          </a:xfrm>
          <a:prstGeom prst="straightConnector1">
            <a:avLst/>
          </a:prstGeom>
          <a:noFill/>
          <a:ln w="38100">
            <a:solidFill>
              <a:srgbClr val="0066FF"/>
            </a:solidFill>
            <a:round/>
            <a:headEnd/>
            <a:tailEnd/>
          </a:ln>
          <a:extLst>
            <a:ext uri="{909E8E84-426E-40DD-AFC4-6F175D3DCCD1}">
              <a14:hiddenFill xmlns:a14="http://schemas.microsoft.com/office/drawing/2010/main">
                <a:noFill/>
              </a14:hiddenFill>
            </a:ext>
          </a:extLst>
        </p:spPr>
      </p:cxnSp>
      <p:grpSp>
        <p:nvGrpSpPr>
          <p:cNvPr id="99341" name="Group 17">
            <a:extLst>
              <a:ext uri="{FF2B5EF4-FFF2-40B4-BE49-F238E27FC236}">
                <a16:creationId xmlns:a16="http://schemas.microsoft.com/office/drawing/2014/main" id="{6277C1C7-B681-0D33-FB34-E7AE9D8FD9B8}"/>
              </a:ext>
            </a:extLst>
          </p:cNvPr>
          <p:cNvGrpSpPr>
            <a:grpSpLocks/>
          </p:cNvGrpSpPr>
          <p:nvPr/>
        </p:nvGrpSpPr>
        <p:grpSpPr bwMode="auto">
          <a:xfrm>
            <a:off x="5302251" y="2959100"/>
            <a:ext cx="500063" cy="541338"/>
            <a:chOff x="10260" y="7044"/>
            <a:chExt cx="544" cy="510"/>
          </a:xfrm>
        </p:grpSpPr>
        <p:sp>
          <p:nvSpPr>
            <p:cNvPr id="1042" name="AutoShape 18">
              <a:extLst>
                <a:ext uri="{FF2B5EF4-FFF2-40B4-BE49-F238E27FC236}">
                  <a16:creationId xmlns:a16="http://schemas.microsoft.com/office/drawing/2014/main" id="{DBA50298-3886-474D-87A5-44DE7ED1B5FE}"/>
                </a:ext>
              </a:extLst>
            </p:cNvPr>
            <p:cNvSpPr>
              <a:spLocks noChangeArrowheads="1"/>
            </p:cNvSpPr>
            <p:nvPr/>
          </p:nvSpPr>
          <p:spPr bwMode="auto">
            <a:xfrm flipH="1">
              <a:off x="10260" y="7044"/>
              <a:ext cx="454" cy="510"/>
            </a:xfrm>
            <a:prstGeom prst="moon">
              <a:avLst>
                <a:gd name="adj" fmla="val 84819"/>
              </a:avLst>
            </a:prstGeom>
            <a:noFill/>
            <a:ln w="28575">
              <a:solidFill>
                <a:srgbClr val="000000"/>
              </a:solidFill>
              <a:miter lim="800000"/>
              <a:headEnd/>
              <a:tailEnd/>
            </a:ln>
          </p:spPr>
          <p:txBody>
            <a:bodyPr anchor="ctr"/>
            <a:lstStyle/>
            <a:p>
              <a:pPr eaLnBrk="1" hangingPunct="1">
                <a:defRPr/>
              </a:pPr>
              <a:endParaRPr lang="en-GB">
                <a:cs typeface="Arial" charset="0"/>
              </a:endParaRPr>
            </a:p>
          </p:txBody>
        </p:sp>
        <p:sp>
          <p:nvSpPr>
            <p:cNvPr id="1043" name="AutoShape 19">
              <a:extLst>
                <a:ext uri="{FF2B5EF4-FFF2-40B4-BE49-F238E27FC236}">
                  <a16:creationId xmlns:a16="http://schemas.microsoft.com/office/drawing/2014/main" id="{4DBAB0A0-D11C-49B6-8703-6275922925FF}"/>
                </a:ext>
              </a:extLst>
            </p:cNvPr>
            <p:cNvSpPr>
              <a:spLocks noChangeArrowheads="1"/>
            </p:cNvSpPr>
            <p:nvPr/>
          </p:nvSpPr>
          <p:spPr bwMode="auto">
            <a:xfrm flipH="1">
              <a:off x="10350" y="7044"/>
              <a:ext cx="454" cy="510"/>
            </a:xfrm>
            <a:prstGeom prst="moon">
              <a:avLst>
                <a:gd name="adj" fmla="val 84819"/>
              </a:avLst>
            </a:prstGeom>
            <a:solidFill>
              <a:srgbClr val="FFFFFF"/>
            </a:solidFill>
            <a:ln w="28575">
              <a:solidFill>
                <a:srgbClr val="000000"/>
              </a:solidFill>
              <a:miter lim="800000"/>
              <a:headEnd/>
              <a:tailEnd/>
            </a:ln>
          </p:spPr>
          <p:txBody>
            <a:bodyPr anchor="ctr"/>
            <a:lstStyle/>
            <a:p>
              <a:pPr eaLnBrk="1" hangingPunct="1">
                <a:defRPr/>
              </a:pPr>
              <a:endParaRPr lang="en-GB">
                <a:cs typeface="Arial" charset="0"/>
              </a:endParaRPr>
            </a:p>
          </p:txBody>
        </p:sp>
      </p:grpSp>
      <p:cxnSp>
        <p:nvCxnSpPr>
          <p:cNvPr id="99342" name="AutoShape 20">
            <a:extLst>
              <a:ext uri="{FF2B5EF4-FFF2-40B4-BE49-F238E27FC236}">
                <a16:creationId xmlns:a16="http://schemas.microsoft.com/office/drawing/2014/main" id="{DA9AC435-22BF-4F0F-D271-AFE58A6F9B22}"/>
              </a:ext>
            </a:extLst>
          </p:cNvPr>
          <p:cNvCxnSpPr>
            <a:cxnSpLocks noChangeShapeType="1"/>
          </p:cNvCxnSpPr>
          <p:nvPr/>
        </p:nvCxnSpPr>
        <p:spPr bwMode="auto">
          <a:xfrm>
            <a:off x="5095875" y="3086100"/>
            <a:ext cx="260350" cy="0"/>
          </a:xfrm>
          <a:prstGeom prst="straightConnector1">
            <a:avLst/>
          </a:prstGeom>
          <a:noFill/>
          <a:ln w="38100">
            <a:solidFill>
              <a:srgbClr val="0066FF"/>
            </a:solidFill>
            <a:round/>
            <a:headEnd/>
            <a:tailEnd/>
          </a:ln>
          <a:extLst>
            <a:ext uri="{909E8E84-426E-40DD-AFC4-6F175D3DCCD1}">
              <a14:hiddenFill xmlns:a14="http://schemas.microsoft.com/office/drawing/2010/main">
                <a:noFill/>
              </a14:hiddenFill>
            </a:ext>
          </a:extLst>
        </p:spPr>
      </p:cxnSp>
      <p:cxnSp>
        <p:nvCxnSpPr>
          <p:cNvPr id="99343" name="AutoShape 21">
            <a:extLst>
              <a:ext uri="{FF2B5EF4-FFF2-40B4-BE49-F238E27FC236}">
                <a16:creationId xmlns:a16="http://schemas.microsoft.com/office/drawing/2014/main" id="{20BF16BA-032B-352A-8CB3-56F9C0495FB9}"/>
              </a:ext>
            </a:extLst>
          </p:cNvPr>
          <p:cNvCxnSpPr>
            <a:cxnSpLocks noChangeShapeType="1"/>
          </p:cNvCxnSpPr>
          <p:nvPr/>
        </p:nvCxnSpPr>
        <p:spPr bwMode="auto">
          <a:xfrm>
            <a:off x="3138488" y="3341688"/>
            <a:ext cx="2195512"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99344" name="AutoShape 22">
            <a:extLst>
              <a:ext uri="{FF2B5EF4-FFF2-40B4-BE49-F238E27FC236}">
                <a16:creationId xmlns:a16="http://schemas.microsoft.com/office/drawing/2014/main" id="{D82122EE-D0DC-C5A0-92E0-B8D497AE3183}"/>
              </a:ext>
            </a:extLst>
          </p:cNvPr>
          <p:cNvCxnSpPr>
            <a:cxnSpLocks noChangeShapeType="1"/>
          </p:cNvCxnSpPr>
          <p:nvPr/>
        </p:nvCxnSpPr>
        <p:spPr bwMode="auto">
          <a:xfrm>
            <a:off x="5815014" y="3213100"/>
            <a:ext cx="312737"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047" name="Text Box 23">
            <a:extLst>
              <a:ext uri="{FF2B5EF4-FFF2-40B4-BE49-F238E27FC236}">
                <a16:creationId xmlns:a16="http://schemas.microsoft.com/office/drawing/2014/main" id="{DD530B6B-6486-4F15-8ACD-2C4950677457}"/>
              </a:ext>
            </a:extLst>
          </p:cNvPr>
          <p:cNvSpPr txBox="1">
            <a:spLocks noChangeArrowheads="1"/>
          </p:cNvSpPr>
          <p:nvPr/>
        </p:nvSpPr>
        <p:spPr bwMode="auto">
          <a:xfrm>
            <a:off x="2217738" y="1762125"/>
            <a:ext cx="950912" cy="509588"/>
          </a:xfrm>
          <a:prstGeom prst="rect">
            <a:avLst/>
          </a:prstGeom>
          <a:solidFill>
            <a:schemeClr val="accent1">
              <a:lumMod val="20000"/>
              <a:lumOff val="80000"/>
            </a:schemeClr>
          </a:solidFill>
          <a:ln w="9525">
            <a:noFill/>
            <a:miter lim="800000"/>
            <a:headEnd/>
            <a:tailEnd/>
          </a:ln>
        </p:spPr>
        <p:txBody>
          <a:bodyPr/>
          <a:lstStyle/>
          <a:p>
            <a:pPr>
              <a:spcAft>
                <a:spcPts val="1000"/>
              </a:spcAft>
              <a:defRPr/>
            </a:pPr>
            <a:r>
              <a:rPr lang="en-US" dirty="0"/>
              <a:t>a=1</a:t>
            </a:r>
            <a:r>
              <a:rPr lang="en-US" dirty="0">
                <a:sym typeface="Symbol" pitchFamily="18" charset="2"/>
              </a:rPr>
              <a:t></a:t>
            </a:r>
            <a:r>
              <a:rPr lang="en-US" dirty="0"/>
              <a:t>0</a:t>
            </a:r>
          </a:p>
        </p:txBody>
      </p:sp>
      <p:sp>
        <p:nvSpPr>
          <p:cNvPr id="1048" name="Text Box 24">
            <a:extLst>
              <a:ext uri="{FF2B5EF4-FFF2-40B4-BE49-F238E27FC236}">
                <a16:creationId xmlns:a16="http://schemas.microsoft.com/office/drawing/2014/main" id="{3232288E-D863-47D2-8F9B-993599D0297F}"/>
              </a:ext>
            </a:extLst>
          </p:cNvPr>
          <p:cNvSpPr txBox="1">
            <a:spLocks noChangeArrowheads="1"/>
          </p:cNvSpPr>
          <p:nvPr/>
        </p:nvSpPr>
        <p:spPr bwMode="auto">
          <a:xfrm>
            <a:off x="2276475" y="2230439"/>
            <a:ext cx="687388" cy="509587"/>
          </a:xfrm>
          <a:prstGeom prst="rect">
            <a:avLst/>
          </a:prstGeom>
          <a:noFill/>
          <a:ln w="9525">
            <a:noFill/>
            <a:miter lim="800000"/>
            <a:headEnd/>
            <a:tailEnd/>
          </a:ln>
        </p:spPr>
        <p:txBody>
          <a:bodyPr/>
          <a:lstStyle/>
          <a:p>
            <a:pPr>
              <a:spcAft>
                <a:spcPts val="1000"/>
              </a:spcAft>
              <a:defRPr/>
            </a:pPr>
            <a:r>
              <a:rPr lang="en-US" dirty="0"/>
              <a:t>b=0</a:t>
            </a:r>
          </a:p>
        </p:txBody>
      </p:sp>
      <p:sp>
        <p:nvSpPr>
          <p:cNvPr id="1049" name="Text Box 25">
            <a:extLst>
              <a:ext uri="{FF2B5EF4-FFF2-40B4-BE49-F238E27FC236}">
                <a16:creationId xmlns:a16="http://schemas.microsoft.com/office/drawing/2014/main" id="{316379DE-D9A1-4F02-9685-B2270B31764F}"/>
              </a:ext>
            </a:extLst>
          </p:cNvPr>
          <p:cNvSpPr txBox="1">
            <a:spLocks noChangeArrowheads="1"/>
          </p:cNvSpPr>
          <p:nvPr/>
        </p:nvSpPr>
        <p:spPr bwMode="auto">
          <a:xfrm>
            <a:off x="2278064" y="2663825"/>
            <a:ext cx="642937" cy="509588"/>
          </a:xfrm>
          <a:prstGeom prst="rect">
            <a:avLst/>
          </a:prstGeom>
          <a:noFill/>
          <a:ln w="9525">
            <a:noFill/>
            <a:miter lim="800000"/>
            <a:headEnd/>
            <a:tailEnd/>
          </a:ln>
        </p:spPr>
        <p:txBody>
          <a:bodyPr/>
          <a:lstStyle/>
          <a:p>
            <a:pPr>
              <a:spcAft>
                <a:spcPts val="1000"/>
              </a:spcAft>
              <a:defRPr/>
            </a:pPr>
            <a:r>
              <a:rPr lang="en-US" dirty="0"/>
              <a:t>c=0</a:t>
            </a:r>
          </a:p>
        </p:txBody>
      </p:sp>
      <p:sp>
        <p:nvSpPr>
          <p:cNvPr id="1050" name="Text Box 26">
            <a:extLst>
              <a:ext uri="{FF2B5EF4-FFF2-40B4-BE49-F238E27FC236}">
                <a16:creationId xmlns:a16="http://schemas.microsoft.com/office/drawing/2014/main" id="{1A7C7464-EAA5-4386-BA4F-70B3E9470A91}"/>
              </a:ext>
            </a:extLst>
          </p:cNvPr>
          <p:cNvSpPr txBox="1">
            <a:spLocks noChangeArrowheads="1"/>
          </p:cNvSpPr>
          <p:nvPr/>
        </p:nvSpPr>
        <p:spPr bwMode="auto">
          <a:xfrm>
            <a:off x="2292350" y="3152775"/>
            <a:ext cx="577850" cy="509588"/>
          </a:xfrm>
          <a:prstGeom prst="rect">
            <a:avLst/>
          </a:prstGeom>
          <a:noFill/>
          <a:ln w="9525">
            <a:noFill/>
            <a:miter lim="800000"/>
            <a:headEnd/>
            <a:tailEnd/>
          </a:ln>
        </p:spPr>
        <p:txBody>
          <a:bodyPr/>
          <a:lstStyle/>
          <a:p>
            <a:pPr>
              <a:spcAft>
                <a:spcPts val="1000"/>
              </a:spcAft>
              <a:defRPr/>
            </a:pPr>
            <a:r>
              <a:rPr lang="en-US" dirty="0"/>
              <a:t>d=0</a:t>
            </a:r>
          </a:p>
        </p:txBody>
      </p:sp>
      <p:sp>
        <p:nvSpPr>
          <p:cNvPr id="1051" name="Text Box 27">
            <a:extLst>
              <a:ext uri="{FF2B5EF4-FFF2-40B4-BE49-F238E27FC236}">
                <a16:creationId xmlns:a16="http://schemas.microsoft.com/office/drawing/2014/main" id="{A57F0060-230B-4D8F-B912-5523E7E71EA1}"/>
              </a:ext>
            </a:extLst>
          </p:cNvPr>
          <p:cNvSpPr txBox="1">
            <a:spLocks noChangeArrowheads="1"/>
          </p:cNvSpPr>
          <p:nvPr/>
        </p:nvSpPr>
        <p:spPr bwMode="auto">
          <a:xfrm>
            <a:off x="6056314" y="3009900"/>
            <a:ext cx="1108075" cy="509588"/>
          </a:xfrm>
          <a:prstGeom prst="rect">
            <a:avLst/>
          </a:prstGeom>
          <a:solidFill>
            <a:schemeClr val="accent1">
              <a:lumMod val="20000"/>
              <a:lumOff val="80000"/>
            </a:schemeClr>
          </a:solidFill>
          <a:ln w="9525">
            <a:noFill/>
            <a:miter lim="800000"/>
            <a:headEnd/>
            <a:tailEnd/>
          </a:ln>
        </p:spPr>
        <p:txBody>
          <a:bodyPr/>
          <a:lstStyle/>
          <a:p>
            <a:pPr>
              <a:spcAft>
                <a:spcPts val="1000"/>
              </a:spcAft>
              <a:defRPr/>
            </a:pPr>
            <a:r>
              <a:rPr lang="en-US" dirty="0"/>
              <a:t>Y=1</a:t>
            </a:r>
            <a:r>
              <a:rPr lang="en-US" dirty="0">
                <a:latin typeface="Arial" charset="0"/>
                <a:sym typeface="Symbol" pitchFamily="18" charset="2"/>
              </a:rPr>
              <a:t></a:t>
            </a:r>
            <a:r>
              <a:rPr lang="en-US" dirty="0">
                <a:latin typeface="Arial" charset="0"/>
              </a:rPr>
              <a:t>0</a:t>
            </a:r>
            <a:endParaRPr lang="en-US" dirty="0"/>
          </a:p>
        </p:txBody>
      </p:sp>
      <p:sp>
        <p:nvSpPr>
          <p:cNvPr id="1052" name="Text Box 28">
            <a:extLst>
              <a:ext uri="{FF2B5EF4-FFF2-40B4-BE49-F238E27FC236}">
                <a16:creationId xmlns:a16="http://schemas.microsoft.com/office/drawing/2014/main" id="{82CB0421-B068-4480-BA69-4F474D5E8AAB}"/>
              </a:ext>
            </a:extLst>
          </p:cNvPr>
          <p:cNvSpPr txBox="1">
            <a:spLocks noChangeArrowheads="1"/>
          </p:cNvSpPr>
          <p:nvPr/>
        </p:nvSpPr>
        <p:spPr bwMode="auto">
          <a:xfrm>
            <a:off x="3867150" y="1944689"/>
            <a:ext cx="522288" cy="428625"/>
          </a:xfrm>
          <a:prstGeom prst="rect">
            <a:avLst/>
          </a:prstGeom>
          <a:noFill/>
          <a:ln w="9525">
            <a:noFill/>
            <a:miter lim="800000"/>
            <a:headEnd/>
            <a:tailEnd/>
          </a:ln>
        </p:spPr>
        <p:txBody>
          <a:bodyPr/>
          <a:lstStyle/>
          <a:p>
            <a:pPr>
              <a:spcAft>
                <a:spcPts val="1000"/>
              </a:spcAft>
              <a:defRPr/>
            </a:pPr>
            <a:r>
              <a:rPr lang="en-US" dirty="0"/>
              <a:t>n1</a:t>
            </a:r>
          </a:p>
        </p:txBody>
      </p:sp>
      <p:sp>
        <p:nvSpPr>
          <p:cNvPr id="1053" name="Text Box 29">
            <a:extLst>
              <a:ext uri="{FF2B5EF4-FFF2-40B4-BE49-F238E27FC236}">
                <a16:creationId xmlns:a16="http://schemas.microsoft.com/office/drawing/2014/main" id="{093ADD92-354A-4B79-B0B3-E0774D4974E7}"/>
              </a:ext>
            </a:extLst>
          </p:cNvPr>
          <p:cNvSpPr txBox="1">
            <a:spLocks noChangeArrowheads="1"/>
          </p:cNvSpPr>
          <p:nvPr/>
        </p:nvSpPr>
        <p:spPr bwMode="auto">
          <a:xfrm>
            <a:off x="4748214" y="2354264"/>
            <a:ext cx="522287" cy="509587"/>
          </a:xfrm>
          <a:prstGeom prst="rect">
            <a:avLst/>
          </a:prstGeom>
          <a:noFill/>
          <a:ln w="9525">
            <a:noFill/>
            <a:miter lim="800000"/>
            <a:headEnd/>
            <a:tailEnd/>
          </a:ln>
        </p:spPr>
        <p:txBody>
          <a:bodyPr/>
          <a:lstStyle/>
          <a:p>
            <a:pPr>
              <a:spcAft>
                <a:spcPts val="1000"/>
              </a:spcAft>
              <a:defRPr/>
            </a:pPr>
            <a:r>
              <a:rPr lang="en-US"/>
              <a:t>n2</a:t>
            </a:r>
          </a:p>
        </p:txBody>
      </p:sp>
      <p:sp>
        <p:nvSpPr>
          <p:cNvPr id="1054" name="Text Box 30">
            <a:extLst>
              <a:ext uri="{FF2B5EF4-FFF2-40B4-BE49-F238E27FC236}">
                <a16:creationId xmlns:a16="http://schemas.microsoft.com/office/drawing/2014/main" id="{3E3BBEB3-5BAF-4A24-B5E3-8EE316D9DC0E}"/>
              </a:ext>
            </a:extLst>
          </p:cNvPr>
          <p:cNvSpPr txBox="1">
            <a:spLocks noChangeArrowheads="1"/>
          </p:cNvSpPr>
          <p:nvPr/>
        </p:nvSpPr>
        <p:spPr bwMode="auto">
          <a:xfrm>
            <a:off x="4581525" y="1822450"/>
            <a:ext cx="1930400" cy="509588"/>
          </a:xfrm>
          <a:prstGeom prst="rect">
            <a:avLst/>
          </a:prstGeom>
          <a:noFill/>
          <a:ln w="9525">
            <a:noFill/>
            <a:miter lim="800000"/>
            <a:headEnd/>
            <a:tailEnd/>
          </a:ln>
        </p:spPr>
        <p:txBody>
          <a:bodyPr/>
          <a:lstStyle/>
          <a:p>
            <a:pPr>
              <a:spcAft>
                <a:spcPts val="1000"/>
              </a:spcAft>
              <a:defRPr/>
            </a:pPr>
            <a:r>
              <a:rPr lang="en-US" dirty="0"/>
              <a:t>Critical path</a:t>
            </a:r>
          </a:p>
        </p:txBody>
      </p:sp>
      <p:cxnSp>
        <p:nvCxnSpPr>
          <p:cNvPr id="99353" name="AutoShape 31">
            <a:extLst>
              <a:ext uri="{FF2B5EF4-FFF2-40B4-BE49-F238E27FC236}">
                <a16:creationId xmlns:a16="http://schemas.microsoft.com/office/drawing/2014/main" id="{D87564BF-7BC5-A8BE-8B4E-85FBAB304D5D}"/>
              </a:ext>
            </a:extLst>
          </p:cNvPr>
          <p:cNvCxnSpPr>
            <a:cxnSpLocks noChangeShapeType="1"/>
          </p:cNvCxnSpPr>
          <p:nvPr/>
        </p:nvCxnSpPr>
        <p:spPr bwMode="auto">
          <a:xfrm flipV="1">
            <a:off x="4168775" y="2019301"/>
            <a:ext cx="490538" cy="250825"/>
          </a:xfrm>
          <a:prstGeom prst="straightConnector1">
            <a:avLst/>
          </a:prstGeom>
          <a:noFill/>
          <a:ln w="28575">
            <a:solidFill>
              <a:srgbClr val="0066FF"/>
            </a:solidFill>
            <a:prstDash val="lgDash"/>
            <a:round/>
            <a:headEnd/>
            <a:tailEnd type="triangle" w="lg" len="lg"/>
          </a:ln>
          <a:extLst>
            <a:ext uri="{909E8E84-426E-40DD-AFC4-6F175D3DCCD1}">
              <a14:hiddenFill xmlns:a14="http://schemas.microsoft.com/office/drawing/2010/main">
                <a:noFill/>
              </a14:hiddenFill>
            </a:ext>
          </a:extLst>
        </p:spPr>
      </p:cxnSp>
      <p:sp>
        <p:nvSpPr>
          <p:cNvPr id="1056" name="Text Box 32">
            <a:extLst>
              <a:ext uri="{FF2B5EF4-FFF2-40B4-BE49-F238E27FC236}">
                <a16:creationId xmlns:a16="http://schemas.microsoft.com/office/drawing/2014/main" id="{6877B1F1-5906-4527-8398-0FD6C9B4CDF3}"/>
              </a:ext>
            </a:extLst>
          </p:cNvPr>
          <p:cNvSpPr txBox="1">
            <a:spLocks noChangeArrowheads="1"/>
          </p:cNvSpPr>
          <p:nvPr/>
        </p:nvSpPr>
        <p:spPr bwMode="auto">
          <a:xfrm>
            <a:off x="7088189" y="1638300"/>
            <a:ext cx="522287" cy="509588"/>
          </a:xfrm>
          <a:prstGeom prst="rect">
            <a:avLst/>
          </a:prstGeom>
          <a:noFill/>
          <a:ln w="9525">
            <a:noFill/>
            <a:miter lim="800000"/>
            <a:headEnd/>
            <a:tailEnd/>
          </a:ln>
        </p:spPr>
        <p:txBody>
          <a:bodyPr/>
          <a:lstStyle/>
          <a:p>
            <a:pPr>
              <a:spcAft>
                <a:spcPts val="1000"/>
              </a:spcAft>
              <a:defRPr/>
            </a:pPr>
            <a:r>
              <a:rPr lang="en-US"/>
              <a:t>a</a:t>
            </a:r>
          </a:p>
        </p:txBody>
      </p:sp>
      <p:cxnSp>
        <p:nvCxnSpPr>
          <p:cNvPr id="99355" name="AutoShape 33">
            <a:extLst>
              <a:ext uri="{FF2B5EF4-FFF2-40B4-BE49-F238E27FC236}">
                <a16:creationId xmlns:a16="http://schemas.microsoft.com/office/drawing/2014/main" id="{9097C237-958E-E00C-A289-AC2BFF04A7C3}"/>
              </a:ext>
            </a:extLst>
          </p:cNvPr>
          <p:cNvCxnSpPr>
            <a:cxnSpLocks noChangeShapeType="1"/>
          </p:cNvCxnSpPr>
          <p:nvPr/>
        </p:nvCxnSpPr>
        <p:spPr bwMode="auto">
          <a:xfrm>
            <a:off x="7431089" y="1862138"/>
            <a:ext cx="312737"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9356" name="AutoShape 34">
            <a:extLst>
              <a:ext uri="{FF2B5EF4-FFF2-40B4-BE49-F238E27FC236}">
                <a16:creationId xmlns:a16="http://schemas.microsoft.com/office/drawing/2014/main" id="{0242AB2B-2D13-252F-9D14-A1279FBA12E1}"/>
              </a:ext>
            </a:extLst>
          </p:cNvPr>
          <p:cNvCxnSpPr>
            <a:cxnSpLocks noChangeShapeType="1"/>
          </p:cNvCxnSpPr>
          <p:nvPr/>
        </p:nvCxnSpPr>
        <p:spPr bwMode="auto">
          <a:xfrm>
            <a:off x="7743826" y="1862139"/>
            <a:ext cx="130175" cy="42068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9357" name="AutoShape 35">
            <a:extLst>
              <a:ext uri="{FF2B5EF4-FFF2-40B4-BE49-F238E27FC236}">
                <a16:creationId xmlns:a16="http://schemas.microsoft.com/office/drawing/2014/main" id="{F86D1D1F-DC16-E484-8624-294DFBC4F3BF}"/>
              </a:ext>
            </a:extLst>
          </p:cNvPr>
          <p:cNvCxnSpPr>
            <a:cxnSpLocks noChangeShapeType="1"/>
          </p:cNvCxnSpPr>
          <p:nvPr/>
        </p:nvCxnSpPr>
        <p:spPr bwMode="auto">
          <a:xfrm>
            <a:off x="7874000" y="2282825"/>
            <a:ext cx="1766888"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1060" name="Text Box 36">
            <a:extLst>
              <a:ext uri="{FF2B5EF4-FFF2-40B4-BE49-F238E27FC236}">
                <a16:creationId xmlns:a16="http://schemas.microsoft.com/office/drawing/2014/main" id="{557A6E4C-FACD-4EB8-9C3B-6614DC903721}"/>
              </a:ext>
            </a:extLst>
          </p:cNvPr>
          <p:cNvSpPr txBox="1">
            <a:spLocks noChangeArrowheads="1"/>
          </p:cNvSpPr>
          <p:nvPr/>
        </p:nvSpPr>
        <p:spPr bwMode="auto">
          <a:xfrm>
            <a:off x="7065964" y="2195514"/>
            <a:ext cx="523875" cy="509587"/>
          </a:xfrm>
          <a:prstGeom prst="rect">
            <a:avLst/>
          </a:prstGeom>
          <a:noFill/>
          <a:ln w="9525">
            <a:noFill/>
            <a:miter lim="800000"/>
            <a:headEnd/>
            <a:tailEnd/>
          </a:ln>
        </p:spPr>
        <p:txBody>
          <a:bodyPr/>
          <a:lstStyle/>
          <a:p>
            <a:pPr>
              <a:spcAft>
                <a:spcPts val="1000"/>
              </a:spcAft>
              <a:defRPr/>
            </a:pPr>
            <a:r>
              <a:rPr lang="en-US"/>
              <a:t>n1</a:t>
            </a:r>
          </a:p>
        </p:txBody>
      </p:sp>
      <p:cxnSp>
        <p:nvCxnSpPr>
          <p:cNvPr id="99359" name="AutoShape 37">
            <a:extLst>
              <a:ext uri="{FF2B5EF4-FFF2-40B4-BE49-F238E27FC236}">
                <a16:creationId xmlns:a16="http://schemas.microsoft.com/office/drawing/2014/main" id="{9B8C596E-6AE8-1E4D-710F-05576BB05EEA}"/>
              </a:ext>
            </a:extLst>
          </p:cNvPr>
          <p:cNvCxnSpPr>
            <a:cxnSpLocks noChangeShapeType="1"/>
          </p:cNvCxnSpPr>
          <p:nvPr/>
        </p:nvCxnSpPr>
        <p:spPr bwMode="auto">
          <a:xfrm>
            <a:off x="7431088" y="2433638"/>
            <a:ext cx="728662"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9360" name="AutoShape 38">
            <a:extLst>
              <a:ext uri="{FF2B5EF4-FFF2-40B4-BE49-F238E27FC236}">
                <a16:creationId xmlns:a16="http://schemas.microsoft.com/office/drawing/2014/main" id="{4A63A90F-B1D4-0470-7C32-29E888B8FDEB}"/>
              </a:ext>
            </a:extLst>
          </p:cNvPr>
          <p:cNvCxnSpPr>
            <a:cxnSpLocks noChangeShapeType="1"/>
          </p:cNvCxnSpPr>
          <p:nvPr/>
        </p:nvCxnSpPr>
        <p:spPr bwMode="auto">
          <a:xfrm>
            <a:off x="8164513" y="2433639"/>
            <a:ext cx="88900" cy="42227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9361" name="AutoShape 39">
            <a:extLst>
              <a:ext uri="{FF2B5EF4-FFF2-40B4-BE49-F238E27FC236}">
                <a16:creationId xmlns:a16="http://schemas.microsoft.com/office/drawing/2014/main" id="{21AEDDC2-65FE-318D-D846-94356F8FCE73}"/>
              </a:ext>
            </a:extLst>
          </p:cNvPr>
          <p:cNvCxnSpPr>
            <a:cxnSpLocks noChangeShapeType="1"/>
          </p:cNvCxnSpPr>
          <p:nvPr/>
        </p:nvCxnSpPr>
        <p:spPr bwMode="auto">
          <a:xfrm>
            <a:off x="8256588" y="2855913"/>
            <a:ext cx="140335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9362" name="AutoShape 40">
            <a:extLst>
              <a:ext uri="{FF2B5EF4-FFF2-40B4-BE49-F238E27FC236}">
                <a16:creationId xmlns:a16="http://schemas.microsoft.com/office/drawing/2014/main" id="{00513E7B-C307-DF49-E04D-5D5F499349C0}"/>
              </a:ext>
            </a:extLst>
          </p:cNvPr>
          <p:cNvCxnSpPr>
            <a:cxnSpLocks noChangeShapeType="1"/>
          </p:cNvCxnSpPr>
          <p:nvPr/>
        </p:nvCxnSpPr>
        <p:spPr bwMode="auto">
          <a:xfrm>
            <a:off x="7431088" y="3006725"/>
            <a:ext cx="109220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9363" name="AutoShape 41">
            <a:extLst>
              <a:ext uri="{FF2B5EF4-FFF2-40B4-BE49-F238E27FC236}">
                <a16:creationId xmlns:a16="http://schemas.microsoft.com/office/drawing/2014/main" id="{136199D3-2C66-1D43-B72B-16D95336E08C}"/>
              </a:ext>
            </a:extLst>
          </p:cNvPr>
          <p:cNvCxnSpPr>
            <a:cxnSpLocks noChangeShapeType="1"/>
          </p:cNvCxnSpPr>
          <p:nvPr/>
        </p:nvCxnSpPr>
        <p:spPr bwMode="auto">
          <a:xfrm>
            <a:off x="8523288" y="3006725"/>
            <a:ext cx="88900" cy="42068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9364" name="AutoShape 42">
            <a:extLst>
              <a:ext uri="{FF2B5EF4-FFF2-40B4-BE49-F238E27FC236}">
                <a16:creationId xmlns:a16="http://schemas.microsoft.com/office/drawing/2014/main" id="{50FB7A6F-87CA-16B3-E773-124E70606D9E}"/>
              </a:ext>
            </a:extLst>
          </p:cNvPr>
          <p:cNvCxnSpPr>
            <a:cxnSpLocks noChangeShapeType="1"/>
          </p:cNvCxnSpPr>
          <p:nvPr/>
        </p:nvCxnSpPr>
        <p:spPr bwMode="auto">
          <a:xfrm>
            <a:off x="8615363" y="3427413"/>
            <a:ext cx="109220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1067" name="Freeform 43">
            <a:extLst>
              <a:ext uri="{FF2B5EF4-FFF2-40B4-BE49-F238E27FC236}">
                <a16:creationId xmlns:a16="http://schemas.microsoft.com/office/drawing/2014/main" id="{55D0B87C-82B9-429F-8653-47558AF74F7E}"/>
              </a:ext>
            </a:extLst>
          </p:cNvPr>
          <p:cNvSpPr>
            <a:spLocks/>
          </p:cNvSpPr>
          <p:nvPr/>
        </p:nvSpPr>
        <p:spPr bwMode="auto">
          <a:xfrm>
            <a:off x="7785100" y="2020889"/>
            <a:ext cx="420688" cy="661987"/>
          </a:xfrm>
          <a:custGeom>
            <a:avLst/>
            <a:gdLst/>
            <a:ahLst/>
            <a:cxnLst>
              <a:cxn ang="0">
                <a:pos x="0" y="30"/>
              </a:cxn>
              <a:cxn ang="0">
                <a:pos x="167" y="105"/>
              </a:cxn>
              <a:cxn ang="0">
                <a:pos x="167" y="660"/>
              </a:cxn>
              <a:cxn ang="0">
                <a:pos x="318" y="750"/>
              </a:cxn>
            </a:cxnLst>
            <a:rect l="0" t="0" r="r" b="b"/>
            <a:pathLst>
              <a:path w="318" h="767">
                <a:moveTo>
                  <a:pt x="0" y="30"/>
                </a:moveTo>
                <a:cubicBezTo>
                  <a:pt x="69" y="15"/>
                  <a:pt x="139" y="0"/>
                  <a:pt x="167" y="105"/>
                </a:cubicBezTo>
                <a:cubicBezTo>
                  <a:pt x="195" y="210"/>
                  <a:pt x="142" y="553"/>
                  <a:pt x="167" y="660"/>
                </a:cubicBezTo>
                <a:cubicBezTo>
                  <a:pt x="192" y="767"/>
                  <a:pt x="293" y="735"/>
                  <a:pt x="318" y="750"/>
                </a:cubicBezTo>
              </a:path>
            </a:pathLst>
          </a:custGeom>
          <a:noFill/>
          <a:ln w="28575">
            <a:solidFill>
              <a:srgbClr val="0066FF"/>
            </a:solidFill>
            <a:round/>
            <a:headEnd/>
            <a:tailEnd type="triangle" w="med" len="med"/>
          </a:ln>
        </p:spPr>
        <p:txBody>
          <a:bodyPr/>
          <a:lstStyle/>
          <a:p>
            <a:pPr eaLnBrk="1" hangingPunct="1">
              <a:defRPr/>
            </a:pPr>
            <a:endParaRPr lang="en-GB" dirty="0">
              <a:solidFill>
                <a:srgbClr val="0066FF"/>
              </a:solidFill>
              <a:cs typeface="Arial" charset="0"/>
            </a:endParaRPr>
          </a:p>
        </p:txBody>
      </p:sp>
      <p:sp>
        <p:nvSpPr>
          <p:cNvPr id="1068" name="Freeform 44">
            <a:extLst>
              <a:ext uri="{FF2B5EF4-FFF2-40B4-BE49-F238E27FC236}">
                <a16:creationId xmlns:a16="http://schemas.microsoft.com/office/drawing/2014/main" id="{3736F7DB-B426-41BE-83BF-131E361EE764}"/>
              </a:ext>
            </a:extLst>
          </p:cNvPr>
          <p:cNvSpPr>
            <a:spLocks/>
          </p:cNvSpPr>
          <p:nvPr/>
        </p:nvSpPr>
        <p:spPr bwMode="auto">
          <a:xfrm>
            <a:off x="8212139" y="2673350"/>
            <a:ext cx="365125" cy="539750"/>
          </a:xfrm>
          <a:custGeom>
            <a:avLst/>
            <a:gdLst/>
            <a:ahLst/>
            <a:cxnLst>
              <a:cxn ang="0">
                <a:pos x="0" y="30"/>
              </a:cxn>
              <a:cxn ang="0">
                <a:pos x="167" y="105"/>
              </a:cxn>
              <a:cxn ang="0">
                <a:pos x="167" y="660"/>
              </a:cxn>
              <a:cxn ang="0">
                <a:pos x="318" y="750"/>
              </a:cxn>
            </a:cxnLst>
            <a:rect l="0" t="0" r="r" b="b"/>
            <a:pathLst>
              <a:path w="318" h="767">
                <a:moveTo>
                  <a:pt x="0" y="30"/>
                </a:moveTo>
                <a:cubicBezTo>
                  <a:pt x="69" y="15"/>
                  <a:pt x="139" y="0"/>
                  <a:pt x="167" y="105"/>
                </a:cubicBezTo>
                <a:cubicBezTo>
                  <a:pt x="195" y="210"/>
                  <a:pt x="142" y="553"/>
                  <a:pt x="167" y="660"/>
                </a:cubicBezTo>
                <a:cubicBezTo>
                  <a:pt x="192" y="767"/>
                  <a:pt x="293" y="735"/>
                  <a:pt x="318" y="750"/>
                </a:cubicBezTo>
              </a:path>
            </a:pathLst>
          </a:custGeom>
          <a:noFill/>
          <a:ln w="28575">
            <a:solidFill>
              <a:srgbClr val="0066FF"/>
            </a:solidFill>
            <a:round/>
            <a:headEnd/>
            <a:tailEnd type="triangle" w="med" len="med"/>
          </a:ln>
        </p:spPr>
        <p:txBody>
          <a:bodyPr/>
          <a:lstStyle/>
          <a:p>
            <a:pPr eaLnBrk="1" hangingPunct="1">
              <a:defRPr/>
            </a:pPr>
            <a:endParaRPr lang="en-GB">
              <a:cs typeface="Arial" charset="0"/>
            </a:endParaRPr>
          </a:p>
        </p:txBody>
      </p:sp>
      <p:sp>
        <p:nvSpPr>
          <p:cNvPr id="1069" name="Text Box 45">
            <a:extLst>
              <a:ext uri="{FF2B5EF4-FFF2-40B4-BE49-F238E27FC236}">
                <a16:creationId xmlns:a16="http://schemas.microsoft.com/office/drawing/2014/main" id="{30C9C369-2CBE-49D8-B807-3F738C2C162E}"/>
              </a:ext>
            </a:extLst>
          </p:cNvPr>
          <p:cNvSpPr txBox="1">
            <a:spLocks noChangeArrowheads="1"/>
          </p:cNvSpPr>
          <p:nvPr/>
        </p:nvSpPr>
        <p:spPr bwMode="auto">
          <a:xfrm>
            <a:off x="7065964" y="2776538"/>
            <a:ext cx="523875" cy="508000"/>
          </a:xfrm>
          <a:prstGeom prst="rect">
            <a:avLst/>
          </a:prstGeom>
          <a:noFill/>
          <a:ln w="9525">
            <a:noFill/>
            <a:miter lim="800000"/>
            <a:headEnd/>
            <a:tailEnd/>
          </a:ln>
        </p:spPr>
        <p:txBody>
          <a:bodyPr/>
          <a:lstStyle/>
          <a:p>
            <a:pPr>
              <a:spcAft>
                <a:spcPts val="1000"/>
              </a:spcAft>
              <a:defRPr/>
            </a:pPr>
            <a:r>
              <a:rPr lang="en-US"/>
              <a:t>n2</a:t>
            </a:r>
          </a:p>
        </p:txBody>
      </p:sp>
      <p:cxnSp>
        <p:nvCxnSpPr>
          <p:cNvPr id="99368" name="AutoShape 46">
            <a:extLst>
              <a:ext uri="{FF2B5EF4-FFF2-40B4-BE49-F238E27FC236}">
                <a16:creationId xmlns:a16="http://schemas.microsoft.com/office/drawing/2014/main" id="{6AF2B336-F687-2377-92D5-D8B0DC739C72}"/>
              </a:ext>
            </a:extLst>
          </p:cNvPr>
          <p:cNvCxnSpPr>
            <a:cxnSpLocks noChangeShapeType="1"/>
          </p:cNvCxnSpPr>
          <p:nvPr/>
        </p:nvCxnSpPr>
        <p:spPr bwMode="auto">
          <a:xfrm>
            <a:off x="7812088" y="1606550"/>
            <a:ext cx="0" cy="2344738"/>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9369" name="AutoShape 47">
            <a:extLst>
              <a:ext uri="{FF2B5EF4-FFF2-40B4-BE49-F238E27FC236}">
                <a16:creationId xmlns:a16="http://schemas.microsoft.com/office/drawing/2014/main" id="{5CEB07E8-1F07-C978-F5DF-C4975FC01708}"/>
              </a:ext>
            </a:extLst>
          </p:cNvPr>
          <p:cNvCxnSpPr>
            <a:cxnSpLocks noChangeShapeType="1"/>
          </p:cNvCxnSpPr>
          <p:nvPr/>
        </p:nvCxnSpPr>
        <p:spPr bwMode="auto">
          <a:xfrm>
            <a:off x="8859838" y="1638300"/>
            <a:ext cx="0" cy="2344738"/>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9370" name="AutoShape 48">
            <a:extLst>
              <a:ext uri="{FF2B5EF4-FFF2-40B4-BE49-F238E27FC236}">
                <a16:creationId xmlns:a16="http://schemas.microsoft.com/office/drawing/2014/main" id="{DA705F5E-7933-83FB-9CA1-788819AF31D2}"/>
              </a:ext>
            </a:extLst>
          </p:cNvPr>
          <p:cNvCxnSpPr>
            <a:cxnSpLocks noChangeShapeType="1"/>
          </p:cNvCxnSpPr>
          <p:nvPr/>
        </p:nvCxnSpPr>
        <p:spPr bwMode="auto">
          <a:xfrm>
            <a:off x="7429500" y="3579813"/>
            <a:ext cx="140335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9371" name="AutoShape 49">
            <a:extLst>
              <a:ext uri="{FF2B5EF4-FFF2-40B4-BE49-F238E27FC236}">
                <a16:creationId xmlns:a16="http://schemas.microsoft.com/office/drawing/2014/main" id="{3B91C554-1F81-0F9F-526E-28F9A60BFD60}"/>
              </a:ext>
            </a:extLst>
          </p:cNvPr>
          <p:cNvCxnSpPr>
            <a:cxnSpLocks noChangeShapeType="1"/>
          </p:cNvCxnSpPr>
          <p:nvPr/>
        </p:nvCxnSpPr>
        <p:spPr bwMode="auto">
          <a:xfrm>
            <a:off x="8824913" y="3579814"/>
            <a:ext cx="88900" cy="42068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9372" name="AutoShape 50">
            <a:extLst>
              <a:ext uri="{FF2B5EF4-FFF2-40B4-BE49-F238E27FC236}">
                <a16:creationId xmlns:a16="http://schemas.microsoft.com/office/drawing/2014/main" id="{C588D515-66AF-F946-686B-C946C650CA38}"/>
              </a:ext>
            </a:extLst>
          </p:cNvPr>
          <p:cNvCxnSpPr>
            <a:cxnSpLocks noChangeShapeType="1"/>
          </p:cNvCxnSpPr>
          <p:nvPr/>
        </p:nvCxnSpPr>
        <p:spPr bwMode="auto">
          <a:xfrm>
            <a:off x="8913814" y="4016375"/>
            <a:ext cx="935037"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75" name="Freeform 51">
            <a:extLst>
              <a:ext uri="{FF2B5EF4-FFF2-40B4-BE49-F238E27FC236}">
                <a16:creationId xmlns:a16="http://schemas.microsoft.com/office/drawing/2014/main" id="{28A4905E-DD7B-4711-8F57-4D841FEF5CAD}"/>
              </a:ext>
            </a:extLst>
          </p:cNvPr>
          <p:cNvSpPr>
            <a:spLocks/>
          </p:cNvSpPr>
          <p:nvPr/>
        </p:nvSpPr>
        <p:spPr bwMode="auto">
          <a:xfrm>
            <a:off x="8523289" y="3214688"/>
            <a:ext cx="363537" cy="601662"/>
          </a:xfrm>
          <a:custGeom>
            <a:avLst/>
            <a:gdLst/>
            <a:ahLst/>
            <a:cxnLst>
              <a:cxn ang="0">
                <a:pos x="0" y="30"/>
              </a:cxn>
              <a:cxn ang="0">
                <a:pos x="167" y="105"/>
              </a:cxn>
              <a:cxn ang="0">
                <a:pos x="167" y="660"/>
              </a:cxn>
              <a:cxn ang="0">
                <a:pos x="318" y="750"/>
              </a:cxn>
            </a:cxnLst>
            <a:rect l="0" t="0" r="r" b="b"/>
            <a:pathLst>
              <a:path w="318" h="767">
                <a:moveTo>
                  <a:pt x="0" y="30"/>
                </a:moveTo>
                <a:cubicBezTo>
                  <a:pt x="69" y="15"/>
                  <a:pt x="139" y="0"/>
                  <a:pt x="167" y="105"/>
                </a:cubicBezTo>
                <a:cubicBezTo>
                  <a:pt x="195" y="210"/>
                  <a:pt x="142" y="553"/>
                  <a:pt x="167" y="660"/>
                </a:cubicBezTo>
                <a:cubicBezTo>
                  <a:pt x="192" y="767"/>
                  <a:pt x="293" y="735"/>
                  <a:pt x="318" y="750"/>
                </a:cubicBezTo>
              </a:path>
            </a:pathLst>
          </a:custGeom>
          <a:noFill/>
          <a:ln w="28575">
            <a:solidFill>
              <a:srgbClr val="0066FF"/>
            </a:solidFill>
            <a:round/>
            <a:headEnd/>
            <a:tailEnd type="triangle" w="med" len="med"/>
          </a:ln>
        </p:spPr>
        <p:txBody>
          <a:bodyPr/>
          <a:lstStyle/>
          <a:p>
            <a:pPr eaLnBrk="1" hangingPunct="1">
              <a:defRPr/>
            </a:pPr>
            <a:endParaRPr lang="en-GB">
              <a:cs typeface="Arial" charset="0"/>
            </a:endParaRPr>
          </a:p>
        </p:txBody>
      </p:sp>
      <p:sp>
        <p:nvSpPr>
          <p:cNvPr id="1076" name="Text Box 52">
            <a:extLst>
              <a:ext uri="{FF2B5EF4-FFF2-40B4-BE49-F238E27FC236}">
                <a16:creationId xmlns:a16="http://schemas.microsoft.com/office/drawing/2014/main" id="{38B84D80-E639-44EE-9C12-A22DC56F8C55}"/>
              </a:ext>
            </a:extLst>
          </p:cNvPr>
          <p:cNvSpPr txBox="1">
            <a:spLocks noChangeArrowheads="1"/>
          </p:cNvSpPr>
          <p:nvPr/>
        </p:nvSpPr>
        <p:spPr bwMode="auto">
          <a:xfrm>
            <a:off x="7148514" y="3348038"/>
            <a:ext cx="523875" cy="508000"/>
          </a:xfrm>
          <a:prstGeom prst="rect">
            <a:avLst/>
          </a:prstGeom>
          <a:noFill/>
          <a:ln w="9525">
            <a:noFill/>
            <a:miter lim="800000"/>
            <a:headEnd/>
            <a:tailEnd/>
          </a:ln>
        </p:spPr>
        <p:txBody>
          <a:bodyPr/>
          <a:lstStyle/>
          <a:p>
            <a:pPr>
              <a:spcAft>
                <a:spcPts val="1000"/>
              </a:spcAft>
              <a:defRPr/>
            </a:pPr>
            <a:r>
              <a:rPr lang="en-US"/>
              <a:t>y</a:t>
            </a:r>
          </a:p>
        </p:txBody>
      </p:sp>
      <p:cxnSp>
        <p:nvCxnSpPr>
          <p:cNvPr id="99375" name="AutoShape 53">
            <a:extLst>
              <a:ext uri="{FF2B5EF4-FFF2-40B4-BE49-F238E27FC236}">
                <a16:creationId xmlns:a16="http://schemas.microsoft.com/office/drawing/2014/main" id="{E10AD27D-15CD-17E9-0323-DDE56845FC47}"/>
              </a:ext>
            </a:extLst>
          </p:cNvPr>
          <p:cNvCxnSpPr>
            <a:cxnSpLocks noChangeShapeType="1"/>
          </p:cNvCxnSpPr>
          <p:nvPr/>
        </p:nvCxnSpPr>
        <p:spPr bwMode="auto">
          <a:xfrm>
            <a:off x="8593138" y="1814513"/>
            <a:ext cx="28575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9376" name="AutoShape 54">
            <a:extLst>
              <a:ext uri="{FF2B5EF4-FFF2-40B4-BE49-F238E27FC236}">
                <a16:creationId xmlns:a16="http://schemas.microsoft.com/office/drawing/2014/main" id="{DDB6E932-8B29-17D7-DE4E-1706379171E9}"/>
              </a:ext>
            </a:extLst>
          </p:cNvPr>
          <p:cNvCxnSpPr>
            <a:cxnSpLocks noChangeShapeType="1"/>
          </p:cNvCxnSpPr>
          <p:nvPr/>
        </p:nvCxnSpPr>
        <p:spPr bwMode="auto">
          <a:xfrm>
            <a:off x="7815263" y="1814513"/>
            <a:ext cx="285750" cy="0"/>
          </a:xfrm>
          <a:prstGeom prst="straightConnector1">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cxnSp>
      <p:sp>
        <p:nvSpPr>
          <p:cNvPr id="1079" name="Text Box 55">
            <a:extLst>
              <a:ext uri="{FF2B5EF4-FFF2-40B4-BE49-F238E27FC236}">
                <a16:creationId xmlns:a16="http://schemas.microsoft.com/office/drawing/2014/main" id="{487A1679-A69F-4410-B132-BDA230BDF812}"/>
              </a:ext>
            </a:extLst>
          </p:cNvPr>
          <p:cNvSpPr txBox="1">
            <a:spLocks noChangeArrowheads="1"/>
          </p:cNvSpPr>
          <p:nvPr/>
        </p:nvSpPr>
        <p:spPr bwMode="auto">
          <a:xfrm>
            <a:off x="8056564" y="1590675"/>
            <a:ext cx="522287" cy="509588"/>
          </a:xfrm>
          <a:prstGeom prst="rect">
            <a:avLst/>
          </a:prstGeom>
          <a:noFill/>
          <a:ln w="9525">
            <a:noFill/>
            <a:miter lim="800000"/>
            <a:headEnd/>
            <a:tailEnd/>
          </a:ln>
        </p:spPr>
        <p:txBody>
          <a:bodyPr/>
          <a:lstStyle/>
          <a:p>
            <a:pPr>
              <a:spcAft>
                <a:spcPts val="1000"/>
              </a:spcAft>
              <a:defRPr/>
            </a:pPr>
            <a:r>
              <a:rPr lang="en-US"/>
              <a:t>tpd</a:t>
            </a:r>
          </a:p>
        </p:txBody>
      </p:sp>
      <p:sp>
        <p:nvSpPr>
          <p:cNvPr id="99378" name="TextBox 58">
            <a:extLst>
              <a:ext uri="{FF2B5EF4-FFF2-40B4-BE49-F238E27FC236}">
                <a16:creationId xmlns:a16="http://schemas.microsoft.com/office/drawing/2014/main" id="{ADFD2548-A976-4DD6-09AF-05FFABAB4528}"/>
              </a:ext>
            </a:extLst>
          </p:cNvPr>
          <p:cNvSpPr txBox="1">
            <a:spLocks noChangeArrowheads="1"/>
          </p:cNvSpPr>
          <p:nvPr/>
        </p:nvSpPr>
        <p:spPr bwMode="auto">
          <a:xfrm>
            <a:off x="2308225" y="1104901"/>
            <a:ext cx="52720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b="0"/>
              <a:t>y</a:t>
            </a:r>
            <a:r>
              <a:rPr lang="ru-RU" altLang="en-US" b="0"/>
              <a:t>= </a:t>
            </a:r>
            <a:r>
              <a:rPr lang="en-US" altLang="en-US" b="0"/>
              <a:t>a </a:t>
            </a:r>
            <a:r>
              <a:rPr lang="en-US" altLang="en-US" b="0">
                <a:sym typeface="Symbol" panose="05050102010706020507" pitchFamily="18" charset="2"/>
              </a:rPr>
              <a:t></a:t>
            </a:r>
            <a:r>
              <a:rPr lang="en-US" altLang="en-US" b="0"/>
              <a:t> b </a:t>
            </a:r>
            <a:r>
              <a:rPr lang="en-US" altLang="en-US" b="0">
                <a:sym typeface="Symbol" panose="05050102010706020507" pitchFamily="18" charset="2"/>
              </a:rPr>
              <a:t></a:t>
            </a:r>
            <a:r>
              <a:rPr lang="en-US" altLang="en-US" b="0"/>
              <a:t> c </a:t>
            </a:r>
            <a:r>
              <a:rPr lang="ru-RU" altLang="en-US" b="0">
                <a:sym typeface="Symbol" panose="05050102010706020507" pitchFamily="18" charset="2"/>
              </a:rPr>
              <a:t></a:t>
            </a:r>
            <a:r>
              <a:rPr lang="ru-RU" altLang="en-US" b="0"/>
              <a:t> </a:t>
            </a:r>
            <a:r>
              <a:rPr lang="en-US" altLang="en-US" b="0"/>
              <a:t>d </a:t>
            </a:r>
            <a:endParaRPr lang="en-GB" altLang="en-US" b="0"/>
          </a:p>
        </p:txBody>
      </p:sp>
      <p:sp>
        <p:nvSpPr>
          <p:cNvPr id="99379" name="TextBox 59">
            <a:extLst>
              <a:ext uri="{FF2B5EF4-FFF2-40B4-BE49-F238E27FC236}">
                <a16:creationId xmlns:a16="http://schemas.microsoft.com/office/drawing/2014/main" id="{16050FDB-067F-5C15-1275-029603D53C1E}"/>
              </a:ext>
            </a:extLst>
          </p:cNvPr>
          <p:cNvSpPr txBox="1">
            <a:spLocks noChangeArrowheads="1"/>
          </p:cNvSpPr>
          <p:nvPr/>
        </p:nvSpPr>
        <p:spPr bwMode="auto">
          <a:xfrm>
            <a:off x="2403475" y="4845051"/>
            <a:ext cx="5829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b="0"/>
              <a:t>Critical  path  -   3 t</a:t>
            </a:r>
            <a:r>
              <a:rPr lang="en-US" altLang="en-US" b="0" baseline="-25000"/>
              <a:t>pd_XOR</a:t>
            </a:r>
            <a:r>
              <a:rPr lang="en-US" altLang="en-US" b="0"/>
              <a:t> </a:t>
            </a:r>
            <a:endParaRPr lang="en-GB" altLang="en-US" b="0"/>
          </a:p>
        </p:txBody>
      </p:sp>
      <p:sp>
        <p:nvSpPr>
          <p:cNvPr id="99380" name="TextBox 63">
            <a:extLst>
              <a:ext uri="{FF2B5EF4-FFF2-40B4-BE49-F238E27FC236}">
                <a16:creationId xmlns:a16="http://schemas.microsoft.com/office/drawing/2014/main" id="{D850824E-4A2A-5E77-AD34-EBE57141A021}"/>
              </a:ext>
            </a:extLst>
          </p:cNvPr>
          <p:cNvSpPr txBox="1">
            <a:spLocks noChangeArrowheads="1"/>
          </p:cNvSpPr>
          <p:nvPr/>
        </p:nvSpPr>
        <p:spPr bwMode="auto">
          <a:xfrm>
            <a:off x="2414589" y="4240214"/>
            <a:ext cx="58308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b="0"/>
              <a:t>tpd = 3 t</a:t>
            </a:r>
            <a:r>
              <a:rPr lang="en-US" altLang="en-US" b="0" baseline="-25000"/>
              <a:t>pd_XOR</a:t>
            </a:r>
            <a:r>
              <a:rPr lang="en-US" altLang="en-US" b="0"/>
              <a:t> ;    tcd= t</a:t>
            </a:r>
            <a:r>
              <a:rPr lang="en-US" altLang="en-US" b="0" baseline="-25000"/>
              <a:t>pd_XOR</a:t>
            </a:r>
            <a:r>
              <a:rPr lang="en-US" altLang="en-US" b="0"/>
              <a:t> </a:t>
            </a:r>
            <a:endParaRPr lang="en-GB" altLang="en-US" b="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FFCC53B3-D2B5-C38E-A462-9350D84F020C}"/>
              </a:ext>
            </a:extLst>
          </p:cNvPr>
          <p:cNvSpPr>
            <a:spLocks noGrp="1" noChangeArrowheads="1"/>
          </p:cNvSpPr>
          <p:nvPr>
            <p:ph type="title"/>
          </p:nvPr>
        </p:nvSpPr>
        <p:spPr>
          <a:xfrm>
            <a:off x="-1" y="183402"/>
            <a:ext cx="11612880" cy="704088"/>
          </a:xfrm>
        </p:spPr>
        <p:txBody>
          <a:bodyPr/>
          <a:lstStyle/>
          <a:p>
            <a:r>
              <a:rPr lang="en-US" altLang="en-US"/>
              <a:t>Short  Path</a:t>
            </a:r>
            <a:endParaRPr lang="en-GB" altLang="en-US"/>
          </a:p>
        </p:txBody>
      </p:sp>
      <p:grpSp>
        <p:nvGrpSpPr>
          <p:cNvPr id="100355" name="Group 3">
            <a:extLst>
              <a:ext uri="{FF2B5EF4-FFF2-40B4-BE49-F238E27FC236}">
                <a16:creationId xmlns:a16="http://schemas.microsoft.com/office/drawing/2014/main" id="{E982F8CA-B3EC-66C2-0E17-AF63CAA02BB6}"/>
              </a:ext>
            </a:extLst>
          </p:cNvPr>
          <p:cNvGrpSpPr>
            <a:grpSpLocks/>
          </p:cNvGrpSpPr>
          <p:nvPr/>
        </p:nvGrpSpPr>
        <p:grpSpPr bwMode="auto">
          <a:xfrm>
            <a:off x="3351214" y="2020889"/>
            <a:ext cx="498475" cy="541337"/>
            <a:chOff x="10260" y="7044"/>
            <a:chExt cx="544" cy="510"/>
          </a:xfrm>
        </p:grpSpPr>
        <p:sp>
          <p:nvSpPr>
            <p:cNvPr id="1028" name="AutoShape 4">
              <a:extLst>
                <a:ext uri="{FF2B5EF4-FFF2-40B4-BE49-F238E27FC236}">
                  <a16:creationId xmlns:a16="http://schemas.microsoft.com/office/drawing/2014/main" id="{026DE9F4-AA8C-4FF1-B85F-3D5CD2D2A12C}"/>
                </a:ext>
              </a:extLst>
            </p:cNvPr>
            <p:cNvSpPr>
              <a:spLocks noChangeArrowheads="1"/>
            </p:cNvSpPr>
            <p:nvPr/>
          </p:nvSpPr>
          <p:spPr bwMode="auto">
            <a:xfrm flipH="1">
              <a:off x="10260" y="7044"/>
              <a:ext cx="454" cy="510"/>
            </a:xfrm>
            <a:prstGeom prst="moon">
              <a:avLst>
                <a:gd name="adj" fmla="val 84819"/>
              </a:avLst>
            </a:prstGeom>
            <a:noFill/>
            <a:ln w="28575">
              <a:solidFill>
                <a:srgbClr val="000000"/>
              </a:solidFill>
              <a:miter lim="800000"/>
              <a:headEnd/>
              <a:tailEnd/>
            </a:ln>
          </p:spPr>
          <p:txBody>
            <a:bodyPr anchor="ctr"/>
            <a:lstStyle/>
            <a:p>
              <a:pPr eaLnBrk="1" hangingPunct="1">
                <a:defRPr/>
              </a:pPr>
              <a:endParaRPr lang="en-GB">
                <a:cs typeface="Arial" charset="0"/>
              </a:endParaRPr>
            </a:p>
          </p:txBody>
        </p:sp>
        <p:sp>
          <p:nvSpPr>
            <p:cNvPr id="1029" name="AutoShape 5">
              <a:extLst>
                <a:ext uri="{FF2B5EF4-FFF2-40B4-BE49-F238E27FC236}">
                  <a16:creationId xmlns:a16="http://schemas.microsoft.com/office/drawing/2014/main" id="{B07C9CD7-903E-4C72-803C-DF2DE66A290D}"/>
                </a:ext>
              </a:extLst>
            </p:cNvPr>
            <p:cNvSpPr>
              <a:spLocks noChangeArrowheads="1"/>
            </p:cNvSpPr>
            <p:nvPr/>
          </p:nvSpPr>
          <p:spPr bwMode="auto">
            <a:xfrm flipH="1">
              <a:off x="10350" y="7044"/>
              <a:ext cx="454" cy="510"/>
            </a:xfrm>
            <a:prstGeom prst="moon">
              <a:avLst>
                <a:gd name="adj" fmla="val 84819"/>
              </a:avLst>
            </a:prstGeom>
            <a:solidFill>
              <a:srgbClr val="FFFFFF"/>
            </a:solidFill>
            <a:ln w="28575">
              <a:solidFill>
                <a:srgbClr val="000000"/>
              </a:solidFill>
              <a:miter lim="800000"/>
              <a:headEnd/>
              <a:tailEnd/>
            </a:ln>
          </p:spPr>
          <p:txBody>
            <a:bodyPr anchor="ctr"/>
            <a:lstStyle/>
            <a:p>
              <a:pPr eaLnBrk="1" hangingPunct="1">
                <a:defRPr/>
              </a:pPr>
              <a:endParaRPr lang="en-GB">
                <a:cs typeface="Arial" charset="0"/>
              </a:endParaRPr>
            </a:p>
          </p:txBody>
        </p:sp>
      </p:grpSp>
      <p:cxnSp>
        <p:nvCxnSpPr>
          <p:cNvPr id="100356" name="AutoShape 6">
            <a:extLst>
              <a:ext uri="{FF2B5EF4-FFF2-40B4-BE49-F238E27FC236}">
                <a16:creationId xmlns:a16="http://schemas.microsoft.com/office/drawing/2014/main" id="{51ED9650-960B-CEE6-1A88-C8CB38BB7D5C}"/>
              </a:ext>
            </a:extLst>
          </p:cNvPr>
          <p:cNvCxnSpPr>
            <a:cxnSpLocks noChangeShapeType="1"/>
          </p:cNvCxnSpPr>
          <p:nvPr/>
        </p:nvCxnSpPr>
        <p:spPr bwMode="auto">
          <a:xfrm>
            <a:off x="3113088" y="2147888"/>
            <a:ext cx="27305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0357" name="AutoShape 7">
            <a:extLst>
              <a:ext uri="{FF2B5EF4-FFF2-40B4-BE49-F238E27FC236}">
                <a16:creationId xmlns:a16="http://schemas.microsoft.com/office/drawing/2014/main" id="{0D48C76A-B8D0-27EF-CA83-9C641739E1AC}"/>
              </a:ext>
            </a:extLst>
          </p:cNvPr>
          <p:cNvCxnSpPr>
            <a:cxnSpLocks noChangeShapeType="1"/>
          </p:cNvCxnSpPr>
          <p:nvPr/>
        </p:nvCxnSpPr>
        <p:spPr bwMode="auto">
          <a:xfrm>
            <a:off x="3114675" y="2414588"/>
            <a:ext cx="274638"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0358" name="AutoShape 8">
            <a:extLst>
              <a:ext uri="{FF2B5EF4-FFF2-40B4-BE49-F238E27FC236}">
                <a16:creationId xmlns:a16="http://schemas.microsoft.com/office/drawing/2014/main" id="{84D6071A-E127-226C-323A-8F91047D719F}"/>
              </a:ext>
            </a:extLst>
          </p:cNvPr>
          <p:cNvCxnSpPr>
            <a:cxnSpLocks noChangeShapeType="1"/>
          </p:cNvCxnSpPr>
          <p:nvPr/>
        </p:nvCxnSpPr>
        <p:spPr bwMode="auto">
          <a:xfrm>
            <a:off x="3849688" y="2274888"/>
            <a:ext cx="285750" cy="0"/>
          </a:xfrm>
          <a:prstGeom prst="straightConnector1">
            <a:avLst/>
          </a:prstGeom>
          <a:noFill/>
          <a:ln w="38100">
            <a:solidFill>
              <a:srgbClr val="0066FF"/>
            </a:solidFill>
            <a:round/>
            <a:headEnd/>
            <a:tailEnd/>
          </a:ln>
          <a:extLst>
            <a:ext uri="{909E8E84-426E-40DD-AFC4-6F175D3DCCD1}">
              <a14:hiddenFill xmlns:a14="http://schemas.microsoft.com/office/drawing/2010/main">
                <a:noFill/>
              </a14:hiddenFill>
            </a:ext>
          </a:extLst>
        </p:spPr>
      </p:cxnSp>
      <p:cxnSp>
        <p:nvCxnSpPr>
          <p:cNvPr id="100359" name="AutoShape 9">
            <a:extLst>
              <a:ext uri="{FF2B5EF4-FFF2-40B4-BE49-F238E27FC236}">
                <a16:creationId xmlns:a16="http://schemas.microsoft.com/office/drawing/2014/main" id="{497139E7-EF2D-ACE6-6700-1BCF53E4ED5B}"/>
              </a:ext>
            </a:extLst>
          </p:cNvPr>
          <p:cNvCxnSpPr>
            <a:cxnSpLocks noChangeShapeType="1"/>
          </p:cNvCxnSpPr>
          <p:nvPr/>
        </p:nvCxnSpPr>
        <p:spPr bwMode="auto">
          <a:xfrm>
            <a:off x="4129088" y="2274888"/>
            <a:ext cx="0" cy="360362"/>
          </a:xfrm>
          <a:prstGeom prst="straightConnector1">
            <a:avLst/>
          </a:prstGeom>
          <a:noFill/>
          <a:ln w="38100">
            <a:solidFill>
              <a:srgbClr val="0066FF"/>
            </a:solidFill>
            <a:round/>
            <a:headEnd/>
            <a:tailEnd/>
          </a:ln>
          <a:extLst>
            <a:ext uri="{909E8E84-426E-40DD-AFC4-6F175D3DCCD1}">
              <a14:hiddenFill xmlns:a14="http://schemas.microsoft.com/office/drawing/2010/main">
                <a:noFill/>
              </a14:hiddenFill>
            </a:ext>
          </a:extLst>
        </p:spPr>
      </p:cxnSp>
      <p:grpSp>
        <p:nvGrpSpPr>
          <p:cNvPr id="100360" name="Group 10">
            <a:extLst>
              <a:ext uri="{FF2B5EF4-FFF2-40B4-BE49-F238E27FC236}">
                <a16:creationId xmlns:a16="http://schemas.microsoft.com/office/drawing/2014/main" id="{C0E221C7-D017-8848-BDB5-243432B0433B}"/>
              </a:ext>
            </a:extLst>
          </p:cNvPr>
          <p:cNvGrpSpPr>
            <a:grpSpLocks/>
          </p:cNvGrpSpPr>
          <p:nvPr/>
        </p:nvGrpSpPr>
        <p:grpSpPr bwMode="auto">
          <a:xfrm>
            <a:off x="4332289" y="2482850"/>
            <a:ext cx="498475" cy="539750"/>
            <a:chOff x="10260" y="7044"/>
            <a:chExt cx="544" cy="510"/>
          </a:xfrm>
        </p:grpSpPr>
        <p:sp>
          <p:nvSpPr>
            <p:cNvPr id="1035" name="AutoShape 11">
              <a:extLst>
                <a:ext uri="{FF2B5EF4-FFF2-40B4-BE49-F238E27FC236}">
                  <a16:creationId xmlns:a16="http://schemas.microsoft.com/office/drawing/2014/main" id="{ABA12517-0357-42A8-965C-70DEF2882293}"/>
                </a:ext>
              </a:extLst>
            </p:cNvPr>
            <p:cNvSpPr>
              <a:spLocks noChangeArrowheads="1"/>
            </p:cNvSpPr>
            <p:nvPr/>
          </p:nvSpPr>
          <p:spPr bwMode="auto">
            <a:xfrm flipH="1">
              <a:off x="10260" y="7044"/>
              <a:ext cx="454" cy="510"/>
            </a:xfrm>
            <a:prstGeom prst="moon">
              <a:avLst>
                <a:gd name="adj" fmla="val 84819"/>
              </a:avLst>
            </a:prstGeom>
            <a:noFill/>
            <a:ln w="28575">
              <a:solidFill>
                <a:srgbClr val="000000"/>
              </a:solidFill>
              <a:miter lim="800000"/>
              <a:headEnd/>
              <a:tailEnd/>
            </a:ln>
          </p:spPr>
          <p:txBody>
            <a:bodyPr anchor="ctr"/>
            <a:lstStyle/>
            <a:p>
              <a:pPr eaLnBrk="1" hangingPunct="1">
                <a:defRPr/>
              </a:pPr>
              <a:endParaRPr lang="en-GB">
                <a:cs typeface="Arial" charset="0"/>
              </a:endParaRPr>
            </a:p>
          </p:txBody>
        </p:sp>
        <p:sp>
          <p:nvSpPr>
            <p:cNvPr id="1036" name="AutoShape 12">
              <a:extLst>
                <a:ext uri="{FF2B5EF4-FFF2-40B4-BE49-F238E27FC236}">
                  <a16:creationId xmlns:a16="http://schemas.microsoft.com/office/drawing/2014/main" id="{2C8273B4-9B0E-4FC0-8FF6-DE0D93F015E4}"/>
                </a:ext>
              </a:extLst>
            </p:cNvPr>
            <p:cNvSpPr>
              <a:spLocks noChangeArrowheads="1"/>
            </p:cNvSpPr>
            <p:nvPr/>
          </p:nvSpPr>
          <p:spPr bwMode="auto">
            <a:xfrm flipH="1">
              <a:off x="10350" y="7044"/>
              <a:ext cx="454" cy="510"/>
            </a:xfrm>
            <a:prstGeom prst="moon">
              <a:avLst>
                <a:gd name="adj" fmla="val 84819"/>
              </a:avLst>
            </a:prstGeom>
            <a:solidFill>
              <a:srgbClr val="FFFFFF"/>
            </a:solidFill>
            <a:ln w="28575">
              <a:solidFill>
                <a:srgbClr val="000000"/>
              </a:solidFill>
              <a:miter lim="800000"/>
              <a:headEnd/>
              <a:tailEnd/>
            </a:ln>
          </p:spPr>
          <p:txBody>
            <a:bodyPr anchor="ctr"/>
            <a:lstStyle/>
            <a:p>
              <a:pPr eaLnBrk="1" hangingPunct="1">
                <a:defRPr/>
              </a:pPr>
              <a:endParaRPr lang="en-GB">
                <a:cs typeface="Arial" charset="0"/>
              </a:endParaRPr>
            </a:p>
          </p:txBody>
        </p:sp>
      </p:grpSp>
      <p:cxnSp>
        <p:nvCxnSpPr>
          <p:cNvPr id="100361" name="AutoShape 13">
            <a:extLst>
              <a:ext uri="{FF2B5EF4-FFF2-40B4-BE49-F238E27FC236}">
                <a16:creationId xmlns:a16="http://schemas.microsoft.com/office/drawing/2014/main" id="{583792B4-09D2-166F-DDF0-B79BCDDD3DDA}"/>
              </a:ext>
            </a:extLst>
          </p:cNvPr>
          <p:cNvCxnSpPr>
            <a:cxnSpLocks noChangeShapeType="1"/>
          </p:cNvCxnSpPr>
          <p:nvPr/>
        </p:nvCxnSpPr>
        <p:spPr bwMode="auto">
          <a:xfrm>
            <a:off x="4113213" y="2636838"/>
            <a:ext cx="260350" cy="0"/>
          </a:xfrm>
          <a:prstGeom prst="straightConnector1">
            <a:avLst/>
          </a:prstGeom>
          <a:noFill/>
          <a:ln w="38100">
            <a:solidFill>
              <a:srgbClr val="0066FF"/>
            </a:solidFill>
            <a:round/>
            <a:headEnd/>
            <a:tailEnd/>
          </a:ln>
          <a:extLst>
            <a:ext uri="{909E8E84-426E-40DD-AFC4-6F175D3DCCD1}">
              <a14:hiddenFill xmlns:a14="http://schemas.microsoft.com/office/drawing/2010/main">
                <a:noFill/>
              </a14:hiddenFill>
            </a:ext>
          </a:extLst>
        </p:spPr>
      </p:cxnSp>
      <p:cxnSp>
        <p:nvCxnSpPr>
          <p:cNvPr id="100362" name="AutoShape 14">
            <a:extLst>
              <a:ext uri="{FF2B5EF4-FFF2-40B4-BE49-F238E27FC236}">
                <a16:creationId xmlns:a16="http://schemas.microsoft.com/office/drawing/2014/main" id="{4EB3D76B-2E99-2006-DC8E-9F18F13E41C9}"/>
              </a:ext>
            </a:extLst>
          </p:cNvPr>
          <p:cNvCxnSpPr>
            <a:cxnSpLocks noChangeShapeType="1"/>
          </p:cNvCxnSpPr>
          <p:nvPr/>
        </p:nvCxnSpPr>
        <p:spPr bwMode="auto">
          <a:xfrm>
            <a:off x="3186114" y="2863850"/>
            <a:ext cx="1189037"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0363" name="AutoShape 15">
            <a:extLst>
              <a:ext uri="{FF2B5EF4-FFF2-40B4-BE49-F238E27FC236}">
                <a16:creationId xmlns:a16="http://schemas.microsoft.com/office/drawing/2014/main" id="{F0E2286B-6F5B-092E-5364-BE32A94A3B3E}"/>
              </a:ext>
            </a:extLst>
          </p:cNvPr>
          <p:cNvCxnSpPr>
            <a:cxnSpLocks noChangeShapeType="1"/>
          </p:cNvCxnSpPr>
          <p:nvPr/>
        </p:nvCxnSpPr>
        <p:spPr bwMode="auto">
          <a:xfrm>
            <a:off x="4830763" y="2736850"/>
            <a:ext cx="258762" cy="0"/>
          </a:xfrm>
          <a:prstGeom prst="straightConnector1">
            <a:avLst/>
          </a:prstGeom>
          <a:noFill/>
          <a:ln w="38100">
            <a:solidFill>
              <a:srgbClr val="0066FF"/>
            </a:solidFill>
            <a:round/>
            <a:headEnd/>
            <a:tailEnd/>
          </a:ln>
          <a:extLst>
            <a:ext uri="{909E8E84-426E-40DD-AFC4-6F175D3DCCD1}">
              <a14:hiddenFill xmlns:a14="http://schemas.microsoft.com/office/drawing/2010/main">
                <a:noFill/>
              </a14:hiddenFill>
            </a:ext>
          </a:extLst>
        </p:spPr>
      </p:cxnSp>
      <p:cxnSp>
        <p:nvCxnSpPr>
          <p:cNvPr id="100364" name="AutoShape 16">
            <a:extLst>
              <a:ext uri="{FF2B5EF4-FFF2-40B4-BE49-F238E27FC236}">
                <a16:creationId xmlns:a16="http://schemas.microsoft.com/office/drawing/2014/main" id="{EECF8F4B-235B-430A-11AB-37DE2EB24B3E}"/>
              </a:ext>
            </a:extLst>
          </p:cNvPr>
          <p:cNvCxnSpPr>
            <a:cxnSpLocks noChangeShapeType="1"/>
          </p:cNvCxnSpPr>
          <p:nvPr/>
        </p:nvCxnSpPr>
        <p:spPr bwMode="auto">
          <a:xfrm>
            <a:off x="5095875" y="2736851"/>
            <a:ext cx="0" cy="360363"/>
          </a:xfrm>
          <a:prstGeom prst="straightConnector1">
            <a:avLst/>
          </a:prstGeom>
          <a:noFill/>
          <a:ln w="38100">
            <a:solidFill>
              <a:srgbClr val="0066FF"/>
            </a:solidFill>
            <a:round/>
            <a:headEnd/>
            <a:tailEnd/>
          </a:ln>
          <a:extLst>
            <a:ext uri="{909E8E84-426E-40DD-AFC4-6F175D3DCCD1}">
              <a14:hiddenFill xmlns:a14="http://schemas.microsoft.com/office/drawing/2010/main">
                <a:noFill/>
              </a14:hiddenFill>
            </a:ext>
          </a:extLst>
        </p:spPr>
      </p:cxnSp>
      <p:grpSp>
        <p:nvGrpSpPr>
          <p:cNvPr id="100365" name="Group 17">
            <a:extLst>
              <a:ext uri="{FF2B5EF4-FFF2-40B4-BE49-F238E27FC236}">
                <a16:creationId xmlns:a16="http://schemas.microsoft.com/office/drawing/2014/main" id="{6E1B8C69-9683-1F51-824F-55293F54E2D0}"/>
              </a:ext>
            </a:extLst>
          </p:cNvPr>
          <p:cNvGrpSpPr>
            <a:grpSpLocks/>
          </p:cNvGrpSpPr>
          <p:nvPr/>
        </p:nvGrpSpPr>
        <p:grpSpPr bwMode="auto">
          <a:xfrm>
            <a:off x="5302251" y="2959100"/>
            <a:ext cx="500063" cy="541338"/>
            <a:chOff x="10260" y="7044"/>
            <a:chExt cx="544" cy="510"/>
          </a:xfrm>
        </p:grpSpPr>
        <p:sp>
          <p:nvSpPr>
            <p:cNvPr id="1042" name="AutoShape 18">
              <a:extLst>
                <a:ext uri="{FF2B5EF4-FFF2-40B4-BE49-F238E27FC236}">
                  <a16:creationId xmlns:a16="http://schemas.microsoft.com/office/drawing/2014/main" id="{E601F2AA-328F-45CA-B731-3B8C2AA24348}"/>
                </a:ext>
              </a:extLst>
            </p:cNvPr>
            <p:cNvSpPr>
              <a:spLocks noChangeArrowheads="1"/>
            </p:cNvSpPr>
            <p:nvPr/>
          </p:nvSpPr>
          <p:spPr bwMode="auto">
            <a:xfrm flipH="1">
              <a:off x="10260" y="7044"/>
              <a:ext cx="454" cy="510"/>
            </a:xfrm>
            <a:prstGeom prst="moon">
              <a:avLst>
                <a:gd name="adj" fmla="val 84819"/>
              </a:avLst>
            </a:prstGeom>
            <a:noFill/>
            <a:ln w="28575">
              <a:solidFill>
                <a:srgbClr val="000000"/>
              </a:solidFill>
              <a:miter lim="800000"/>
              <a:headEnd/>
              <a:tailEnd/>
            </a:ln>
          </p:spPr>
          <p:txBody>
            <a:bodyPr anchor="ctr"/>
            <a:lstStyle/>
            <a:p>
              <a:pPr eaLnBrk="1" hangingPunct="1">
                <a:defRPr/>
              </a:pPr>
              <a:endParaRPr lang="en-GB">
                <a:cs typeface="Arial" charset="0"/>
              </a:endParaRPr>
            </a:p>
          </p:txBody>
        </p:sp>
        <p:sp>
          <p:nvSpPr>
            <p:cNvPr id="1043" name="AutoShape 19">
              <a:extLst>
                <a:ext uri="{FF2B5EF4-FFF2-40B4-BE49-F238E27FC236}">
                  <a16:creationId xmlns:a16="http://schemas.microsoft.com/office/drawing/2014/main" id="{B2F9CE8D-A808-457A-B137-9DFF081EE9A6}"/>
                </a:ext>
              </a:extLst>
            </p:cNvPr>
            <p:cNvSpPr>
              <a:spLocks noChangeArrowheads="1"/>
            </p:cNvSpPr>
            <p:nvPr/>
          </p:nvSpPr>
          <p:spPr bwMode="auto">
            <a:xfrm flipH="1">
              <a:off x="10350" y="7044"/>
              <a:ext cx="454" cy="510"/>
            </a:xfrm>
            <a:prstGeom prst="moon">
              <a:avLst>
                <a:gd name="adj" fmla="val 84819"/>
              </a:avLst>
            </a:prstGeom>
            <a:solidFill>
              <a:srgbClr val="FFFFFF"/>
            </a:solidFill>
            <a:ln w="28575">
              <a:solidFill>
                <a:srgbClr val="000000"/>
              </a:solidFill>
              <a:miter lim="800000"/>
              <a:headEnd/>
              <a:tailEnd/>
            </a:ln>
          </p:spPr>
          <p:txBody>
            <a:bodyPr anchor="ctr"/>
            <a:lstStyle/>
            <a:p>
              <a:pPr eaLnBrk="1" hangingPunct="1">
                <a:defRPr/>
              </a:pPr>
              <a:endParaRPr lang="en-GB">
                <a:cs typeface="Arial" charset="0"/>
              </a:endParaRPr>
            </a:p>
          </p:txBody>
        </p:sp>
      </p:grpSp>
      <p:cxnSp>
        <p:nvCxnSpPr>
          <p:cNvPr id="100366" name="AutoShape 20">
            <a:extLst>
              <a:ext uri="{FF2B5EF4-FFF2-40B4-BE49-F238E27FC236}">
                <a16:creationId xmlns:a16="http://schemas.microsoft.com/office/drawing/2014/main" id="{757B5316-11C7-0A78-C18E-278639F3582D}"/>
              </a:ext>
            </a:extLst>
          </p:cNvPr>
          <p:cNvCxnSpPr>
            <a:cxnSpLocks noChangeShapeType="1"/>
          </p:cNvCxnSpPr>
          <p:nvPr/>
        </p:nvCxnSpPr>
        <p:spPr bwMode="auto">
          <a:xfrm>
            <a:off x="5095875" y="3086100"/>
            <a:ext cx="260350" cy="0"/>
          </a:xfrm>
          <a:prstGeom prst="straightConnector1">
            <a:avLst/>
          </a:prstGeom>
          <a:noFill/>
          <a:ln w="38100">
            <a:solidFill>
              <a:srgbClr val="0066FF"/>
            </a:solidFill>
            <a:round/>
            <a:headEnd/>
            <a:tailEnd/>
          </a:ln>
          <a:extLst>
            <a:ext uri="{909E8E84-426E-40DD-AFC4-6F175D3DCCD1}">
              <a14:hiddenFill xmlns:a14="http://schemas.microsoft.com/office/drawing/2010/main">
                <a:noFill/>
              </a14:hiddenFill>
            </a:ext>
          </a:extLst>
        </p:spPr>
      </p:cxnSp>
      <p:cxnSp>
        <p:nvCxnSpPr>
          <p:cNvPr id="100367" name="AutoShape 21">
            <a:extLst>
              <a:ext uri="{FF2B5EF4-FFF2-40B4-BE49-F238E27FC236}">
                <a16:creationId xmlns:a16="http://schemas.microsoft.com/office/drawing/2014/main" id="{FCB1EBDC-DB8F-AB58-5021-AC96DC82497E}"/>
              </a:ext>
            </a:extLst>
          </p:cNvPr>
          <p:cNvCxnSpPr>
            <a:cxnSpLocks noChangeShapeType="1"/>
          </p:cNvCxnSpPr>
          <p:nvPr/>
        </p:nvCxnSpPr>
        <p:spPr bwMode="auto">
          <a:xfrm>
            <a:off x="3138488" y="3341688"/>
            <a:ext cx="2195512" cy="0"/>
          </a:xfrm>
          <a:prstGeom prst="straightConnector1">
            <a:avLst/>
          </a:prstGeom>
          <a:noFill/>
          <a:ln w="38100">
            <a:solidFill>
              <a:srgbClr val="FF3300"/>
            </a:solidFill>
            <a:round/>
            <a:headEnd/>
            <a:tailEnd/>
          </a:ln>
          <a:extLst>
            <a:ext uri="{909E8E84-426E-40DD-AFC4-6F175D3DCCD1}">
              <a14:hiddenFill xmlns:a14="http://schemas.microsoft.com/office/drawing/2010/main">
                <a:noFill/>
              </a14:hiddenFill>
            </a:ext>
          </a:extLst>
        </p:spPr>
      </p:cxnSp>
      <p:cxnSp>
        <p:nvCxnSpPr>
          <p:cNvPr id="100368" name="AutoShape 22">
            <a:extLst>
              <a:ext uri="{FF2B5EF4-FFF2-40B4-BE49-F238E27FC236}">
                <a16:creationId xmlns:a16="http://schemas.microsoft.com/office/drawing/2014/main" id="{4A489353-8FAF-C375-5DC1-E6266A7D66F8}"/>
              </a:ext>
            </a:extLst>
          </p:cNvPr>
          <p:cNvCxnSpPr>
            <a:cxnSpLocks noChangeShapeType="1"/>
          </p:cNvCxnSpPr>
          <p:nvPr/>
        </p:nvCxnSpPr>
        <p:spPr bwMode="auto">
          <a:xfrm>
            <a:off x="5815014" y="3213100"/>
            <a:ext cx="312737"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047" name="Text Box 23">
            <a:extLst>
              <a:ext uri="{FF2B5EF4-FFF2-40B4-BE49-F238E27FC236}">
                <a16:creationId xmlns:a16="http://schemas.microsoft.com/office/drawing/2014/main" id="{7CC3ED23-5C71-49F7-9EB2-AAA3742547C7}"/>
              </a:ext>
            </a:extLst>
          </p:cNvPr>
          <p:cNvSpPr txBox="1">
            <a:spLocks noChangeArrowheads="1"/>
          </p:cNvSpPr>
          <p:nvPr/>
        </p:nvSpPr>
        <p:spPr bwMode="auto">
          <a:xfrm>
            <a:off x="2289176" y="1809750"/>
            <a:ext cx="950913" cy="509588"/>
          </a:xfrm>
          <a:prstGeom prst="rect">
            <a:avLst/>
          </a:prstGeom>
          <a:noFill/>
          <a:ln w="9525">
            <a:noFill/>
            <a:miter lim="800000"/>
            <a:headEnd/>
            <a:tailEnd/>
          </a:ln>
        </p:spPr>
        <p:txBody>
          <a:bodyPr/>
          <a:lstStyle/>
          <a:p>
            <a:pPr>
              <a:spcAft>
                <a:spcPts val="1000"/>
              </a:spcAft>
              <a:defRPr/>
            </a:pPr>
            <a:r>
              <a:rPr lang="en-US" dirty="0"/>
              <a:t>a=1</a:t>
            </a:r>
          </a:p>
        </p:txBody>
      </p:sp>
      <p:sp>
        <p:nvSpPr>
          <p:cNvPr id="1048" name="Text Box 24">
            <a:extLst>
              <a:ext uri="{FF2B5EF4-FFF2-40B4-BE49-F238E27FC236}">
                <a16:creationId xmlns:a16="http://schemas.microsoft.com/office/drawing/2014/main" id="{3AD27846-B05C-4EE9-9247-7F2CD761D423}"/>
              </a:ext>
            </a:extLst>
          </p:cNvPr>
          <p:cNvSpPr txBox="1">
            <a:spLocks noChangeArrowheads="1"/>
          </p:cNvSpPr>
          <p:nvPr/>
        </p:nvSpPr>
        <p:spPr bwMode="auto">
          <a:xfrm>
            <a:off x="2276475" y="2230439"/>
            <a:ext cx="687388" cy="509587"/>
          </a:xfrm>
          <a:prstGeom prst="rect">
            <a:avLst/>
          </a:prstGeom>
          <a:noFill/>
          <a:ln w="9525">
            <a:noFill/>
            <a:miter lim="800000"/>
            <a:headEnd/>
            <a:tailEnd/>
          </a:ln>
        </p:spPr>
        <p:txBody>
          <a:bodyPr/>
          <a:lstStyle/>
          <a:p>
            <a:pPr>
              <a:spcAft>
                <a:spcPts val="1000"/>
              </a:spcAft>
              <a:defRPr/>
            </a:pPr>
            <a:r>
              <a:rPr lang="en-US" dirty="0"/>
              <a:t>b=0</a:t>
            </a:r>
          </a:p>
        </p:txBody>
      </p:sp>
      <p:sp>
        <p:nvSpPr>
          <p:cNvPr id="1049" name="Text Box 25">
            <a:extLst>
              <a:ext uri="{FF2B5EF4-FFF2-40B4-BE49-F238E27FC236}">
                <a16:creationId xmlns:a16="http://schemas.microsoft.com/office/drawing/2014/main" id="{F420AD15-6602-42E2-98C0-526ED83700C8}"/>
              </a:ext>
            </a:extLst>
          </p:cNvPr>
          <p:cNvSpPr txBox="1">
            <a:spLocks noChangeArrowheads="1"/>
          </p:cNvSpPr>
          <p:nvPr/>
        </p:nvSpPr>
        <p:spPr bwMode="auto">
          <a:xfrm>
            <a:off x="2278064" y="2663825"/>
            <a:ext cx="642937" cy="509588"/>
          </a:xfrm>
          <a:prstGeom prst="rect">
            <a:avLst/>
          </a:prstGeom>
          <a:noFill/>
          <a:ln w="9525">
            <a:noFill/>
            <a:miter lim="800000"/>
            <a:headEnd/>
            <a:tailEnd/>
          </a:ln>
        </p:spPr>
        <p:txBody>
          <a:bodyPr/>
          <a:lstStyle/>
          <a:p>
            <a:pPr>
              <a:spcAft>
                <a:spcPts val="1000"/>
              </a:spcAft>
              <a:defRPr/>
            </a:pPr>
            <a:r>
              <a:rPr lang="en-US" dirty="0"/>
              <a:t>c=0</a:t>
            </a:r>
          </a:p>
        </p:txBody>
      </p:sp>
      <p:sp>
        <p:nvSpPr>
          <p:cNvPr id="1050" name="Text Box 26">
            <a:extLst>
              <a:ext uri="{FF2B5EF4-FFF2-40B4-BE49-F238E27FC236}">
                <a16:creationId xmlns:a16="http://schemas.microsoft.com/office/drawing/2014/main" id="{C00A30D9-BD4F-4608-BAC7-50C35E47ADAF}"/>
              </a:ext>
            </a:extLst>
          </p:cNvPr>
          <p:cNvSpPr txBox="1">
            <a:spLocks noChangeArrowheads="1"/>
          </p:cNvSpPr>
          <p:nvPr/>
        </p:nvSpPr>
        <p:spPr bwMode="auto">
          <a:xfrm>
            <a:off x="2292350" y="3152775"/>
            <a:ext cx="577850" cy="509588"/>
          </a:xfrm>
          <a:prstGeom prst="rect">
            <a:avLst/>
          </a:prstGeom>
          <a:noFill/>
          <a:ln w="9525">
            <a:noFill/>
            <a:miter lim="800000"/>
            <a:headEnd/>
            <a:tailEnd/>
          </a:ln>
        </p:spPr>
        <p:txBody>
          <a:bodyPr/>
          <a:lstStyle/>
          <a:p>
            <a:pPr>
              <a:spcAft>
                <a:spcPts val="1000"/>
              </a:spcAft>
              <a:defRPr/>
            </a:pPr>
            <a:r>
              <a:rPr lang="en-US" dirty="0"/>
              <a:t>d=0</a:t>
            </a:r>
          </a:p>
        </p:txBody>
      </p:sp>
      <p:sp>
        <p:nvSpPr>
          <p:cNvPr id="1051" name="Text Box 27">
            <a:extLst>
              <a:ext uri="{FF2B5EF4-FFF2-40B4-BE49-F238E27FC236}">
                <a16:creationId xmlns:a16="http://schemas.microsoft.com/office/drawing/2014/main" id="{A9AAA22B-C161-4A45-9645-2BCD98F8A020}"/>
              </a:ext>
            </a:extLst>
          </p:cNvPr>
          <p:cNvSpPr txBox="1">
            <a:spLocks noChangeArrowheads="1"/>
          </p:cNvSpPr>
          <p:nvPr/>
        </p:nvSpPr>
        <p:spPr bwMode="auto">
          <a:xfrm>
            <a:off x="6056314" y="3009900"/>
            <a:ext cx="1108075" cy="509588"/>
          </a:xfrm>
          <a:prstGeom prst="rect">
            <a:avLst/>
          </a:prstGeom>
          <a:solidFill>
            <a:schemeClr val="accent1">
              <a:lumMod val="20000"/>
              <a:lumOff val="80000"/>
            </a:schemeClr>
          </a:solidFill>
          <a:ln w="9525">
            <a:noFill/>
            <a:miter lim="800000"/>
            <a:headEnd/>
            <a:tailEnd/>
          </a:ln>
        </p:spPr>
        <p:txBody>
          <a:bodyPr/>
          <a:lstStyle/>
          <a:p>
            <a:pPr>
              <a:spcAft>
                <a:spcPts val="1000"/>
              </a:spcAft>
              <a:defRPr/>
            </a:pPr>
            <a:r>
              <a:rPr lang="en-US" dirty="0"/>
              <a:t>Y=1</a:t>
            </a:r>
            <a:r>
              <a:rPr lang="en-US" dirty="0">
                <a:latin typeface="Arial" charset="0"/>
                <a:sym typeface="Symbol" pitchFamily="18" charset="2"/>
              </a:rPr>
              <a:t></a:t>
            </a:r>
            <a:r>
              <a:rPr lang="en-US" dirty="0">
                <a:latin typeface="Arial" charset="0"/>
              </a:rPr>
              <a:t>0</a:t>
            </a:r>
            <a:endParaRPr lang="en-US" dirty="0"/>
          </a:p>
        </p:txBody>
      </p:sp>
      <p:sp>
        <p:nvSpPr>
          <p:cNvPr id="1052" name="Text Box 28">
            <a:extLst>
              <a:ext uri="{FF2B5EF4-FFF2-40B4-BE49-F238E27FC236}">
                <a16:creationId xmlns:a16="http://schemas.microsoft.com/office/drawing/2014/main" id="{380B3443-6806-479B-B2E4-042DD043F30E}"/>
              </a:ext>
            </a:extLst>
          </p:cNvPr>
          <p:cNvSpPr txBox="1">
            <a:spLocks noChangeArrowheads="1"/>
          </p:cNvSpPr>
          <p:nvPr/>
        </p:nvSpPr>
        <p:spPr bwMode="auto">
          <a:xfrm>
            <a:off x="3867150" y="1944689"/>
            <a:ext cx="522288" cy="428625"/>
          </a:xfrm>
          <a:prstGeom prst="rect">
            <a:avLst/>
          </a:prstGeom>
          <a:noFill/>
          <a:ln w="9525">
            <a:noFill/>
            <a:miter lim="800000"/>
            <a:headEnd/>
            <a:tailEnd/>
          </a:ln>
        </p:spPr>
        <p:txBody>
          <a:bodyPr/>
          <a:lstStyle/>
          <a:p>
            <a:pPr>
              <a:spcAft>
                <a:spcPts val="1000"/>
              </a:spcAft>
              <a:defRPr/>
            </a:pPr>
            <a:r>
              <a:rPr lang="en-US" dirty="0"/>
              <a:t>n1</a:t>
            </a:r>
          </a:p>
        </p:txBody>
      </p:sp>
      <p:sp>
        <p:nvSpPr>
          <p:cNvPr id="1053" name="Text Box 29">
            <a:extLst>
              <a:ext uri="{FF2B5EF4-FFF2-40B4-BE49-F238E27FC236}">
                <a16:creationId xmlns:a16="http://schemas.microsoft.com/office/drawing/2014/main" id="{47851201-0EED-4A4A-BDFA-67B6F05201C3}"/>
              </a:ext>
            </a:extLst>
          </p:cNvPr>
          <p:cNvSpPr txBox="1">
            <a:spLocks noChangeArrowheads="1"/>
          </p:cNvSpPr>
          <p:nvPr/>
        </p:nvSpPr>
        <p:spPr bwMode="auto">
          <a:xfrm>
            <a:off x="4748214" y="2354264"/>
            <a:ext cx="522287" cy="509587"/>
          </a:xfrm>
          <a:prstGeom prst="rect">
            <a:avLst/>
          </a:prstGeom>
          <a:noFill/>
          <a:ln w="9525">
            <a:noFill/>
            <a:miter lim="800000"/>
            <a:headEnd/>
            <a:tailEnd/>
          </a:ln>
        </p:spPr>
        <p:txBody>
          <a:bodyPr/>
          <a:lstStyle/>
          <a:p>
            <a:pPr>
              <a:spcAft>
                <a:spcPts val="1000"/>
              </a:spcAft>
              <a:defRPr/>
            </a:pPr>
            <a:r>
              <a:rPr lang="en-US"/>
              <a:t>n2</a:t>
            </a:r>
          </a:p>
        </p:txBody>
      </p:sp>
      <p:cxnSp>
        <p:nvCxnSpPr>
          <p:cNvPr id="100376" name="AutoShape 40">
            <a:extLst>
              <a:ext uri="{FF2B5EF4-FFF2-40B4-BE49-F238E27FC236}">
                <a16:creationId xmlns:a16="http://schemas.microsoft.com/office/drawing/2014/main" id="{6D7CA60C-CBC5-F5C6-94D7-738AD35F3087}"/>
              </a:ext>
            </a:extLst>
          </p:cNvPr>
          <p:cNvCxnSpPr>
            <a:cxnSpLocks noChangeShapeType="1"/>
          </p:cNvCxnSpPr>
          <p:nvPr/>
        </p:nvCxnSpPr>
        <p:spPr bwMode="auto">
          <a:xfrm>
            <a:off x="7431088" y="3006725"/>
            <a:ext cx="109220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0377" name="AutoShape 41">
            <a:extLst>
              <a:ext uri="{FF2B5EF4-FFF2-40B4-BE49-F238E27FC236}">
                <a16:creationId xmlns:a16="http://schemas.microsoft.com/office/drawing/2014/main" id="{A9BCD2CB-D9A0-95F5-9AA7-7D4612A53E62}"/>
              </a:ext>
            </a:extLst>
          </p:cNvPr>
          <p:cNvCxnSpPr>
            <a:cxnSpLocks noChangeShapeType="1"/>
          </p:cNvCxnSpPr>
          <p:nvPr/>
        </p:nvCxnSpPr>
        <p:spPr bwMode="auto">
          <a:xfrm>
            <a:off x="8512175" y="3006725"/>
            <a:ext cx="88900" cy="42068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0378" name="AutoShape 42">
            <a:extLst>
              <a:ext uri="{FF2B5EF4-FFF2-40B4-BE49-F238E27FC236}">
                <a16:creationId xmlns:a16="http://schemas.microsoft.com/office/drawing/2014/main" id="{369B8970-3872-E697-42FC-79A9DD825D6B}"/>
              </a:ext>
            </a:extLst>
          </p:cNvPr>
          <p:cNvCxnSpPr>
            <a:cxnSpLocks noChangeShapeType="1"/>
          </p:cNvCxnSpPr>
          <p:nvPr/>
        </p:nvCxnSpPr>
        <p:spPr bwMode="auto">
          <a:xfrm>
            <a:off x="8615363" y="3427413"/>
            <a:ext cx="109220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1069" name="Text Box 45">
            <a:extLst>
              <a:ext uri="{FF2B5EF4-FFF2-40B4-BE49-F238E27FC236}">
                <a16:creationId xmlns:a16="http://schemas.microsoft.com/office/drawing/2014/main" id="{5AE6928B-8667-4163-8EA2-C0BD33EC0141}"/>
              </a:ext>
            </a:extLst>
          </p:cNvPr>
          <p:cNvSpPr txBox="1">
            <a:spLocks noChangeArrowheads="1"/>
          </p:cNvSpPr>
          <p:nvPr/>
        </p:nvSpPr>
        <p:spPr bwMode="auto">
          <a:xfrm>
            <a:off x="7065964" y="2776538"/>
            <a:ext cx="523875" cy="508000"/>
          </a:xfrm>
          <a:prstGeom prst="rect">
            <a:avLst/>
          </a:prstGeom>
          <a:noFill/>
          <a:ln w="9525">
            <a:noFill/>
            <a:miter lim="800000"/>
            <a:headEnd/>
            <a:tailEnd/>
          </a:ln>
        </p:spPr>
        <p:txBody>
          <a:bodyPr/>
          <a:lstStyle/>
          <a:p>
            <a:pPr>
              <a:spcAft>
                <a:spcPts val="1000"/>
              </a:spcAft>
              <a:defRPr/>
            </a:pPr>
            <a:r>
              <a:rPr lang="en-US" dirty="0"/>
              <a:t>d</a:t>
            </a:r>
          </a:p>
        </p:txBody>
      </p:sp>
      <p:cxnSp>
        <p:nvCxnSpPr>
          <p:cNvPr id="100380" name="AutoShape 46">
            <a:extLst>
              <a:ext uri="{FF2B5EF4-FFF2-40B4-BE49-F238E27FC236}">
                <a16:creationId xmlns:a16="http://schemas.microsoft.com/office/drawing/2014/main" id="{41042267-CA1F-F992-3741-64D7860587D9}"/>
              </a:ext>
            </a:extLst>
          </p:cNvPr>
          <p:cNvCxnSpPr>
            <a:cxnSpLocks noChangeShapeType="1"/>
          </p:cNvCxnSpPr>
          <p:nvPr/>
        </p:nvCxnSpPr>
        <p:spPr bwMode="auto">
          <a:xfrm>
            <a:off x="8548688" y="2782889"/>
            <a:ext cx="0" cy="118903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00381" name="AutoShape 47">
            <a:extLst>
              <a:ext uri="{FF2B5EF4-FFF2-40B4-BE49-F238E27FC236}">
                <a16:creationId xmlns:a16="http://schemas.microsoft.com/office/drawing/2014/main" id="{7B21321E-A4BB-75A6-3FE7-D15F55A658D3}"/>
              </a:ext>
            </a:extLst>
          </p:cNvPr>
          <p:cNvCxnSpPr>
            <a:cxnSpLocks noChangeShapeType="1"/>
          </p:cNvCxnSpPr>
          <p:nvPr/>
        </p:nvCxnSpPr>
        <p:spPr bwMode="auto">
          <a:xfrm>
            <a:off x="8859838" y="2743201"/>
            <a:ext cx="0" cy="1281113"/>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00382" name="AutoShape 48">
            <a:extLst>
              <a:ext uri="{FF2B5EF4-FFF2-40B4-BE49-F238E27FC236}">
                <a16:creationId xmlns:a16="http://schemas.microsoft.com/office/drawing/2014/main" id="{449EC7E5-C970-F8D1-6FE3-8F000EC4FB71}"/>
              </a:ext>
            </a:extLst>
          </p:cNvPr>
          <p:cNvCxnSpPr>
            <a:cxnSpLocks noChangeShapeType="1"/>
          </p:cNvCxnSpPr>
          <p:nvPr/>
        </p:nvCxnSpPr>
        <p:spPr bwMode="auto">
          <a:xfrm>
            <a:off x="7429500" y="3579813"/>
            <a:ext cx="140335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0383" name="AutoShape 49">
            <a:extLst>
              <a:ext uri="{FF2B5EF4-FFF2-40B4-BE49-F238E27FC236}">
                <a16:creationId xmlns:a16="http://schemas.microsoft.com/office/drawing/2014/main" id="{30F65885-FFAB-22BB-4FDF-CC0F4D81BE2D}"/>
              </a:ext>
            </a:extLst>
          </p:cNvPr>
          <p:cNvCxnSpPr>
            <a:cxnSpLocks noChangeShapeType="1"/>
          </p:cNvCxnSpPr>
          <p:nvPr/>
        </p:nvCxnSpPr>
        <p:spPr bwMode="auto">
          <a:xfrm>
            <a:off x="8824913" y="3579814"/>
            <a:ext cx="88900" cy="42068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0384" name="AutoShape 50">
            <a:extLst>
              <a:ext uri="{FF2B5EF4-FFF2-40B4-BE49-F238E27FC236}">
                <a16:creationId xmlns:a16="http://schemas.microsoft.com/office/drawing/2014/main" id="{540E3778-3F4B-971A-6367-291A70E82869}"/>
              </a:ext>
            </a:extLst>
          </p:cNvPr>
          <p:cNvCxnSpPr>
            <a:cxnSpLocks noChangeShapeType="1"/>
          </p:cNvCxnSpPr>
          <p:nvPr/>
        </p:nvCxnSpPr>
        <p:spPr bwMode="auto">
          <a:xfrm>
            <a:off x="8913814" y="4016375"/>
            <a:ext cx="935037"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75" name="Freeform 51">
            <a:extLst>
              <a:ext uri="{FF2B5EF4-FFF2-40B4-BE49-F238E27FC236}">
                <a16:creationId xmlns:a16="http://schemas.microsoft.com/office/drawing/2014/main" id="{F08AFE4B-D439-478C-BC03-5606538EE7AF}"/>
              </a:ext>
            </a:extLst>
          </p:cNvPr>
          <p:cNvSpPr>
            <a:spLocks/>
          </p:cNvSpPr>
          <p:nvPr/>
        </p:nvSpPr>
        <p:spPr bwMode="auto">
          <a:xfrm>
            <a:off x="8535989" y="3214688"/>
            <a:ext cx="363537" cy="601662"/>
          </a:xfrm>
          <a:custGeom>
            <a:avLst/>
            <a:gdLst/>
            <a:ahLst/>
            <a:cxnLst>
              <a:cxn ang="0">
                <a:pos x="0" y="30"/>
              </a:cxn>
              <a:cxn ang="0">
                <a:pos x="167" y="105"/>
              </a:cxn>
              <a:cxn ang="0">
                <a:pos x="167" y="660"/>
              </a:cxn>
              <a:cxn ang="0">
                <a:pos x="318" y="750"/>
              </a:cxn>
            </a:cxnLst>
            <a:rect l="0" t="0" r="r" b="b"/>
            <a:pathLst>
              <a:path w="318" h="767">
                <a:moveTo>
                  <a:pt x="0" y="30"/>
                </a:moveTo>
                <a:cubicBezTo>
                  <a:pt x="69" y="15"/>
                  <a:pt x="139" y="0"/>
                  <a:pt x="167" y="105"/>
                </a:cubicBezTo>
                <a:cubicBezTo>
                  <a:pt x="195" y="210"/>
                  <a:pt x="142" y="553"/>
                  <a:pt x="167" y="660"/>
                </a:cubicBezTo>
                <a:cubicBezTo>
                  <a:pt x="192" y="767"/>
                  <a:pt x="293" y="735"/>
                  <a:pt x="318" y="750"/>
                </a:cubicBezTo>
              </a:path>
            </a:pathLst>
          </a:custGeom>
          <a:noFill/>
          <a:ln w="28575">
            <a:solidFill>
              <a:srgbClr val="0066FF"/>
            </a:solidFill>
            <a:round/>
            <a:headEnd/>
            <a:tailEnd type="triangle" w="med" len="med"/>
          </a:ln>
        </p:spPr>
        <p:txBody>
          <a:bodyPr/>
          <a:lstStyle/>
          <a:p>
            <a:pPr eaLnBrk="1" hangingPunct="1">
              <a:defRPr/>
            </a:pPr>
            <a:endParaRPr lang="en-GB">
              <a:cs typeface="Arial" charset="0"/>
            </a:endParaRPr>
          </a:p>
        </p:txBody>
      </p:sp>
      <p:sp>
        <p:nvSpPr>
          <p:cNvPr id="1076" name="Text Box 52">
            <a:extLst>
              <a:ext uri="{FF2B5EF4-FFF2-40B4-BE49-F238E27FC236}">
                <a16:creationId xmlns:a16="http://schemas.microsoft.com/office/drawing/2014/main" id="{DA92F65A-6CDC-4E50-B750-78601DCD0EC6}"/>
              </a:ext>
            </a:extLst>
          </p:cNvPr>
          <p:cNvSpPr txBox="1">
            <a:spLocks noChangeArrowheads="1"/>
          </p:cNvSpPr>
          <p:nvPr/>
        </p:nvSpPr>
        <p:spPr bwMode="auto">
          <a:xfrm>
            <a:off x="7148514" y="3348038"/>
            <a:ext cx="523875" cy="508000"/>
          </a:xfrm>
          <a:prstGeom prst="rect">
            <a:avLst/>
          </a:prstGeom>
          <a:noFill/>
          <a:ln w="9525">
            <a:noFill/>
            <a:miter lim="800000"/>
            <a:headEnd/>
            <a:tailEnd/>
          </a:ln>
        </p:spPr>
        <p:txBody>
          <a:bodyPr/>
          <a:lstStyle/>
          <a:p>
            <a:pPr>
              <a:spcAft>
                <a:spcPts val="1000"/>
              </a:spcAft>
              <a:defRPr/>
            </a:pPr>
            <a:r>
              <a:rPr lang="en-US"/>
              <a:t>y</a:t>
            </a:r>
          </a:p>
        </p:txBody>
      </p:sp>
      <p:cxnSp>
        <p:nvCxnSpPr>
          <p:cNvPr id="100387" name="AutoShape 53">
            <a:extLst>
              <a:ext uri="{FF2B5EF4-FFF2-40B4-BE49-F238E27FC236}">
                <a16:creationId xmlns:a16="http://schemas.microsoft.com/office/drawing/2014/main" id="{773C9B4D-94F5-6F19-1595-41BA53712631}"/>
              </a:ext>
            </a:extLst>
          </p:cNvPr>
          <p:cNvCxnSpPr>
            <a:cxnSpLocks noChangeShapeType="1"/>
          </p:cNvCxnSpPr>
          <p:nvPr/>
        </p:nvCxnSpPr>
        <p:spPr bwMode="auto">
          <a:xfrm>
            <a:off x="8580438" y="2917825"/>
            <a:ext cx="292100" cy="0"/>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1079" name="Text Box 55">
            <a:extLst>
              <a:ext uri="{FF2B5EF4-FFF2-40B4-BE49-F238E27FC236}">
                <a16:creationId xmlns:a16="http://schemas.microsoft.com/office/drawing/2014/main" id="{3E99D741-E2DA-410D-B2B6-D2E9D6E73810}"/>
              </a:ext>
            </a:extLst>
          </p:cNvPr>
          <p:cNvSpPr txBox="1">
            <a:spLocks noChangeArrowheads="1"/>
          </p:cNvSpPr>
          <p:nvPr/>
        </p:nvSpPr>
        <p:spPr bwMode="auto">
          <a:xfrm>
            <a:off x="8459789" y="2493964"/>
            <a:ext cx="522287" cy="509587"/>
          </a:xfrm>
          <a:prstGeom prst="rect">
            <a:avLst/>
          </a:prstGeom>
          <a:noFill/>
          <a:ln w="9525">
            <a:noFill/>
            <a:miter lim="800000"/>
            <a:headEnd/>
            <a:tailEnd/>
          </a:ln>
        </p:spPr>
        <p:txBody>
          <a:bodyPr/>
          <a:lstStyle/>
          <a:p>
            <a:pPr>
              <a:spcAft>
                <a:spcPts val="1000"/>
              </a:spcAft>
              <a:defRPr/>
            </a:pPr>
            <a:r>
              <a:rPr lang="en-US" sz="1600" dirty="0" err="1"/>
              <a:t>tcd</a:t>
            </a:r>
            <a:endParaRPr lang="en-US" sz="1600" dirty="0"/>
          </a:p>
        </p:txBody>
      </p:sp>
      <p:sp>
        <p:nvSpPr>
          <p:cNvPr id="1080" name="Freeform 56">
            <a:extLst>
              <a:ext uri="{FF2B5EF4-FFF2-40B4-BE49-F238E27FC236}">
                <a16:creationId xmlns:a16="http://schemas.microsoft.com/office/drawing/2014/main" id="{8EA9EAFF-54AC-4235-B953-A61F99F66396}"/>
              </a:ext>
            </a:extLst>
          </p:cNvPr>
          <p:cNvSpPr>
            <a:spLocks/>
          </p:cNvSpPr>
          <p:nvPr/>
        </p:nvSpPr>
        <p:spPr bwMode="auto">
          <a:xfrm>
            <a:off x="4011614" y="3341689"/>
            <a:ext cx="1997075" cy="420687"/>
          </a:xfrm>
          <a:custGeom>
            <a:avLst/>
            <a:gdLst/>
            <a:ahLst/>
            <a:cxnLst>
              <a:cxn ang="0">
                <a:pos x="0" y="90"/>
              </a:cxn>
              <a:cxn ang="0">
                <a:pos x="1608" y="448"/>
              </a:cxn>
              <a:cxn ang="0">
                <a:pos x="2178" y="0"/>
              </a:cxn>
            </a:cxnLst>
            <a:rect l="0" t="0" r="r" b="b"/>
            <a:pathLst>
              <a:path w="2178" h="463">
                <a:moveTo>
                  <a:pt x="0" y="90"/>
                </a:moveTo>
                <a:cubicBezTo>
                  <a:pt x="622" y="276"/>
                  <a:pt x="1245" y="463"/>
                  <a:pt x="1608" y="448"/>
                </a:cubicBezTo>
                <a:cubicBezTo>
                  <a:pt x="1971" y="433"/>
                  <a:pt x="2083" y="75"/>
                  <a:pt x="2178" y="0"/>
                </a:cubicBezTo>
              </a:path>
            </a:pathLst>
          </a:custGeom>
          <a:noFill/>
          <a:ln w="28575">
            <a:solidFill>
              <a:srgbClr val="FF0000"/>
            </a:solidFill>
            <a:prstDash val="lgDash"/>
            <a:round/>
            <a:headEnd/>
            <a:tailEnd type="triangle" w="med" len="med"/>
          </a:ln>
        </p:spPr>
        <p:txBody>
          <a:bodyPr/>
          <a:lstStyle/>
          <a:p>
            <a:pPr eaLnBrk="1" hangingPunct="1">
              <a:defRPr/>
            </a:pPr>
            <a:endParaRPr lang="en-GB">
              <a:cs typeface="Arial" charset="0"/>
            </a:endParaRPr>
          </a:p>
        </p:txBody>
      </p:sp>
      <p:sp>
        <p:nvSpPr>
          <p:cNvPr id="1081" name="Text Box 57">
            <a:extLst>
              <a:ext uri="{FF2B5EF4-FFF2-40B4-BE49-F238E27FC236}">
                <a16:creationId xmlns:a16="http://schemas.microsoft.com/office/drawing/2014/main" id="{BBCC8B02-D5F4-40F4-8BE5-29776EEFC805}"/>
              </a:ext>
            </a:extLst>
          </p:cNvPr>
          <p:cNvSpPr txBox="1">
            <a:spLocks noChangeArrowheads="1"/>
          </p:cNvSpPr>
          <p:nvPr/>
        </p:nvSpPr>
        <p:spPr bwMode="auto">
          <a:xfrm>
            <a:off x="4787900" y="3659189"/>
            <a:ext cx="1220788" cy="509587"/>
          </a:xfrm>
          <a:prstGeom prst="rect">
            <a:avLst/>
          </a:prstGeom>
          <a:noFill/>
          <a:ln w="9525">
            <a:noFill/>
            <a:miter lim="800000"/>
            <a:headEnd/>
            <a:tailEnd/>
          </a:ln>
        </p:spPr>
        <p:txBody>
          <a:bodyPr/>
          <a:lstStyle/>
          <a:p>
            <a:pPr>
              <a:spcAft>
                <a:spcPts val="1000"/>
              </a:spcAft>
              <a:defRPr/>
            </a:pPr>
            <a:r>
              <a:rPr lang="en-US" dirty="0"/>
              <a:t>Short  path</a:t>
            </a:r>
          </a:p>
        </p:txBody>
      </p:sp>
      <p:sp>
        <p:nvSpPr>
          <p:cNvPr id="100391" name="TextBox 58">
            <a:extLst>
              <a:ext uri="{FF2B5EF4-FFF2-40B4-BE49-F238E27FC236}">
                <a16:creationId xmlns:a16="http://schemas.microsoft.com/office/drawing/2014/main" id="{873C1174-0602-1837-757B-29A5929FF426}"/>
              </a:ext>
            </a:extLst>
          </p:cNvPr>
          <p:cNvSpPr txBox="1">
            <a:spLocks noChangeArrowheads="1"/>
          </p:cNvSpPr>
          <p:nvPr/>
        </p:nvSpPr>
        <p:spPr bwMode="auto">
          <a:xfrm>
            <a:off x="2308225" y="1104901"/>
            <a:ext cx="52720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b="0"/>
              <a:t>y</a:t>
            </a:r>
            <a:r>
              <a:rPr lang="ru-RU" altLang="en-US" b="0"/>
              <a:t>= </a:t>
            </a:r>
            <a:r>
              <a:rPr lang="en-US" altLang="en-US" b="0"/>
              <a:t>a </a:t>
            </a:r>
            <a:r>
              <a:rPr lang="en-US" altLang="en-US" b="0">
                <a:sym typeface="Symbol" panose="05050102010706020507" pitchFamily="18" charset="2"/>
              </a:rPr>
              <a:t></a:t>
            </a:r>
            <a:r>
              <a:rPr lang="en-US" altLang="en-US" b="0"/>
              <a:t> b </a:t>
            </a:r>
            <a:r>
              <a:rPr lang="en-US" altLang="en-US" b="0">
                <a:sym typeface="Symbol" panose="05050102010706020507" pitchFamily="18" charset="2"/>
              </a:rPr>
              <a:t></a:t>
            </a:r>
            <a:r>
              <a:rPr lang="en-US" altLang="en-US" b="0"/>
              <a:t> c </a:t>
            </a:r>
            <a:r>
              <a:rPr lang="ru-RU" altLang="en-US" b="0">
                <a:sym typeface="Symbol" panose="05050102010706020507" pitchFamily="18" charset="2"/>
              </a:rPr>
              <a:t></a:t>
            </a:r>
            <a:r>
              <a:rPr lang="ru-RU" altLang="en-US" b="0"/>
              <a:t> </a:t>
            </a:r>
            <a:r>
              <a:rPr lang="en-US" altLang="en-US" b="0"/>
              <a:t>d </a:t>
            </a:r>
            <a:endParaRPr lang="en-GB" altLang="en-US" b="0"/>
          </a:p>
        </p:txBody>
      </p:sp>
      <p:sp>
        <p:nvSpPr>
          <p:cNvPr id="100392" name="TextBox 59">
            <a:extLst>
              <a:ext uri="{FF2B5EF4-FFF2-40B4-BE49-F238E27FC236}">
                <a16:creationId xmlns:a16="http://schemas.microsoft.com/office/drawing/2014/main" id="{BB6D4B0D-AB64-175B-AF51-DA41544DF0A7}"/>
              </a:ext>
            </a:extLst>
          </p:cNvPr>
          <p:cNvSpPr txBox="1">
            <a:spLocks noChangeArrowheads="1"/>
          </p:cNvSpPr>
          <p:nvPr/>
        </p:nvSpPr>
        <p:spPr bwMode="auto">
          <a:xfrm>
            <a:off x="2414589" y="4370388"/>
            <a:ext cx="73866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b="0"/>
              <a:t>Short  path – t</a:t>
            </a:r>
            <a:r>
              <a:rPr lang="en-US" altLang="en-US" b="0" baseline="-25000"/>
              <a:t>pd_XOR</a:t>
            </a:r>
            <a:r>
              <a:rPr lang="en-US" altLang="en-US" b="0"/>
              <a:t> </a:t>
            </a:r>
            <a:endParaRPr lang="en-GB" altLang="en-US" b="0"/>
          </a:p>
        </p:txBody>
      </p:sp>
      <p:sp>
        <p:nvSpPr>
          <p:cNvPr id="61" name="Text Box 23">
            <a:extLst>
              <a:ext uri="{FF2B5EF4-FFF2-40B4-BE49-F238E27FC236}">
                <a16:creationId xmlns:a16="http://schemas.microsoft.com/office/drawing/2014/main" id="{05623094-83BD-4F2B-A23D-85C05EDA9469}"/>
              </a:ext>
            </a:extLst>
          </p:cNvPr>
          <p:cNvSpPr txBox="1">
            <a:spLocks noChangeArrowheads="1"/>
          </p:cNvSpPr>
          <p:nvPr/>
        </p:nvSpPr>
        <p:spPr bwMode="auto">
          <a:xfrm>
            <a:off x="2300288" y="3473451"/>
            <a:ext cx="1243012" cy="587375"/>
          </a:xfrm>
          <a:prstGeom prst="rect">
            <a:avLst/>
          </a:prstGeom>
          <a:noFill/>
          <a:ln w="9525">
            <a:noFill/>
            <a:miter lim="800000"/>
            <a:headEnd/>
            <a:tailEnd/>
          </a:ln>
        </p:spPr>
        <p:txBody>
          <a:bodyPr/>
          <a:lstStyle/>
          <a:p>
            <a:pPr>
              <a:spcAft>
                <a:spcPts val="1000"/>
              </a:spcAft>
              <a:defRPr/>
            </a:pPr>
            <a:r>
              <a:rPr lang="en-US" dirty="0">
                <a:solidFill>
                  <a:srgbClr val="FF3300"/>
                </a:solidFill>
              </a:rPr>
              <a:t>d=0</a:t>
            </a:r>
            <a:r>
              <a:rPr lang="en-US" dirty="0">
                <a:solidFill>
                  <a:srgbClr val="FF3300"/>
                </a:solidFill>
                <a:sym typeface="Symbol"/>
              </a:rPr>
              <a:t>1</a:t>
            </a:r>
            <a:endParaRPr lang="en-US" dirty="0">
              <a:solidFill>
                <a:srgbClr val="FF330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803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ags/tag56.xml><?xml version="1.0" encoding="utf-8"?>
<p:tagLst xmlns:a="http://schemas.openxmlformats.org/drawingml/2006/main" xmlns:r="http://schemas.openxmlformats.org/officeDocument/2006/relationships" xmlns:p="http://schemas.openxmlformats.org/presentationml/2006/main">
  <p:tag name="SYNOPSYS-SHAPE" val="Y"/>
</p:tagLst>
</file>

<file path=ppt/tags/tag57.xml><?xml version="1.0" encoding="utf-8"?>
<p:tagLst xmlns:a="http://schemas.openxmlformats.org/drawingml/2006/main" xmlns:r="http://schemas.openxmlformats.org/officeDocument/2006/relationships" xmlns:p="http://schemas.openxmlformats.org/presentationml/2006/main">
  <p:tag name="SYNOPSYS-SHAPE" val="Y"/>
</p:tagLst>
</file>

<file path=ppt/tags/tag58.xml><?xml version="1.0" encoding="utf-8"?>
<p:tagLst xmlns:a="http://schemas.openxmlformats.org/drawingml/2006/main" xmlns:r="http://schemas.openxmlformats.org/officeDocument/2006/relationships" xmlns:p="http://schemas.openxmlformats.org/presentationml/2006/main">
  <p:tag name="SYNOPSYS-SHAPE" val="Y"/>
</p:tagLst>
</file>

<file path=ppt/tags/tag59.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B5A6964-B842-4343-98F0-22A6DEF09411}">
  <ds:schemaRefs>
    <ds:schemaRef ds:uri="http://schemas.microsoft.com/sharepoint/v3/contenttype/forms"/>
  </ds:schemaRefs>
</ds:datastoreItem>
</file>

<file path=customXml/itemProps2.xml><?xml version="1.0" encoding="utf-8"?>
<ds:datastoreItem xmlns:ds="http://schemas.openxmlformats.org/officeDocument/2006/customXml" ds:itemID="{FB2DC2BB-B596-4C3A-A9DC-0B51540F8820}">
  <ds:schemaRefs>
    <ds:schemaRef ds:uri="9d6f540b-f5ab-4529-997d-b1c359473666"/>
    <ds:schemaRef ds:uri="c4e338ac-e2c9-4a09-90bc-aa78cddd6f1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11BE162-346D-48E0-9B29-CB08309D4C2E}">
  <ds:schemaRefs>
    <ds:schemaRef ds:uri="9d6f540b-f5ab-4529-997d-b1c359473666"/>
    <ds:schemaRef ds:uri="c4e338ac-e2c9-4a09-90bc-aa78cddd6f1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33c9f88-1eb7-4099-9700-16013fd9e8aa}" enabled="0" method="" siteId="{c33c9f88-1eb7-4099-9700-16013fd9e8aa}" removed="1"/>
</clbl:labelList>
</file>

<file path=docProps/app.xml><?xml version="1.0" encoding="utf-8"?>
<Properties xmlns="http://schemas.openxmlformats.org/officeDocument/2006/extended-properties" xmlns:vt="http://schemas.openxmlformats.org/officeDocument/2006/docPropsVTypes">
  <Template/>
  <TotalTime>225</TotalTime>
  <Words>4327</Words>
  <Application>Microsoft Office PowerPoint</Application>
  <PresentationFormat>Widescreen</PresentationFormat>
  <Paragraphs>1104</Paragraphs>
  <Slides>57</Slides>
  <Notes>35</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57</vt:i4>
      </vt:variant>
    </vt:vector>
  </HeadingPairs>
  <TitlesOfParts>
    <vt:vector size="68" baseType="lpstr">
      <vt:lpstr>.Lucida Grande UI Regular</vt:lpstr>
      <vt:lpstr>Arial</vt:lpstr>
      <vt:lpstr>Calibri</vt:lpstr>
      <vt:lpstr>Calibri Light</vt:lpstr>
      <vt:lpstr>Symbol</vt:lpstr>
      <vt:lpstr>System Font Regular</vt:lpstr>
      <vt:lpstr>Times New Roman</vt:lpstr>
      <vt:lpstr>Wingdings</vt:lpstr>
      <vt:lpstr>2_Synopsys_2019</vt:lpstr>
      <vt:lpstr>Custom Design</vt:lpstr>
      <vt:lpstr>Формула</vt:lpstr>
      <vt:lpstr>Logic Design</vt:lpstr>
      <vt:lpstr>Course Overview</vt:lpstr>
      <vt:lpstr>Boolean Functions Minimization.                         Combinational Logic  Design Principles</vt:lpstr>
      <vt:lpstr>Synthesis Flow</vt:lpstr>
      <vt:lpstr>Two-Level Circuit Implementation</vt:lpstr>
      <vt:lpstr>Definitions</vt:lpstr>
      <vt:lpstr>Incompletely Specified Functions</vt:lpstr>
      <vt:lpstr>Minimization Stages</vt:lpstr>
      <vt:lpstr>Examples</vt:lpstr>
      <vt:lpstr>Minimization using Karnaugh Map</vt:lpstr>
      <vt:lpstr>Minimized AND-OR Circuit</vt:lpstr>
      <vt:lpstr>POS minimization</vt:lpstr>
      <vt:lpstr>Minimized OR-AND circuit</vt:lpstr>
      <vt:lpstr>Implementation in NAND basis</vt:lpstr>
      <vt:lpstr>Implementation in NOR basis</vt:lpstr>
      <vt:lpstr>Two-Level Logic Minimization Programmed Methods</vt:lpstr>
      <vt:lpstr>Exact Logic Minimization</vt:lpstr>
      <vt:lpstr>Example</vt:lpstr>
      <vt:lpstr>Example (Covering Table)</vt:lpstr>
      <vt:lpstr>Covering Table </vt:lpstr>
      <vt:lpstr>Covering Table (2)</vt:lpstr>
      <vt:lpstr>Covering Problem</vt:lpstr>
      <vt:lpstr>Cyclic Core: Petrick’s Method</vt:lpstr>
      <vt:lpstr>Multiple Outputs  Functions  </vt:lpstr>
      <vt:lpstr>Multiple  Outputs  Functions (2) </vt:lpstr>
      <vt:lpstr>Multiple Outputs  Functions (2) Contd. </vt:lpstr>
      <vt:lpstr>Multi-Level Logic Optimization </vt:lpstr>
      <vt:lpstr>Multi-Level Logic Optimization (2)</vt:lpstr>
      <vt:lpstr>Multi-Level Logic Optimization (3)</vt:lpstr>
      <vt:lpstr>Factored Forms</vt:lpstr>
      <vt:lpstr>Multilevel Combinational Circuits</vt:lpstr>
      <vt:lpstr>Threshold  Logic</vt:lpstr>
      <vt:lpstr>Example</vt:lpstr>
      <vt:lpstr>Two-inputs Neuron</vt:lpstr>
      <vt:lpstr>Example (1)</vt:lpstr>
      <vt:lpstr>Example (2)</vt:lpstr>
      <vt:lpstr>Perceptron </vt:lpstr>
      <vt:lpstr>Multi-Layer Neural Network</vt:lpstr>
      <vt:lpstr>Majority Functions</vt:lpstr>
      <vt:lpstr>3-input Majority Element</vt:lpstr>
      <vt:lpstr>Combinational Circuits Description in Verilog</vt:lpstr>
      <vt:lpstr>Behavioral  Description </vt:lpstr>
      <vt:lpstr>ROBDD</vt:lpstr>
      <vt:lpstr>Apply Operator</vt:lpstr>
      <vt:lpstr>Application of the Operator   (Apply Operator)</vt:lpstr>
      <vt:lpstr>Apply Operator</vt:lpstr>
      <vt:lpstr>Apply Operator</vt:lpstr>
      <vt:lpstr>Representation of Logic Circuit in the Form of BDD </vt:lpstr>
      <vt:lpstr>ROBDD Construction</vt:lpstr>
      <vt:lpstr>ROBDD Construction</vt:lpstr>
      <vt:lpstr>The Transition  from Circuit  to ROBDD</vt:lpstr>
      <vt:lpstr>BDD for  y1, y2, y3</vt:lpstr>
      <vt:lpstr>BDD for y4, Y</vt:lpstr>
      <vt:lpstr>Timing.  Propagation and Contamination  Delay</vt:lpstr>
      <vt:lpstr>Critical   Path</vt:lpstr>
      <vt:lpstr>Short  Path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Margarit Meroyan</cp:lastModifiedBy>
  <cp:revision>3</cp:revision>
  <dcterms:created xsi:type="dcterms:W3CDTF">2020-07-20T16:18:49Z</dcterms:created>
  <dcterms:modified xsi:type="dcterms:W3CDTF">2023-12-27T09:09:35Z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